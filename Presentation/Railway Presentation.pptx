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heme/themeOverride1.xml" ContentType="application/vnd.openxmlformats-officedocument.themeOverride+xml"/>
  <Override PartName="/ppt/notesSlides/notesSlide5.xml" ContentType="application/vnd.openxmlformats-officedocument.presentationml.notesSlide+xml"/>
  <Override PartName="/ppt/theme/themeOverride2.xml" ContentType="application/vnd.openxmlformats-officedocument.themeOverr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theme/themeOverride3.xml" ContentType="application/vnd.openxmlformats-officedocument.themeOverr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theme/themeOverride4.xml" ContentType="application/vnd.openxmlformats-officedocument.themeOverr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theme/themeOverride5.xml" ContentType="application/vnd.openxmlformats-officedocument.themeOverride+xml"/>
  <Override PartName="/ppt/notesSlides/notesSlide24.xml" ContentType="application/vnd.openxmlformats-officedocument.presentationml.notesSlide+xml"/>
  <Override PartName="/ppt/theme/themeOverride6.xml" ContentType="application/vnd.openxmlformats-officedocument.themeOverr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7" r:id="rId1"/>
    <p:sldMasterId id="2147483703" r:id="rId2"/>
    <p:sldMasterId id="2147483706" r:id="rId3"/>
  </p:sldMasterIdLst>
  <p:notesMasterIdLst>
    <p:notesMasterId r:id="rId67"/>
  </p:notesMasterIdLst>
  <p:sldIdLst>
    <p:sldId id="256" r:id="rId4"/>
    <p:sldId id="298" r:id="rId5"/>
    <p:sldId id="301" r:id="rId6"/>
    <p:sldId id="300" r:id="rId7"/>
    <p:sldId id="353" r:id="rId8"/>
    <p:sldId id="305" r:id="rId9"/>
    <p:sldId id="304" r:id="rId10"/>
    <p:sldId id="260" r:id="rId11"/>
    <p:sldId id="309" r:id="rId12"/>
    <p:sldId id="310" r:id="rId13"/>
    <p:sldId id="314" r:id="rId14"/>
    <p:sldId id="312" r:id="rId15"/>
    <p:sldId id="313" r:id="rId16"/>
    <p:sldId id="354" r:id="rId17"/>
    <p:sldId id="355" r:id="rId18"/>
    <p:sldId id="356" r:id="rId19"/>
    <p:sldId id="306" r:id="rId20"/>
    <p:sldId id="357" r:id="rId21"/>
    <p:sldId id="358" r:id="rId22"/>
    <p:sldId id="307" r:id="rId23"/>
    <p:sldId id="267" r:id="rId24"/>
    <p:sldId id="323" r:id="rId25"/>
    <p:sldId id="316" r:id="rId26"/>
    <p:sldId id="317" r:id="rId27"/>
    <p:sldId id="319" r:id="rId28"/>
    <p:sldId id="318" r:id="rId29"/>
    <p:sldId id="324" r:id="rId30"/>
    <p:sldId id="327" r:id="rId31"/>
    <p:sldId id="329" r:id="rId32"/>
    <p:sldId id="338" r:id="rId33"/>
    <p:sldId id="336" r:id="rId34"/>
    <p:sldId id="328" r:id="rId35"/>
    <p:sldId id="342" r:id="rId36"/>
    <p:sldId id="343" r:id="rId37"/>
    <p:sldId id="344" r:id="rId38"/>
    <p:sldId id="339" r:id="rId39"/>
    <p:sldId id="340" r:id="rId40"/>
    <p:sldId id="345" r:id="rId41"/>
    <p:sldId id="346" r:id="rId42"/>
    <p:sldId id="347" r:id="rId43"/>
    <p:sldId id="348" r:id="rId44"/>
    <p:sldId id="349" r:id="rId45"/>
    <p:sldId id="350" r:id="rId46"/>
    <p:sldId id="351" r:id="rId47"/>
    <p:sldId id="352" r:id="rId48"/>
    <p:sldId id="335" r:id="rId49"/>
    <p:sldId id="325" r:id="rId50"/>
    <p:sldId id="362" r:id="rId51"/>
    <p:sldId id="363" r:id="rId52"/>
    <p:sldId id="364" r:id="rId53"/>
    <p:sldId id="365" r:id="rId54"/>
    <p:sldId id="366" r:id="rId55"/>
    <p:sldId id="367" r:id="rId56"/>
    <p:sldId id="368" r:id="rId57"/>
    <p:sldId id="369" r:id="rId58"/>
    <p:sldId id="370" r:id="rId59"/>
    <p:sldId id="326" r:id="rId60"/>
    <p:sldId id="371" r:id="rId61"/>
    <p:sldId id="330" r:id="rId62"/>
    <p:sldId id="331" r:id="rId63"/>
    <p:sldId id="332" r:id="rId64"/>
    <p:sldId id="333" r:id="rId65"/>
    <p:sldId id="275" r:id="rId66"/>
  </p:sldIdLst>
  <p:sldSz cx="9144000" cy="5143500" type="screen16x9"/>
  <p:notesSz cx="6858000" cy="9144000"/>
  <p:embeddedFontLst>
    <p:embeddedFont>
      <p:font typeface="Yu Gothic UI" panose="020B0500000000000000" pitchFamily="34" charset="-128"/>
      <p:regular r:id="rId68"/>
      <p:bold r:id="rId69"/>
    </p:embeddedFont>
    <p:embeddedFont>
      <p:font typeface="Abel" panose="02000506030000020004" pitchFamily="2" charset="0"/>
      <p:regular r:id="rId70"/>
    </p:embeddedFont>
    <p:embeddedFont>
      <p:font typeface="Aharoni" panose="02010803020104030203" pitchFamily="2" charset="-79"/>
      <p:bold r:id="rId71"/>
    </p:embeddedFont>
    <p:embeddedFont>
      <p:font typeface="Arimo" panose="020B0604020202020204" charset="0"/>
      <p:regular r:id="rId72"/>
    </p:embeddedFont>
    <p:embeddedFont>
      <p:font typeface="Bakbak One" panose="020B0604020202020204" charset="0"/>
      <p:regular r:id="rId73"/>
    </p:embeddedFont>
    <p:embeddedFont>
      <p:font typeface="Cambria Math" panose="02040503050406030204" pitchFamily="18" charset="0"/>
      <p:regular r:id="rId74"/>
    </p:embeddedFont>
    <p:embeddedFont>
      <p:font typeface="Congenial" panose="02000503040000020004" pitchFamily="2" charset="0"/>
      <p:regular r:id="rId75"/>
      <p:bold r:id="rId76"/>
      <p:italic r:id="rId77"/>
      <p:boldItalic r:id="rId78"/>
    </p:embeddedFont>
    <p:embeddedFont>
      <p:font typeface="Montserrat ExtraBold" panose="00000900000000000000" pitchFamily="2" charset="0"/>
      <p:bold r:id="rId79"/>
      <p:boldItalic r:id="rId80"/>
    </p:embeddedFont>
    <p:embeddedFont>
      <p:font typeface="Montserrat SemiBold" panose="00000700000000000000" pitchFamily="50" charset="0"/>
      <p:bold r:id="rId81"/>
    </p:embeddedFont>
    <p:embeddedFont>
      <p:font typeface="Neue Haas Grotesk Text Pro" panose="020B0504020202020204" pitchFamily="34" charset="0"/>
      <p:regular r:id="rId82"/>
      <p:bold r:id="rId83"/>
      <p:italic r:id="rId84"/>
      <p:boldItalic r:id="rId85"/>
    </p:embeddedFont>
    <p:embeddedFont>
      <p:font typeface="Palanquin Dark" panose="020B0604020202020204" charset="0"/>
      <p:regular r:id="rId86"/>
      <p:bold r:id="rId87"/>
    </p:embeddedFont>
    <p:embeddedFont>
      <p:font typeface="Proxima Nova" panose="020B0604020202020204" charset="0"/>
      <p:regular r:id="rId88"/>
      <p:bold r:id="rId89"/>
      <p:italic r:id="rId90"/>
      <p:boldItalic r:id="rId91"/>
    </p:embeddedFont>
    <p:embeddedFont>
      <p:font typeface="Raleway" pitchFamily="2" charset="0"/>
      <p:regular r:id="rId92"/>
      <p:bold r:id="rId93"/>
      <p:italic r:id="rId94"/>
      <p:boldItalic r:id="rId9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2060"/>
    <a:srgbClr val="0070C0"/>
    <a:srgbClr val="FBEAE8"/>
    <a:srgbClr val="1C1C1C"/>
    <a:srgbClr val="FFFFFF"/>
    <a:srgbClr val="3A729A"/>
    <a:srgbClr val="002E50"/>
    <a:srgbClr val="4F2410"/>
    <a:srgbClr val="00B0F0"/>
    <a:srgbClr val="69ABD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F579D84-FF6D-48C4-A36B-5A89051F7281}">
  <a:tblStyle styleId="{CF579D84-FF6D-48C4-A36B-5A89051F728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30" autoAdjust="0"/>
    <p:restoredTop sz="93969" autoAdjust="0"/>
  </p:normalViewPr>
  <p:slideViewPr>
    <p:cSldViewPr snapToGrid="0">
      <p:cViewPr varScale="1">
        <p:scale>
          <a:sx n="143" d="100"/>
          <a:sy n="143" d="100"/>
        </p:scale>
        <p:origin x="1062" y="12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font" Target="fonts/font1.fntdata"/><Relationship Id="rId84" Type="http://schemas.openxmlformats.org/officeDocument/2006/relationships/font" Target="fonts/font17.fntdata"/><Relationship Id="rId89" Type="http://schemas.openxmlformats.org/officeDocument/2006/relationships/font" Target="fonts/font22.fntdata"/><Relationship Id="rId16" Type="http://schemas.openxmlformats.org/officeDocument/2006/relationships/slide" Target="slides/slide13.xml"/><Relationship Id="rId11" Type="http://schemas.openxmlformats.org/officeDocument/2006/relationships/slide" Target="slides/slide8.xml"/><Relationship Id="rId32" Type="http://schemas.openxmlformats.org/officeDocument/2006/relationships/slide" Target="slides/slide29.xml"/><Relationship Id="rId37" Type="http://schemas.openxmlformats.org/officeDocument/2006/relationships/slide" Target="slides/slide34.xml"/><Relationship Id="rId53" Type="http://schemas.openxmlformats.org/officeDocument/2006/relationships/slide" Target="slides/slide50.xml"/><Relationship Id="rId58" Type="http://schemas.openxmlformats.org/officeDocument/2006/relationships/slide" Target="slides/slide55.xml"/><Relationship Id="rId74" Type="http://schemas.openxmlformats.org/officeDocument/2006/relationships/font" Target="fonts/font7.fntdata"/><Relationship Id="rId79" Type="http://schemas.openxmlformats.org/officeDocument/2006/relationships/font" Target="fonts/font12.fntdata"/><Relationship Id="rId5" Type="http://schemas.openxmlformats.org/officeDocument/2006/relationships/slide" Target="slides/slide2.xml"/><Relationship Id="rId90" Type="http://schemas.openxmlformats.org/officeDocument/2006/relationships/font" Target="fonts/font23.fntdata"/><Relationship Id="rId95" Type="http://schemas.openxmlformats.org/officeDocument/2006/relationships/font" Target="fonts/font28.fntdata"/><Relationship Id="rId22" Type="http://schemas.openxmlformats.org/officeDocument/2006/relationships/slide" Target="slides/slide19.xml"/><Relationship Id="rId27" Type="http://schemas.openxmlformats.org/officeDocument/2006/relationships/slide" Target="slides/slide24.xml"/><Relationship Id="rId43" Type="http://schemas.openxmlformats.org/officeDocument/2006/relationships/slide" Target="slides/slide40.xml"/><Relationship Id="rId48" Type="http://schemas.openxmlformats.org/officeDocument/2006/relationships/slide" Target="slides/slide45.xml"/><Relationship Id="rId64" Type="http://schemas.openxmlformats.org/officeDocument/2006/relationships/slide" Target="slides/slide61.xml"/><Relationship Id="rId69" Type="http://schemas.openxmlformats.org/officeDocument/2006/relationships/font" Target="fonts/font2.fntdata"/><Relationship Id="rId80" Type="http://schemas.openxmlformats.org/officeDocument/2006/relationships/font" Target="fonts/font13.fntdata"/><Relationship Id="rId85" Type="http://schemas.openxmlformats.org/officeDocument/2006/relationships/font" Target="fonts/font18.fntdata"/><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notesMaster" Target="notesMasters/notesMaster1.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font" Target="fonts/font3.fntdata"/><Relationship Id="rId75" Type="http://schemas.openxmlformats.org/officeDocument/2006/relationships/font" Target="fonts/font8.fntdata"/><Relationship Id="rId83" Type="http://schemas.openxmlformats.org/officeDocument/2006/relationships/font" Target="fonts/font16.fntdata"/><Relationship Id="rId88" Type="http://schemas.openxmlformats.org/officeDocument/2006/relationships/font" Target="fonts/font21.fntdata"/><Relationship Id="rId91" Type="http://schemas.openxmlformats.org/officeDocument/2006/relationships/font" Target="fonts/font24.fntdata"/><Relationship Id="rId9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font" Target="fonts/font6.fntdata"/><Relationship Id="rId78" Type="http://schemas.openxmlformats.org/officeDocument/2006/relationships/font" Target="fonts/font11.fntdata"/><Relationship Id="rId81" Type="http://schemas.openxmlformats.org/officeDocument/2006/relationships/font" Target="fonts/font14.fntdata"/><Relationship Id="rId86" Type="http://schemas.openxmlformats.org/officeDocument/2006/relationships/font" Target="fonts/font19.fntdata"/><Relationship Id="rId94" Type="http://schemas.openxmlformats.org/officeDocument/2006/relationships/font" Target="fonts/font27.fntdata"/><Relationship Id="rId99" Type="http://schemas.openxmlformats.org/officeDocument/2006/relationships/tableStyles" Target="tableStyles.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font" Target="fonts/font9.fntdata"/><Relationship Id="rId97" Type="http://schemas.openxmlformats.org/officeDocument/2006/relationships/viewProps" Target="viewProps.xml"/><Relationship Id="rId7" Type="http://schemas.openxmlformats.org/officeDocument/2006/relationships/slide" Target="slides/slide4.xml"/><Relationship Id="rId71" Type="http://schemas.openxmlformats.org/officeDocument/2006/relationships/font" Target="fonts/font4.fntdata"/><Relationship Id="rId92" Type="http://schemas.openxmlformats.org/officeDocument/2006/relationships/font" Target="fonts/font25.fntdata"/><Relationship Id="rId2" Type="http://schemas.openxmlformats.org/officeDocument/2006/relationships/slideMaster" Target="slideMasters/slideMaster2.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slide" Target="slides/slide42.xml"/><Relationship Id="rId66" Type="http://schemas.openxmlformats.org/officeDocument/2006/relationships/slide" Target="slides/slide63.xml"/><Relationship Id="rId87" Type="http://schemas.openxmlformats.org/officeDocument/2006/relationships/font" Target="fonts/font20.fntdata"/><Relationship Id="rId61" Type="http://schemas.openxmlformats.org/officeDocument/2006/relationships/slide" Target="slides/slide58.xml"/><Relationship Id="rId82" Type="http://schemas.openxmlformats.org/officeDocument/2006/relationships/font" Target="fonts/font15.fntdata"/><Relationship Id="rId19" Type="http://schemas.openxmlformats.org/officeDocument/2006/relationships/slide" Target="slides/slide16.xml"/><Relationship Id="rId14" Type="http://schemas.openxmlformats.org/officeDocument/2006/relationships/slide" Target="slides/slide11.xml"/><Relationship Id="rId30" Type="http://schemas.openxmlformats.org/officeDocument/2006/relationships/slide" Target="slides/slide27.xml"/><Relationship Id="rId35" Type="http://schemas.openxmlformats.org/officeDocument/2006/relationships/slide" Target="slides/slide32.xml"/><Relationship Id="rId56" Type="http://schemas.openxmlformats.org/officeDocument/2006/relationships/slide" Target="slides/slide53.xml"/><Relationship Id="rId77" Type="http://schemas.openxmlformats.org/officeDocument/2006/relationships/font" Target="fonts/font10.fntdata"/><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font" Target="fonts/font5.fntdata"/><Relationship Id="rId93" Type="http://schemas.openxmlformats.org/officeDocument/2006/relationships/font" Target="fonts/font26.fntdata"/><Relationship Id="rId98"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1"/>
        <p:cNvGrpSpPr/>
        <p:nvPr/>
      </p:nvGrpSpPr>
      <p:grpSpPr>
        <a:xfrm>
          <a:off x="0" y="0"/>
          <a:ext cx="0" cy="0"/>
          <a:chOff x="0" y="0"/>
          <a:chExt cx="0" cy="0"/>
        </a:xfrm>
      </p:grpSpPr>
      <p:sp>
        <p:nvSpPr>
          <p:cNvPr id="1092" name="Google Shape;1092;g18a80d34a48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3" name="Google Shape;1093;g18a80d34a48_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1"/>
        <p:cNvGrpSpPr/>
        <p:nvPr/>
      </p:nvGrpSpPr>
      <p:grpSpPr>
        <a:xfrm>
          <a:off x="0" y="0"/>
          <a:ext cx="0" cy="0"/>
          <a:chOff x="0" y="0"/>
          <a:chExt cx="0" cy="0"/>
        </a:xfrm>
      </p:grpSpPr>
      <p:sp>
        <p:nvSpPr>
          <p:cNvPr id="1092" name="Google Shape;1092;g18a80d34a48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3" name="Google Shape;1093;g18a80d34a48_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9712478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cs-CZ" sz="1200" b="0" i="0" u="none" strike="noStrike" kern="1200" cap="none" spc="0" normalizeH="0" baseline="0" noProof="0">
                <a:ln>
                  <a:noFill/>
                </a:ln>
                <a:solidFill>
                  <a:prstClr val="black"/>
                </a:solidFill>
                <a:effectLst/>
                <a:uLnTx/>
                <a:uFillTx/>
                <a:latin typeface="Calibri"/>
                <a:ea typeface="+mn-ea"/>
                <a:cs typeface="+mn-cs"/>
              </a:rPr>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cs-CZ" sz="1200" b="0" i="0" u="none" strike="noStrike" kern="1200" cap="none" spc="0" normalizeH="0" baseline="0" noProof="0">
                <a:ln>
                  <a:noFill/>
                </a:ln>
                <a:solidFill>
                  <a:prstClr val="black"/>
                </a:solidFill>
                <a:effectLst/>
                <a:uLnTx/>
                <a:uFillTx/>
                <a:latin typeface="Calibri"/>
                <a:ea typeface="+mn-ea"/>
                <a:cs typeface="+mn-cs"/>
              </a:rPr>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1"/>
        <p:cNvGrpSpPr/>
        <p:nvPr/>
      </p:nvGrpSpPr>
      <p:grpSpPr>
        <a:xfrm>
          <a:off x="0" y="0"/>
          <a:ext cx="0" cy="0"/>
          <a:chOff x="0" y="0"/>
          <a:chExt cx="0" cy="0"/>
        </a:xfrm>
      </p:grpSpPr>
      <p:sp>
        <p:nvSpPr>
          <p:cNvPr id="1092" name="Google Shape;1092;g18a80d34a48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3" name="Google Shape;1093;g18a80d34a48_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5272627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2">
          <a:extLst>
            <a:ext uri="{FF2B5EF4-FFF2-40B4-BE49-F238E27FC236}">
              <a16:creationId xmlns:a16="http://schemas.microsoft.com/office/drawing/2014/main" id="{624D06B9-09D2-8A44-932E-71CE8B439373}"/>
            </a:ext>
          </a:extLst>
        </p:cNvPr>
        <p:cNvGrpSpPr/>
        <p:nvPr/>
      </p:nvGrpSpPr>
      <p:grpSpPr>
        <a:xfrm>
          <a:off x="0" y="0"/>
          <a:ext cx="0" cy="0"/>
          <a:chOff x="0" y="0"/>
          <a:chExt cx="0" cy="0"/>
        </a:xfrm>
      </p:grpSpPr>
      <p:sp>
        <p:nvSpPr>
          <p:cNvPr id="1253" name="Google Shape;1253;g19910ddec55_0_0:notes">
            <a:extLst>
              <a:ext uri="{FF2B5EF4-FFF2-40B4-BE49-F238E27FC236}">
                <a16:creationId xmlns:a16="http://schemas.microsoft.com/office/drawing/2014/main" id="{BB7C1A46-0B0E-957F-AE75-2FB8E8CFD19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4" name="Google Shape;1254;g19910ddec55_0_0:notes">
            <a:extLst>
              <a:ext uri="{FF2B5EF4-FFF2-40B4-BE49-F238E27FC236}">
                <a16:creationId xmlns:a16="http://schemas.microsoft.com/office/drawing/2014/main" id="{3008AA48-7E5A-1F12-C95F-DC79A236C51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607410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2"/>
        <p:cNvGrpSpPr/>
        <p:nvPr/>
      </p:nvGrpSpPr>
      <p:grpSpPr>
        <a:xfrm>
          <a:off x="0" y="0"/>
          <a:ext cx="0" cy="0"/>
          <a:chOff x="0" y="0"/>
          <a:chExt cx="0" cy="0"/>
        </a:xfrm>
      </p:grpSpPr>
      <p:sp>
        <p:nvSpPr>
          <p:cNvPr id="1253" name="Google Shape;1253;g19910ddec5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4" name="Google Shape;1254;g19910ddec5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1"/>
        <p:cNvGrpSpPr/>
        <p:nvPr/>
      </p:nvGrpSpPr>
      <p:grpSpPr>
        <a:xfrm>
          <a:off x="0" y="0"/>
          <a:ext cx="0" cy="0"/>
          <a:chOff x="0" y="0"/>
          <a:chExt cx="0" cy="0"/>
        </a:xfrm>
      </p:grpSpPr>
      <p:sp>
        <p:nvSpPr>
          <p:cNvPr id="1092" name="Google Shape;1092;g18a80d34a48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3" name="Google Shape;1093;g18a80d34a48_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390230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1"/>
        <p:cNvGrpSpPr/>
        <p:nvPr/>
      </p:nvGrpSpPr>
      <p:grpSpPr>
        <a:xfrm>
          <a:off x="0" y="0"/>
          <a:ext cx="0" cy="0"/>
          <a:chOff x="0" y="0"/>
          <a:chExt cx="0" cy="0"/>
        </a:xfrm>
      </p:grpSpPr>
      <p:sp>
        <p:nvSpPr>
          <p:cNvPr id="1092" name="Google Shape;1092;g18a80d34a48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3" name="Google Shape;1093;g18a80d34a48_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500367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1"/>
        <p:cNvGrpSpPr/>
        <p:nvPr/>
      </p:nvGrpSpPr>
      <p:grpSpPr>
        <a:xfrm>
          <a:off x="0" y="0"/>
          <a:ext cx="0" cy="0"/>
          <a:chOff x="0" y="0"/>
          <a:chExt cx="0" cy="0"/>
        </a:xfrm>
      </p:grpSpPr>
      <p:sp>
        <p:nvSpPr>
          <p:cNvPr id="1092" name="Google Shape;1092;g18a80d34a48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3" name="Google Shape;1093;g18a80d34a48_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171852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1"/>
        <p:cNvGrpSpPr/>
        <p:nvPr/>
      </p:nvGrpSpPr>
      <p:grpSpPr>
        <a:xfrm>
          <a:off x="0" y="0"/>
          <a:ext cx="0" cy="0"/>
          <a:chOff x="0" y="0"/>
          <a:chExt cx="0" cy="0"/>
        </a:xfrm>
      </p:grpSpPr>
      <p:sp>
        <p:nvSpPr>
          <p:cNvPr id="1092" name="Google Shape;1092;g18a80d34a48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3" name="Google Shape;1093;g18a80d34a48_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024401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1">
          <a:extLst>
            <a:ext uri="{FF2B5EF4-FFF2-40B4-BE49-F238E27FC236}">
              <a16:creationId xmlns:a16="http://schemas.microsoft.com/office/drawing/2014/main" id="{DAA895BE-C167-9204-7C71-70FFCAED2715}"/>
            </a:ext>
          </a:extLst>
        </p:cNvPr>
        <p:cNvGrpSpPr/>
        <p:nvPr/>
      </p:nvGrpSpPr>
      <p:grpSpPr>
        <a:xfrm>
          <a:off x="0" y="0"/>
          <a:ext cx="0" cy="0"/>
          <a:chOff x="0" y="0"/>
          <a:chExt cx="0" cy="0"/>
        </a:xfrm>
      </p:grpSpPr>
      <p:sp>
        <p:nvSpPr>
          <p:cNvPr id="1092" name="Google Shape;1092;g18a80d34a48_2_0:notes">
            <a:extLst>
              <a:ext uri="{FF2B5EF4-FFF2-40B4-BE49-F238E27FC236}">
                <a16:creationId xmlns:a16="http://schemas.microsoft.com/office/drawing/2014/main" id="{91F474E4-47A6-DC4F-2E67-7D347DEB30F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3" name="Google Shape;1093;g18a80d34a48_2_0:notes">
            <a:extLst>
              <a:ext uri="{FF2B5EF4-FFF2-40B4-BE49-F238E27FC236}">
                <a16:creationId xmlns:a16="http://schemas.microsoft.com/office/drawing/2014/main" id="{3C72F6B9-D9FA-53C4-D374-A45C9D7AED7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9370902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1">
          <a:extLst>
            <a:ext uri="{FF2B5EF4-FFF2-40B4-BE49-F238E27FC236}">
              <a16:creationId xmlns:a16="http://schemas.microsoft.com/office/drawing/2014/main" id="{14F2FF08-C6EB-0BBD-6DB7-C0C4C770E01B}"/>
            </a:ext>
          </a:extLst>
        </p:cNvPr>
        <p:cNvGrpSpPr/>
        <p:nvPr/>
      </p:nvGrpSpPr>
      <p:grpSpPr>
        <a:xfrm>
          <a:off x="0" y="0"/>
          <a:ext cx="0" cy="0"/>
          <a:chOff x="0" y="0"/>
          <a:chExt cx="0" cy="0"/>
        </a:xfrm>
      </p:grpSpPr>
      <p:sp>
        <p:nvSpPr>
          <p:cNvPr id="1092" name="Google Shape;1092;g18a80d34a48_2_0:notes">
            <a:extLst>
              <a:ext uri="{FF2B5EF4-FFF2-40B4-BE49-F238E27FC236}">
                <a16:creationId xmlns:a16="http://schemas.microsoft.com/office/drawing/2014/main" id="{EE4C98C4-07B2-4F52-F36A-51EAF90E033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3" name="Google Shape;1093;g18a80d34a48_2_0:notes">
            <a:extLst>
              <a:ext uri="{FF2B5EF4-FFF2-40B4-BE49-F238E27FC236}">
                <a16:creationId xmlns:a16="http://schemas.microsoft.com/office/drawing/2014/main" id="{E86462B0-DCA0-9580-8E0E-6A11A54F0A8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6365344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1">
          <a:extLst>
            <a:ext uri="{FF2B5EF4-FFF2-40B4-BE49-F238E27FC236}">
              <a16:creationId xmlns:a16="http://schemas.microsoft.com/office/drawing/2014/main" id="{D8455485-F712-60CE-34B6-B0524A7283E8}"/>
            </a:ext>
          </a:extLst>
        </p:cNvPr>
        <p:cNvGrpSpPr/>
        <p:nvPr/>
      </p:nvGrpSpPr>
      <p:grpSpPr>
        <a:xfrm>
          <a:off x="0" y="0"/>
          <a:ext cx="0" cy="0"/>
          <a:chOff x="0" y="0"/>
          <a:chExt cx="0" cy="0"/>
        </a:xfrm>
      </p:grpSpPr>
      <p:sp>
        <p:nvSpPr>
          <p:cNvPr id="1092" name="Google Shape;1092;g18a80d34a48_2_0:notes">
            <a:extLst>
              <a:ext uri="{FF2B5EF4-FFF2-40B4-BE49-F238E27FC236}">
                <a16:creationId xmlns:a16="http://schemas.microsoft.com/office/drawing/2014/main" id="{4FD38890-3BAB-F265-7E80-BF1793196B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3" name="Google Shape;1093;g18a80d34a48_2_0:notes">
            <a:extLst>
              <a:ext uri="{FF2B5EF4-FFF2-40B4-BE49-F238E27FC236}">
                <a16:creationId xmlns:a16="http://schemas.microsoft.com/office/drawing/2014/main" id="{7AF567B4-3709-0105-9607-CD25F2F430D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4981162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2"/>
        <p:cNvGrpSpPr/>
        <p:nvPr/>
      </p:nvGrpSpPr>
      <p:grpSpPr>
        <a:xfrm>
          <a:off x="0" y="0"/>
          <a:ext cx="0" cy="0"/>
          <a:chOff x="0" y="0"/>
          <a:chExt cx="0" cy="0"/>
        </a:xfrm>
      </p:grpSpPr>
      <p:sp>
        <p:nvSpPr>
          <p:cNvPr id="1253" name="Google Shape;1253;g19910ddec5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4" name="Google Shape;1254;g19910ddec5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3902526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1">
          <a:extLst>
            <a:ext uri="{FF2B5EF4-FFF2-40B4-BE49-F238E27FC236}">
              <a16:creationId xmlns:a16="http://schemas.microsoft.com/office/drawing/2014/main" id="{0BF0613F-FD05-4675-01C4-266EB2523959}"/>
            </a:ext>
          </a:extLst>
        </p:cNvPr>
        <p:cNvGrpSpPr/>
        <p:nvPr/>
      </p:nvGrpSpPr>
      <p:grpSpPr>
        <a:xfrm>
          <a:off x="0" y="0"/>
          <a:ext cx="0" cy="0"/>
          <a:chOff x="0" y="0"/>
          <a:chExt cx="0" cy="0"/>
        </a:xfrm>
      </p:grpSpPr>
      <p:sp>
        <p:nvSpPr>
          <p:cNvPr id="1092" name="Google Shape;1092;g18a80d34a48_2_0:notes">
            <a:extLst>
              <a:ext uri="{FF2B5EF4-FFF2-40B4-BE49-F238E27FC236}">
                <a16:creationId xmlns:a16="http://schemas.microsoft.com/office/drawing/2014/main" id="{1AFC9DE3-42A9-CD2B-D849-7384413AEF7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3" name="Google Shape;1093;g18a80d34a48_2_0:notes">
            <a:extLst>
              <a:ext uri="{FF2B5EF4-FFF2-40B4-BE49-F238E27FC236}">
                <a16:creationId xmlns:a16="http://schemas.microsoft.com/office/drawing/2014/main" id="{9E517D8F-A94F-AE91-5190-7C8E8E92DBF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9512382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1">
          <a:extLst>
            <a:ext uri="{FF2B5EF4-FFF2-40B4-BE49-F238E27FC236}">
              <a16:creationId xmlns:a16="http://schemas.microsoft.com/office/drawing/2014/main" id="{7DBC92C4-01A5-A4B5-4706-61727482DB09}"/>
            </a:ext>
          </a:extLst>
        </p:cNvPr>
        <p:cNvGrpSpPr/>
        <p:nvPr/>
      </p:nvGrpSpPr>
      <p:grpSpPr>
        <a:xfrm>
          <a:off x="0" y="0"/>
          <a:ext cx="0" cy="0"/>
          <a:chOff x="0" y="0"/>
          <a:chExt cx="0" cy="0"/>
        </a:xfrm>
      </p:grpSpPr>
      <p:sp>
        <p:nvSpPr>
          <p:cNvPr id="1092" name="Google Shape;1092;g18a80d34a48_2_0:notes">
            <a:extLst>
              <a:ext uri="{FF2B5EF4-FFF2-40B4-BE49-F238E27FC236}">
                <a16:creationId xmlns:a16="http://schemas.microsoft.com/office/drawing/2014/main" id="{74801A43-5097-CEDA-E95B-E878B00EEF4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3" name="Google Shape;1093;g18a80d34a48_2_0:notes">
            <a:extLst>
              <a:ext uri="{FF2B5EF4-FFF2-40B4-BE49-F238E27FC236}">
                <a16:creationId xmlns:a16="http://schemas.microsoft.com/office/drawing/2014/main" id="{3FF26E83-8747-8607-2B47-A3F73A56EF9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1918509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0"/>
        <p:cNvGrpSpPr/>
        <p:nvPr/>
      </p:nvGrpSpPr>
      <p:grpSpPr>
        <a:xfrm>
          <a:off x="0" y="0"/>
          <a:ext cx="0" cy="0"/>
          <a:chOff x="0" y="0"/>
          <a:chExt cx="0" cy="0"/>
        </a:xfrm>
      </p:grpSpPr>
      <p:sp>
        <p:nvSpPr>
          <p:cNvPr id="1881" name="Google Shape;1881;g152a7caf94b_1_13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82" name="Google Shape;1882;g152a7caf94b_1_13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2"/>
        <p:cNvGrpSpPr/>
        <p:nvPr/>
      </p:nvGrpSpPr>
      <p:grpSpPr>
        <a:xfrm>
          <a:off x="0" y="0"/>
          <a:ext cx="0" cy="0"/>
          <a:chOff x="0" y="0"/>
          <a:chExt cx="0" cy="0"/>
        </a:xfrm>
      </p:grpSpPr>
      <p:sp>
        <p:nvSpPr>
          <p:cNvPr id="1253" name="Google Shape;1253;g19910ddec5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4" name="Google Shape;1254;g19910ddec5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4238803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06778796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35582288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66550512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2"/>
        <p:cNvGrpSpPr/>
        <p:nvPr/>
      </p:nvGrpSpPr>
      <p:grpSpPr>
        <a:xfrm>
          <a:off x="0" y="0"/>
          <a:ext cx="0" cy="0"/>
          <a:chOff x="0" y="0"/>
          <a:chExt cx="0" cy="0"/>
        </a:xfrm>
      </p:grpSpPr>
      <p:sp>
        <p:nvSpPr>
          <p:cNvPr id="1253" name="Google Shape;1253;g19910ddec5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4" name="Google Shape;1254;g19910ddec5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9438335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2"/>
        <p:cNvGrpSpPr/>
        <p:nvPr/>
      </p:nvGrpSpPr>
      <p:grpSpPr>
        <a:xfrm>
          <a:off x="0" y="0"/>
          <a:ext cx="0" cy="0"/>
          <a:chOff x="0" y="0"/>
          <a:chExt cx="0" cy="0"/>
        </a:xfrm>
      </p:grpSpPr>
      <p:sp>
        <p:nvSpPr>
          <p:cNvPr id="1253" name="Google Shape;1253;g19910ddec5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4" name="Google Shape;1254;g19910ddec5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3807327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2"/>
        <p:cNvGrpSpPr/>
        <p:nvPr/>
      </p:nvGrpSpPr>
      <p:grpSpPr>
        <a:xfrm>
          <a:off x="0" y="0"/>
          <a:ext cx="0" cy="0"/>
          <a:chOff x="0" y="0"/>
          <a:chExt cx="0" cy="0"/>
        </a:xfrm>
      </p:grpSpPr>
      <p:sp>
        <p:nvSpPr>
          <p:cNvPr id="1253" name="Google Shape;1253;g19910ddec5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4" name="Google Shape;1254;g19910ddec5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0943781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5"/>
        <p:cNvGrpSpPr/>
        <p:nvPr/>
      </p:nvGrpSpPr>
      <p:grpSpPr>
        <a:xfrm>
          <a:off x="0" y="0"/>
          <a:ext cx="0" cy="0"/>
          <a:chOff x="0" y="0"/>
          <a:chExt cx="0" cy="0"/>
        </a:xfrm>
      </p:grpSpPr>
      <p:sp>
        <p:nvSpPr>
          <p:cNvPr id="2296" name="Google Shape;2296;g152a7caf94b_1_27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97" name="Google Shape;2297;g152a7caf94b_1_27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bit.ly/2Tynxth" TargetMode="External"/><Relationship Id="rId1" Type="http://schemas.openxmlformats.org/officeDocument/2006/relationships/slideMaster" Target="../slideMasters/slideMaster1.xml"/><Relationship Id="rId4" Type="http://schemas.openxmlformats.org/officeDocument/2006/relationships/hyperlink" Target="http://bit.ly/2TtBDfr" TargetMode="Externa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2041638" y="682250"/>
            <a:ext cx="4690200" cy="2019600"/>
          </a:xfrm>
          <a:prstGeom prst="rect">
            <a:avLst/>
          </a:prstGeom>
          <a:noFill/>
        </p:spPr>
        <p:txBody>
          <a:bodyPr spcFirstLastPara="1" wrap="square" lIns="91425" tIns="91425" rIns="91425" bIns="91425" anchor="t" anchorCtr="0">
            <a:noAutofit/>
          </a:bodyPr>
          <a:lstStyle>
            <a:lvl1pPr lvl="0">
              <a:lnSpc>
                <a:spcPct val="80000"/>
              </a:lnSpc>
              <a:spcBef>
                <a:spcPts val="0"/>
              </a:spcBef>
              <a:spcAft>
                <a:spcPts val="0"/>
              </a:spcAft>
              <a:buSzPts val="5200"/>
              <a:buNone/>
              <a:defRPr sz="70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r>
              <a:rPr lang="en-US"/>
              <a:t>Click to edit Master title style</a:t>
            </a:r>
            <a:endParaRPr/>
          </a:p>
        </p:txBody>
      </p:sp>
      <p:sp>
        <p:nvSpPr>
          <p:cNvPr id="10" name="Google Shape;10;p2"/>
          <p:cNvSpPr txBox="1">
            <a:spLocks noGrp="1"/>
          </p:cNvSpPr>
          <p:nvPr>
            <p:ph type="subTitle" idx="1"/>
          </p:nvPr>
        </p:nvSpPr>
        <p:spPr>
          <a:xfrm>
            <a:off x="2745738" y="2296938"/>
            <a:ext cx="3282000" cy="435300"/>
          </a:xfrm>
          <a:prstGeom prst="rect">
            <a:avLst/>
          </a:prstGeom>
        </p:spPr>
        <p:txBody>
          <a:bodyPr spcFirstLastPara="1" wrap="square" lIns="91425" tIns="91425" rIns="91425" bIns="91425" anchor="ctr" anchorCtr="0">
            <a:noAutofit/>
          </a:bodyPr>
          <a:lstStyle>
            <a:lvl1pPr lvl="0" algn="ctr">
              <a:lnSpc>
                <a:spcPct val="100000"/>
              </a:lnSpc>
              <a:spcBef>
                <a:spcPts val="0"/>
              </a:spcBef>
              <a:spcAft>
                <a:spcPts val="0"/>
              </a:spcAft>
              <a:buSzPts val="2800"/>
              <a:buNone/>
              <a:defRPr sz="1600">
                <a:latin typeface="Abel"/>
                <a:ea typeface="Abel"/>
                <a:cs typeface="Abel"/>
                <a:sym typeface="Abel"/>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r>
              <a:rPr lang="en-US"/>
              <a:t>Click to edit Master subtitle style</a:t>
            </a:r>
            <a:endParaRPr/>
          </a:p>
        </p:txBody>
      </p:sp>
      <p:sp>
        <p:nvSpPr>
          <p:cNvPr id="11" name="Google Shape;11;p2"/>
          <p:cNvSpPr/>
          <p:nvPr/>
        </p:nvSpPr>
        <p:spPr>
          <a:xfrm rot="-2231248" flipH="1">
            <a:off x="1719168" y="329560"/>
            <a:ext cx="240403" cy="114379"/>
          </a:xfrm>
          <a:custGeom>
            <a:avLst/>
            <a:gdLst/>
            <a:ahLst/>
            <a:cxnLst/>
            <a:rect l="l" t="t" r="r" b="b"/>
            <a:pathLst>
              <a:path w="2560" h="1218" extrusionOk="0">
                <a:moveTo>
                  <a:pt x="2192" y="116"/>
                </a:moveTo>
                <a:cubicBezTo>
                  <a:pt x="2088" y="169"/>
                  <a:pt x="1972" y="231"/>
                  <a:pt x="1867" y="305"/>
                </a:cubicBezTo>
                <a:lnTo>
                  <a:pt x="1867" y="305"/>
                </a:lnTo>
                <a:cubicBezTo>
                  <a:pt x="1762" y="378"/>
                  <a:pt x="1668" y="462"/>
                  <a:pt x="1574" y="557"/>
                </a:cubicBezTo>
                <a:lnTo>
                  <a:pt x="1574" y="557"/>
                </a:lnTo>
                <a:cubicBezTo>
                  <a:pt x="1521" y="598"/>
                  <a:pt x="1479" y="651"/>
                  <a:pt x="1437" y="714"/>
                </a:cubicBezTo>
                <a:lnTo>
                  <a:pt x="1437" y="714"/>
                </a:lnTo>
                <a:cubicBezTo>
                  <a:pt x="1354" y="661"/>
                  <a:pt x="1280" y="630"/>
                  <a:pt x="1207" y="609"/>
                </a:cubicBezTo>
                <a:lnTo>
                  <a:pt x="1207" y="609"/>
                </a:lnTo>
                <a:cubicBezTo>
                  <a:pt x="1070" y="557"/>
                  <a:pt x="934" y="525"/>
                  <a:pt x="798" y="515"/>
                </a:cubicBezTo>
                <a:lnTo>
                  <a:pt x="798" y="515"/>
                </a:lnTo>
                <a:cubicBezTo>
                  <a:pt x="672" y="494"/>
                  <a:pt x="536" y="494"/>
                  <a:pt x="399" y="494"/>
                </a:cubicBezTo>
                <a:lnTo>
                  <a:pt x="399" y="494"/>
                </a:lnTo>
                <a:cubicBezTo>
                  <a:pt x="263" y="504"/>
                  <a:pt x="137" y="515"/>
                  <a:pt x="1" y="546"/>
                </a:cubicBezTo>
                <a:lnTo>
                  <a:pt x="1" y="546"/>
                </a:lnTo>
                <a:cubicBezTo>
                  <a:pt x="252" y="630"/>
                  <a:pt x="504" y="703"/>
                  <a:pt x="745" y="787"/>
                </a:cubicBezTo>
                <a:lnTo>
                  <a:pt x="745" y="787"/>
                </a:lnTo>
                <a:cubicBezTo>
                  <a:pt x="861" y="829"/>
                  <a:pt x="976" y="861"/>
                  <a:pt x="1081" y="913"/>
                </a:cubicBezTo>
                <a:lnTo>
                  <a:pt x="1081" y="913"/>
                </a:lnTo>
                <a:cubicBezTo>
                  <a:pt x="1186" y="965"/>
                  <a:pt x="1291" y="1018"/>
                  <a:pt x="1364" y="1081"/>
                </a:cubicBezTo>
                <a:lnTo>
                  <a:pt x="1364" y="1081"/>
                </a:lnTo>
                <a:lnTo>
                  <a:pt x="1521" y="1217"/>
                </a:lnTo>
                <a:lnTo>
                  <a:pt x="1626" y="1039"/>
                </a:lnTo>
                <a:cubicBezTo>
                  <a:pt x="1731" y="861"/>
                  <a:pt x="1888" y="682"/>
                  <a:pt x="2046" y="504"/>
                </a:cubicBezTo>
                <a:lnTo>
                  <a:pt x="2046" y="504"/>
                </a:lnTo>
                <a:cubicBezTo>
                  <a:pt x="2203" y="336"/>
                  <a:pt x="2371" y="169"/>
                  <a:pt x="2559" y="1"/>
                </a:cubicBezTo>
                <a:lnTo>
                  <a:pt x="2559" y="1"/>
                </a:lnTo>
                <a:cubicBezTo>
                  <a:pt x="2434" y="11"/>
                  <a:pt x="2308" y="64"/>
                  <a:pt x="2192" y="116"/>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rot="-2231248" flipH="1">
            <a:off x="6823743" y="422085"/>
            <a:ext cx="240403" cy="114379"/>
          </a:xfrm>
          <a:custGeom>
            <a:avLst/>
            <a:gdLst/>
            <a:ahLst/>
            <a:cxnLst/>
            <a:rect l="l" t="t" r="r" b="b"/>
            <a:pathLst>
              <a:path w="2560" h="1218" extrusionOk="0">
                <a:moveTo>
                  <a:pt x="2192" y="116"/>
                </a:moveTo>
                <a:cubicBezTo>
                  <a:pt x="2088" y="169"/>
                  <a:pt x="1972" y="231"/>
                  <a:pt x="1867" y="305"/>
                </a:cubicBezTo>
                <a:lnTo>
                  <a:pt x="1867" y="305"/>
                </a:lnTo>
                <a:cubicBezTo>
                  <a:pt x="1762" y="378"/>
                  <a:pt x="1668" y="462"/>
                  <a:pt x="1574" y="557"/>
                </a:cubicBezTo>
                <a:lnTo>
                  <a:pt x="1574" y="557"/>
                </a:lnTo>
                <a:cubicBezTo>
                  <a:pt x="1521" y="598"/>
                  <a:pt x="1479" y="651"/>
                  <a:pt x="1437" y="714"/>
                </a:cubicBezTo>
                <a:lnTo>
                  <a:pt x="1437" y="714"/>
                </a:lnTo>
                <a:cubicBezTo>
                  <a:pt x="1354" y="661"/>
                  <a:pt x="1280" y="630"/>
                  <a:pt x="1207" y="609"/>
                </a:cubicBezTo>
                <a:lnTo>
                  <a:pt x="1207" y="609"/>
                </a:lnTo>
                <a:cubicBezTo>
                  <a:pt x="1070" y="557"/>
                  <a:pt x="934" y="525"/>
                  <a:pt x="798" y="515"/>
                </a:cubicBezTo>
                <a:lnTo>
                  <a:pt x="798" y="515"/>
                </a:lnTo>
                <a:cubicBezTo>
                  <a:pt x="672" y="494"/>
                  <a:pt x="536" y="494"/>
                  <a:pt x="399" y="494"/>
                </a:cubicBezTo>
                <a:lnTo>
                  <a:pt x="399" y="494"/>
                </a:lnTo>
                <a:cubicBezTo>
                  <a:pt x="263" y="504"/>
                  <a:pt x="137" y="515"/>
                  <a:pt x="1" y="546"/>
                </a:cubicBezTo>
                <a:lnTo>
                  <a:pt x="1" y="546"/>
                </a:lnTo>
                <a:cubicBezTo>
                  <a:pt x="252" y="630"/>
                  <a:pt x="504" y="703"/>
                  <a:pt x="745" y="787"/>
                </a:cubicBezTo>
                <a:lnTo>
                  <a:pt x="745" y="787"/>
                </a:lnTo>
                <a:cubicBezTo>
                  <a:pt x="861" y="829"/>
                  <a:pt x="976" y="861"/>
                  <a:pt x="1081" y="913"/>
                </a:cubicBezTo>
                <a:lnTo>
                  <a:pt x="1081" y="913"/>
                </a:lnTo>
                <a:cubicBezTo>
                  <a:pt x="1186" y="965"/>
                  <a:pt x="1291" y="1018"/>
                  <a:pt x="1364" y="1081"/>
                </a:cubicBezTo>
                <a:lnTo>
                  <a:pt x="1364" y="1081"/>
                </a:lnTo>
                <a:lnTo>
                  <a:pt x="1521" y="1217"/>
                </a:lnTo>
                <a:lnTo>
                  <a:pt x="1626" y="1039"/>
                </a:lnTo>
                <a:cubicBezTo>
                  <a:pt x="1731" y="861"/>
                  <a:pt x="1888" y="682"/>
                  <a:pt x="2046" y="504"/>
                </a:cubicBezTo>
                <a:lnTo>
                  <a:pt x="2046" y="504"/>
                </a:lnTo>
                <a:cubicBezTo>
                  <a:pt x="2203" y="336"/>
                  <a:pt x="2371" y="169"/>
                  <a:pt x="2559" y="1"/>
                </a:cubicBezTo>
                <a:lnTo>
                  <a:pt x="2559" y="1"/>
                </a:lnTo>
                <a:cubicBezTo>
                  <a:pt x="2434" y="11"/>
                  <a:pt x="2308" y="64"/>
                  <a:pt x="2192" y="116"/>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732652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713225" y="2193100"/>
            <a:ext cx="3957000" cy="1118400"/>
          </a:xfrm>
          <a:prstGeom prst="rect">
            <a:avLst/>
          </a:prstGeom>
        </p:spPr>
        <p:txBody>
          <a:bodyPr spcFirstLastPara="1" wrap="square" lIns="91425" tIns="91425" rIns="91425" bIns="91425" anchor="ctr" anchorCtr="0">
            <a:noAutofit/>
          </a:bodyPr>
          <a:lstStyle>
            <a:lvl1pPr lvl="0" algn="l" rtl="0">
              <a:lnSpc>
                <a:spcPct val="80000"/>
              </a:lnSpc>
              <a:spcBef>
                <a:spcPts val="0"/>
              </a:spcBef>
              <a:spcAft>
                <a:spcPts val="0"/>
              </a:spcAft>
              <a:buSzPts val="7000"/>
              <a:buNone/>
              <a:defRPr sz="5500">
                <a:solidFill>
                  <a:schemeClr val="lt1"/>
                </a:solidFill>
              </a:defRPr>
            </a:lvl1pPr>
            <a:lvl2pPr lvl="1" algn="ctr" rtl="0">
              <a:lnSpc>
                <a:spcPct val="100000"/>
              </a:lnSpc>
              <a:spcBef>
                <a:spcPts val="0"/>
              </a:spcBef>
              <a:spcAft>
                <a:spcPts val="0"/>
              </a:spcAft>
              <a:buSzPts val="5000"/>
              <a:buNone/>
              <a:defRPr sz="5000"/>
            </a:lvl2pPr>
            <a:lvl3pPr lvl="2" algn="ctr" rtl="0">
              <a:lnSpc>
                <a:spcPct val="100000"/>
              </a:lnSpc>
              <a:spcBef>
                <a:spcPts val="0"/>
              </a:spcBef>
              <a:spcAft>
                <a:spcPts val="0"/>
              </a:spcAft>
              <a:buSzPts val="5000"/>
              <a:buNone/>
              <a:defRPr sz="5000"/>
            </a:lvl3pPr>
            <a:lvl4pPr lvl="3" algn="ctr" rtl="0">
              <a:lnSpc>
                <a:spcPct val="100000"/>
              </a:lnSpc>
              <a:spcBef>
                <a:spcPts val="0"/>
              </a:spcBef>
              <a:spcAft>
                <a:spcPts val="0"/>
              </a:spcAft>
              <a:buSzPts val="5000"/>
              <a:buNone/>
              <a:defRPr sz="5000"/>
            </a:lvl4pPr>
            <a:lvl5pPr lvl="4" algn="ctr" rtl="0">
              <a:lnSpc>
                <a:spcPct val="100000"/>
              </a:lnSpc>
              <a:spcBef>
                <a:spcPts val="0"/>
              </a:spcBef>
              <a:spcAft>
                <a:spcPts val="0"/>
              </a:spcAft>
              <a:buSzPts val="5000"/>
              <a:buNone/>
              <a:defRPr sz="5000"/>
            </a:lvl5pPr>
            <a:lvl6pPr lvl="5" algn="ctr" rtl="0">
              <a:lnSpc>
                <a:spcPct val="100000"/>
              </a:lnSpc>
              <a:spcBef>
                <a:spcPts val="0"/>
              </a:spcBef>
              <a:spcAft>
                <a:spcPts val="0"/>
              </a:spcAft>
              <a:buSzPts val="5000"/>
              <a:buNone/>
              <a:defRPr sz="5000"/>
            </a:lvl6pPr>
            <a:lvl7pPr lvl="6" algn="ctr" rtl="0">
              <a:lnSpc>
                <a:spcPct val="100000"/>
              </a:lnSpc>
              <a:spcBef>
                <a:spcPts val="0"/>
              </a:spcBef>
              <a:spcAft>
                <a:spcPts val="0"/>
              </a:spcAft>
              <a:buSzPts val="5000"/>
              <a:buNone/>
              <a:defRPr sz="5000"/>
            </a:lvl7pPr>
            <a:lvl8pPr lvl="7" algn="ctr" rtl="0">
              <a:lnSpc>
                <a:spcPct val="100000"/>
              </a:lnSpc>
              <a:spcBef>
                <a:spcPts val="0"/>
              </a:spcBef>
              <a:spcAft>
                <a:spcPts val="0"/>
              </a:spcAft>
              <a:buSzPts val="5000"/>
              <a:buNone/>
              <a:defRPr sz="5000"/>
            </a:lvl8pPr>
            <a:lvl9pPr lvl="8" algn="ctr" rtl="0">
              <a:lnSpc>
                <a:spcPct val="100000"/>
              </a:lnSpc>
              <a:spcBef>
                <a:spcPts val="0"/>
              </a:spcBef>
              <a:spcAft>
                <a:spcPts val="0"/>
              </a:spcAft>
              <a:buSzPts val="5000"/>
              <a:buNone/>
              <a:defRPr sz="5000"/>
            </a:lvl9pPr>
          </a:lstStyle>
          <a:p>
            <a:r>
              <a:rPr lang="en-US"/>
              <a:t>Click to edit Master title style</a:t>
            </a:r>
            <a:endParaRPr/>
          </a:p>
        </p:txBody>
      </p:sp>
      <p:sp>
        <p:nvSpPr>
          <p:cNvPr id="15" name="Google Shape;15;p3"/>
          <p:cNvSpPr txBox="1">
            <a:spLocks noGrp="1"/>
          </p:cNvSpPr>
          <p:nvPr>
            <p:ph type="title" idx="2" hasCustomPrompt="1"/>
          </p:nvPr>
        </p:nvSpPr>
        <p:spPr>
          <a:xfrm>
            <a:off x="713225" y="686500"/>
            <a:ext cx="1303200" cy="1334100"/>
          </a:xfrm>
          <a:prstGeom prst="rect">
            <a:avLst/>
          </a:prstGeom>
        </p:spPr>
        <p:txBody>
          <a:bodyPr spcFirstLastPara="1" wrap="square" lIns="91425" tIns="91425" rIns="91425" bIns="91425" anchor="ctr" anchorCtr="0">
            <a:noAutofit/>
          </a:bodyPr>
          <a:lstStyle>
            <a:lvl1pPr lvl="0" algn="l" rtl="0">
              <a:lnSpc>
                <a:spcPct val="100000"/>
              </a:lnSpc>
              <a:spcBef>
                <a:spcPts val="0"/>
              </a:spcBef>
              <a:spcAft>
                <a:spcPts val="0"/>
              </a:spcAft>
              <a:buSzPts val="5000"/>
              <a:buNone/>
              <a:defRPr sz="9000" i="1"/>
            </a:lvl1pPr>
            <a:lvl2pPr lvl="1" algn="ctr" rtl="0">
              <a:lnSpc>
                <a:spcPct val="100000"/>
              </a:lnSpc>
              <a:spcBef>
                <a:spcPts val="0"/>
              </a:spcBef>
              <a:spcAft>
                <a:spcPts val="0"/>
              </a:spcAft>
              <a:buSzPts val="5000"/>
              <a:buNone/>
              <a:defRPr sz="5000"/>
            </a:lvl2pPr>
            <a:lvl3pPr lvl="2" algn="ctr" rtl="0">
              <a:lnSpc>
                <a:spcPct val="100000"/>
              </a:lnSpc>
              <a:spcBef>
                <a:spcPts val="0"/>
              </a:spcBef>
              <a:spcAft>
                <a:spcPts val="0"/>
              </a:spcAft>
              <a:buSzPts val="5000"/>
              <a:buNone/>
              <a:defRPr sz="5000"/>
            </a:lvl3pPr>
            <a:lvl4pPr lvl="3" algn="ctr" rtl="0">
              <a:lnSpc>
                <a:spcPct val="100000"/>
              </a:lnSpc>
              <a:spcBef>
                <a:spcPts val="0"/>
              </a:spcBef>
              <a:spcAft>
                <a:spcPts val="0"/>
              </a:spcAft>
              <a:buSzPts val="5000"/>
              <a:buNone/>
              <a:defRPr sz="5000"/>
            </a:lvl4pPr>
            <a:lvl5pPr lvl="4" algn="ctr" rtl="0">
              <a:lnSpc>
                <a:spcPct val="100000"/>
              </a:lnSpc>
              <a:spcBef>
                <a:spcPts val="0"/>
              </a:spcBef>
              <a:spcAft>
                <a:spcPts val="0"/>
              </a:spcAft>
              <a:buSzPts val="5000"/>
              <a:buNone/>
              <a:defRPr sz="5000"/>
            </a:lvl5pPr>
            <a:lvl6pPr lvl="5" algn="ctr" rtl="0">
              <a:lnSpc>
                <a:spcPct val="100000"/>
              </a:lnSpc>
              <a:spcBef>
                <a:spcPts val="0"/>
              </a:spcBef>
              <a:spcAft>
                <a:spcPts val="0"/>
              </a:spcAft>
              <a:buSzPts val="5000"/>
              <a:buNone/>
              <a:defRPr sz="5000"/>
            </a:lvl6pPr>
            <a:lvl7pPr lvl="6" algn="ctr" rtl="0">
              <a:lnSpc>
                <a:spcPct val="100000"/>
              </a:lnSpc>
              <a:spcBef>
                <a:spcPts val="0"/>
              </a:spcBef>
              <a:spcAft>
                <a:spcPts val="0"/>
              </a:spcAft>
              <a:buSzPts val="5000"/>
              <a:buNone/>
              <a:defRPr sz="5000"/>
            </a:lvl7pPr>
            <a:lvl8pPr lvl="7" algn="ctr" rtl="0">
              <a:lnSpc>
                <a:spcPct val="100000"/>
              </a:lnSpc>
              <a:spcBef>
                <a:spcPts val="0"/>
              </a:spcBef>
              <a:spcAft>
                <a:spcPts val="0"/>
              </a:spcAft>
              <a:buSzPts val="5000"/>
              <a:buNone/>
              <a:defRPr sz="5000"/>
            </a:lvl8pPr>
            <a:lvl9pPr lvl="8" algn="ctr" rtl="0">
              <a:lnSpc>
                <a:spcPct val="100000"/>
              </a:lnSpc>
              <a:spcBef>
                <a:spcPts val="0"/>
              </a:spcBef>
              <a:spcAft>
                <a:spcPts val="0"/>
              </a:spcAft>
              <a:buSzPts val="5000"/>
              <a:buNone/>
              <a:defRPr sz="5000"/>
            </a:lvl9pPr>
          </a:lstStyle>
          <a:p>
            <a:r>
              <a:t>xx%</a:t>
            </a:r>
          </a:p>
        </p:txBody>
      </p:sp>
      <p:sp>
        <p:nvSpPr>
          <p:cNvPr id="16" name="Google Shape;16;p3"/>
          <p:cNvSpPr txBox="1">
            <a:spLocks noGrp="1"/>
          </p:cNvSpPr>
          <p:nvPr>
            <p:ph type="subTitle" idx="1"/>
          </p:nvPr>
        </p:nvSpPr>
        <p:spPr>
          <a:xfrm>
            <a:off x="713225" y="3285275"/>
            <a:ext cx="3740400" cy="380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None/>
              <a:defRPr sz="1600">
                <a:solidFill>
                  <a:schemeClr val="lt1"/>
                </a:solidFill>
              </a:defRPr>
            </a:lvl1pPr>
            <a:lvl2pPr lvl="1" rtl="0">
              <a:lnSpc>
                <a:spcPct val="100000"/>
              </a:lnSpc>
              <a:spcBef>
                <a:spcPts val="0"/>
              </a:spcBef>
              <a:spcAft>
                <a:spcPts val="0"/>
              </a:spcAft>
              <a:buNone/>
              <a:defRPr sz="1600">
                <a:solidFill>
                  <a:schemeClr val="lt1"/>
                </a:solidFill>
              </a:defRPr>
            </a:lvl2pPr>
            <a:lvl3pPr lvl="2" rtl="0">
              <a:lnSpc>
                <a:spcPct val="100000"/>
              </a:lnSpc>
              <a:spcBef>
                <a:spcPts val="0"/>
              </a:spcBef>
              <a:spcAft>
                <a:spcPts val="0"/>
              </a:spcAft>
              <a:buNone/>
              <a:defRPr sz="1600">
                <a:solidFill>
                  <a:schemeClr val="lt1"/>
                </a:solidFill>
              </a:defRPr>
            </a:lvl3pPr>
            <a:lvl4pPr lvl="3" rtl="0">
              <a:lnSpc>
                <a:spcPct val="100000"/>
              </a:lnSpc>
              <a:spcBef>
                <a:spcPts val="0"/>
              </a:spcBef>
              <a:spcAft>
                <a:spcPts val="0"/>
              </a:spcAft>
              <a:buNone/>
              <a:defRPr sz="1600">
                <a:solidFill>
                  <a:schemeClr val="lt1"/>
                </a:solidFill>
              </a:defRPr>
            </a:lvl4pPr>
            <a:lvl5pPr lvl="4" rtl="0">
              <a:lnSpc>
                <a:spcPct val="100000"/>
              </a:lnSpc>
              <a:spcBef>
                <a:spcPts val="0"/>
              </a:spcBef>
              <a:spcAft>
                <a:spcPts val="0"/>
              </a:spcAft>
              <a:buNone/>
              <a:defRPr sz="1600">
                <a:solidFill>
                  <a:schemeClr val="lt1"/>
                </a:solidFill>
              </a:defRPr>
            </a:lvl5pPr>
            <a:lvl6pPr lvl="5" rtl="0">
              <a:lnSpc>
                <a:spcPct val="100000"/>
              </a:lnSpc>
              <a:spcBef>
                <a:spcPts val="0"/>
              </a:spcBef>
              <a:spcAft>
                <a:spcPts val="0"/>
              </a:spcAft>
              <a:buNone/>
              <a:defRPr sz="1600">
                <a:solidFill>
                  <a:schemeClr val="lt1"/>
                </a:solidFill>
              </a:defRPr>
            </a:lvl6pPr>
            <a:lvl7pPr lvl="6" rtl="0">
              <a:lnSpc>
                <a:spcPct val="100000"/>
              </a:lnSpc>
              <a:spcBef>
                <a:spcPts val="0"/>
              </a:spcBef>
              <a:spcAft>
                <a:spcPts val="0"/>
              </a:spcAft>
              <a:buNone/>
              <a:defRPr sz="1600">
                <a:solidFill>
                  <a:schemeClr val="lt1"/>
                </a:solidFill>
              </a:defRPr>
            </a:lvl7pPr>
            <a:lvl8pPr lvl="7" rtl="0">
              <a:lnSpc>
                <a:spcPct val="100000"/>
              </a:lnSpc>
              <a:spcBef>
                <a:spcPts val="0"/>
              </a:spcBef>
              <a:spcAft>
                <a:spcPts val="0"/>
              </a:spcAft>
              <a:buNone/>
              <a:defRPr sz="1600">
                <a:solidFill>
                  <a:schemeClr val="lt1"/>
                </a:solidFill>
              </a:defRPr>
            </a:lvl8pPr>
            <a:lvl9pPr lvl="8" rtl="0">
              <a:lnSpc>
                <a:spcPct val="100000"/>
              </a:lnSpc>
              <a:spcBef>
                <a:spcPts val="0"/>
              </a:spcBef>
              <a:spcAft>
                <a:spcPts val="0"/>
              </a:spcAft>
              <a:buNone/>
              <a:defRPr sz="1600">
                <a:solidFill>
                  <a:schemeClr val="lt1"/>
                </a:solidFill>
              </a:defRPr>
            </a:lvl9pPr>
          </a:lstStyle>
          <a:p>
            <a:r>
              <a:rPr lang="en-US"/>
              <a:t>Click to edit Master subtitle style</a:t>
            </a:r>
            <a:endParaRPr/>
          </a:p>
        </p:txBody>
      </p:sp>
      <p:sp>
        <p:nvSpPr>
          <p:cNvPr id="17" name="Google Shape;17;p3"/>
          <p:cNvSpPr/>
          <p:nvPr/>
        </p:nvSpPr>
        <p:spPr>
          <a:xfrm rot="-2231248" flipH="1">
            <a:off x="371793" y="364085"/>
            <a:ext cx="240403" cy="114379"/>
          </a:xfrm>
          <a:custGeom>
            <a:avLst/>
            <a:gdLst/>
            <a:ahLst/>
            <a:cxnLst/>
            <a:rect l="l" t="t" r="r" b="b"/>
            <a:pathLst>
              <a:path w="2560" h="1218" extrusionOk="0">
                <a:moveTo>
                  <a:pt x="2192" y="116"/>
                </a:moveTo>
                <a:cubicBezTo>
                  <a:pt x="2088" y="169"/>
                  <a:pt x="1972" y="231"/>
                  <a:pt x="1867" y="305"/>
                </a:cubicBezTo>
                <a:lnTo>
                  <a:pt x="1867" y="305"/>
                </a:lnTo>
                <a:cubicBezTo>
                  <a:pt x="1762" y="378"/>
                  <a:pt x="1668" y="462"/>
                  <a:pt x="1574" y="557"/>
                </a:cubicBezTo>
                <a:lnTo>
                  <a:pt x="1574" y="557"/>
                </a:lnTo>
                <a:cubicBezTo>
                  <a:pt x="1521" y="598"/>
                  <a:pt x="1479" y="651"/>
                  <a:pt x="1437" y="714"/>
                </a:cubicBezTo>
                <a:lnTo>
                  <a:pt x="1437" y="714"/>
                </a:lnTo>
                <a:cubicBezTo>
                  <a:pt x="1354" y="661"/>
                  <a:pt x="1280" y="630"/>
                  <a:pt x="1207" y="609"/>
                </a:cubicBezTo>
                <a:lnTo>
                  <a:pt x="1207" y="609"/>
                </a:lnTo>
                <a:cubicBezTo>
                  <a:pt x="1070" y="557"/>
                  <a:pt x="934" y="525"/>
                  <a:pt x="798" y="515"/>
                </a:cubicBezTo>
                <a:lnTo>
                  <a:pt x="798" y="515"/>
                </a:lnTo>
                <a:cubicBezTo>
                  <a:pt x="672" y="494"/>
                  <a:pt x="536" y="494"/>
                  <a:pt x="399" y="494"/>
                </a:cubicBezTo>
                <a:lnTo>
                  <a:pt x="399" y="494"/>
                </a:lnTo>
                <a:cubicBezTo>
                  <a:pt x="263" y="504"/>
                  <a:pt x="137" y="515"/>
                  <a:pt x="1" y="546"/>
                </a:cubicBezTo>
                <a:lnTo>
                  <a:pt x="1" y="546"/>
                </a:lnTo>
                <a:cubicBezTo>
                  <a:pt x="252" y="630"/>
                  <a:pt x="504" y="703"/>
                  <a:pt x="745" y="787"/>
                </a:cubicBezTo>
                <a:lnTo>
                  <a:pt x="745" y="787"/>
                </a:lnTo>
                <a:cubicBezTo>
                  <a:pt x="861" y="829"/>
                  <a:pt x="976" y="861"/>
                  <a:pt x="1081" y="913"/>
                </a:cubicBezTo>
                <a:lnTo>
                  <a:pt x="1081" y="913"/>
                </a:lnTo>
                <a:cubicBezTo>
                  <a:pt x="1186" y="965"/>
                  <a:pt x="1291" y="1018"/>
                  <a:pt x="1364" y="1081"/>
                </a:cubicBezTo>
                <a:lnTo>
                  <a:pt x="1364" y="1081"/>
                </a:lnTo>
                <a:lnTo>
                  <a:pt x="1521" y="1217"/>
                </a:lnTo>
                <a:lnTo>
                  <a:pt x="1626" y="1039"/>
                </a:lnTo>
                <a:cubicBezTo>
                  <a:pt x="1731" y="861"/>
                  <a:pt x="1888" y="682"/>
                  <a:pt x="2046" y="504"/>
                </a:cubicBezTo>
                <a:lnTo>
                  <a:pt x="2046" y="504"/>
                </a:lnTo>
                <a:cubicBezTo>
                  <a:pt x="2203" y="336"/>
                  <a:pt x="2371" y="169"/>
                  <a:pt x="2559" y="1"/>
                </a:cubicBezTo>
                <a:lnTo>
                  <a:pt x="2559" y="1"/>
                </a:lnTo>
                <a:cubicBezTo>
                  <a:pt x="2434" y="11"/>
                  <a:pt x="2308" y="64"/>
                  <a:pt x="2192" y="116"/>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142875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61"/>
        <p:cNvGrpSpPr/>
        <p:nvPr/>
      </p:nvGrpSpPr>
      <p:grpSpPr>
        <a:xfrm>
          <a:off x="0" y="0"/>
          <a:ext cx="0" cy="0"/>
          <a:chOff x="0" y="0"/>
          <a:chExt cx="0" cy="0"/>
        </a:xfrm>
      </p:grpSpPr>
      <p:sp>
        <p:nvSpPr>
          <p:cNvPr id="62" name="Google Shape;62;p7"/>
          <p:cNvSpPr>
            <a:spLocks noGrp="1"/>
          </p:cNvSpPr>
          <p:nvPr>
            <p:ph type="pic" idx="2"/>
          </p:nvPr>
        </p:nvSpPr>
        <p:spPr>
          <a:xfrm>
            <a:off x="5351775" y="1550550"/>
            <a:ext cx="2367900" cy="1348200"/>
          </a:xfrm>
          <a:prstGeom prst="rect">
            <a:avLst/>
          </a:prstGeom>
          <a:noFill/>
          <a:ln w="9525" cap="flat" cmpd="sng">
            <a:solidFill>
              <a:schemeClr val="accent4"/>
            </a:solidFill>
            <a:prstDash val="solid"/>
            <a:round/>
            <a:headEnd type="none" w="sm" len="sm"/>
            <a:tailEnd type="none" w="sm" len="sm"/>
          </a:ln>
        </p:spPr>
      </p:sp>
      <p:sp>
        <p:nvSpPr>
          <p:cNvPr id="63" name="Google Shape;63;p7"/>
          <p:cNvSpPr txBox="1">
            <a:spLocks noGrp="1"/>
          </p:cNvSpPr>
          <p:nvPr>
            <p:ph type="subTitle" idx="1"/>
          </p:nvPr>
        </p:nvSpPr>
        <p:spPr>
          <a:xfrm>
            <a:off x="1804075" y="2267574"/>
            <a:ext cx="2922000" cy="8226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None/>
              <a:defRPr sz="1400"/>
            </a:lvl1pPr>
            <a:lvl2pPr lvl="1" algn="r" rtl="0">
              <a:spcBef>
                <a:spcPts val="0"/>
              </a:spcBef>
              <a:spcAft>
                <a:spcPts val="0"/>
              </a:spcAft>
              <a:buNone/>
              <a:defRPr sz="1400"/>
            </a:lvl2pPr>
            <a:lvl3pPr lvl="2" algn="r" rtl="0">
              <a:spcBef>
                <a:spcPts val="0"/>
              </a:spcBef>
              <a:spcAft>
                <a:spcPts val="0"/>
              </a:spcAft>
              <a:buNone/>
              <a:defRPr sz="1400"/>
            </a:lvl3pPr>
            <a:lvl4pPr lvl="3" algn="r" rtl="0">
              <a:spcBef>
                <a:spcPts val="0"/>
              </a:spcBef>
              <a:spcAft>
                <a:spcPts val="0"/>
              </a:spcAft>
              <a:buNone/>
              <a:defRPr sz="1400"/>
            </a:lvl4pPr>
            <a:lvl5pPr lvl="4" algn="r" rtl="0">
              <a:spcBef>
                <a:spcPts val="0"/>
              </a:spcBef>
              <a:spcAft>
                <a:spcPts val="0"/>
              </a:spcAft>
              <a:buNone/>
              <a:defRPr sz="1400"/>
            </a:lvl5pPr>
            <a:lvl6pPr lvl="5" algn="r" rtl="0">
              <a:spcBef>
                <a:spcPts val="0"/>
              </a:spcBef>
              <a:spcAft>
                <a:spcPts val="0"/>
              </a:spcAft>
              <a:buNone/>
              <a:defRPr sz="1400"/>
            </a:lvl6pPr>
            <a:lvl7pPr lvl="6" algn="r" rtl="0">
              <a:spcBef>
                <a:spcPts val="0"/>
              </a:spcBef>
              <a:spcAft>
                <a:spcPts val="0"/>
              </a:spcAft>
              <a:buNone/>
              <a:defRPr sz="1400"/>
            </a:lvl7pPr>
            <a:lvl8pPr lvl="7" algn="r" rtl="0">
              <a:spcBef>
                <a:spcPts val="0"/>
              </a:spcBef>
              <a:spcAft>
                <a:spcPts val="0"/>
              </a:spcAft>
              <a:buNone/>
              <a:defRPr sz="1400"/>
            </a:lvl8pPr>
            <a:lvl9pPr lvl="8" algn="r" rtl="0">
              <a:spcBef>
                <a:spcPts val="0"/>
              </a:spcBef>
              <a:spcAft>
                <a:spcPts val="0"/>
              </a:spcAft>
              <a:buNone/>
              <a:defRPr sz="1400"/>
            </a:lvl9pPr>
          </a:lstStyle>
          <a:p>
            <a:r>
              <a:rPr lang="en-US"/>
              <a:t>Click to edit Master subtitle style</a:t>
            </a:r>
            <a:endParaRPr/>
          </a:p>
        </p:txBody>
      </p:sp>
      <p:sp>
        <p:nvSpPr>
          <p:cNvPr id="64" name="Google Shape;64;p7"/>
          <p:cNvSpPr txBox="1">
            <a:spLocks noGrp="1"/>
          </p:cNvSpPr>
          <p:nvPr>
            <p:ph type="title"/>
          </p:nvPr>
        </p:nvSpPr>
        <p:spPr>
          <a:xfrm>
            <a:off x="1804050" y="1559750"/>
            <a:ext cx="2922000" cy="595200"/>
          </a:xfrm>
          <a:prstGeom prst="rect">
            <a:avLst/>
          </a:prstGeom>
          <a:noFill/>
        </p:spPr>
        <p:txBody>
          <a:bodyPr spcFirstLastPara="1" wrap="square" lIns="91425" tIns="91425" rIns="91425" bIns="91425" anchor="ctr" anchorCtr="0">
            <a:noAutofit/>
          </a:bodyPr>
          <a:lstStyle>
            <a:lvl1pPr lvl="0" algn="r" rtl="0">
              <a:spcBef>
                <a:spcPts val="0"/>
              </a:spcBef>
              <a:spcAft>
                <a:spcPts val="0"/>
              </a:spcAft>
              <a:buSzPts val="2800"/>
              <a:buNone/>
              <a:defRPr/>
            </a:lvl1pPr>
            <a:lvl2pPr lvl="1" rtl="0">
              <a:spcBef>
                <a:spcPts val="0"/>
              </a:spcBef>
              <a:spcAft>
                <a:spcPts val="0"/>
              </a:spcAft>
              <a:buSzPts val="2800"/>
              <a:buFont typeface="Palanquin Dark"/>
              <a:buNone/>
              <a:defRPr>
                <a:latin typeface="Palanquin Dark"/>
                <a:ea typeface="Palanquin Dark"/>
                <a:cs typeface="Palanquin Dark"/>
                <a:sym typeface="Palanquin Dark"/>
              </a:defRPr>
            </a:lvl2pPr>
            <a:lvl3pPr lvl="2" rtl="0">
              <a:spcBef>
                <a:spcPts val="0"/>
              </a:spcBef>
              <a:spcAft>
                <a:spcPts val="0"/>
              </a:spcAft>
              <a:buSzPts val="2800"/>
              <a:buFont typeface="Palanquin Dark"/>
              <a:buNone/>
              <a:defRPr>
                <a:latin typeface="Palanquin Dark"/>
                <a:ea typeface="Palanquin Dark"/>
                <a:cs typeface="Palanquin Dark"/>
                <a:sym typeface="Palanquin Dark"/>
              </a:defRPr>
            </a:lvl3pPr>
            <a:lvl4pPr lvl="3" rtl="0">
              <a:spcBef>
                <a:spcPts val="0"/>
              </a:spcBef>
              <a:spcAft>
                <a:spcPts val="0"/>
              </a:spcAft>
              <a:buSzPts val="2800"/>
              <a:buFont typeface="Palanquin Dark"/>
              <a:buNone/>
              <a:defRPr>
                <a:latin typeface="Palanquin Dark"/>
                <a:ea typeface="Palanquin Dark"/>
                <a:cs typeface="Palanquin Dark"/>
                <a:sym typeface="Palanquin Dark"/>
              </a:defRPr>
            </a:lvl4pPr>
            <a:lvl5pPr lvl="4" rtl="0">
              <a:spcBef>
                <a:spcPts val="0"/>
              </a:spcBef>
              <a:spcAft>
                <a:spcPts val="0"/>
              </a:spcAft>
              <a:buSzPts val="2800"/>
              <a:buFont typeface="Palanquin Dark"/>
              <a:buNone/>
              <a:defRPr>
                <a:latin typeface="Palanquin Dark"/>
                <a:ea typeface="Palanquin Dark"/>
                <a:cs typeface="Palanquin Dark"/>
                <a:sym typeface="Palanquin Dark"/>
              </a:defRPr>
            </a:lvl5pPr>
            <a:lvl6pPr lvl="5" rtl="0">
              <a:spcBef>
                <a:spcPts val="0"/>
              </a:spcBef>
              <a:spcAft>
                <a:spcPts val="0"/>
              </a:spcAft>
              <a:buSzPts val="2800"/>
              <a:buFont typeface="Palanquin Dark"/>
              <a:buNone/>
              <a:defRPr>
                <a:latin typeface="Palanquin Dark"/>
                <a:ea typeface="Palanquin Dark"/>
                <a:cs typeface="Palanquin Dark"/>
                <a:sym typeface="Palanquin Dark"/>
              </a:defRPr>
            </a:lvl6pPr>
            <a:lvl7pPr lvl="6" rtl="0">
              <a:spcBef>
                <a:spcPts val="0"/>
              </a:spcBef>
              <a:spcAft>
                <a:spcPts val="0"/>
              </a:spcAft>
              <a:buSzPts val="2800"/>
              <a:buFont typeface="Palanquin Dark"/>
              <a:buNone/>
              <a:defRPr>
                <a:latin typeface="Palanquin Dark"/>
                <a:ea typeface="Palanquin Dark"/>
                <a:cs typeface="Palanquin Dark"/>
                <a:sym typeface="Palanquin Dark"/>
              </a:defRPr>
            </a:lvl7pPr>
            <a:lvl8pPr lvl="7" rtl="0">
              <a:spcBef>
                <a:spcPts val="0"/>
              </a:spcBef>
              <a:spcAft>
                <a:spcPts val="0"/>
              </a:spcAft>
              <a:buSzPts val="2800"/>
              <a:buFont typeface="Palanquin Dark"/>
              <a:buNone/>
              <a:defRPr>
                <a:latin typeface="Palanquin Dark"/>
                <a:ea typeface="Palanquin Dark"/>
                <a:cs typeface="Palanquin Dark"/>
                <a:sym typeface="Palanquin Dark"/>
              </a:defRPr>
            </a:lvl8pPr>
            <a:lvl9pPr lvl="8" rtl="0">
              <a:spcBef>
                <a:spcPts val="0"/>
              </a:spcBef>
              <a:spcAft>
                <a:spcPts val="0"/>
              </a:spcAft>
              <a:buSzPts val="2800"/>
              <a:buFont typeface="Palanquin Dark"/>
              <a:buNone/>
              <a:defRPr>
                <a:latin typeface="Palanquin Dark"/>
                <a:ea typeface="Palanquin Dark"/>
                <a:cs typeface="Palanquin Dark"/>
                <a:sym typeface="Palanquin Dark"/>
              </a:defRPr>
            </a:lvl9pPr>
          </a:lstStyle>
          <a:p>
            <a:r>
              <a:rPr lang="en-US"/>
              <a:t>Click to edit Master title style</a:t>
            </a:r>
            <a:endParaRPr/>
          </a:p>
        </p:txBody>
      </p:sp>
      <p:sp>
        <p:nvSpPr>
          <p:cNvPr id="65" name="Google Shape;65;p7"/>
          <p:cNvSpPr/>
          <p:nvPr/>
        </p:nvSpPr>
        <p:spPr>
          <a:xfrm>
            <a:off x="4305025" y="3983225"/>
            <a:ext cx="4881800" cy="1188925"/>
          </a:xfrm>
          <a:custGeom>
            <a:avLst/>
            <a:gdLst/>
            <a:ahLst/>
            <a:cxnLst/>
            <a:rect l="l" t="t" r="r" b="b"/>
            <a:pathLst>
              <a:path w="195272" h="47557" extrusionOk="0">
                <a:moveTo>
                  <a:pt x="169456" y="6161"/>
                </a:moveTo>
                <a:cubicBezTo>
                  <a:pt x="153343" y="18559"/>
                  <a:pt x="158233" y="14907"/>
                  <a:pt x="149001" y="12290"/>
                </a:cubicBezTo>
                <a:lnTo>
                  <a:pt x="149001" y="12290"/>
                </a:lnTo>
                <a:cubicBezTo>
                  <a:pt x="139753" y="9688"/>
                  <a:pt x="141070" y="6020"/>
                  <a:pt x="130489" y="13340"/>
                </a:cubicBezTo>
                <a:lnTo>
                  <a:pt x="130489" y="13340"/>
                </a:lnTo>
                <a:cubicBezTo>
                  <a:pt x="125160" y="17023"/>
                  <a:pt x="118279" y="16318"/>
                  <a:pt x="111147" y="15628"/>
                </a:cubicBezTo>
                <a:lnTo>
                  <a:pt x="111147" y="15628"/>
                </a:lnTo>
                <a:cubicBezTo>
                  <a:pt x="104125" y="14938"/>
                  <a:pt x="96868" y="14233"/>
                  <a:pt x="90645" y="17760"/>
                </a:cubicBezTo>
                <a:lnTo>
                  <a:pt x="90645" y="17760"/>
                </a:lnTo>
                <a:cubicBezTo>
                  <a:pt x="78106" y="24829"/>
                  <a:pt x="65990" y="32980"/>
                  <a:pt x="62416" y="32494"/>
                </a:cubicBezTo>
                <a:lnTo>
                  <a:pt x="62416" y="32494"/>
                </a:lnTo>
                <a:cubicBezTo>
                  <a:pt x="29515" y="28058"/>
                  <a:pt x="1" y="47557"/>
                  <a:pt x="1" y="47557"/>
                </a:cubicBezTo>
                <a:lnTo>
                  <a:pt x="1" y="47557"/>
                </a:lnTo>
                <a:lnTo>
                  <a:pt x="195271" y="47557"/>
                </a:lnTo>
                <a:lnTo>
                  <a:pt x="195271" y="3935"/>
                </a:lnTo>
                <a:cubicBezTo>
                  <a:pt x="195271" y="3935"/>
                  <a:pt x="191525" y="1"/>
                  <a:pt x="184817" y="1"/>
                </a:cubicBezTo>
                <a:lnTo>
                  <a:pt x="184817" y="1"/>
                </a:lnTo>
                <a:cubicBezTo>
                  <a:pt x="180726" y="1"/>
                  <a:pt x="175553" y="1459"/>
                  <a:pt x="169456" y="616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6" name="Google Shape;66;p7"/>
          <p:cNvGrpSpPr/>
          <p:nvPr/>
        </p:nvGrpSpPr>
        <p:grpSpPr>
          <a:xfrm>
            <a:off x="5606725" y="4608575"/>
            <a:ext cx="389150" cy="536075"/>
            <a:chOff x="5354825" y="4565175"/>
            <a:chExt cx="389150" cy="536075"/>
          </a:xfrm>
        </p:grpSpPr>
        <p:sp>
          <p:nvSpPr>
            <p:cNvPr id="67" name="Google Shape;67;p7"/>
            <p:cNvSpPr/>
            <p:nvPr/>
          </p:nvSpPr>
          <p:spPr>
            <a:xfrm>
              <a:off x="5466500" y="4565175"/>
              <a:ext cx="165775" cy="189675"/>
            </a:xfrm>
            <a:custGeom>
              <a:avLst/>
              <a:gdLst/>
              <a:ahLst/>
              <a:cxnLst/>
              <a:rect l="l" t="t" r="r" b="b"/>
              <a:pathLst>
                <a:path w="6631" h="7587" extrusionOk="0">
                  <a:moveTo>
                    <a:pt x="3324" y="0"/>
                  </a:moveTo>
                  <a:cubicBezTo>
                    <a:pt x="3324" y="0"/>
                    <a:pt x="2462" y="6850"/>
                    <a:pt x="1" y="6850"/>
                  </a:cubicBezTo>
                  <a:cubicBezTo>
                    <a:pt x="1" y="6850"/>
                    <a:pt x="1286" y="7587"/>
                    <a:pt x="3324" y="7587"/>
                  </a:cubicBezTo>
                  <a:cubicBezTo>
                    <a:pt x="5346" y="7587"/>
                    <a:pt x="6631" y="6850"/>
                    <a:pt x="6631" y="6850"/>
                  </a:cubicBezTo>
                  <a:cubicBezTo>
                    <a:pt x="4170" y="6850"/>
                    <a:pt x="3324" y="0"/>
                    <a:pt x="332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8" name="Google Shape;68;p7"/>
            <p:cNvGrpSpPr/>
            <p:nvPr/>
          </p:nvGrpSpPr>
          <p:grpSpPr>
            <a:xfrm>
              <a:off x="5354825" y="4689000"/>
              <a:ext cx="389150" cy="412250"/>
              <a:chOff x="5354825" y="4689000"/>
              <a:chExt cx="389150" cy="412250"/>
            </a:xfrm>
          </p:grpSpPr>
          <p:sp>
            <p:nvSpPr>
              <p:cNvPr id="69" name="Google Shape;69;p7"/>
              <p:cNvSpPr/>
              <p:nvPr/>
            </p:nvSpPr>
            <p:spPr>
              <a:xfrm>
                <a:off x="5430850" y="4689000"/>
                <a:ext cx="237100" cy="170475"/>
              </a:xfrm>
              <a:custGeom>
                <a:avLst/>
                <a:gdLst/>
                <a:ahLst/>
                <a:cxnLst/>
                <a:rect l="l" t="t" r="r" b="b"/>
                <a:pathLst>
                  <a:path w="9484" h="6819" extrusionOk="0">
                    <a:moveTo>
                      <a:pt x="4750" y="0"/>
                    </a:moveTo>
                    <a:cubicBezTo>
                      <a:pt x="4750" y="0"/>
                      <a:pt x="3229" y="5330"/>
                      <a:pt x="0" y="5330"/>
                    </a:cubicBezTo>
                    <a:cubicBezTo>
                      <a:pt x="0" y="5330"/>
                      <a:pt x="1897" y="6819"/>
                      <a:pt x="4750" y="6819"/>
                    </a:cubicBezTo>
                    <a:cubicBezTo>
                      <a:pt x="7587" y="6819"/>
                      <a:pt x="9483" y="5330"/>
                      <a:pt x="9483" y="5330"/>
                    </a:cubicBezTo>
                    <a:cubicBezTo>
                      <a:pt x="6270" y="5330"/>
                      <a:pt x="4750" y="0"/>
                      <a:pt x="475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7"/>
              <p:cNvSpPr/>
              <p:nvPr/>
            </p:nvSpPr>
            <p:spPr>
              <a:xfrm>
                <a:off x="5407325" y="4744250"/>
                <a:ext cx="284125" cy="204175"/>
              </a:xfrm>
              <a:custGeom>
                <a:avLst/>
                <a:gdLst/>
                <a:ahLst/>
                <a:cxnLst/>
                <a:rect l="l" t="t" r="r" b="b"/>
                <a:pathLst>
                  <a:path w="11365" h="8167" extrusionOk="0">
                    <a:moveTo>
                      <a:pt x="5691" y="0"/>
                    </a:moveTo>
                    <a:cubicBezTo>
                      <a:pt x="5691" y="0"/>
                      <a:pt x="3857" y="6396"/>
                      <a:pt x="1" y="6396"/>
                    </a:cubicBezTo>
                    <a:cubicBezTo>
                      <a:pt x="1" y="6396"/>
                      <a:pt x="2274" y="8167"/>
                      <a:pt x="5691" y="8167"/>
                    </a:cubicBezTo>
                    <a:cubicBezTo>
                      <a:pt x="9092" y="8167"/>
                      <a:pt x="11365" y="6396"/>
                      <a:pt x="11365" y="6396"/>
                    </a:cubicBezTo>
                    <a:cubicBezTo>
                      <a:pt x="7509" y="6396"/>
                      <a:pt x="5691" y="0"/>
                      <a:pt x="569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7"/>
              <p:cNvSpPr/>
              <p:nvPr/>
            </p:nvSpPr>
            <p:spPr>
              <a:xfrm>
                <a:off x="5354825" y="4821450"/>
                <a:ext cx="389150" cy="279800"/>
              </a:xfrm>
              <a:custGeom>
                <a:avLst/>
                <a:gdLst/>
                <a:ahLst/>
                <a:cxnLst/>
                <a:rect l="l" t="t" r="r" b="b"/>
                <a:pathLst>
                  <a:path w="15566" h="11192" extrusionOk="0">
                    <a:moveTo>
                      <a:pt x="7791" y="0"/>
                    </a:moveTo>
                    <a:cubicBezTo>
                      <a:pt x="7791" y="0"/>
                      <a:pt x="5283" y="8762"/>
                      <a:pt x="1" y="8762"/>
                    </a:cubicBezTo>
                    <a:cubicBezTo>
                      <a:pt x="1" y="8762"/>
                      <a:pt x="3104" y="11192"/>
                      <a:pt x="7791" y="11192"/>
                    </a:cubicBezTo>
                    <a:cubicBezTo>
                      <a:pt x="12462" y="11192"/>
                      <a:pt x="15565" y="8762"/>
                      <a:pt x="15565" y="8762"/>
                    </a:cubicBezTo>
                    <a:cubicBezTo>
                      <a:pt x="10283" y="8762"/>
                      <a:pt x="7791" y="0"/>
                      <a:pt x="779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72" name="Google Shape;72;p7"/>
          <p:cNvGrpSpPr/>
          <p:nvPr/>
        </p:nvGrpSpPr>
        <p:grpSpPr>
          <a:xfrm>
            <a:off x="6656300" y="4608575"/>
            <a:ext cx="389125" cy="536075"/>
            <a:chOff x="7974400" y="4565175"/>
            <a:chExt cx="389125" cy="536075"/>
          </a:xfrm>
        </p:grpSpPr>
        <p:sp>
          <p:nvSpPr>
            <p:cNvPr id="73" name="Google Shape;73;p7"/>
            <p:cNvSpPr/>
            <p:nvPr/>
          </p:nvSpPr>
          <p:spPr>
            <a:xfrm>
              <a:off x="8086075" y="4565175"/>
              <a:ext cx="165775" cy="189675"/>
            </a:xfrm>
            <a:custGeom>
              <a:avLst/>
              <a:gdLst/>
              <a:ahLst/>
              <a:cxnLst/>
              <a:rect l="l" t="t" r="r" b="b"/>
              <a:pathLst>
                <a:path w="6631" h="7587" extrusionOk="0">
                  <a:moveTo>
                    <a:pt x="3308" y="0"/>
                  </a:moveTo>
                  <a:cubicBezTo>
                    <a:pt x="3308" y="0"/>
                    <a:pt x="2461" y="6850"/>
                    <a:pt x="1" y="6850"/>
                  </a:cubicBezTo>
                  <a:cubicBezTo>
                    <a:pt x="1" y="6850"/>
                    <a:pt x="1286" y="7587"/>
                    <a:pt x="3308" y="7587"/>
                  </a:cubicBezTo>
                  <a:cubicBezTo>
                    <a:pt x="5346" y="7587"/>
                    <a:pt x="6631" y="6850"/>
                    <a:pt x="6631" y="6850"/>
                  </a:cubicBezTo>
                  <a:cubicBezTo>
                    <a:pt x="4170" y="6850"/>
                    <a:pt x="3308" y="0"/>
                    <a:pt x="330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7"/>
            <p:cNvSpPr/>
            <p:nvPr/>
          </p:nvSpPr>
          <p:spPr>
            <a:xfrm>
              <a:off x="8050425" y="4689000"/>
              <a:ext cx="237100" cy="170475"/>
            </a:xfrm>
            <a:custGeom>
              <a:avLst/>
              <a:gdLst/>
              <a:ahLst/>
              <a:cxnLst/>
              <a:rect l="l" t="t" r="r" b="b"/>
              <a:pathLst>
                <a:path w="9484" h="6819" extrusionOk="0">
                  <a:moveTo>
                    <a:pt x="4734" y="0"/>
                  </a:moveTo>
                  <a:cubicBezTo>
                    <a:pt x="4734" y="0"/>
                    <a:pt x="3213" y="5330"/>
                    <a:pt x="0" y="5330"/>
                  </a:cubicBezTo>
                  <a:cubicBezTo>
                    <a:pt x="0" y="5330"/>
                    <a:pt x="1897" y="6819"/>
                    <a:pt x="4734" y="6819"/>
                  </a:cubicBezTo>
                  <a:cubicBezTo>
                    <a:pt x="7587" y="6819"/>
                    <a:pt x="9483" y="5330"/>
                    <a:pt x="9483" y="5330"/>
                  </a:cubicBezTo>
                  <a:cubicBezTo>
                    <a:pt x="6254" y="5330"/>
                    <a:pt x="4734" y="0"/>
                    <a:pt x="473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7"/>
            <p:cNvSpPr/>
            <p:nvPr/>
          </p:nvSpPr>
          <p:spPr>
            <a:xfrm>
              <a:off x="8026900" y="4744250"/>
              <a:ext cx="284125" cy="204175"/>
            </a:xfrm>
            <a:custGeom>
              <a:avLst/>
              <a:gdLst/>
              <a:ahLst/>
              <a:cxnLst/>
              <a:rect l="l" t="t" r="r" b="b"/>
              <a:pathLst>
                <a:path w="11365" h="8167" extrusionOk="0">
                  <a:moveTo>
                    <a:pt x="5675" y="0"/>
                  </a:moveTo>
                  <a:cubicBezTo>
                    <a:pt x="5675" y="0"/>
                    <a:pt x="3857" y="6396"/>
                    <a:pt x="1" y="6396"/>
                  </a:cubicBezTo>
                  <a:cubicBezTo>
                    <a:pt x="1" y="6396"/>
                    <a:pt x="2274" y="8167"/>
                    <a:pt x="5675" y="8167"/>
                  </a:cubicBezTo>
                  <a:cubicBezTo>
                    <a:pt x="9092" y="8167"/>
                    <a:pt x="11365" y="6396"/>
                    <a:pt x="11365" y="6396"/>
                  </a:cubicBezTo>
                  <a:cubicBezTo>
                    <a:pt x="7509" y="6396"/>
                    <a:pt x="5675" y="0"/>
                    <a:pt x="567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7"/>
            <p:cNvSpPr/>
            <p:nvPr/>
          </p:nvSpPr>
          <p:spPr>
            <a:xfrm>
              <a:off x="7974400" y="4821450"/>
              <a:ext cx="389125" cy="279800"/>
            </a:xfrm>
            <a:custGeom>
              <a:avLst/>
              <a:gdLst/>
              <a:ahLst/>
              <a:cxnLst/>
              <a:rect l="l" t="t" r="r" b="b"/>
              <a:pathLst>
                <a:path w="15565" h="11192" extrusionOk="0">
                  <a:moveTo>
                    <a:pt x="7775" y="0"/>
                  </a:moveTo>
                  <a:cubicBezTo>
                    <a:pt x="7775" y="0"/>
                    <a:pt x="5283" y="8762"/>
                    <a:pt x="0" y="8762"/>
                  </a:cubicBezTo>
                  <a:cubicBezTo>
                    <a:pt x="0" y="8762"/>
                    <a:pt x="3104" y="11192"/>
                    <a:pt x="7775" y="11192"/>
                  </a:cubicBezTo>
                  <a:cubicBezTo>
                    <a:pt x="12461" y="11192"/>
                    <a:pt x="15565" y="8762"/>
                    <a:pt x="15565" y="8762"/>
                  </a:cubicBezTo>
                  <a:cubicBezTo>
                    <a:pt x="10283" y="8762"/>
                    <a:pt x="7775" y="0"/>
                    <a:pt x="777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 name="Google Shape;77;p7"/>
          <p:cNvGrpSpPr/>
          <p:nvPr/>
        </p:nvGrpSpPr>
        <p:grpSpPr>
          <a:xfrm>
            <a:off x="6885600" y="4401750"/>
            <a:ext cx="559600" cy="770400"/>
            <a:chOff x="7524150" y="4330850"/>
            <a:chExt cx="559600" cy="770400"/>
          </a:xfrm>
        </p:grpSpPr>
        <p:sp>
          <p:nvSpPr>
            <p:cNvPr id="78" name="Google Shape;78;p7"/>
            <p:cNvSpPr/>
            <p:nvPr/>
          </p:nvSpPr>
          <p:spPr>
            <a:xfrm>
              <a:off x="7684825" y="4330850"/>
              <a:ext cx="238275" cy="272750"/>
            </a:xfrm>
            <a:custGeom>
              <a:avLst/>
              <a:gdLst/>
              <a:ahLst/>
              <a:cxnLst/>
              <a:rect l="l" t="t" r="r" b="b"/>
              <a:pathLst>
                <a:path w="9531" h="10910" extrusionOk="0">
                  <a:moveTo>
                    <a:pt x="4765" y="0"/>
                  </a:moveTo>
                  <a:cubicBezTo>
                    <a:pt x="4765" y="0"/>
                    <a:pt x="3527" y="9843"/>
                    <a:pt x="0" y="9843"/>
                  </a:cubicBezTo>
                  <a:cubicBezTo>
                    <a:pt x="0" y="9843"/>
                    <a:pt x="1850" y="10909"/>
                    <a:pt x="4765" y="10909"/>
                  </a:cubicBezTo>
                  <a:cubicBezTo>
                    <a:pt x="7680" y="10909"/>
                    <a:pt x="9530" y="9843"/>
                    <a:pt x="9530" y="9843"/>
                  </a:cubicBezTo>
                  <a:cubicBezTo>
                    <a:pt x="5988" y="9843"/>
                    <a:pt x="4765" y="0"/>
                    <a:pt x="476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7"/>
            <p:cNvSpPr/>
            <p:nvPr/>
          </p:nvSpPr>
          <p:spPr>
            <a:xfrm>
              <a:off x="7633475" y="4508750"/>
              <a:ext cx="340950" cy="244925"/>
            </a:xfrm>
            <a:custGeom>
              <a:avLst/>
              <a:gdLst/>
              <a:ahLst/>
              <a:cxnLst/>
              <a:rect l="l" t="t" r="r" b="b"/>
              <a:pathLst>
                <a:path w="13638" h="9797" extrusionOk="0">
                  <a:moveTo>
                    <a:pt x="6819" y="0"/>
                  </a:moveTo>
                  <a:cubicBezTo>
                    <a:pt x="6819" y="0"/>
                    <a:pt x="4640" y="7665"/>
                    <a:pt x="1" y="7665"/>
                  </a:cubicBezTo>
                  <a:cubicBezTo>
                    <a:pt x="1" y="7665"/>
                    <a:pt x="2728" y="9797"/>
                    <a:pt x="6819" y="9797"/>
                  </a:cubicBezTo>
                  <a:cubicBezTo>
                    <a:pt x="10910" y="9797"/>
                    <a:pt x="13637" y="7665"/>
                    <a:pt x="13637" y="7665"/>
                  </a:cubicBezTo>
                  <a:cubicBezTo>
                    <a:pt x="8998" y="7665"/>
                    <a:pt x="6819" y="0"/>
                    <a:pt x="681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7"/>
            <p:cNvSpPr/>
            <p:nvPr/>
          </p:nvSpPr>
          <p:spPr>
            <a:xfrm>
              <a:off x="7599775" y="4588300"/>
              <a:ext cx="408350" cy="293525"/>
            </a:xfrm>
            <a:custGeom>
              <a:avLst/>
              <a:gdLst/>
              <a:ahLst/>
              <a:cxnLst/>
              <a:rect l="l" t="t" r="r" b="b"/>
              <a:pathLst>
                <a:path w="16334" h="11741" extrusionOk="0">
                  <a:moveTo>
                    <a:pt x="8167" y="0"/>
                  </a:moveTo>
                  <a:cubicBezTo>
                    <a:pt x="8167" y="0"/>
                    <a:pt x="5549" y="9185"/>
                    <a:pt x="1" y="9185"/>
                  </a:cubicBezTo>
                  <a:cubicBezTo>
                    <a:pt x="1" y="9185"/>
                    <a:pt x="3261" y="11740"/>
                    <a:pt x="8167" y="11740"/>
                  </a:cubicBezTo>
                  <a:cubicBezTo>
                    <a:pt x="13073" y="11740"/>
                    <a:pt x="16333" y="9185"/>
                    <a:pt x="16333" y="9185"/>
                  </a:cubicBezTo>
                  <a:cubicBezTo>
                    <a:pt x="10785" y="9185"/>
                    <a:pt x="8167" y="0"/>
                    <a:pt x="816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7"/>
            <p:cNvSpPr/>
            <p:nvPr/>
          </p:nvSpPr>
          <p:spPr>
            <a:xfrm>
              <a:off x="7524150" y="4699175"/>
              <a:ext cx="559600" cy="402075"/>
            </a:xfrm>
            <a:custGeom>
              <a:avLst/>
              <a:gdLst/>
              <a:ahLst/>
              <a:cxnLst/>
              <a:rect l="l" t="t" r="r" b="b"/>
              <a:pathLst>
                <a:path w="22384" h="16083" extrusionOk="0">
                  <a:moveTo>
                    <a:pt x="11192" y="1"/>
                  </a:moveTo>
                  <a:cubicBezTo>
                    <a:pt x="11192" y="1"/>
                    <a:pt x="7603" y="12587"/>
                    <a:pt x="1" y="12587"/>
                  </a:cubicBezTo>
                  <a:cubicBezTo>
                    <a:pt x="1" y="12587"/>
                    <a:pt x="4468" y="16083"/>
                    <a:pt x="11192" y="16083"/>
                  </a:cubicBezTo>
                  <a:cubicBezTo>
                    <a:pt x="17916" y="16083"/>
                    <a:pt x="22384" y="12587"/>
                    <a:pt x="22384" y="12587"/>
                  </a:cubicBezTo>
                  <a:cubicBezTo>
                    <a:pt x="14781" y="12587"/>
                    <a:pt x="11192" y="1"/>
                    <a:pt x="1119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2" name="Google Shape;82;p7"/>
          <p:cNvSpPr/>
          <p:nvPr/>
        </p:nvSpPr>
        <p:spPr>
          <a:xfrm rot="-2231248" flipH="1">
            <a:off x="4643318" y="444685"/>
            <a:ext cx="240403" cy="114379"/>
          </a:xfrm>
          <a:custGeom>
            <a:avLst/>
            <a:gdLst/>
            <a:ahLst/>
            <a:cxnLst/>
            <a:rect l="l" t="t" r="r" b="b"/>
            <a:pathLst>
              <a:path w="2560" h="1218" extrusionOk="0">
                <a:moveTo>
                  <a:pt x="2192" y="116"/>
                </a:moveTo>
                <a:cubicBezTo>
                  <a:pt x="2088" y="169"/>
                  <a:pt x="1972" y="231"/>
                  <a:pt x="1867" y="305"/>
                </a:cubicBezTo>
                <a:lnTo>
                  <a:pt x="1867" y="305"/>
                </a:lnTo>
                <a:cubicBezTo>
                  <a:pt x="1762" y="378"/>
                  <a:pt x="1668" y="462"/>
                  <a:pt x="1574" y="557"/>
                </a:cubicBezTo>
                <a:lnTo>
                  <a:pt x="1574" y="557"/>
                </a:lnTo>
                <a:cubicBezTo>
                  <a:pt x="1521" y="598"/>
                  <a:pt x="1479" y="651"/>
                  <a:pt x="1437" y="714"/>
                </a:cubicBezTo>
                <a:lnTo>
                  <a:pt x="1437" y="714"/>
                </a:lnTo>
                <a:cubicBezTo>
                  <a:pt x="1354" y="661"/>
                  <a:pt x="1280" y="630"/>
                  <a:pt x="1207" y="609"/>
                </a:cubicBezTo>
                <a:lnTo>
                  <a:pt x="1207" y="609"/>
                </a:lnTo>
                <a:cubicBezTo>
                  <a:pt x="1070" y="557"/>
                  <a:pt x="934" y="525"/>
                  <a:pt x="798" y="515"/>
                </a:cubicBezTo>
                <a:lnTo>
                  <a:pt x="798" y="515"/>
                </a:lnTo>
                <a:cubicBezTo>
                  <a:pt x="672" y="494"/>
                  <a:pt x="536" y="494"/>
                  <a:pt x="399" y="494"/>
                </a:cubicBezTo>
                <a:lnTo>
                  <a:pt x="399" y="494"/>
                </a:lnTo>
                <a:cubicBezTo>
                  <a:pt x="263" y="504"/>
                  <a:pt x="137" y="515"/>
                  <a:pt x="1" y="546"/>
                </a:cubicBezTo>
                <a:lnTo>
                  <a:pt x="1" y="546"/>
                </a:lnTo>
                <a:cubicBezTo>
                  <a:pt x="252" y="630"/>
                  <a:pt x="504" y="703"/>
                  <a:pt x="745" y="787"/>
                </a:cubicBezTo>
                <a:lnTo>
                  <a:pt x="745" y="787"/>
                </a:lnTo>
                <a:cubicBezTo>
                  <a:pt x="861" y="829"/>
                  <a:pt x="976" y="861"/>
                  <a:pt x="1081" y="913"/>
                </a:cubicBezTo>
                <a:lnTo>
                  <a:pt x="1081" y="913"/>
                </a:lnTo>
                <a:cubicBezTo>
                  <a:pt x="1186" y="965"/>
                  <a:pt x="1291" y="1018"/>
                  <a:pt x="1364" y="1081"/>
                </a:cubicBezTo>
                <a:lnTo>
                  <a:pt x="1364" y="1081"/>
                </a:lnTo>
                <a:lnTo>
                  <a:pt x="1521" y="1217"/>
                </a:lnTo>
                <a:lnTo>
                  <a:pt x="1626" y="1039"/>
                </a:lnTo>
                <a:cubicBezTo>
                  <a:pt x="1731" y="861"/>
                  <a:pt x="1888" y="682"/>
                  <a:pt x="2046" y="504"/>
                </a:cubicBezTo>
                <a:lnTo>
                  <a:pt x="2046" y="504"/>
                </a:lnTo>
                <a:cubicBezTo>
                  <a:pt x="2203" y="336"/>
                  <a:pt x="2371" y="169"/>
                  <a:pt x="2559" y="1"/>
                </a:cubicBezTo>
                <a:lnTo>
                  <a:pt x="2559" y="1"/>
                </a:lnTo>
                <a:cubicBezTo>
                  <a:pt x="2434" y="11"/>
                  <a:pt x="2308" y="64"/>
                  <a:pt x="2192" y="116"/>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42710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4">
  <p:cSld name="Title only 4">
    <p:spTree>
      <p:nvGrpSpPr>
        <p:cNvPr id="1" name="Shape 524"/>
        <p:cNvGrpSpPr/>
        <p:nvPr/>
      </p:nvGrpSpPr>
      <p:grpSpPr>
        <a:xfrm>
          <a:off x="0" y="0"/>
          <a:ext cx="0" cy="0"/>
          <a:chOff x="0" y="0"/>
          <a:chExt cx="0" cy="0"/>
        </a:xfrm>
      </p:grpSpPr>
      <p:sp>
        <p:nvSpPr>
          <p:cNvPr id="525" name="Google Shape;525;p17"/>
          <p:cNvSpPr txBox="1">
            <a:spLocks noGrp="1"/>
          </p:cNvSpPr>
          <p:nvPr>
            <p:ph type="title"/>
          </p:nvPr>
        </p:nvSpPr>
        <p:spPr>
          <a:xfrm>
            <a:off x="713275" y="539500"/>
            <a:ext cx="77175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t>Click to edit Master title style</a:t>
            </a:r>
            <a:endParaRPr/>
          </a:p>
        </p:txBody>
      </p:sp>
      <p:sp>
        <p:nvSpPr>
          <p:cNvPr id="526" name="Google Shape;526;p17"/>
          <p:cNvSpPr/>
          <p:nvPr/>
        </p:nvSpPr>
        <p:spPr>
          <a:xfrm>
            <a:off x="-1585100" y="4092075"/>
            <a:ext cx="5473875" cy="1056900"/>
          </a:xfrm>
          <a:custGeom>
            <a:avLst/>
            <a:gdLst/>
            <a:ahLst/>
            <a:cxnLst/>
            <a:rect l="l" t="t" r="r" b="b"/>
            <a:pathLst>
              <a:path w="218955" h="42276" extrusionOk="0">
                <a:moveTo>
                  <a:pt x="95422" y="1"/>
                </a:moveTo>
                <a:cubicBezTo>
                  <a:pt x="95236" y="1"/>
                  <a:pt x="95075" y="11"/>
                  <a:pt x="94940" y="33"/>
                </a:cubicBezTo>
                <a:cubicBezTo>
                  <a:pt x="92024" y="503"/>
                  <a:pt x="0" y="42275"/>
                  <a:pt x="0" y="42275"/>
                </a:cubicBezTo>
                <a:lnTo>
                  <a:pt x="218955" y="42275"/>
                </a:lnTo>
                <a:cubicBezTo>
                  <a:pt x="218955" y="42275"/>
                  <a:pt x="107185" y="1"/>
                  <a:pt x="9542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27" name="Google Shape;527;p17"/>
          <p:cNvGrpSpPr/>
          <p:nvPr/>
        </p:nvGrpSpPr>
        <p:grpSpPr>
          <a:xfrm flipH="1">
            <a:off x="2725088" y="4570312"/>
            <a:ext cx="718130" cy="647906"/>
            <a:chOff x="4219225" y="4330850"/>
            <a:chExt cx="853900" cy="770400"/>
          </a:xfrm>
        </p:grpSpPr>
        <p:grpSp>
          <p:nvGrpSpPr>
            <p:cNvPr id="528" name="Google Shape;528;p17"/>
            <p:cNvGrpSpPr/>
            <p:nvPr/>
          </p:nvGrpSpPr>
          <p:grpSpPr>
            <a:xfrm>
              <a:off x="4295625" y="4330850"/>
              <a:ext cx="777500" cy="770400"/>
              <a:chOff x="4295625" y="4330850"/>
              <a:chExt cx="777500" cy="770400"/>
            </a:xfrm>
          </p:grpSpPr>
          <p:sp>
            <p:nvSpPr>
              <p:cNvPr id="529" name="Google Shape;529;p17"/>
              <p:cNvSpPr/>
              <p:nvPr/>
            </p:nvSpPr>
            <p:spPr>
              <a:xfrm>
                <a:off x="4603250" y="4588300"/>
                <a:ext cx="408325" cy="293525"/>
              </a:xfrm>
              <a:custGeom>
                <a:avLst/>
                <a:gdLst/>
                <a:ahLst/>
                <a:cxnLst/>
                <a:rect l="l" t="t" r="r" b="b"/>
                <a:pathLst>
                  <a:path w="16333" h="11741" extrusionOk="0">
                    <a:moveTo>
                      <a:pt x="8167" y="0"/>
                    </a:moveTo>
                    <a:cubicBezTo>
                      <a:pt x="8167" y="0"/>
                      <a:pt x="5549" y="9185"/>
                      <a:pt x="0" y="9185"/>
                    </a:cubicBezTo>
                    <a:cubicBezTo>
                      <a:pt x="0" y="9185"/>
                      <a:pt x="3260" y="11740"/>
                      <a:pt x="8167" y="11740"/>
                    </a:cubicBezTo>
                    <a:cubicBezTo>
                      <a:pt x="13073" y="11740"/>
                      <a:pt x="16333" y="9185"/>
                      <a:pt x="16333" y="9185"/>
                    </a:cubicBezTo>
                    <a:cubicBezTo>
                      <a:pt x="10784" y="9185"/>
                      <a:pt x="8167" y="0"/>
                      <a:pt x="816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30" name="Google Shape;530;p17"/>
              <p:cNvGrpSpPr/>
              <p:nvPr/>
            </p:nvGrpSpPr>
            <p:grpSpPr>
              <a:xfrm>
                <a:off x="4295625" y="4330850"/>
                <a:ext cx="777500" cy="770400"/>
                <a:chOff x="4295625" y="4330850"/>
                <a:chExt cx="777500" cy="770400"/>
              </a:xfrm>
            </p:grpSpPr>
            <p:sp>
              <p:nvSpPr>
                <p:cNvPr id="531" name="Google Shape;531;p17"/>
                <p:cNvSpPr/>
                <p:nvPr/>
              </p:nvSpPr>
              <p:spPr>
                <a:xfrm>
                  <a:off x="4637325" y="4508750"/>
                  <a:ext cx="340550" cy="244925"/>
                </a:xfrm>
                <a:custGeom>
                  <a:avLst/>
                  <a:gdLst/>
                  <a:ahLst/>
                  <a:cxnLst/>
                  <a:rect l="l" t="t" r="r" b="b"/>
                  <a:pathLst>
                    <a:path w="13622" h="9797" extrusionOk="0">
                      <a:moveTo>
                        <a:pt x="6804" y="0"/>
                      </a:moveTo>
                      <a:cubicBezTo>
                        <a:pt x="6804" y="0"/>
                        <a:pt x="4625" y="7665"/>
                        <a:pt x="1" y="7665"/>
                      </a:cubicBezTo>
                      <a:cubicBezTo>
                        <a:pt x="1" y="7665"/>
                        <a:pt x="2713" y="9797"/>
                        <a:pt x="6804" y="9797"/>
                      </a:cubicBezTo>
                      <a:cubicBezTo>
                        <a:pt x="10895" y="9797"/>
                        <a:pt x="13622" y="7665"/>
                        <a:pt x="13622" y="7665"/>
                      </a:cubicBezTo>
                      <a:cubicBezTo>
                        <a:pt x="8998" y="7665"/>
                        <a:pt x="6804" y="0"/>
                        <a:pt x="680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17"/>
                <p:cNvSpPr/>
                <p:nvPr/>
              </p:nvSpPr>
              <p:spPr>
                <a:xfrm>
                  <a:off x="4330900" y="4565175"/>
                  <a:ext cx="166175" cy="189675"/>
                </a:xfrm>
                <a:custGeom>
                  <a:avLst/>
                  <a:gdLst/>
                  <a:ahLst/>
                  <a:cxnLst/>
                  <a:rect l="l" t="t" r="r" b="b"/>
                  <a:pathLst>
                    <a:path w="6647" h="7587" extrusionOk="0">
                      <a:moveTo>
                        <a:pt x="3323" y="0"/>
                      </a:moveTo>
                      <a:cubicBezTo>
                        <a:pt x="3323" y="0"/>
                        <a:pt x="2461" y="6850"/>
                        <a:pt x="1" y="6850"/>
                      </a:cubicBezTo>
                      <a:cubicBezTo>
                        <a:pt x="1" y="6850"/>
                        <a:pt x="1286" y="7587"/>
                        <a:pt x="3323" y="7587"/>
                      </a:cubicBezTo>
                      <a:cubicBezTo>
                        <a:pt x="5361" y="7587"/>
                        <a:pt x="6646" y="6850"/>
                        <a:pt x="6646" y="6850"/>
                      </a:cubicBezTo>
                      <a:cubicBezTo>
                        <a:pt x="4186" y="6850"/>
                        <a:pt x="3323" y="0"/>
                        <a:pt x="332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33" name="Google Shape;533;p17"/>
                <p:cNvGrpSpPr/>
                <p:nvPr/>
              </p:nvGrpSpPr>
              <p:grpSpPr>
                <a:xfrm>
                  <a:off x="4295625" y="4330850"/>
                  <a:ext cx="777500" cy="770400"/>
                  <a:chOff x="4295625" y="4330850"/>
                  <a:chExt cx="777500" cy="770400"/>
                </a:xfrm>
              </p:grpSpPr>
              <p:sp>
                <p:nvSpPr>
                  <p:cNvPr id="534" name="Google Shape;534;p17"/>
                  <p:cNvSpPr/>
                  <p:nvPr/>
                </p:nvSpPr>
                <p:spPr>
                  <a:xfrm>
                    <a:off x="4688275" y="4330850"/>
                    <a:ext cx="238675" cy="272750"/>
                  </a:xfrm>
                  <a:custGeom>
                    <a:avLst/>
                    <a:gdLst/>
                    <a:ahLst/>
                    <a:cxnLst/>
                    <a:rect l="l" t="t" r="r" b="b"/>
                    <a:pathLst>
                      <a:path w="9547" h="10910" extrusionOk="0">
                        <a:moveTo>
                          <a:pt x="4766" y="0"/>
                        </a:moveTo>
                        <a:cubicBezTo>
                          <a:pt x="4766" y="0"/>
                          <a:pt x="3543" y="9843"/>
                          <a:pt x="1" y="9843"/>
                        </a:cubicBezTo>
                        <a:cubicBezTo>
                          <a:pt x="1" y="9843"/>
                          <a:pt x="1850" y="10909"/>
                          <a:pt x="4766" y="10909"/>
                        </a:cubicBezTo>
                        <a:cubicBezTo>
                          <a:pt x="7697" y="10909"/>
                          <a:pt x="9546" y="9843"/>
                          <a:pt x="9546" y="9843"/>
                        </a:cubicBezTo>
                        <a:cubicBezTo>
                          <a:pt x="6004" y="9843"/>
                          <a:pt x="4766" y="0"/>
                          <a:pt x="476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35;p17"/>
                  <p:cNvSpPr/>
                  <p:nvPr/>
                </p:nvSpPr>
                <p:spPr>
                  <a:xfrm>
                    <a:off x="4513550" y="4699175"/>
                    <a:ext cx="559575" cy="402075"/>
                  </a:xfrm>
                  <a:custGeom>
                    <a:avLst/>
                    <a:gdLst/>
                    <a:ahLst/>
                    <a:cxnLst/>
                    <a:rect l="l" t="t" r="r" b="b"/>
                    <a:pathLst>
                      <a:path w="22383" h="16083" extrusionOk="0">
                        <a:moveTo>
                          <a:pt x="11192" y="1"/>
                        </a:moveTo>
                        <a:cubicBezTo>
                          <a:pt x="11192" y="1"/>
                          <a:pt x="7618" y="12587"/>
                          <a:pt x="0" y="12587"/>
                        </a:cubicBezTo>
                        <a:cubicBezTo>
                          <a:pt x="0" y="12587"/>
                          <a:pt x="4483" y="16083"/>
                          <a:pt x="11192" y="16083"/>
                        </a:cubicBezTo>
                        <a:cubicBezTo>
                          <a:pt x="17916" y="16083"/>
                          <a:pt x="22383" y="12587"/>
                          <a:pt x="22383" y="12587"/>
                        </a:cubicBezTo>
                        <a:cubicBezTo>
                          <a:pt x="14781" y="12587"/>
                          <a:pt x="11192" y="1"/>
                          <a:pt x="1119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17"/>
                  <p:cNvSpPr/>
                  <p:nvPr/>
                </p:nvSpPr>
                <p:spPr>
                  <a:xfrm>
                    <a:off x="4295625" y="4689000"/>
                    <a:ext cx="237100" cy="170475"/>
                  </a:xfrm>
                  <a:custGeom>
                    <a:avLst/>
                    <a:gdLst/>
                    <a:ahLst/>
                    <a:cxnLst/>
                    <a:rect l="l" t="t" r="r" b="b"/>
                    <a:pathLst>
                      <a:path w="9484" h="6819" extrusionOk="0">
                        <a:moveTo>
                          <a:pt x="4734" y="0"/>
                        </a:moveTo>
                        <a:cubicBezTo>
                          <a:pt x="4734" y="0"/>
                          <a:pt x="3214" y="5330"/>
                          <a:pt x="1" y="5330"/>
                        </a:cubicBezTo>
                        <a:cubicBezTo>
                          <a:pt x="1" y="5330"/>
                          <a:pt x="1882" y="6819"/>
                          <a:pt x="4734" y="6819"/>
                        </a:cubicBezTo>
                        <a:cubicBezTo>
                          <a:pt x="7587" y="6819"/>
                          <a:pt x="9484" y="5330"/>
                          <a:pt x="9484" y="5330"/>
                        </a:cubicBezTo>
                        <a:cubicBezTo>
                          <a:pt x="6255" y="5330"/>
                          <a:pt x="4734" y="0"/>
                          <a:pt x="473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537" name="Google Shape;537;p17"/>
            <p:cNvGrpSpPr/>
            <p:nvPr/>
          </p:nvGrpSpPr>
          <p:grpSpPr>
            <a:xfrm>
              <a:off x="4219225" y="4744250"/>
              <a:ext cx="389525" cy="357000"/>
              <a:chOff x="4219225" y="4744250"/>
              <a:chExt cx="389525" cy="357000"/>
            </a:xfrm>
          </p:grpSpPr>
          <p:sp>
            <p:nvSpPr>
              <p:cNvPr id="538" name="Google Shape;538;p17"/>
              <p:cNvSpPr/>
              <p:nvPr/>
            </p:nvSpPr>
            <p:spPr>
              <a:xfrm>
                <a:off x="4271725" y="4744250"/>
                <a:ext cx="284525" cy="204175"/>
              </a:xfrm>
              <a:custGeom>
                <a:avLst/>
                <a:gdLst/>
                <a:ahLst/>
                <a:cxnLst/>
                <a:rect l="l" t="t" r="r" b="b"/>
                <a:pathLst>
                  <a:path w="11381" h="8167" extrusionOk="0">
                    <a:moveTo>
                      <a:pt x="5690" y="0"/>
                    </a:moveTo>
                    <a:cubicBezTo>
                      <a:pt x="5690" y="0"/>
                      <a:pt x="3872" y="6396"/>
                      <a:pt x="1" y="6396"/>
                    </a:cubicBezTo>
                    <a:cubicBezTo>
                      <a:pt x="1" y="6396"/>
                      <a:pt x="2273" y="8167"/>
                      <a:pt x="5690" y="8167"/>
                    </a:cubicBezTo>
                    <a:cubicBezTo>
                      <a:pt x="9107" y="8167"/>
                      <a:pt x="11380" y="6396"/>
                      <a:pt x="11380" y="6396"/>
                    </a:cubicBezTo>
                    <a:cubicBezTo>
                      <a:pt x="7509" y="6396"/>
                      <a:pt x="5690" y="0"/>
                      <a:pt x="569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17"/>
              <p:cNvSpPr/>
              <p:nvPr/>
            </p:nvSpPr>
            <p:spPr>
              <a:xfrm>
                <a:off x="4219225" y="4821450"/>
                <a:ext cx="389525" cy="279800"/>
              </a:xfrm>
              <a:custGeom>
                <a:avLst/>
                <a:gdLst/>
                <a:ahLst/>
                <a:cxnLst/>
                <a:rect l="l" t="t" r="r" b="b"/>
                <a:pathLst>
                  <a:path w="15581" h="11192" extrusionOk="0">
                    <a:moveTo>
                      <a:pt x="7790" y="0"/>
                    </a:moveTo>
                    <a:cubicBezTo>
                      <a:pt x="7790" y="0"/>
                      <a:pt x="5298" y="8762"/>
                      <a:pt x="0" y="8762"/>
                    </a:cubicBezTo>
                    <a:cubicBezTo>
                      <a:pt x="0" y="8762"/>
                      <a:pt x="3120" y="11192"/>
                      <a:pt x="7790" y="11192"/>
                    </a:cubicBezTo>
                    <a:cubicBezTo>
                      <a:pt x="12461" y="11192"/>
                      <a:pt x="15581" y="8762"/>
                      <a:pt x="15581" y="8762"/>
                    </a:cubicBezTo>
                    <a:cubicBezTo>
                      <a:pt x="10283" y="8762"/>
                      <a:pt x="7790" y="0"/>
                      <a:pt x="779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40" name="Google Shape;540;p17"/>
          <p:cNvGrpSpPr/>
          <p:nvPr/>
        </p:nvGrpSpPr>
        <p:grpSpPr>
          <a:xfrm>
            <a:off x="3802314" y="4529581"/>
            <a:ext cx="718130" cy="647906"/>
            <a:chOff x="4219225" y="4330850"/>
            <a:chExt cx="853900" cy="770400"/>
          </a:xfrm>
        </p:grpSpPr>
        <p:grpSp>
          <p:nvGrpSpPr>
            <p:cNvPr id="541" name="Google Shape;541;p17"/>
            <p:cNvGrpSpPr/>
            <p:nvPr/>
          </p:nvGrpSpPr>
          <p:grpSpPr>
            <a:xfrm>
              <a:off x="4295625" y="4330850"/>
              <a:ext cx="777500" cy="770400"/>
              <a:chOff x="4295625" y="4330850"/>
              <a:chExt cx="777500" cy="770400"/>
            </a:xfrm>
          </p:grpSpPr>
          <p:sp>
            <p:nvSpPr>
              <p:cNvPr id="542" name="Google Shape;542;p17"/>
              <p:cNvSpPr/>
              <p:nvPr/>
            </p:nvSpPr>
            <p:spPr>
              <a:xfrm>
                <a:off x="4603250" y="4588300"/>
                <a:ext cx="408325" cy="293525"/>
              </a:xfrm>
              <a:custGeom>
                <a:avLst/>
                <a:gdLst/>
                <a:ahLst/>
                <a:cxnLst/>
                <a:rect l="l" t="t" r="r" b="b"/>
                <a:pathLst>
                  <a:path w="16333" h="11741" extrusionOk="0">
                    <a:moveTo>
                      <a:pt x="8167" y="0"/>
                    </a:moveTo>
                    <a:cubicBezTo>
                      <a:pt x="8167" y="0"/>
                      <a:pt x="5549" y="9185"/>
                      <a:pt x="0" y="9185"/>
                    </a:cubicBezTo>
                    <a:cubicBezTo>
                      <a:pt x="0" y="9185"/>
                      <a:pt x="3260" y="11740"/>
                      <a:pt x="8167" y="11740"/>
                    </a:cubicBezTo>
                    <a:cubicBezTo>
                      <a:pt x="13073" y="11740"/>
                      <a:pt x="16333" y="9185"/>
                      <a:pt x="16333" y="9185"/>
                    </a:cubicBezTo>
                    <a:cubicBezTo>
                      <a:pt x="10784" y="9185"/>
                      <a:pt x="8167" y="0"/>
                      <a:pt x="816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43" name="Google Shape;543;p17"/>
              <p:cNvGrpSpPr/>
              <p:nvPr/>
            </p:nvGrpSpPr>
            <p:grpSpPr>
              <a:xfrm>
                <a:off x="4295625" y="4330850"/>
                <a:ext cx="777500" cy="770400"/>
                <a:chOff x="4295625" y="4330850"/>
                <a:chExt cx="777500" cy="770400"/>
              </a:xfrm>
            </p:grpSpPr>
            <p:sp>
              <p:nvSpPr>
                <p:cNvPr id="544" name="Google Shape;544;p17"/>
                <p:cNvSpPr/>
                <p:nvPr/>
              </p:nvSpPr>
              <p:spPr>
                <a:xfrm>
                  <a:off x="4637325" y="4508750"/>
                  <a:ext cx="340550" cy="244925"/>
                </a:xfrm>
                <a:custGeom>
                  <a:avLst/>
                  <a:gdLst/>
                  <a:ahLst/>
                  <a:cxnLst/>
                  <a:rect l="l" t="t" r="r" b="b"/>
                  <a:pathLst>
                    <a:path w="13622" h="9797" extrusionOk="0">
                      <a:moveTo>
                        <a:pt x="6804" y="0"/>
                      </a:moveTo>
                      <a:cubicBezTo>
                        <a:pt x="6804" y="0"/>
                        <a:pt x="4625" y="7665"/>
                        <a:pt x="1" y="7665"/>
                      </a:cubicBezTo>
                      <a:cubicBezTo>
                        <a:pt x="1" y="7665"/>
                        <a:pt x="2713" y="9797"/>
                        <a:pt x="6804" y="9797"/>
                      </a:cubicBezTo>
                      <a:cubicBezTo>
                        <a:pt x="10895" y="9797"/>
                        <a:pt x="13622" y="7665"/>
                        <a:pt x="13622" y="7665"/>
                      </a:cubicBezTo>
                      <a:cubicBezTo>
                        <a:pt x="8998" y="7665"/>
                        <a:pt x="6804" y="0"/>
                        <a:pt x="680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545;p17"/>
                <p:cNvSpPr/>
                <p:nvPr/>
              </p:nvSpPr>
              <p:spPr>
                <a:xfrm>
                  <a:off x="4330900" y="4565175"/>
                  <a:ext cx="166175" cy="189675"/>
                </a:xfrm>
                <a:custGeom>
                  <a:avLst/>
                  <a:gdLst/>
                  <a:ahLst/>
                  <a:cxnLst/>
                  <a:rect l="l" t="t" r="r" b="b"/>
                  <a:pathLst>
                    <a:path w="6647" h="7587" extrusionOk="0">
                      <a:moveTo>
                        <a:pt x="3323" y="0"/>
                      </a:moveTo>
                      <a:cubicBezTo>
                        <a:pt x="3323" y="0"/>
                        <a:pt x="2461" y="6850"/>
                        <a:pt x="1" y="6850"/>
                      </a:cubicBezTo>
                      <a:cubicBezTo>
                        <a:pt x="1" y="6850"/>
                        <a:pt x="1286" y="7587"/>
                        <a:pt x="3323" y="7587"/>
                      </a:cubicBezTo>
                      <a:cubicBezTo>
                        <a:pt x="5361" y="7587"/>
                        <a:pt x="6646" y="6850"/>
                        <a:pt x="6646" y="6850"/>
                      </a:cubicBezTo>
                      <a:cubicBezTo>
                        <a:pt x="4186" y="6850"/>
                        <a:pt x="3323" y="0"/>
                        <a:pt x="332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46" name="Google Shape;546;p17"/>
                <p:cNvGrpSpPr/>
                <p:nvPr/>
              </p:nvGrpSpPr>
              <p:grpSpPr>
                <a:xfrm>
                  <a:off x="4295625" y="4330850"/>
                  <a:ext cx="777500" cy="770400"/>
                  <a:chOff x="4295625" y="4330850"/>
                  <a:chExt cx="777500" cy="770400"/>
                </a:xfrm>
              </p:grpSpPr>
              <p:sp>
                <p:nvSpPr>
                  <p:cNvPr id="547" name="Google Shape;547;p17"/>
                  <p:cNvSpPr/>
                  <p:nvPr/>
                </p:nvSpPr>
                <p:spPr>
                  <a:xfrm>
                    <a:off x="4688275" y="4330850"/>
                    <a:ext cx="238675" cy="272750"/>
                  </a:xfrm>
                  <a:custGeom>
                    <a:avLst/>
                    <a:gdLst/>
                    <a:ahLst/>
                    <a:cxnLst/>
                    <a:rect l="l" t="t" r="r" b="b"/>
                    <a:pathLst>
                      <a:path w="9547" h="10910" extrusionOk="0">
                        <a:moveTo>
                          <a:pt x="4766" y="0"/>
                        </a:moveTo>
                        <a:cubicBezTo>
                          <a:pt x="4766" y="0"/>
                          <a:pt x="3543" y="9843"/>
                          <a:pt x="1" y="9843"/>
                        </a:cubicBezTo>
                        <a:cubicBezTo>
                          <a:pt x="1" y="9843"/>
                          <a:pt x="1850" y="10909"/>
                          <a:pt x="4766" y="10909"/>
                        </a:cubicBezTo>
                        <a:cubicBezTo>
                          <a:pt x="7697" y="10909"/>
                          <a:pt x="9546" y="9843"/>
                          <a:pt x="9546" y="9843"/>
                        </a:cubicBezTo>
                        <a:cubicBezTo>
                          <a:pt x="6004" y="9843"/>
                          <a:pt x="4766" y="0"/>
                          <a:pt x="476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48;p17"/>
                  <p:cNvSpPr/>
                  <p:nvPr/>
                </p:nvSpPr>
                <p:spPr>
                  <a:xfrm>
                    <a:off x="4513550" y="4699175"/>
                    <a:ext cx="559575" cy="402075"/>
                  </a:xfrm>
                  <a:custGeom>
                    <a:avLst/>
                    <a:gdLst/>
                    <a:ahLst/>
                    <a:cxnLst/>
                    <a:rect l="l" t="t" r="r" b="b"/>
                    <a:pathLst>
                      <a:path w="22383" h="16083" extrusionOk="0">
                        <a:moveTo>
                          <a:pt x="11192" y="1"/>
                        </a:moveTo>
                        <a:cubicBezTo>
                          <a:pt x="11192" y="1"/>
                          <a:pt x="7618" y="12587"/>
                          <a:pt x="0" y="12587"/>
                        </a:cubicBezTo>
                        <a:cubicBezTo>
                          <a:pt x="0" y="12587"/>
                          <a:pt x="4483" y="16083"/>
                          <a:pt x="11192" y="16083"/>
                        </a:cubicBezTo>
                        <a:cubicBezTo>
                          <a:pt x="17916" y="16083"/>
                          <a:pt x="22383" y="12587"/>
                          <a:pt x="22383" y="12587"/>
                        </a:cubicBezTo>
                        <a:cubicBezTo>
                          <a:pt x="14781" y="12587"/>
                          <a:pt x="11192" y="1"/>
                          <a:pt x="1119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17"/>
                  <p:cNvSpPr/>
                  <p:nvPr/>
                </p:nvSpPr>
                <p:spPr>
                  <a:xfrm>
                    <a:off x="4295625" y="4689000"/>
                    <a:ext cx="237100" cy="170475"/>
                  </a:xfrm>
                  <a:custGeom>
                    <a:avLst/>
                    <a:gdLst/>
                    <a:ahLst/>
                    <a:cxnLst/>
                    <a:rect l="l" t="t" r="r" b="b"/>
                    <a:pathLst>
                      <a:path w="9484" h="6819" extrusionOk="0">
                        <a:moveTo>
                          <a:pt x="4734" y="0"/>
                        </a:moveTo>
                        <a:cubicBezTo>
                          <a:pt x="4734" y="0"/>
                          <a:pt x="3214" y="5330"/>
                          <a:pt x="1" y="5330"/>
                        </a:cubicBezTo>
                        <a:cubicBezTo>
                          <a:pt x="1" y="5330"/>
                          <a:pt x="1882" y="6819"/>
                          <a:pt x="4734" y="6819"/>
                        </a:cubicBezTo>
                        <a:cubicBezTo>
                          <a:pt x="7587" y="6819"/>
                          <a:pt x="9484" y="5330"/>
                          <a:pt x="9484" y="5330"/>
                        </a:cubicBezTo>
                        <a:cubicBezTo>
                          <a:pt x="6255" y="5330"/>
                          <a:pt x="4734" y="0"/>
                          <a:pt x="473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550" name="Google Shape;550;p17"/>
            <p:cNvGrpSpPr/>
            <p:nvPr/>
          </p:nvGrpSpPr>
          <p:grpSpPr>
            <a:xfrm>
              <a:off x="4219225" y="4744250"/>
              <a:ext cx="389525" cy="357000"/>
              <a:chOff x="4219225" y="4744250"/>
              <a:chExt cx="389525" cy="357000"/>
            </a:xfrm>
          </p:grpSpPr>
          <p:sp>
            <p:nvSpPr>
              <p:cNvPr id="551" name="Google Shape;551;p17"/>
              <p:cNvSpPr/>
              <p:nvPr/>
            </p:nvSpPr>
            <p:spPr>
              <a:xfrm>
                <a:off x="4271725" y="4744250"/>
                <a:ext cx="284525" cy="204175"/>
              </a:xfrm>
              <a:custGeom>
                <a:avLst/>
                <a:gdLst/>
                <a:ahLst/>
                <a:cxnLst/>
                <a:rect l="l" t="t" r="r" b="b"/>
                <a:pathLst>
                  <a:path w="11381" h="8167" extrusionOk="0">
                    <a:moveTo>
                      <a:pt x="5690" y="0"/>
                    </a:moveTo>
                    <a:cubicBezTo>
                      <a:pt x="5690" y="0"/>
                      <a:pt x="3872" y="6396"/>
                      <a:pt x="1" y="6396"/>
                    </a:cubicBezTo>
                    <a:cubicBezTo>
                      <a:pt x="1" y="6396"/>
                      <a:pt x="2273" y="8167"/>
                      <a:pt x="5690" y="8167"/>
                    </a:cubicBezTo>
                    <a:cubicBezTo>
                      <a:pt x="9107" y="8167"/>
                      <a:pt x="11380" y="6396"/>
                      <a:pt x="11380" y="6396"/>
                    </a:cubicBezTo>
                    <a:cubicBezTo>
                      <a:pt x="7509" y="6396"/>
                      <a:pt x="5690" y="0"/>
                      <a:pt x="569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17"/>
              <p:cNvSpPr/>
              <p:nvPr/>
            </p:nvSpPr>
            <p:spPr>
              <a:xfrm>
                <a:off x="4219225" y="4821450"/>
                <a:ext cx="389525" cy="279800"/>
              </a:xfrm>
              <a:custGeom>
                <a:avLst/>
                <a:gdLst/>
                <a:ahLst/>
                <a:cxnLst/>
                <a:rect l="l" t="t" r="r" b="b"/>
                <a:pathLst>
                  <a:path w="15581" h="11192" extrusionOk="0">
                    <a:moveTo>
                      <a:pt x="7790" y="0"/>
                    </a:moveTo>
                    <a:cubicBezTo>
                      <a:pt x="7790" y="0"/>
                      <a:pt x="5298" y="8762"/>
                      <a:pt x="0" y="8762"/>
                    </a:cubicBezTo>
                    <a:cubicBezTo>
                      <a:pt x="0" y="8762"/>
                      <a:pt x="3120" y="11192"/>
                      <a:pt x="7790" y="11192"/>
                    </a:cubicBezTo>
                    <a:cubicBezTo>
                      <a:pt x="12461" y="11192"/>
                      <a:pt x="15581" y="8762"/>
                      <a:pt x="15581" y="8762"/>
                    </a:cubicBezTo>
                    <a:cubicBezTo>
                      <a:pt x="10283" y="8762"/>
                      <a:pt x="7790" y="0"/>
                      <a:pt x="779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53" name="Google Shape;553;p17"/>
          <p:cNvGrpSpPr/>
          <p:nvPr/>
        </p:nvGrpSpPr>
        <p:grpSpPr>
          <a:xfrm>
            <a:off x="5874375" y="4671325"/>
            <a:ext cx="389150" cy="536075"/>
            <a:chOff x="5354825" y="4565175"/>
            <a:chExt cx="389150" cy="536075"/>
          </a:xfrm>
        </p:grpSpPr>
        <p:sp>
          <p:nvSpPr>
            <p:cNvPr id="554" name="Google Shape;554;p17"/>
            <p:cNvSpPr/>
            <p:nvPr/>
          </p:nvSpPr>
          <p:spPr>
            <a:xfrm>
              <a:off x="5466500" y="4565175"/>
              <a:ext cx="165775" cy="189675"/>
            </a:xfrm>
            <a:custGeom>
              <a:avLst/>
              <a:gdLst/>
              <a:ahLst/>
              <a:cxnLst/>
              <a:rect l="l" t="t" r="r" b="b"/>
              <a:pathLst>
                <a:path w="6631" h="7587" extrusionOk="0">
                  <a:moveTo>
                    <a:pt x="3324" y="0"/>
                  </a:moveTo>
                  <a:cubicBezTo>
                    <a:pt x="3324" y="0"/>
                    <a:pt x="2462" y="6850"/>
                    <a:pt x="1" y="6850"/>
                  </a:cubicBezTo>
                  <a:cubicBezTo>
                    <a:pt x="1" y="6850"/>
                    <a:pt x="1286" y="7587"/>
                    <a:pt x="3324" y="7587"/>
                  </a:cubicBezTo>
                  <a:cubicBezTo>
                    <a:pt x="5346" y="7587"/>
                    <a:pt x="6631" y="6850"/>
                    <a:pt x="6631" y="6850"/>
                  </a:cubicBezTo>
                  <a:cubicBezTo>
                    <a:pt x="4170" y="6850"/>
                    <a:pt x="3324" y="0"/>
                    <a:pt x="332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55" name="Google Shape;555;p17"/>
            <p:cNvGrpSpPr/>
            <p:nvPr/>
          </p:nvGrpSpPr>
          <p:grpSpPr>
            <a:xfrm>
              <a:off x="5354825" y="4689000"/>
              <a:ext cx="389150" cy="412250"/>
              <a:chOff x="5354825" y="4689000"/>
              <a:chExt cx="389150" cy="412250"/>
            </a:xfrm>
          </p:grpSpPr>
          <p:sp>
            <p:nvSpPr>
              <p:cNvPr id="556" name="Google Shape;556;p17"/>
              <p:cNvSpPr/>
              <p:nvPr/>
            </p:nvSpPr>
            <p:spPr>
              <a:xfrm>
                <a:off x="5430850" y="4689000"/>
                <a:ext cx="237100" cy="170475"/>
              </a:xfrm>
              <a:custGeom>
                <a:avLst/>
                <a:gdLst/>
                <a:ahLst/>
                <a:cxnLst/>
                <a:rect l="l" t="t" r="r" b="b"/>
                <a:pathLst>
                  <a:path w="9484" h="6819" extrusionOk="0">
                    <a:moveTo>
                      <a:pt x="4750" y="0"/>
                    </a:moveTo>
                    <a:cubicBezTo>
                      <a:pt x="4750" y="0"/>
                      <a:pt x="3229" y="5330"/>
                      <a:pt x="0" y="5330"/>
                    </a:cubicBezTo>
                    <a:cubicBezTo>
                      <a:pt x="0" y="5330"/>
                      <a:pt x="1897" y="6819"/>
                      <a:pt x="4750" y="6819"/>
                    </a:cubicBezTo>
                    <a:cubicBezTo>
                      <a:pt x="7587" y="6819"/>
                      <a:pt x="9483" y="5330"/>
                      <a:pt x="9483" y="5330"/>
                    </a:cubicBezTo>
                    <a:cubicBezTo>
                      <a:pt x="6270" y="5330"/>
                      <a:pt x="4750" y="0"/>
                      <a:pt x="475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17"/>
              <p:cNvSpPr/>
              <p:nvPr/>
            </p:nvSpPr>
            <p:spPr>
              <a:xfrm>
                <a:off x="5407325" y="4744250"/>
                <a:ext cx="284125" cy="204175"/>
              </a:xfrm>
              <a:custGeom>
                <a:avLst/>
                <a:gdLst/>
                <a:ahLst/>
                <a:cxnLst/>
                <a:rect l="l" t="t" r="r" b="b"/>
                <a:pathLst>
                  <a:path w="11365" h="8167" extrusionOk="0">
                    <a:moveTo>
                      <a:pt x="5691" y="0"/>
                    </a:moveTo>
                    <a:cubicBezTo>
                      <a:pt x="5691" y="0"/>
                      <a:pt x="3857" y="6396"/>
                      <a:pt x="1" y="6396"/>
                    </a:cubicBezTo>
                    <a:cubicBezTo>
                      <a:pt x="1" y="6396"/>
                      <a:pt x="2274" y="8167"/>
                      <a:pt x="5691" y="8167"/>
                    </a:cubicBezTo>
                    <a:cubicBezTo>
                      <a:pt x="9092" y="8167"/>
                      <a:pt x="11365" y="6396"/>
                      <a:pt x="11365" y="6396"/>
                    </a:cubicBezTo>
                    <a:cubicBezTo>
                      <a:pt x="7509" y="6396"/>
                      <a:pt x="5691" y="0"/>
                      <a:pt x="569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558;p17"/>
              <p:cNvSpPr/>
              <p:nvPr/>
            </p:nvSpPr>
            <p:spPr>
              <a:xfrm>
                <a:off x="5354825" y="4821450"/>
                <a:ext cx="389150" cy="279800"/>
              </a:xfrm>
              <a:custGeom>
                <a:avLst/>
                <a:gdLst/>
                <a:ahLst/>
                <a:cxnLst/>
                <a:rect l="l" t="t" r="r" b="b"/>
                <a:pathLst>
                  <a:path w="15566" h="11192" extrusionOk="0">
                    <a:moveTo>
                      <a:pt x="7791" y="0"/>
                    </a:moveTo>
                    <a:cubicBezTo>
                      <a:pt x="7791" y="0"/>
                      <a:pt x="5283" y="8762"/>
                      <a:pt x="1" y="8762"/>
                    </a:cubicBezTo>
                    <a:cubicBezTo>
                      <a:pt x="1" y="8762"/>
                      <a:pt x="3104" y="11192"/>
                      <a:pt x="7791" y="11192"/>
                    </a:cubicBezTo>
                    <a:cubicBezTo>
                      <a:pt x="12462" y="11192"/>
                      <a:pt x="15565" y="8762"/>
                      <a:pt x="15565" y="8762"/>
                    </a:cubicBezTo>
                    <a:cubicBezTo>
                      <a:pt x="10283" y="8762"/>
                      <a:pt x="7791" y="0"/>
                      <a:pt x="779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59" name="Google Shape;559;p17"/>
          <p:cNvGrpSpPr/>
          <p:nvPr/>
        </p:nvGrpSpPr>
        <p:grpSpPr>
          <a:xfrm>
            <a:off x="5258275" y="4701550"/>
            <a:ext cx="389150" cy="536075"/>
            <a:chOff x="5354825" y="4565175"/>
            <a:chExt cx="389150" cy="536075"/>
          </a:xfrm>
        </p:grpSpPr>
        <p:sp>
          <p:nvSpPr>
            <p:cNvPr id="560" name="Google Shape;560;p17"/>
            <p:cNvSpPr/>
            <p:nvPr/>
          </p:nvSpPr>
          <p:spPr>
            <a:xfrm>
              <a:off x="5466500" y="4565175"/>
              <a:ext cx="165775" cy="189675"/>
            </a:xfrm>
            <a:custGeom>
              <a:avLst/>
              <a:gdLst/>
              <a:ahLst/>
              <a:cxnLst/>
              <a:rect l="l" t="t" r="r" b="b"/>
              <a:pathLst>
                <a:path w="6631" h="7587" extrusionOk="0">
                  <a:moveTo>
                    <a:pt x="3324" y="0"/>
                  </a:moveTo>
                  <a:cubicBezTo>
                    <a:pt x="3324" y="0"/>
                    <a:pt x="2462" y="6850"/>
                    <a:pt x="1" y="6850"/>
                  </a:cubicBezTo>
                  <a:cubicBezTo>
                    <a:pt x="1" y="6850"/>
                    <a:pt x="1286" y="7587"/>
                    <a:pt x="3324" y="7587"/>
                  </a:cubicBezTo>
                  <a:cubicBezTo>
                    <a:pt x="5346" y="7587"/>
                    <a:pt x="6631" y="6850"/>
                    <a:pt x="6631" y="6850"/>
                  </a:cubicBezTo>
                  <a:cubicBezTo>
                    <a:pt x="4170" y="6850"/>
                    <a:pt x="3324" y="0"/>
                    <a:pt x="332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61" name="Google Shape;561;p17"/>
            <p:cNvGrpSpPr/>
            <p:nvPr/>
          </p:nvGrpSpPr>
          <p:grpSpPr>
            <a:xfrm>
              <a:off x="5354825" y="4689000"/>
              <a:ext cx="389150" cy="412250"/>
              <a:chOff x="5354825" y="4689000"/>
              <a:chExt cx="389150" cy="412250"/>
            </a:xfrm>
          </p:grpSpPr>
          <p:sp>
            <p:nvSpPr>
              <p:cNvPr id="562" name="Google Shape;562;p17"/>
              <p:cNvSpPr/>
              <p:nvPr/>
            </p:nvSpPr>
            <p:spPr>
              <a:xfrm>
                <a:off x="5430850" y="4689000"/>
                <a:ext cx="237100" cy="170475"/>
              </a:xfrm>
              <a:custGeom>
                <a:avLst/>
                <a:gdLst/>
                <a:ahLst/>
                <a:cxnLst/>
                <a:rect l="l" t="t" r="r" b="b"/>
                <a:pathLst>
                  <a:path w="9484" h="6819" extrusionOk="0">
                    <a:moveTo>
                      <a:pt x="4750" y="0"/>
                    </a:moveTo>
                    <a:cubicBezTo>
                      <a:pt x="4750" y="0"/>
                      <a:pt x="3229" y="5330"/>
                      <a:pt x="0" y="5330"/>
                    </a:cubicBezTo>
                    <a:cubicBezTo>
                      <a:pt x="0" y="5330"/>
                      <a:pt x="1897" y="6819"/>
                      <a:pt x="4750" y="6819"/>
                    </a:cubicBezTo>
                    <a:cubicBezTo>
                      <a:pt x="7587" y="6819"/>
                      <a:pt x="9483" y="5330"/>
                      <a:pt x="9483" y="5330"/>
                    </a:cubicBezTo>
                    <a:cubicBezTo>
                      <a:pt x="6270" y="5330"/>
                      <a:pt x="4750" y="0"/>
                      <a:pt x="475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 name="Google Shape;563;p17"/>
              <p:cNvSpPr/>
              <p:nvPr/>
            </p:nvSpPr>
            <p:spPr>
              <a:xfrm>
                <a:off x="5407325" y="4744250"/>
                <a:ext cx="284125" cy="204175"/>
              </a:xfrm>
              <a:custGeom>
                <a:avLst/>
                <a:gdLst/>
                <a:ahLst/>
                <a:cxnLst/>
                <a:rect l="l" t="t" r="r" b="b"/>
                <a:pathLst>
                  <a:path w="11365" h="8167" extrusionOk="0">
                    <a:moveTo>
                      <a:pt x="5691" y="0"/>
                    </a:moveTo>
                    <a:cubicBezTo>
                      <a:pt x="5691" y="0"/>
                      <a:pt x="3857" y="6396"/>
                      <a:pt x="1" y="6396"/>
                    </a:cubicBezTo>
                    <a:cubicBezTo>
                      <a:pt x="1" y="6396"/>
                      <a:pt x="2274" y="8167"/>
                      <a:pt x="5691" y="8167"/>
                    </a:cubicBezTo>
                    <a:cubicBezTo>
                      <a:pt x="9092" y="8167"/>
                      <a:pt x="11365" y="6396"/>
                      <a:pt x="11365" y="6396"/>
                    </a:cubicBezTo>
                    <a:cubicBezTo>
                      <a:pt x="7509" y="6396"/>
                      <a:pt x="5691" y="0"/>
                      <a:pt x="569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17"/>
              <p:cNvSpPr/>
              <p:nvPr/>
            </p:nvSpPr>
            <p:spPr>
              <a:xfrm>
                <a:off x="5354825" y="4821450"/>
                <a:ext cx="389150" cy="279800"/>
              </a:xfrm>
              <a:custGeom>
                <a:avLst/>
                <a:gdLst/>
                <a:ahLst/>
                <a:cxnLst/>
                <a:rect l="l" t="t" r="r" b="b"/>
                <a:pathLst>
                  <a:path w="15566" h="11192" extrusionOk="0">
                    <a:moveTo>
                      <a:pt x="7791" y="0"/>
                    </a:moveTo>
                    <a:cubicBezTo>
                      <a:pt x="7791" y="0"/>
                      <a:pt x="5283" y="8762"/>
                      <a:pt x="1" y="8762"/>
                    </a:cubicBezTo>
                    <a:cubicBezTo>
                      <a:pt x="1" y="8762"/>
                      <a:pt x="3104" y="11192"/>
                      <a:pt x="7791" y="11192"/>
                    </a:cubicBezTo>
                    <a:cubicBezTo>
                      <a:pt x="12462" y="11192"/>
                      <a:pt x="15565" y="8762"/>
                      <a:pt x="15565" y="8762"/>
                    </a:cubicBezTo>
                    <a:cubicBezTo>
                      <a:pt x="10283" y="8762"/>
                      <a:pt x="7791" y="0"/>
                      <a:pt x="779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65" name="Google Shape;565;p17"/>
          <p:cNvGrpSpPr/>
          <p:nvPr/>
        </p:nvGrpSpPr>
        <p:grpSpPr>
          <a:xfrm>
            <a:off x="6191769" y="4809213"/>
            <a:ext cx="255516" cy="351987"/>
            <a:chOff x="5354825" y="4565175"/>
            <a:chExt cx="389150" cy="536075"/>
          </a:xfrm>
        </p:grpSpPr>
        <p:sp>
          <p:nvSpPr>
            <p:cNvPr id="566" name="Google Shape;566;p17"/>
            <p:cNvSpPr/>
            <p:nvPr/>
          </p:nvSpPr>
          <p:spPr>
            <a:xfrm>
              <a:off x="5466500" y="4565175"/>
              <a:ext cx="165775" cy="189675"/>
            </a:xfrm>
            <a:custGeom>
              <a:avLst/>
              <a:gdLst/>
              <a:ahLst/>
              <a:cxnLst/>
              <a:rect l="l" t="t" r="r" b="b"/>
              <a:pathLst>
                <a:path w="6631" h="7587" extrusionOk="0">
                  <a:moveTo>
                    <a:pt x="3324" y="0"/>
                  </a:moveTo>
                  <a:cubicBezTo>
                    <a:pt x="3324" y="0"/>
                    <a:pt x="2462" y="6850"/>
                    <a:pt x="1" y="6850"/>
                  </a:cubicBezTo>
                  <a:cubicBezTo>
                    <a:pt x="1" y="6850"/>
                    <a:pt x="1286" y="7587"/>
                    <a:pt x="3324" y="7587"/>
                  </a:cubicBezTo>
                  <a:cubicBezTo>
                    <a:pt x="5346" y="7587"/>
                    <a:pt x="6631" y="6850"/>
                    <a:pt x="6631" y="6850"/>
                  </a:cubicBezTo>
                  <a:cubicBezTo>
                    <a:pt x="4170" y="6850"/>
                    <a:pt x="3324" y="0"/>
                    <a:pt x="332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67" name="Google Shape;567;p17"/>
            <p:cNvGrpSpPr/>
            <p:nvPr/>
          </p:nvGrpSpPr>
          <p:grpSpPr>
            <a:xfrm>
              <a:off x="5354825" y="4689000"/>
              <a:ext cx="389150" cy="412250"/>
              <a:chOff x="5354825" y="4689000"/>
              <a:chExt cx="389150" cy="412250"/>
            </a:xfrm>
          </p:grpSpPr>
          <p:sp>
            <p:nvSpPr>
              <p:cNvPr id="568" name="Google Shape;568;p17"/>
              <p:cNvSpPr/>
              <p:nvPr/>
            </p:nvSpPr>
            <p:spPr>
              <a:xfrm>
                <a:off x="5430850" y="4689000"/>
                <a:ext cx="237100" cy="170475"/>
              </a:xfrm>
              <a:custGeom>
                <a:avLst/>
                <a:gdLst/>
                <a:ahLst/>
                <a:cxnLst/>
                <a:rect l="l" t="t" r="r" b="b"/>
                <a:pathLst>
                  <a:path w="9484" h="6819" extrusionOk="0">
                    <a:moveTo>
                      <a:pt x="4750" y="0"/>
                    </a:moveTo>
                    <a:cubicBezTo>
                      <a:pt x="4750" y="0"/>
                      <a:pt x="3229" y="5330"/>
                      <a:pt x="0" y="5330"/>
                    </a:cubicBezTo>
                    <a:cubicBezTo>
                      <a:pt x="0" y="5330"/>
                      <a:pt x="1897" y="6819"/>
                      <a:pt x="4750" y="6819"/>
                    </a:cubicBezTo>
                    <a:cubicBezTo>
                      <a:pt x="7587" y="6819"/>
                      <a:pt x="9483" y="5330"/>
                      <a:pt x="9483" y="5330"/>
                    </a:cubicBezTo>
                    <a:cubicBezTo>
                      <a:pt x="6270" y="5330"/>
                      <a:pt x="4750" y="0"/>
                      <a:pt x="475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 name="Google Shape;569;p17"/>
              <p:cNvSpPr/>
              <p:nvPr/>
            </p:nvSpPr>
            <p:spPr>
              <a:xfrm>
                <a:off x="5407325" y="4744250"/>
                <a:ext cx="284125" cy="204175"/>
              </a:xfrm>
              <a:custGeom>
                <a:avLst/>
                <a:gdLst/>
                <a:ahLst/>
                <a:cxnLst/>
                <a:rect l="l" t="t" r="r" b="b"/>
                <a:pathLst>
                  <a:path w="11365" h="8167" extrusionOk="0">
                    <a:moveTo>
                      <a:pt x="5691" y="0"/>
                    </a:moveTo>
                    <a:cubicBezTo>
                      <a:pt x="5691" y="0"/>
                      <a:pt x="3857" y="6396"/>
                      <a:pt x="1" y="6396"/>
                    </a:cubicBezTo>
                    <a:cubicBezTo>
                      <a:pt x="1" y="6396"/>
                      <a:pt x="2274" y="8167"/>
                      <a:pt x="5691" y="8167"/>
                    </a:cubicBezTo>
                    <a:cubicBezTo>
                      <a:pt x="9092" y="8167"/>
                      <a:pt x="11365" y="6396"/>
                      <a:pt x="11365" y="6396"/>
                    </a:cubicBezTo>
                    <a:cubicBezTo>
                      <a:pt x="7509" y="6396"/>
                      <a:pt x="5691" y="0"/>
                      <a:pt x="569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 name="Google Shape;570;p17"/>
              <p:cNvSpPr/>
              <p:nvPr/>
            </p:nvSpPr>
            <p:spPr>
              <a:xfrm>
                <a:off x="5354825" y="4821450"/>
                <a:ext cx="389150" cy="279800"/>
              </a:xfrm>
              <a:custGeom>
                <a:avLst/>
                <a:gdLst/>
                <a:ahLst/>
                <a:cxnLst/>
                <a:rect l="l" t="t" r="r" b="b"/>
                <a:pathLst>
                  <a:path w="15566" h="11192" extrusionOk="0">
                    <a:moveTo>
                      <a:pt x="7791" y="0"/>
                    </a:moveTo>
                    <a:cubicBezTo>
                      <a:pt x="7791" y="0"/>
                      <a:pt x="5283" y="8762"/>
                      <a:pt x="1" y="8762"/>
                    </a:cubicBezTo>
                    <a:cubicBezTo>
                      <a:pt x="1" y="8762"/>
                      <a:pt x="3104" y="11192"/>
                      <a:pt x="7791" y="11192"/>
                    </a:cubicBezTo>
                    <a:cubicBezTo>
                      <a:pt x="12462" y="11192"/>
                      <a:pt x="15565" y="8762"/>
                      <a:pt x="15565" y="8762"/>
                    </a:cubicBezTo>
                    <a:cubicBezTo>
                      <a:pt x="10283" y="8762"/>
                      <a:pt x="7791" y="0"/>
                      <a:pt x="779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571" name="Google Shape;571;p17"/>
          <p:cNvSpPr/>
          <p:nvPr/>
        </p:nvSpPr>
        <p:spPr>
          <a:xfrm>
            <a:off x="3509050" y="4671325"/>
            <a:ext cx="5675861" cy="859577"/>
          </a:xfrm>
          <a:custGeom>
            <a:avLst/>
            <a:gdLst/>
            <a:ahLst/>
            <a:cxnLst/>
            <a:rect l="l" t="t" r="r" b="b"/>
            <a:pathLst>
              <a:path w="218955" h="42276" extrusionOk="0">
                <a:moveTo>
                  <a:pt x="95422" y="1"/>
                </a:moveTo>
                <a:cubicBezTo>
                  <a:pt x="95236" y="1"/>
                  <a:pt x="95075" y="11"/>
                  <a:pt x="94940" y="33"/>
                </a:cubicBezTo>
                <a:cubicBezTo>
                  <a:pt x="92024" y="503"/>
                  <a:pt x="0" y="42275"/>
                  <a:pt x="0" y="42275"/>
                </a:cubicBezTo>
                <a:lnTo>
                  <a:pt x="218955" y="42275"/>
                </a:lnTo>
                <a:cubicBezTo>
                  <a:pt x="218955" y="42275"/>
                  <a:pt x="107185" y="1"/>
                  <a:pt x="9542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 name="Google Shape;572;p17"/>
          <p:cNvSpPr/>
          <p:nvPr/>
        </p:nvSpPr>
        <p:spPr>
          <a:xfrm rot="-2231248" flipH="1">
            <a:off x="723343" y="282910"/>
            <a:ext cx="240403" cy="114379"/>
          </a:xfrm>
          <a:custGeom>
            <a:avLst/>
            <a:gdLst/>
            <a:ahLst/>
            <a:cxnLst/>
            <a:rect l="l" t="t" r="r" b="b"/>
            <a:pathLst>
              <a:path w="2560" h="1218" extrusionOk="0">
                <a:moveTo>
                  <a:pt x="2192" y="116"/>
                </a:moveTo>
                <a:cubicBezTo>
                  <a:pt x="2088" y="169"/>
                  <a:pt x="1972" y="231"/>
                  <a:pt x="1867" y="305"/>
                </a:cubicBezTo>
                <a:lnTo>
                  <a:pt x="1867" y="305"/>
                </a:lnTo>
                <a:cubicBezTo>
                  <a:pt x="1762" y="378"/>
                  <a:pt x="1668" y="462"/>
                  <a:pt x="1574" y="557"/>
                </a:cubicBezTo>
                <a:lnTo>
                  <a:pt x="1574" y="557"/>
                </a:lnTo>
                <a:cubicBezTo>
                  <a:pt x="1521" y="598"/>
                  <a:pt x="1479" y="651"/>
                  <a:pt x="1437" y="714"/>
                </a:cubicBezTo>
                <a:lnTo>
                  <a:pt x="1437" y="714"/>
                </a:lnTo>
                <a:cubicBezTo>
                  <a:pt x="1354" y="661"/>
                  <a:pt x="1280" y="630"/>
                  <a:pt x="1207" y="609"/>
                </a:cubicBezTo>
                <a:lnTo>
                  <a:pt x="1207" y="609"/>
                </a:lnTo>
                <a:cubicBezTo>
                  <a:pt x="1070" y="557"/>
                  <a:pt x="934" y="525"/>
                  <a:pt x="798" y="515"/>
                </a:cubicBezTo>
                <a:lnTo>
                  <a:pt x="798" y="515"/>
                </a:lnTo>
                <a:cubicBezTo>
                  <a:pt x="672" y="494"/>
                  <a:pt x="536" y="494"/>
                  <a:pt x="399" y="494"/>
                </a:cubicBezTo>
                <a:lnTo>
                  <a:pt x="399" y="494"/>
                </a:lnTo>
                <a:cubicBezTo>
                  <a:pt x="263" y="504"/>
                  <a:pt x="137" y="515"/>
                  <a:pt x="1" y="546"/>
                </a:cubicBezTo>
                <a:lnTo>
                  <a:pt x="1" y="546"/>
                </a:lnTo>
                <a:cubicBezTo>
                  <a:pt x="252" y="630"/>
                  <a:pt x="504" y="703"/>
                  <a:pt x="745" y="787"/>
                </a:cubicBezTo>
                <a:lnTo>
                  <a:pt x="745" y="787"/>
                </a:lnTo>
                <a:cubicBezTo>
                  <a:pt x="861" y="829"/>
                  <a:pt x="976" y="861"/>
                  <a:pt x="1081" y="913"/>
                </a:cubicBezTo>
                <a:lnTo>
                  <a:pt x="1081" y="913"/>
                </a:lnTo>
                <a:cubicBezTo>
                  <a:pt x="1186" y="965"/>
                  <a:pt x="1291" y="1018"/>
                  <a:pt x="1364" y="1081"/>
                </a:cubicBezTo>
                <a:lnTo>
                  <a:pt x="1364" y="1081"/>
                </a:lnTo>
                <a:lnTo>
                  <a:pt x="1521" y="1217"/>
                </a:lnTo>
                <a:lnTo>
                  <a:pt x="1626" y="1039"/>
                </a:lnTo>
                <a:cubicBezTo>
                  <a:pt x="1731" y="861"/>
                  <a:pt x="1888" y="682"/>
                  <a:pt x="2046" y="504"/>
                </a:cubicBezTo>
                <a:lnTo>
                  <a:pt x="2046" y="504"/>
                </a:lnTo>
                <a:cubicBezTo>
                  <a:pt x="2203" y="336"/>
                  <a:pt x="2371" y="169"/>
                  <a:pt x="2559" y="1"/>
                </a:cubicBezTo>
                <a:lnTo>
                  <a:pt x="2559" y="1"/>
                </a:lnTo>
                <a:cubicBezTo>
                  <a:pt x="2434" y="11"/>
                  <a:pt x="2308" y="64"/>
                  <a:pt x="2192" y="116"/>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682583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three columns ">
  <p:cSld name="Title and three columns ">
    <p:spTree>
      <p:nvGrpSpPr>
        <p:cNvPr id="1" name="Shape 590"/>
        <p:cNvGrpSpPr/>
        <p:nvPr/>
      </p:nvGrpSpPr>
      <p:grpSpPr>
        <a:xfrm>
          <a:off x="0" y="0"/>
          <a:ext cx="0" cy="0"/>
          <a:chOff x="0" y="0"/>
          <a:chExt cx="0" cy="0"/>
        </a:xfrm>
      </p:grpSpPr>
      <p:sp>
        <p:nvSpPr>
          <p:cNvPr id="591" name="Google Shape;591;p20"/>
          <p:cNvSpPr txBox="1">
            <a:spLocks noGrp="1"/>
          </p:cNvSpPr>
          <p:nvPr>
            <p:ph type="subTitle" idx="1"/>
          </p:nvPr>
        </p:nvSpPr>
        <p:spPr>
          <a:xfrm>
            <a:off x="776477" y="1579825"/>
            <a:ext cx="2439300" cy="3714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None/>
              <a:defRPr>
                <a:solidFill>
                  <a:schemeClr val="accent2"/>
                </a:solidFill>
                <a:latin typeface="Bakbak One"/>
                <a:ea typeface="Bakbak One"/>
                <a:cs typeface="Bakbak One"/>
                <a:sym typeface="Bakbak One"/>
              </a:defRPr>
            </a:lvl1pPr>
            <a:lvl2pPr lvl="1" algn="ctr" rtl="0">
              <a:lnSpc>
                <a:spcPct val="100000"/>
              </a:lnSpc>
              <a:spcBef>
                <a:spcPts val="0"/>
              </a:spcBef>
              <a:spcAft>
                <a:spcPts val="0"/>
              </a:spcAft>
              <a:buNone/>
              <a:defRPr>
                <a:solidFill>
                  <a:schemeClr val="accent2"/>
                </a:solidFill>
                <a:latin typeface="Bakbak One"/>
                <a:ea typeface="Bakbak One"/>
                <a:cs typeface="Bakbak One"/>
                <a:sym typeface="Bakbak One"/>
              </a:defRPr>
            </a:lvl2pPr>
            <a:lvl3pPr lvl="2" algn="ctr" rtl="0">
              <a:lnSpc>
                <a:spcPct val="100000"/>
              </a:lnSpc>
              <a:spcBef>
                <a:spcPts val="0"/>
              </a:spcBef>
              <a:spcAft>
                <a:spcPts val="0"/>
              </a:spcAft>
              <a:buNone/>
              <a:defRPr>
                <a:solidFill>
                  <a:schemeClr val="accent2"/>
                </a:solidFill>
                <a:latin typeface="Bakbak One"/>
                <a:ea typeface="Bakbak One"/>
                <a:cs typeface="Bakbak One"/>
                <a:sym typeface="Bakbak One"/>
              </a:defRPr>
            </a:lvl3pPr>
            <a:lvl4pPr lvl="3" algn="ctr" rtl="0">
              <a:lnSpc>
                <a:spcPct val="100000"/>
              </a:lnSpc>
              <a:spcBef>
                <a:spcPts val="0"/>
              </a:spcBef>
              <a:spcAft>
                <a:spcPts val="0"/>
              </a:spcAft>
              <a:buNone/>
              <a:defRPr>
                <a:solidFill>
                  <a:schemeClr val="accent2"/>
                </a:solidFill>
                <a:latin typeface="Bakbak One"/>
                <a:ea typeface="Bakbak One"/>
                <a:cs typeface="Bakbak One"/>
                <a:sym typeface="Bakbak One"/>
              </a:defRPr>
            </a:lvl4pPr>
            <a:lvl5pPr lvl="4" algn="ctr" rtl="0">
              <a:lnSpc>
                <a:spcPct val="100000"/>
              </a:lnSpc>
              <a:spcBef>
                <a:spcPts val="0"/>
              </a:spcBef>
              <a:spcAft>
                <a:spcPts val="0"/>
              </a:spcAft>
              <a:buNone/>
              <a:defRPr>
                <a:solidFill>
                  <a:schemeClr val="accent2"/>
                </a:solidFill>
                <a:latin typeface="Bakbak One"/>
                <a:ea typeface="Bakbak One"/>
                <a:cs typeface="Bakbak One"/>
                <a:sym typeface="Bakbak One"/>
              </a:defRPr>
            </a:lvl5pPr>
            <a:lvl6pPr lvl="5" algn="ctr" rtl="0">
              <a:lnSpc>
                <a:spcPct val="100000"/>
              </a:lnSpc>
              <a:spcBef>
                <a:spcPts val="0"/>
              </a:spcBef>
              <a:spcAft>
                <a:spcPts val="0"/>
              </a:spcAft>
              <a:buNone/>
              <a:defRPr>
                <a:solidFill>
                  <a:schemeClr val="accent2"/>
                </a:solidFill>
                <a:latin typeface="Bakbak One"/>
                <a:ea typeface="Bakbak One"/>
                <a:cs typeface="Bakbak One"/>
                <a:sym typeface="Bakbak One"/>
              </a:defRPr>
            </a:lvl6pPr>
            <a:lvl7pPr lvl="6" algn="ctr" rtl="0">
              <a:lnSpc>
                <a:spcPct val="100000"/>
              </a:lnSpc>
              <a:spcBef>
                <a:spcPts val="0"/>
              </a:spcBef>
              <a:spcAft>
                <a:spcPts val="0"/>
              </a:spcAft>
              <a:buNone/>
              <a:defRPr>
                <a:solidFill>
                  <a:schemeClr val="accent2"/>
                </a:solidFill>
                <a:latin typeface="Bakbak One"/>
                <a:ea typeface="Bakbak One"/>
                <a:cs typeface="Bakbak One"/>
                <a:sym typeface="Bakbak One"/>
              </a:defRPr>
            </a:lvl7pPr>
            <a:lvl8pPr lvl="7" algn="ctr" rtl="0">
              <a:lnSpc>
                <a:spcPct val="100000"/>
              </a:lnSpc>
              <a:spcBef>
                <a:spcPts val="0"/>
              </a:spcBef>
              <a:spcAft>
                <a:spcPts val="0"/>
              </a:spcAft>
              <a:buNone/>
              <a:defRPr>
                <a:solidFill>
                  <a:schemeClr val="accent2"/>
                </a:solidFill>
                <a:latin typeface="Bakbak One"/>
                <a:ea typeface="Bakbak One"/>
                <a:cs typeface="Bakbak One"/>
                <a:sym typeface="Bakbak One"/>
              </a:defRPr>
            </a:lvl8pPr>
            <a:lvl9pPr lvl="8" algn="ctr" rtl="0">
              <a:lnSpc>
                <a:spcPct val="100000"/>
              </a:lnSpc>
              <a:spcBef>
                <a:spcPts val="0"/>
              </a:spcBef>
              <a:spcAft>
                <a:spcPts val="0"/>
              </a:spcAft>
              <a:buNone/>
              <a:defRPr>
                <a:solidFill>
                  <a:schemeClr val="accent2"/>
                </a:solidFill>
                <a:latin typeface="Bakbak One"/>
                <a:ea typeface="Bakbak One"/>
                <a:cs typeface="Bakbak One"/>
                <a:sym typeface="Bakbak One"/>
              </a:defRPr>
            </a:lvl9pPr>
          </a:lstStyle>
          <a:p>
            <a:r>
              <a:rPr lang="en-US"/>
              <a:t>Click to edit Master subtitle style</a:t>
            </a:r>
            <a:endParaRPr/>
          </a:p>
        </p:txBody>
      </p:sp>
      <p:sp>
        <p:nvSpPr>
          <p:cNvPr id="592" name="Google Shape;592;p20"/>
          <p:cNvSpPr txBox="1">
            <a:spLocks noGrp="1"/>
          </p:cNvSpPr>
          <p:nvPr>
            <p:ph type="subTitle" idx="2"/>
          </p:nvPr>
        </p:nvSpPr>
        <p:spPr>
          <a:xfrm>
            <a:off x="786675" y="1904003"/>
            <a:ext cx="2439300" cy="1079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None/>
              <a:defRPr sz="1400"/>
            </a:lvl1pPr>
            <a:lvl2pPr lvl="1" algn="ctr" rtl="0">
              <a:lnSpc>
                <a:spcPct val="100000"/>
              </a:lnSpc>
              <a:spcBef>
                <a:spcPts val="0"/>
              </a:spcBef>
              <a:spcAft>
                <a:spcPts val="0"/>
              </a:spcAft>
              <a:buNone/>
              <a:defRPr sz="1400"/>
            </a:lvl2pPr>
            <a:lvl3pPr lvl="2" algn="ctr" rtl="0">
              <a:lnSpc>
                <a:spcPct val="100000"/>
              </a:lnSpc>
              <a:spcBef>
                <a:spcPts val="0"/>
              </a:spcBef>
              <a:spcAft>
                <a:spcPts val="0"/>
              </a:spcAft>
              <a:buNone/>
              <a:defRPr sz="1400"/>
            </a:lvl3pPr>
            <a:lvl4pPr lvl="3" algn="ctr" rtl="0">
              <a:lnSpc>
                <a:spcPct val="100000"/>
              </a:lnSpc>
              <a:spcBef>
                <a:spcPts val="0"/>
              </a:spcBef>
              <a:spcAft>
                <a:spcPts val="0"/>
              </a:spcAft>
              <a:buNone/>
              <a:defRPr sz="1400"/>
            </a:lvl4pPr>
            <a:lvl5pPr lvl="4" algn="ctr" rtl="0">
              <a:lnSpc>
                <a:spcPct val="100000"/>
              </a:lnSpc>
              <a:spcBef>
                <a:spcPts val="0"/>
              </a:spcBef>
              <a:spcAft>
                <a:spcPts val="0"/>
              </a:spcAft>
              <a:buNone/>
              <a:defRPr sz="1400"/>
            </a:lvl5pPr>
            <a:lvl6pPr lvl="5" algn="ctr" rtl="0">
              <a:lnSpc>
                <a:spcPct val="100000"/>
              </a:lnSpc>
              <a:spcBef>
                <a:spcPts val="0"/>
              </a:spcBef>
              <a:spcAft>
                <a:spcPts val="0"/>
              </a:spcAft>
              <a:buNone/>
              <a:defRPr sz="1400"/>
            </a:lvl6pPr>
            <a:lvl7pPr lvl="6" algn="ctr" rtl="0">
              <a:lnSpc>
                <a:spcPct val="100000"/>
              </a:lnSpc>
              <a:spcBef>
                <a:spcPts val="0"/>
              </a:spcBef>
              <a:spcAft>
                <a:spcPts val="0"/>
              </a:spcAft>
              <a:buNone/>
              <a:defRPr sz="1400"/>
            </a:lvl7pPr>
            <a:lvl8pPr lvl="7" algn="ctr" rtl="0">
              <a:lnSpc>
                <a:spcPct val="100000"/>
              </a:lnSpc>
              <a:spcBef>
                <a:spcPts val="0"/>
              </a:spcBef>
              <a:spcAft>
                <a:spcPts val="0"/>
              </a:spcAft>
              <a:buNone/>
              <a:defRPr sz="1400"/>
            </a:lvl8pPr>
            <a:lvl9pPr lvl="8" algn="ctr" rtl="0">
              <a:lnSpc>
                <a:spcPct val="100000"/>
              </a:lnSpc>
              <a:spcBef>
                <a:spcPts val="0"/>
              </a:spcBef>
              <a:spcAft>
                <a:spcPts val="0"/>
              </a:spcAft>
              <a:buNone/>
              <a:defRPr sz="1400"/>
            </a:lvl9pPr>
          </a:lstStyle>
          <a:p>
            <a:r>
              <a:rPr lang="en-US"/>
              <a:t>Click to edit Master subtitle style</a:t>
            </a:r>
            <a:endParaRPr/>
          </a:p>
        </p:txBody>
      </p:sp>
      <p:sp>
        <p:nvSpPr>
          <p:cNvPr id="593" name="Google Shape;593;p20"/>
          <p:cNvSpPr txBox="1">
            <a:spLocks noGrp="1"/>
          </p:cNvSpPr>
          <p:nvPr>
            <p:ph type="subTitle" idx="3"/>
          </p:nvPr>
        </p:nvSpPr>
        <p:spPr>
          <a:xfrm>
            <a:off x="3357475" y="1579825"/>
            <a:ext cx="2439300" cy="3714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None/>
              <a:defRPr>
                <a:solidFill>
                  <a:schemeClr val="accent2"/>
                </a:solidFill>
                <a:latin typeface="Bakbak One"/>
                <a:ea typeface="Bakbak One"/>
                <a:cs typeface="Bakbak One"/>
                <a:sym typeface="Bakbak One"/>
              </a:defRPr>
            </a:lvl1pPr>
            <a:lvl2pPr lvl="1" algn="ctr" rtl="0">
              <a:lnSpc>
                <a:spcPct val="100000"/>
              </a:lnSpc>
              <a:spcBef>
                <a:spcPts val="0"/>
              </a:spcBef>
              <a:spcAft>
                <a:spcPts val="0"/>
              </a:spcAft>
              <a:buNone/>
              <a:defRPr>
                <a:solidFill>
                  <a:schemeClr val="accent2"/>
                </a:solidFill>
                <a:latin typeface="Bakbak One"/>
                <a:ea typeface="Bakbak One"/>
                <a:cs typeface="Bakbak One"/>
                <a:sym typeface="Bakbak One"/>
              </a:defRPr>
            </a:lvl2pPr>
            <a:lvl3pPr lvl="2" algn="ctr" rtl="0">
              <a:lnSpc>
                <a:spcPct val="100000"/>
              </a:lnSpc>
              <a:spcBef>
                <a:spcPts val="0"/>
              </a:spcBef>
              <a:spcAft>
                <a:spcPts val="0"/>
              </a:spcAft>
              <a:buNone/>
              <a:defRPr>
                <a:solidFill>
                  <a:schemeClr val="accent2"/>
                </a:solidFill>
                <a:latin typeface="Bakbak One"/>
                <a:ea typeface="Bakbak One"/>
                <a:cs typeface="Bakbak One"/>
                <a:sym typeface="Bakbak One"/>
              </a:defRPr>
            </a:lvl3pPr>
            <a:lvl4pPr lvl="3" algn="ctr" rtl="0">
              <a:lnSpc>
                <a:spcPct val="100000"/>
              </a:lnSpc>
              <a:spcBef>
                <a:spcPts val="0"/>
              </a:spcBef>
              <a:spcAft>
                <a:spcPts val="0"/>
              </a:spcAft>
              <a:buNone/>
              <a:defRPr>
                <a:solidFill>
                  <a:schemeClr val="accent2"/>
                </a:solidFill>
                <a:latin typeface="Bakbak One"/>
                <a:ea typeface="Bakbak One"/>
                <a:cs typeface="Bakbak One"/>
                <a:sym typeface="Bakbak One"/>
              </a:defRPr>
            </a:lvl4pPr>
            <a:lvl5pPr lvl="4" algn="ctr" rtl="0">
              <a:lnSpc>
                <a:spcPct val="100000"/>
              </a:lnSpc>
              <a:spcBef>
                <a:spcPts val="0"/>
              </a:spcBef>
              <a:spcAft>
                <a:spcPts val="0"/>
              </a:spcAft>
              <a:buNone/>
              <a:defRPr>
                <a:solidFill>
                  <a:schemeClr val="accent2"/>
                </a:solidFill>
                <a:latin typeface="Bakbak One"/>
                <a:ea typeface="Bakbak One"/>
                <a:cs typeface="Bakbak One"/>
                <a:sym typeface="Bakbak One"/>
              </a:defRPr>
            </a:lvl5pPr>
            <a:lvl6pPr lvl="5" algn="ctr" rtl="0">
              <a:lnSpc>
                <a:spcPct val="100000"/>
              </a:lnSpc>
              <a:spcBef>
                <a:spcPts val="0"/>
              </a:spcBef>
              <a:spcAft>
                <a:spcPts val="0"/>
              </a:spcAft>
              <a:buNone/>
              <a:defRPr>
                <a:solidFill>
                  <a:schemeClr val="accent2"/>
                </a:solidFill>
                <a:latin typeface="Bakbak One"/>
                <a:ea typeface="Bakbak One"/>
                <a:cs typeface="Bakbak One"/>
                <a:sym typeface="Bakbak One"/>
              </a:defRPr>
            </a:lvl6pPr>
            <a:lvl7pPr lvl="6" algn="ctr" rtl="0">
              <a:lnSpc>
                <a:spcPct val="100000"/>
              </a:lnSpc>
              <a:spcBef>
                <a:spcPts val="0"/>
              </a:spcBef>
              <a:spcAft>
                <a:spcPts val="0"/>
              </a:spcAft>
              <a:buNone/>
              <a:defRPr>
                <a:solidFill>
                  <a:schemeClr val="accent2"/>
                </a:solidFill>
                <a:latin typeface="Bakbak One"/>
                <a:ea typeface="Bakbak One"/>
                <a:cs typeface="Bakbak One"/>
                <a:sym typeface="Bakbak One"/>
              </a:defRPr>
            </a:lvl7pPr>
            <a:lvl8pPr lvl="7" algn="ctr" rtl="0">
              <a:lnSpc>
                <a:spcPct val="100000"/>
              </a:lnSpc>
              <a:spcBef>
                <a:spcPts val="0"/>
              </a:spcBef>
              <a:spcAft>
                <a:spcPts val="0"/>
              </a:spcAft>
              <a:buNone/>
              <a:defRPr>
                <a:solidFill>
                  <a:schemeClr val="accent2"/>
                </a:solidFill>
                <a:latin typeface="Bakbak One"/>
                <a:ea typeface="Bakbak One"/>
                <a:cs typeface="Bakbak One"/>
                <a:sym typeface="Bakbak One"/>
              </a:defRPr>
            </a:lvl8pPr>
            <a:lvl9pPr lvl="8" algn="ctr" rtl="0">
              <a:lnSpc>
                <a:spcPct val="100000"/>
              </a:lnSpc>
              <a:spcBef>
                <a:spcPts val="0"/>
              </a:spcBef>
              <a:spcAft>
                <a:spcPts val="0"/>
              </a:spcAft>
              <a:buNone/>
              <a:defRPr>
                <a:solidFill>
                  <a:schemeClr val="accent2"/>
                </a:solidFill>
                <a:latin typeface="Bakbak One"/>
                <a:ea typeface="Bakbak One"/>
                <a:cs typeface="Bakbak One"/>
                <a:sym typeface="Bakbak One"/>
              </a:defRPr>
            </a:lvl9pPr>
          </a:lstStyle>
          <a:p>
            <a:r>
              <a:rPr lang="en-US"/>
              <a:t>Click to edit Master subtitle style</a:t>
            </a:r>
            <a:endParaRPr/>
          </a:p>
        </p:txBody>
      </p:sp>
      <p:sp>
        <p:nvSpPr>
          <p:cNvPr id="594" name="Google Shape;594;p20"/>
          <p:cNvSpPr txBox="1">
            <a:spLocks noGrp="1"/>
          </p:cNvSpPr>
          <p:nvPr>
            <p:ph type="subTitle" idx="4"/>
          </p:nvPr>
        </p:nvSpPr>
        <p:spPr>
          <a:xfrm>
            <a:off x="3367675" y="1904002"/>
            <a:ext cx="2439300" cy="1079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None/>
              <a:defRPr sz="1400"/>
            </a:lvl1pPr>
            <a:lvl2pPr lvl="1" algn="ctr" rtl="0">
              <a:lnSpc>
                <a:spcPct val="100000"/>
              </a:lnSpc>
              <a:spcBef>
                <a:spcPts val="0"/>
              </a:spcBef>
              <a:spcAft>
                <a:spcPts val="0"/>
              </a:spcAft>
              <a:buNone/>
              <a:defRPr sz="1400"/>
            </a:lvl2pPr>
            <a:lvl3pPr lvl="2" algn="ctr" rtl="0">
              <a:lnSpc>
                <a:spcPct val="100000"/>
              </a:lnSpc>
              <a:spcBef>
                <a:spcPts val="0"/>
              </a:spcBef>
              <a:spcAft>
                <a:spcPts val="0"/>
              </a:spcAft>
              <a:buNone/>
              <a:defRPr sz="1400"/>
            </a:lvl3pPr>
            <a:lvl4pPr lvl="3" algn="ctr" rtl="0">
              <a:lnSpc>
                <a:spcPct val="100000"/>
              </a:lnSpc>
              <a:spcBef>
                <a:spcPts val="0"/>
              </a:spcBef>
              <a:spcAft>
                <a:spcPts val="0"/>
              </a:spcAft>
              <a:buNone/>
              <a:defRPr sz="1400"/>
            </a:lvl4pPr>
            <a:lvl5pPr lvl="4" algn="ctr" rtl="0">
              <a:lnSpc>
                <a:spcPct val="100000"/>
              </a:lnSpc>
              <a:spcBef>
                <a:spcPts val="0"/>
              </a:spcBef>
              <a:spcAft>
                <a:spcPts val="0"/>
              </a:spcAft>
              <a:buNone/>
              <a:defRPr sz="1400"/>
            </a:lvl5pPr>
            <a:lvl6pPr lvl="5" algn="ctr" rtl="0">
              <a:lnSpc>
                <a:spcPct val="100000"/>
              </a:lnSpc>
              <a:spcBef>
                <a:spcPts val="0"/>
              </a:spcBef>
              <a:spcAft>
                <a:spcPts val="0"/>
              </a:spcAft>
              <a:buNone/>
              <a:defRPr sz="1400"/>
            </a:lvl6pPr>
            <a:lvl7pPr lvl="6" algn="ctr" rtl="0">
              <a:lnSpc>
                <a:spcPct val="100000"/>
              </a:lnSpc>
              <a:spcBef>
                <a:spcPts val="0"/>
              </a:spcBef>
              <a:spcAft>
                <a:spcPts val="0"/>
              </a:spcAft>
              <a:buNone/>
              <a:defRPr sz="1400"/>
            </a:lvl7pPr>
            <a:lvl8pPr lvl="7" algn="ctr" rtl="0">
              <a:lnSpc>
                <a:spcPct val="100000"/>
              </a:lnSpc>
              <a:spcBef>
                <a:spcPts val="0"/>
              </a:spcBef>
              <a:spcAft>
                <a:spcPts val="0"/>
              </a:spcAft>
              <a:buNone/>
              <a:defRPr sz="1400"/>
            </a:lvl8pPr>
            <a:lvl9pPr lvl="8" algn="ctr" rtl="0">
              <a:lnSpc>
                <a:spcPct val="100000"/>
              </a:lnSpc>
              <a:spcBef>
                <a:spcPts val="0"/>
              </a:spcBef>
              <a:spcAft>
                <a:spcPts val="0"/>
              </a:spcAft>
              <a:buNone/>
              <a:defRPr sz="1400"/>
            </a:lvl9pPr>
          </a:lstStyle>
          <a:p>
            <a:r>
              <a:rPr lang="en-US"/>
              <a:t>Click to edit Master subtitle style</a:t>
            </a:r>
            <a:endParaRPr/>
          </a:p>
        </p:txBody>
      </p:sp>
      <p:sp>
        <p:nvSpPr>
          <p:cNvPr id="595" name="Google Shape;595;p20"/>
          <p:cNvSpPr txBox="1">
            <a:spLocks noGrp="1"/>
          </p:cNvSpPr>
          <p:nvPr>
            <p:ph type="subTitle" idx="5"/>
          </p:nvPr>
        </p:nvSpPr>
        <p:spPr>
          <a:xfrm>
            <a:off x="5938475" y="1579825"/>
            <a:ext cx="2418900" cy="3714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None/>
              <a:defRPr>
                <a:solidFill>
                  <a:schemeClr val="accent2"/>
                </a:solidFill>
                <a:latin typeface="Bakbak One"/>
                <a:ea typeface="Bakbak One"/>
                <a:cs typeface="Bakbak One"/>
                <a:sym typeface="Bakbak One"/>
              </a:defRPr>
            </a:lvl1pPr>
            <a:lvl2pPr lvl="1" algn="ctr" rtl="0">
              <a:lnSpc>
                <a:spcPct val="100000"/>
              </a:lnSpc>
              <a:spcBef>
                <a:spcPts val="0"/>
              </a:spcBef>
              <a:spcAft>
                <a:spcPts val="0"/>
              </a:spcAft>
              <a:buNone/>
              <a:defRPr>
                <a:solidFill>
                  <a:schemeClr val="accent2"/>
                </a:solidFill>
                <a:latin typeface="Bakbak One"/>
                <a:ea typeface="Bakbak One"/>
                <a:cs typeface="Bakbak One"/>
                <a:sym typeface="Bakbak One"/>
              </a:defRPr>
            </a:lvl2pPr>
            <a:lvl3pPr lvl="2" algn="ctr" rtl="0">
              <a:lnSpc>
                <a:spcPct val="100000"/>
              </a:lnSpc>
              <a:spcBef>
                <a:spcPts val="0"/>
              </a:spcBef>
              <a:spcAft>
                <a:spcPts val="0"/>
              </a:spcAft>
              <a:buNone/>
              <a:defRPr>
                <a:solidFill>
                  <a:schemeClr val="accent2"/>
                </a:solidFill>
                <a:latin typeface="Bakbak One"/>
                <a:ea typeface="Bakbak One"/>
                <a:cs typeface="Bakbak One"/>
                <a:sym typeface="Bakbak One"/>
              </a:defRPr>
            </a:lvl3pPr>
            <a:lvl4pPr lvl="3" algn="ctr" rtl="0">
              <a:lnSpc>
                <a:spcPct val="100000"/>
              </a:lnSpc>
              <a:spcBef>
                <a:spcPts val="0"/>
              </a:spcBef>
              <a:spcAft>
                <a:spcPts val="0"/>
              </a:spcAft>
              <a:buNone/>
              <a:defRPr>
                <a:solidFill>
                  <a:schemeClr val="accent2"/>
                </a:solidFill>
                <a:latin typeface="Bakbak One"/>
                <a:ea typeface="Bakbak One"/>
                <a:cs typeface="Bakbak One"/>
                <a:sym typeface="Bakbak One"/>
              </a:defRPr>
            </a:lvl4pPr>
            <a:lvl5pPr lvl="4" algn="ctr" rtl="0">
              <a:lnSpc>
                <a:spcPct val="100000"/>
              </a:lnSpc>
              <a:spcBef>
                <a:spcPts val="0"/>
              </a:spcBef>
              <a:spcAft>
                <a:spcPts val="0"/>
              </a:spcAft>
              <a:buNone/>
              <a:defRPr>
                <a:solidFill>
                  <a:schemeClr val="accent2"/>
                </a:solidFill>
                <a:latin typeface="Bakbak One"/>
                <a:ea typeface="Bakbak One"/>
                <a:cs typeface="Bakbak One"/>
                <a:sym typeface="Bakbak One"/>
              </a:defRPr>
            </a:lvl5pPr>
            <a:lvl6pPr lvl="5" algn="ctr" rtl="0">
              <a:lnSpc>
                <a:spcPct val="100000"/>
              </a:lnSpc>
              <a:spcBef>
                <a:spcPts val="0"/>
              </a:spcBef>
              <a:spcAft>
                <a:spcPts val="0"/>
              </a:spcAft>
              <a:buNone/>
              <a:defRPr>
                <a:solidFill>
                  <a:schemeClr val="accent2"/>
                </a:solidFill>
                <a:latin typeface="Bakbak One"/>
                <a:ea typeface="Bakbak One"/>
                <a:cs typeface="Bakbak One"/>
                <a:sym typeface="Bakbak One"/>
              </a:defRPr>
            </a:lvl6pPr>
            <a:lvl7pPr lvl="6" algn="ctr" rtl="0">
              <a:lnSpc>
                <a:spcPct val="100000"/>
              </a:lnSpc>
              <a:spcBef>
                <a:spcPts val="0"/>
              </a:spcBef>
              <a:spcAft>
                <a:spcPts val="0"/>
              </a:spcAft>
              <a:buNone/>
              <a:defRPr>
                <a:solidFill>
                  <a:schemeClr val="accent2"/>
                </a:solidFill>
                <a:latin typeface="Bakbak One"/>
                <a:ea typeface="Bakbak One"/>
                <a:cs typeface="Bakbak One"/>
                <a:sym typeface="Bakbak One"/>
              </a:defRPr>
            </a:lvl7pPr>
            <a:lvl8pPr lvl="7" algn="ctr" rtl="0">
              <a:lnSpc>
                <a:spcPct val="100000"/>
              </a:lnSpc>
              <a:spcBef>
                <a:spcPts val="0"/>
              </a:spcBef>
              <a:spcAft>
                <a:spcPts val="0"/>
              </a:spcAft>
              <a:buNone/>
              <a:defRPr>
                <a:solidFill>
                  <a:schemeClr val="accent2"/>
                </a:solidFill>
                <a:latin typeface="Bakbak One"/>
                <a:ea typeface="Bakbak One"/>
                <a:cs typeface="Bakbak One"/>
                <a:sym typeface="Bakbak One"/>
              </a:defRPr>
            </a:lvl8pPr>
            <a:lvl9pPr lvl="8" algn="ctr" rtl="0">
              <a:lnSpc>
                <a:spcPct val="100000"/>
              </a:lnSpc>
              <a:spcBef>
                <a:spcPts val="0"/>
              </a:spcBef>
              <a:spcAft>
                <a:spcPts val="0"/>
              </a:spcAft>
              <a:buNone/>
              <a:defRPr>
                <a:solidFill>
                  <a:schemeClr val="accent2"/>
                </a:solidFill>
                <a:latin typeface="Bakbak One"/>
                <a:ea typeface="Bakbak One"/>
                <a:cs typeface="Bakbak One"/>
                <a:sym typeface="Bakbak One"/>
              </a:defRPr>
            </a:lvl9pPr>
          </a:lstStyle>
          <a:p>
            <a:r>
              <a:rPr lang="en-US"/>
              <a:t>Click to edit Master subtitle style</a:t>
            </a:r>
            <a:endParaRPr/>
          </a:p>
        </p:txBody>
      </p:sp>
      <p:sp>
        <p:nvSpPr>
          <p:cNvPr id="596" name="Google Shape;596;p20"/>
          <p:cNvSpPr txBox="1">
            <a:spLocks noGrp="1"/>
          </p:cNvSpPr>
          <p:nvPr>
            <p:ph type="subTitle" idx="6"/>
          </p:nvPr>
        </p:nvSpPr>
        <p:spPr>
          <a:xfrm>
            <a:off x="5948675" y="1904003"/>
            <a:ext cx="2418900" cy="1079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None/>
              <a:defRPr sz="1400"/>
            </a:lvl1pPr>
            <a:lvl2pPr lvl="1" algn="ctr" rtl="0">
              <a:lnSpc>
                <a:spcPct val="100000"/>
              </a:lnSpc>
              <a:spcBef>
                <a:spcPts val="0"/>
              </a:spcBef>
              <a:spcAft>
                <a:spcPts val="0"/>
              </a:spcAft>
              <a:buNone/>
              <a:defRPr sz="1400"/>
            </a:lvl2pPr>
            <a:lvl3pPr lvl="2" algn="ctr" rtl="0">
              <a:lnSpc>
                <a:spcPct val="100000"/>
              </a:lnSpc>
              <a:spcBef>
                <a:spcPts val="0"/>
              </a:spcBef>
              <a:spcAft>
                <a:spcPts val="0"/>
              </a:spcAft>
              <a:buNone/>
              <a:defRPr sz="1400"/>
            </a:lvl3pPr>
            <a:lvl4pPr lvl="3" algn="ctr" rtl="0">
              <a:lnSpc>
                <a:spcPct val="100000"/>
              </a:lnSpc>
              <a:spcBef>
                <a:spcPts val="0"/>
              </a:spcBef>
              <a:spcAft>
                <a:spcPts val="0"/>
              </a:spcAft>
              <a:buNone/>
              <a:defRPr sz="1400"/>
            </a:lvl4pPr>
            <a:lvl5pPr lvl="4" algn="ctr" rtl="0">
              <a:lnSpc>
                <a:spcPct val="100000"/>
              </a:lnSpc>
              <a:spcBef>
                <a:spcPts val="0"/>
              </a:spcBef>
              <a:spcAft>
                <a:spcPts val="0"/>
              </a:spcAft>
              <a:buNone/>
              <a:defRPr sz="1400"/>
            </a:lvl5pPr>
            <a:lvl6pPr lvl="5" algn="ctr" rtl="0">
              <a:lnSpc>
                <a:spcPct val="100000"/>
              </a:lnSpc>
              <a:spcBef>
                <a:spcPts val="0"/>
              </a:spcBef>
              <a:spcAft>
                <a:spcPts val="0"/>
              </a:spcAft>
              <a:buNone/>
              <a:defRPr sz="1400"/>
            </a:lvl6pPr>
            <a:lvl7pPr lvl="6" algn="ctr" rtl="0">
              <a:lnSpc>
                <a:spcPct val="100000"/>
              </a:lnSpc>
              <a:spcBef>
                <a:spcPts val="0"/>
              </a:spcBef>
              <a:spcAft>
                <a:spcPts val="0"/>
              </a:spcAft>
              <a:buNone/>
              <a:defRPr sz="1400"/>
            </a:lvl7pPr>
            <a:lvl8pPr lvl="7" algn="ctr" rtl="0">
              <a:lnSpc>
                <a:spcPct val="100000"/>
              </a:lnSpc>
              <a:spcBef>
                <a:spcPts val="0"/>
              </a:spcBef>
              <a:spcAft>
                <a:spcPts val="0"/>
              </a:spcAft>
              <a:buNone/>
              <a:defRPr sz="1400"/>
            </a:lvl8pPr>
            <a:lvl9pPr lvl="8" algn="ctr" rtl="0">
              <a:lnSpc>
                <a:spcPct val="100000"/>
              </a:lnSpc>
              <a:spcBef>
                <a:spcPts val="0"/>
              </a:spcBef>
              <a:spcAft>
                <a:spcPts val="0"/>
              </a:spcAft>
              <a:buNone/>
              <a:defRPr sz="1400"/>
            </a:lvl9pPr>
          </a:lstStyle>
          <a:p>
            <a:r>
              <a:rPr lang="en-US"/>
              <a:t>Click to edit Master subtitle style</a:t>
            </a:r>
            <a:endParaRPr/>
          </a:p>
        </p:txBody>
      </p:sp>
      <p:sp>
        <p:nvSpPr>
          <p:cNvPr id="597" name="Google Shape;597;p20"/>
          <p:cNvSpPr txBox="1">
            <a:spLocks noGrp="1"/>
          </p:cNvSpPr>
          <p:nvPr>
            <p:ph type="title"/>
          </p:nvPr>
        </p:nvSpPr>
        <p:spPr>
          <a:xfrm>
            <a:off x="713275" y="539500"/>
            <a:ext cx="77175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t>Click to edit Master title style</a:t>
            </a:r>
            <a:endParaRPr/>
          </a:p>
        </p:txBody>
      </p:sp>
      <p:sp>
        <p:nvSpPr>
          <p:cNvPr id="598" name="Google Shape;598;p20"/>
          <p:cNvSpPr/>
          <p:nvPr/>
        </p:nvSpPr>
        <p:spPr>
          <a:xfrm>
            <a:off x="5878875" y="298375"/>
            <a:ext cx="3038325" cy="293979"/>
          </a:xfrm>
          <a:custGeom>
            <a:avLst/>
            <a:gdLst/>
            <a:ahLst/>
            <a:cxnLst/>
            <a:rect l="l" t="t" r="r" b="b"/>
            <a:pathLst>
              <a:path w="121533" h="3413" extrusionOk="0">
                <a:moveTo>
                  <a:pt x="3294" y="2308"/>
                </a:moveTo>
                <a:cubicBezTo>
                  <a:pt x="8457" y="2208"/>
                  <a:pt x="15016" y="967"/>
                  <a:pt x="19888" y="1341"/>
                </a:cubicBezTo>
                <a:cubicBezTo>
                  <a:pt x="28034" y="1971"/>
                  <a:pt x="29758" y="137"/>
                  <a:pt x="36801" y="621"/>
                </a:cubicBezTo>
                <a:cubicBezTo>
                  <a:pt x="44966" y="1223"/>
                  <a:pt x="55457" y="1314"/>
                  <a:pt x="61551" y="1150"/>
                </a:cubicBezTo>
                <a:cubicBezTo>
                  <a:pt x="69068" y="958"/>
                  <a:pt x="74232" y="0"/>
                  <a:pt x="81439" y="767"/>
                </a:cubicBezTo>
                <a:cubicBezTo>
                  <a:pt x="84887" y="1150"/>
                  <a:pt x="81119" y="1825"/>
                  <a:pt x="90680" y="1104"/>
                </a:cubicBezTo>
                <a:cubicBezTo>
                  <a:pt x="94292" y="830"/>
                  <a:pt x="95688" y="812"/>
                  <a:pt x="99921" y="958"/>
                </a:cubicBezTo>
                <a:cubicBezTo>
                  <a:pt x="107119" y="1250"/>
                  <a:pt x="115576" y="1104"/>
                  <a:pt x="121533" y="1250"/>
                </a:cubicBezTo>
                <a:cubicBezTo>
                  <a:pt x="116679" y="1442"/>
                  <a:pt x="103515" y="1150"/>
                  <a:pt x="95378" y="1679"/>
                </a:cubicBezTo>
                <a:cubicBezTo>
                  <a:pt x="85352" y="2254"/>
                  <a:pt x="79559" y="2545"/>
                  <a:pt x="69378" y="2062"/>
                </a:cubicBezTo>
                <a:cubicBezTo>
                  <a:pt x="61396" y="1633"/>
                  <a:pt x="51680" y="1487"/>
                  <a:pt x="43534" y="1779"/>
                </a:cubicBezTo>
                <a:cubicBezTo>
                  <a:pt x="34767" y="2016"/>
                  <a:pt x="30069" y="3412"/>
                  <a:pt x="20672" y="2646"/>
                </a:cubicBezTo>
                <a:cubicBezTo>
                  <a:pt x="16448" y="2254"/>
                  <a:pt x="14879" y="2254"/>
                  <a:pt x="10656" y="2354"/>
                </a:cubicBezTo>
                <a:cubicBezTo>
                  <a:pt x="7837" y="2400"/>
                  <a:pt x="4388" y="2500"/>
                  <a:pt x="0" y="2445"/>
                </a:cubicBezTo>
                <a:close/>
              </a:path>
            </a:pathLst>
          </a:custGeom>
          <a:solidFill>
            <a:srgbClr val="FFFFFF">
              <a:alpha val="410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 name="Google Shape;599;p20"/>
          <p:cNvSpPr/>
          <p:nvPr/>
        </p:nvSpPr>
        <p:spPr>
          <a:xfrm rot="-2231248" flipH="1">
            <a:off x="7888443" y="388172"/>
            <a:ext cx="240403" cy="114379"/>
          </a:xfrm>
          <a:custGeom>
            <a:avLst/>
            <a:gdLst/>
            <a:ahLst/>
            <a:cxnLst/>
            <a:rect l="l" t="t" r="r" b="b"/>
            <a:pathLst>
              <a:path w="2560" h="1218" extrusionOk="0">
                <a:moveTo>
                  <a:pt x="2192" y="116"/>
                </a:moveTo>
                <a:cubicBezTo>
                  <a:pt x="2088" y="169"/>
                  <a:pt x="1972" y="231"/>
                  <a:pt x="1867" y="305"/>
                </a:cubicBezTo>
                <a:lnTo>
                  <a:pt x="1867" y="305"/>
                </a:lnTo>
                <a:cubicBezTo>
                  <a:pt x="1762" y="378"/>
                  <a:pt x="1668" y="462"/>
                  <a:pt x="1574" y="557"/>
                </a:cubicBezTo>
                <a:lnTo>
                  <a:pt x="1574" y="557"/>
                </a:lnTo>
                <a:cubicBezTo>
                  <a:pt x="1521" y="598"/>
                  <a:pt x="1479" y="651"/>
                  <a:pt x="1437" y="714"/>
                </a:cubicBezTo>
                <a:lnTo>
                  <a:pt x="1437" y="714"/>
                </a:lnTo>
                <a:cubicBezTo>
                  <a:pt x="1354" y="661"/>
                  <a:pt x="1280" y="630"/>
                  <a:pt x="1207" y="609"/>
                </a:cubicBezTo>
                <a:lnTo>
                  <a:pt x="1207" y="609"/>
                </a:lnTo>
                <a:cubicBezTo>
                  <a:pt x="1070" y="557"/>
                  <a:pt x="934" y="525"/>
                  <a:pt x="798" y="515"/>
                </a:cubicBezTo>
                <a:lnTo>
                  <a:pt x="798" y="515"/>
                </a:lnTo>
                <a:cubicBezTo>
                  <a:pt x="672" y="494"/>
                  <a:pt x="536" y="494"/>
                  <a:pt x="399" y="494"/>
                </a:cubicBezTo>
                <a:lnTo>
                  <a:pt x="399" y="494"/>
                </a:lnTo>
                <a:cubicBezTo>
                  <a:pt x="263" y="504"/>
                  <a:pt x="137" y="515"/>
                  <a:pt x="1" y="546"/>
                </a:cubicBezTo>
                <a:lnTo>
                  <a:pt x="1" y="546"/>
                </a:lnTo>
                <a:cubicBezTo>
                  <a:pt x="252" y="630"/>
                  <a:pt x="504" y="703"/>
                  <a:pt x="745" y="787"/>
                </a:cubicBezTo>
                <a:lnTo>
                  <a:pt x="745" y="787"/>
                </a:lnTo>
                <a:cubicBezTo>
                  <a:pt x="861" y="829"/>
                  <a:pt x="976" y="861"/>
                  <a:pt x="1081" y="913"/>
                </a:cubicBezTo>
                <a:lnTo>
                  <a:pt x="1081" y="913"/>
                </a:lnTo>
                <a:cubicBezTo>
                  <a:pt x="1186" y="965"/>
                  <a:pt x="1291" y="1018"/>
                  <a:pt x="1364" y="1081"/>
                </a:cubicBezTo>
                <a:lnTo>
                  <a:pt x="1364" y="1081"/>
                </a:lnTo>
                <a:lnTo>
                  <a:pt x="1521" y="1217"/>
                </a:lnTo>
                <a:lnTo>
                  <a:pt x="1626" y="1039"/>
                </a:lnTo>
                <a:cubicBezTo>
                  <a:pt x="1731" y="861"/>
                  <a:pt x="1888" y="682"/>
                  <a:pt x="2046" y="504"/>
                </a:cubicBezTo>
                <a:lnTo>
                  <a:pt x="2046" y="504"/>
                </a:lnTo>
                <a:cubicBezTo>
                  <a:pt x="2203" y="336"/>
                  <a:pt x="2371" y="169"/>
                  <a:pt x="2559" y="1"/>
                </a:cubicBezTo>
                <a:lnTo>
                  <a:pt x="2559" y="1"/>
                </a:lnTo>
                <a:cubicBezTo>
                  <a:pt x="2434" y="11"/>
                  <a:pt x="2308" y="64"/>
                  <a:pt x="2192" y="116"/>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568110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ackground 1">
  <p:cSld name="Background 1">
    <p:spTree>
      <p:nvGrpSpPr>
        <p:cNvPr id="1" name="Shape 1045"/>
        <p:cNvGrpSpPr/>
        <p:nvPr/>
      </p:nvGrpSpPr>
      <p:grpSpPr>
        <a:xfrm>
          <a:off x="0" y="0"/>
          <a:ext cx="0" cy="0"/>
          <a:chOff x="0" y="0"/>
          <a:chExt cx="0" cy="0"/>
        </a:xfrm>
      </p:grpSpPr>
      <p:sp>
        <p:nvSpPr>
          <p:cNvPr id="1046" name="Google Shape;1046;p26"/>
          <p:cNvSpPr/>
          <p:nvPr/>
        </p:nvSpPr>
        <p:spPr>
          <a:xfrm flipH="1">
            <a:off x="470467" y="398238"/>
            <a:ext cx="883583" cy="883564"/>
          </a:xfrm>
          <a:custGeom>
            <a:avLst/>
            <a:gdLst/>
            <a:ahLst/>
            <a:cxnLst/>
            <a:rect l="l" t="t" r="r" b="b"/>
            <a:pathLst>
              <a:path w="45990" h="45989" extrusionOk="0">
                <a:moveTo>
                  <a:pt x="1" y="22995"/>
                </a:moveTo>
                <a:cubicBezTo>
                  <a:pt x="1" y="35691"/>
                  <a:pt x="10299" y="45989"/>
                  <a:pt x="22995" y="45989"/>
                </a:cubicBezTo>
                <a:lnTo>
                  <a:pt x="22995" y="45989"/>
                </a:lnTo>
                <a:cubicBezTo>
                  <a:pt x="35691" y="45989"/>
                  <a:pt x="45989" y="35691"/>
                  <a:pt x="45989" y="22995"/>
                </a:cubicBezTo>
                <a:lnTo>
                  <a:pt x="45989" y="22995"/>
                </a:lnTo>
                <a:cubicBezTo>
                  <a:pt x="45989" y="10298"/>
                  <a:pt x="35691" y="0"/>
                  <a:pt x="22995" y="0"/>
                </a:cubicBezTo>
                <a:lnTo>
                  <a:pt x="22995" y="0"/>
                </a:lnTo>
                <a:cubicBezTo>
                  <a:pt x="10299" y="0"/>
                  <a:pt x="1" y="10298"/>
                  <a:pt x="1" y="2299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7" name="Google Shape;1047;p26"/>
          <p:cNvSpPr/>
          <p:nvPr/>
        </p:nvSpPr>
        <p:spPr>
          <a:xfrm flipH="1">
            <a:off x="0" y="565275"/>
            <a:ext cx="3572600" cy="500050"/>
          </a:xfrm>
          <a:custGeom>
            <a:avLst/>
            <a:gdLst/>
            <a:ahLst/>
            <a:cxnLst/>
            <a:rect l="l" t="t" r="r" b="b"/>
            <a:pathLst>
              <a:path w="142904" h="20002" extrusionOk="0">
                <a:moveTo>
                  <a:pt x="1" y="2430"/>
                </a:moveTo>
                <a:cubicBezTo>
                  <a:pt x="1" y="2430"/>
                  <a:pt x="73043" y="2383"/>
                  <a:pt x="78263" y="4876"/>
                </a:cubicBezTo>
                <a:lnTo>
                  <a:pt x="78263" y="4876"/>
                </a:lnTo>
                <a:cubicBezTo>
                  <a:pt x="83482" y="7368"/>
                  <a:pt x="142904" y="20001"/>
                  <a:pt x="142904" y="20001"/>
                </a:cubicBezTo>
                <a:lnTo>
                  <a:pt x="142904" y="20001"/>
                </a:lnTo>
                <a:lnTo>
                  <a:pt x="142904" y="2430"/>
                </a:lnTo>
                <a:cubicBezTo>
                  <a:pt x="142904" y="2430"/>
                  <a:pt x="104125" y="7916"/>
                  <a:pt x="96179" y="2430"/>
                </a:cubicBezTo>
                <a:lnTo>
                  <a:pt x="96179" y="2430"/>
                </a:lnTo>
                <a:cubicBezTo>
                  <a:pt x="93530" y="612"/>
                  <a:pt x="81962" y="1"/>
                  <a:pt x="67714" y="1"/>
                </a:cubicBezTo>
                <a:lnTo>
                  <a:pt x="67714" y="1"/>
                </a:lnTo>
                <a:cubicBezTo>
                  <a:pt x="39218" y="1"/>
                  <a:pt x="1" y="2430"/>
                  <a:pt x="1" y="2430"/>
                </a:cubicBezTo>
              </a:path>
            </a:pathLst>
          </a:custGeom>
          <a:solidFill>
            <a:srgbClr val="FFFFFF">
              <a:alpha val="410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 name="Google Shape;1048;p26"/>
          <p:cNvSpPr/>
          <p:nvPr/>
        </p:nvSpPr>
        <p:spPr>
          <a:xfrm rot="-2231248" flipH="1">
            <a:off x="1679693" y="1010235"/>
            <a:ext cx="240403" cy="114379"/>
          </a:xfrm>
          <a:custGeom>
            <a:avLst/>
            <a:gdLst/>
            <a:ahLst/>
            <a:cxnLst/>
            <a:rect l="l" t="t" r="r" b="b"/>
            <a:pathLst>
              <a:path w="2560" h="1218" extrusionOk="0">
                <a:moveTo>
                  <a:pt x="2192" y="116"/>
                </a:moveTo>
                <a:cubicBezTo>
                  <a:pt x="2088" y="169"/>
                  <a:pt x="1972" y="231"/>
                  <a:pt x="1867" y="305"/>
                </a:cubicBezTo>
                <a:lnTo>
                  <a:pt x="1867" y="305"/>
                </a:lnTo>
                <a:cubicBezTo>
                  <a:pt x="1762" y="378"/>
                  <a:pt x="1668" y="462"/>
                  <a:pt x="1574" y="557"/>
                </a:cubicBezTo>
                <a:lnTo>
                  <a:pt x="1574" y="557"/>
                </a:lnTo>
                <a:cubicBezTo>
                  <a:pt x="1521" y="598"/>
                  <a:pt x="1479" y="651"/>
                  <a:pt x="1437" y="714"/>
                </a:cubicBezTo>
                <a:lnTo>
                  <a:pt x="1437" y="714"/>
                </a:lnTo>
                <a:cubicBezTo>
                  <a:pt x="1354" y="661"/>
                  <a:pt x="1280" y="630"/>
                  <a:pt x="1207" y="609"/>
                </a:cubicBezTo>
                <a:lnTo>
                  <a:pt x="1207" y="609"/>
                </a:lnTo>
                <a:cubicBezTo>
                  <a:pt x="1070" y="557"/>
                  <a:pt x="934" y="525"/>
                  <a:pt x="798" y="515"/>
                </a:cubicBezTo>
                <a:lnTo>
                  <a:pt x="798" y="515"/>
                </a:lnTo>
                <a:cubicBezTo>
                  <a:pt x="672" y="494"/>
                  <a:pt x="536" y="494"/>
                  <a:pt x="399" y="494"/>
                </a:cubicBezTo>
                <a:lnTo>
                  <a:pt x="399" y="494"/>
                </a:lnTo>
                <a:cubicBezTo>
                  <a:pt x="263" y="504"/>
                  <a:pt x="137" y="515"/>
                  <a:pt x="1" y="546"/>
                </a:cubicBezTo>
                <a:lnTo>
                  <a:pt x="1" y="546"/>
                </a:lnTo>
                <a:cubicBezTo>
                  <a:pt x="252" y="630"/>
                  <a:pt x="504" y="703"/>
                  <a:pt x="745" y="787"/>
                </a:cubicBezTo>
                <a:lnTo>
                  <a:pt x="745" y="787"/>
                </a:lnTo>
                <a:cubicBezTo>
                  <a:pt x="861" y="829"/>
                  <a:pt x="976" y="861"/>
                  <a:pt x="1081" y="913"/>
                </a:cubicBezTo>
                <a:lnTo>
                  <a:pt x="1081" y="913"/>
                </a:lnTo>
                <a:cubicBezTo>
                  <a:pt x="1186" y="965"/>
                  <a:pt x="1291" y="1018"/>
                  <a:pt x="1364" y="1081"/>
                </a:cubicBezTo>
                <a:lnTo>
                  <a:pt x="1364" y="1081"/>
                </a:lnTo>
                <a:lnTo>
                  <a:pt x="1521" y="1217"/>
                </a:lnTo>
                <a:lnTo>
                  <a:pt x="1626" y="1039"/>
                </a:lnTo>
                <a:cubicBezTo>
                  <a:pt x="1731" y="861"/>
                  <a:pt x="1888" y="682"/>
                  <a:pt x="2046" y="504"/>
                </a:cubicBezTo>
                <a:lnTo>
                  <a:pt x="2046" y="504"/>
                </a:lnTo>
                <a:cubicBezTo>
                  <a:pt x="2203" y="336"/>
                  <a:pt x="2371" y="169"/>
                  <a:pt x="2559" y="1"/>
                </a:cubicBezTo>
                <a:lnTo>
                  <a:pt x="2559" y="1"/>
                </a:lnTo>
                <a:cubicBezTo>
                  <a:pt x="2434" y="11"/>
                  <a:pt x="2308" y="64"/>
                  <a:pt x="2192" y="116"/>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9" name="Google Shape;1049;p26"/>
          <p:cNvSpPr/>
          <p:nvPr/>
        </p:nvSpPr>
        <p:spPr>
          <a:xfrm rot="-2231248" flipH="1">
            <a:off x="1844168" y="389860"/>
            <a:ext cx="240403" cy="114379"/>
          </a:xfrm>
          <a:custGeom>
            <a:avLst/>
            <a:gdLst/>
            <a:ahLst/>
            <a:cxnLst/>
            <a:rect l="l" t="t" r="r" b="b"/>
            <a:pathLst>
              <a:path w="2560" h="1218" extrusionOk="0">
                <a:moveTo>
                  <a:pt x="2192" y="116"/>
                </a:moveTo>
                <a:cubicBezTo>
                  <a:pt x="2088" y="169"/>
                  <a:pt x="1972" y="231"/>
                  <a:pt x="1867" y="305"/>
                </a:cubicBezTo>
                <a:lnTo>
                  <a:pt x="1867" y="305"/>
                </a:lnTo>
                <a:cubicBezTo>
                  <a:pt x="1762" y="378"/>
                  <a:pt x="1668" y="462"/>
                  <a:pt x="1574" y="557"/>
                </a:cubicBezTo>
                <a:lnTo>
                  <a:pt x="1574" y="557"/>
                </a:lnTo>
                <a:cubicBezTo>
                  <a:pt x="1521" y="598"/>
                  <a:pt x="1479" y="651"/>
                  <a:pt x="1437" y="714"/>
                </a:cubicBezTo>
                <a:lnTo>
                  <a:pt x="1437" y="714"/>
                </a:lnTo>
                <a:cubicBezTo>
                  <a:pt x="1354" y="661"/>
                  <a:pt x="1280" y="630"/>
                  <a:pt x="1207" y="609"/>
                </a:cubicBezTo>
                <a:lnTo>
                  <a:pt x="1207" y="609"/>
                </a:lnTo>
                <a:cubicBezTo>
                  <a:pt x="1070" y="557"/>
                  <a:pt x="934" y="525"/>
                  <a:pt x="798" y="515"/>
                </a:cubicBezTo>
                <a:lnTo>
                  <a:pt x="798" y="515"/>
                </a:lnTo>
                <a:cubicBezTo>
                  <a:pt x="672" y="494"/>
                  <a:pt x="536" y="494"/>
                  <a:pt x="399" y="494"/>
                </a:cubicBezTo>
                <a:lnTo>
                  <a:pt x="399" y="494"/>
                </a:lnTo>
                <a:cubicBezTo>
                  <a:pt x="263" y="504"/>
                  <a:pt x="137" y="515"/>
                  <a:pt x="1" y="546"/>
                </a:cubicBezTo>
                <a:lnTo>
                  <a:pt x="1" y="546"/>
                </a:lnTo>
                <a:cubicBezTo>
                  <a:pt x="252" y="630"/>
                  <a:pt x="504" y="703"/>
                  <a:pt x="745" y="787"/>
                </a:cubicBezTo>
                <a:lnTo>
                  <a:pt x="745" y="787"/>
                </a:lnTo>
                <a:cubicBezTo>
                  <a:pt x="861" y="829"/>
                  <a:pt x="976" y="861"/>
                  <a:pt x="1081" y="913"/>
                </a:cubicBezTo>
                <a:lnTo>
                  <a:pt x="1081" y="913"/>
                </a:lnTo>
                <a:cubicBezTo>
                  <a:pt x="1186" y="965"/>
                  <a:pt x="1291" y="1018"/>
                  <a:pt x="1364" y="1081"/>
                </a:cubicBezTo>
                <a:lnTo>
                  <a:pt x="1364" y="1081"/>
                </a:lnTo>
                <a:lnTo>
                  <a:pt x="1521" y="1217"/>
                </a:lnTo>
                <a:lnTo>
                  <a:pt x="1626" y="1039"/>
                </a:lnTo>
                <a:cubicBezTo>
                  <a:pt x="1731" y="861"/>
                  <a:pt x="1888" y="682"/>
                  <a:pt x="2046" y="504"/>
                </a:cubicBezTo>
                <a:lnTo>
                  <a:pt x="2046" y="504"/>
                </a:lnTo>
                <a:cubicBezTo>
                  <a:pt x="2203" y="336"/>
                  <a:pt x="2371" y="169"/>
                  <a:pt x="2559" y="1"/>
                </a:cubicBezTo>
                <a:lnTo>
                  <a:pt x="2559" y="1"/>
                </a:lnTo>
                <a:cubicBezTo>
                  <a:pt x="2434" y="11"/>
                  <a:pt x="2308" y="64"/>
                  <a:pt x="2192" y="116"/>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50" name="Google Shape;1050;p26"/>
          <p:cNvGrpSpPr/>
          <p:nvPr/>
        </p:nvGrpSpPr>
        <p:grpSpPr>
          <a:xfrm flipH="1">
            <a:off x="4964675" y="2631750"/>
            <a:ext cx="3075700" cy="952625"/>
            <a:chOff x="3962175" y="2631750"/>
            <a:chExt cx="3075700" cy="952625"/>
          </a:xfrm>
        </p:grpSpPr>
        <p:sp>
          <p:nvSpPr>
            <p:cNvPr id="1051" name="Google Shape;1051;p26"/>
            <p:cNvSpPr/>
            <p:nvPr/>
          </p:nvSpPr>
          <p:spPr>
            <a:xfrm>
              <a:off x="3962175" y="3227750"/>
              <a:ext cx="3075700" cy="356625"/>
            </a:xfrm>
            <a:custGeom>
              <a:avLst/>
              <a:gdLst/>
              <a:ahLst/>
              <a:cxnLst/>
              <a:rect l="l" t="t" r="r" b="b"/>
              <a:pathLst>
                <a:path w="123028" h="14265" extrusionOk="0">
                  <a:moveTo>
                    <a:pt x="114046" y="1"/>
                  </a:moveTo>
                  <a:lnTo>
                    <a:pt x="114046" y="1239"/>
                  </a:lnTo>
                  <a:lnTo>
                    <a:pt x="114579" y="1239"/>
                  </a:lnTo>
                  <a:lnTo>
                    <a:pt x="114579" y="3167"/>
                  </a:lnTo>
                  <a:lnTo>
                    <a:pt x="109877" y="3167"/>
                  </a:lnTo>
                  <a:lnTo>
                    <a:pt x="109877" y="2728"/>
                  </a:lnTo>
                  <a:lnTo>
                    <a:pt x="108984" y="2728"/>
                  </a:lnTo>
                  <a:lnTo>
                    <a:pt x="108984" y="1913"/>
                  </a:lnTo>
                  <a:cubicBezTo>
                    <a:pt x="108984" y="1411"/>
                    <a:pt x="108513" y="1004"/>
                    <a:pt x="107980" y="1098"/>
                  </a:cubicBezTo>
                  <a:lnTo>
                    <a:pt x="107980" y="1098"/>
                  </a:lnTo>
                  <a:cubicBezTo>
                    <a:pt x="107573" y="1161"/>
                    <a:pt x="107291" y="1553"/>
                    <a:pt x="107291" y="1960"/>
                  </a:cubicBezTo>
                  <a:lnTo>
                    <a:pt x="107291" y="1960"/>
                  </a:lnTo>
                  <a:lnTo>
                    <a:pt x="107291" y="2728"/>
                  </a:lnTo>
                  <a:lnTo>
                    <a:pt x="106397" y="2728"/>
                  </a:lnTo>
                  <a:lnTo>
                    <a:pt x="106397" y="3167"/>
                  </a:lnTo>
                  <a:lnTo>
                    <a:pt x="105237" y="3167"/>
                  </a:lnTo>
                  <a:lnTo>
                    <a:pt x="105237" y="1615"/>
                  </a:lnTo>
                  <a:lnTo>
                    <a:pt x="103921" y="1615"/>
                  </a:lnTo>
                  <a:lnTo>
                    <a:pt x="103921" y="3167"/>
                  </a:lnTo>
                  <a:lnTo>
                    <a:pt x="100112" y="3167"/>
                  </a:lnTo>
                  <a:lnTo>
                    <a:pt x="100112" y="1521"/>
                  </a:lnTo>
                  <a:cubicBezTo>
                    <a:pt x="100112" y="675"/>
                    <a:pt x="99438" y="1"/>
                    <a:pt x="98591" y="1"/>
                  </a:cubicBezTo>
                  <a:lnTo>
                    <a:pt x="98591" y="1"/>
                  </a:lnTo>
                  <a:lnTo>
                    <a:pt x="88403" y="1"/>
                  </a:lnTo>
                  <a:cubicBezTo>
                    <a:pt x="87870" y="1"/>
                    <a:pt x="87431" y="440"/>
                    <a:pt x="87463" y="988"/>
                  </a:cubicBezTo>
                  <a:lnTo>
                    <a:pt x="87463" y="988"/>
                  </a:lnTo>
                  <a:cubicBezTo>
                    <a:pt x="87494" y="1490"/>
                    <a:pt x="87949" y="1882"/>
                    <a:pt x="88466" y="1882"/>
                  </a:cubicBezTo>
                  <a:lnTo>
                    <a:pt x="88466" y="1882"/>
                  </a:lnTo>
                  <a:lnTo>
                    <a:pt x="92149" y="1882"/>
                  </a:lnTo>
                  <a:cubicBezTo>
                    <a:pt x="92964" y="1882"/>
                    <a:pt x="93638" y="2540"/>
                    <a:pt x="93638" y="3355"/>
                  </a:cubicBezTo>
                  <a:lnTo>
                    <a:pt x="93638" y="3355"/>
                  </a:lnTo>
                  <a:lnTo>
                    <a:pt x="93638" y="5785"/>
                  </a:lnTo>
                  <a:cubicBezTo>
                    <a:pt x="93638" y="5988"/>
                    <a:pt x="93466" y="6161"/>
                    <a:pt x="93247" y="6161"/>
                  </a:cubicBezTo>
                  <a:lnTo>
                    <a:pt x="93247" y="6161"/>
                  </a:lnTo>
                  <a:lnTo>
                    <a:pt x="88293" y="6161"/>
                  </a:lnTo>
                  <a:cubicBezTo>
                    <a:pt x="87839" y="6161"/>
                    <a:pt x="87463" y="6537"/>
                    <a:pt x="87463" y="6992"/>
                  </a:cubicBezTo>
                  <a:lnTo>
                    <a:pt x="87463" y="6992"/>
                  </a:lnTo>
                  <a:lnTo>
                    <a:pt x="87463" y="9468"/>
                  </a:lnTo>
                  <a:cubicBezTo>
                    <a:pt x="87463" y="10299"/>
                    <a:pt x="87823" y="11036"/>
                    <a:pt x="88403" y="11537"/>
                  </a:cubicBezTo>
                  <a:lnTo>
                    <a:pt x="88403" y="11537"/>
                  </a:lnTo>
                  <a:cubicBezTo>
                    <a:pt x="88388" y="11615"/>
                    <a:pt x="88388" y="11678"/>
                    <a:pt x="88372" y="11741"/>
                  </a:cubicBezTo>
                  <a:lnTo>
                    <a:pt x="88372" y="11741"/>
                  </a:lnTo>
                  <a:lnTo>
                    <a:pt x="85221" y="11741"/>
                  </a:lnTo>
                  <a:lnTo>
                    <a:pt x="85221" y="3512"/>
                  </a:lnTo>
                  <a:cubicBezTo>
                    <a:pt x="85221" y="2430"/>
                    <a:pt x="84359" y="1553"/>
                    <a:pt x="83278" y="1553"/>
                  </a:cubicBezTo>
                  <a:lnTo>
                    <a:pt x="83278" y="1553"/>
                  </a:lnTo>
                  <a:lnTo>
                    <a:pt x="46083" y="1553"/>
                  </a:lnTo>
                  <a:cubicBezTo>
                    <a:pt x="45017" y="1553"/>
                    <a:pt x="44139" y="2430"/>
                    <a:pt x="44139" y="3512"/>
                  </a:cubicBezTo>
                  <a:lnTo>
                    <a:pt x="44139" y="3512"/>
                  </a:lnTo>
                  <a:lnTo>
                    <a:pt x="44139" y="10330"/>
                  </a:lnTo>
                  <a:lnTo>
                    <a:pt x="42211" y="10330"/>
                  </a:lnTo>
                  <a:lnTo>
                    <a:pt x="42211" y="3512"/>
                  </a:lnTo>
                  <a:cubicBezTo>
                    <a:pt x="42211" y="2430"/>
                    <a:pt x="41333" y="1553"/>
                    <a:pt x="40267" y="1553"/>
                  </a:cubicBezTo>
                  <a:lnTo>
                    <a:pt x="40267" y="1553"/>
                  </a:lnTo>
                  <a:lnTo>
                    <a:pt x="3072" y="1553"/>
                  </a:lnTo>
                  <a:cubicBezTo>
                    <a:pt x="2006" y="1553"/>
                    <a:pt x="1129" y="2430"/>
                    <a:pt x="1129" y="3512"/>
                  </a:cubicBezTo>
                  <a:lnTo>
                    <a:pt x="1129" y="3512"/>
                  </a:lnTo>
                  <a:lnTo>
                    <a:pt x="1129" y="10330"/>
                  </a:lnTo>
                  <a:lnTo>
                    <a:pt x="0" y="10330"/>
                  </a:lnTo>
                  <a:lnTo>
                    <a:pt x="0" y="11130"/>
                  </a:lnTo>
                  <a:lnTo>
                    <a:pt x="1129" y="11130"/>
                  </a:lnTo>
                  <a:lnTo>
                    <a:pt x="1129" y="12650"/>
                  </a:lnTo>
                  <a:lnTo>
                    <a:pt x="1865" y="12650"/>
                  </a:lnTo>
                  <a:cubicBezTo>
                    <a:pt x="1865" y="13481"/>
                    <a:pt x="2555" y="14170"/>
                    <a:pt x="3386" y="14170"/>
                  </a:cubicBezTo>
                  <a:lnTo>
                    <a:pt x="3386" y="14170"/>
                  </a:lnTo>
                  <a:cubicBezTo>
                    <a:pt x="4232" y="14170"/>
                    <a:pt x="4906" y="13481"/>
                    <a:pt x="4906" y="12650"/>
                  </a:cubicBezTo>
                  <a:lnTo>
                    <a:pt x="4906" y="12650"/>
                  </a:lnTo>
                  <a:lnTo>
                    <a:pt x="6113" y="12650"/>
                  </a:lnTo>
                  <a:cubicBezTo>
                    <a:pt x="6113" y="13481"/>
                    <a:pt x="6803" y="14170"/>
                    <a:pt x="7633" y="14170"/>
                  </a:cubicBezTo>
                  <a:lnTo>
                    <a:pt x="7633" y="14170"/>
                  </a:lnTo>
                  <a:cubicBezTo>
                    <a:pt x="8480" y="14170"/>
                    <a:pt x="9154" y="13481"/>
                    <a:pt x="9154" y="12650"/>
                  </a:cubicBezTo>
                  <a:lnTo>
                    <a:pt x="9154" y="12650"/>
                  </a:lnTo>
                  <a:lnTo>
                    <a:pt x="33966" y="12650"/>
                  </a:lnTo>
                  <a:cubicBezTo>
                    <a:pt x="33966" y="13481"/>
                    <a:pt x="34640" y="14170"/>
                    <a:pt x="35487" y="14170"/>
                  </a:cubicBezTo>
                  <a:lnTo>
                    <a:pt x="35487" y="14170"/>
                  </a:lnTo>
                  <a:cubicBezTo>
                    <a:pt x="36317" y="14170"/>
                    <a:pt x="37007" y="13481"/>
                    <a:pt x="37007" y="12650"/>
                  </a:cubicBezTo>
                  <a:lnTo>
                    <a:pt x="37007" y="12650"/>
                  </a:lnTo>
                  <a:lnTo>
                    <a:pt x="38198" y="12650"/>
                  </a:lnTo>
                  <a:cubicBezTo>
                    <a:pt x="38198" y="13481"/>
                    <a:pt x="38888" y="14170"/>
                    <a:pt x="39734" y="14170"/>
                  </a:cubicBezTo>
                  <a:lnTo>
                    <a:pt x="39734" y="14170"/>
                  </a:lnTo>
                  <a:cubicBezTo>
                    <a:pt x="40565" y="14170"/>
                    <a:pt x="41255" y="13481"/>
                    <a:pt x="41255" y="12650"/>
                  </a:cubicBezTo>
                  <a:lnTo>
                    <a:pt x="41255" y="12650"/>
                  </a:lnTo>
                  <a:lnTo>
                    <a:pt x="42211" y="12650"/>
                  </a:lnTo>
                  <a:lnTo>
                    <a:pt x="42211" y="11130"/>
                  </a:lnTo>
                  <a:lnTo>
                    <a:pt x="44139" y="11130"/>
                  </a:lnTo>
                  <a:lnTo>
                    <a:pt x="44139" y="12650"/>
                  </a:lnTo>
                  <a:lnTo>
                    <a:pt x="44876" y="12650"/>
                  </a:lnTo>
                  <a:cubicBezTo>
                    <a:pt x="44876" y="13481"/>
                    <a:pt x="45565" y="14170"/>
                    <a:pt x="46412" y="14170"/>
                  </a:cubicBezTo>
                  <a:lnTo>
                    <a:pt x="46412" y="14170"/>
                  </a:lnTo>
                  <a:cubicBezTo>
                    <a:pt x="47242" y="14170"/>
                    <a:pt x="47932" y="13481"/>
                    <a:pt x="47932" y="12650"/>
                  </a:cubicBezTo>
                  <a:lnTo>
                    <a:pt x="47932" y="12650"/>
                  </a:lnTo>
                  <a:lnTo>
                    <a:pt x="49123" y="12650"/>
                  </a:lnTo>
                  <a:cubicBezTo>
                    <a:pt x="49123" y="13481"/>
                    <a:pt x="49813" y="14170"/>
                    <a:pt x="50644" y="14170"/>
                  </a:cubicBezTo>
                  <a:lnTo>
                    <a:pt x="50644" y="14170"/>
                  </a:lnTo>
                  <a:cubicBezTo>
                    <a:pt x="51490" y="14170"/>
                    <a:pt x="52164" y="13481"/>
                    <a:pt x="52164" y="12650"/>
                  </a:cubicBezTo>
                  <a:lnTo>
                    <a:pt x="52164" y="12650"/>
                  </a:lnTo>
                  <a:lnTo>
                    <a:pt x="76977" y="12650"/>
                  </a:lnTo>
                  <a:cubicBezTo>
                    <a:pt x="76977" y="13481"/>
                    <a:pt x="77651" y="14170"/>
                    <a:pt x="78497" y="14170"/>
                  </a:cubicBezTo>
                  <a:lnTo>
                    <a:pt x="78497" y="14170"/>
                  </a:lnTo>
                  <a:cubicBezTo>
                    <a:pt x="79343" y="14170"/>
                    <a:pt x="80017" y="13481"/>
                    <a:pt x="80017" y="12650"/>
                  </a:cubicBezTo>
                  <a:lnTo>
                    <a:pt x="80017" y="12650"/>
                  </a:lnTo>
                  <a:lnTo>
                    <a:pt x="81224" y="12650"/>
                  </a:lnTo>
                  <a:cubicBezTo>
                    <a:pt x="81224" y="13481"/>
                    <a:pt x="81898" y="14170"/>
                    <a:pt x="82745" y="14170"/>
                  </a:cubicBezTo>
                  <a:lnTo>
                    <a:pt x="82745" y="14170"/>
                  </a:lnTo>
                  <a:cubicBezTo>
                    <a:pt x="83575" y="14170"/>
                    <a:pt x="84265" y="13481"/>
                    <a:pt x="84265" y="12650"/>
                  </a:cubicBezTo>
                  <a:lnTo>
                    <a:pt x="84265" y="12650"/>
                  </a:lnTo>
                  <a:lnTo>
                    <a:pt x="88497" y="12650"/>
                  </a:lnTo>
                  <a:cubicBezTo>
                    <a:pt x="88811" y="13528"/>
                    <a:pt x="89657" y="14170"/>
                    <a:pt x="90645" y="14170"/>
                  </a:cubicBezTo>
                  <a:lnTo>
                    <a:pt x="90645" y="14170"/>
                  </a:lnTo>
                  <a:cubicBezTo>
                    <a:pt x="91789" y="14170"/>
                    <a:pt x="92729" y="13340"/>
                    <a:pt x="92902" y="12258"/>
                  </a:cubicBezTo>
                  <a:lnTo>
                    <a:pt x="92902" y="12258"/>
                  </a:lnTo>
                  <a:lnTo>
                    <a:pt x="94939" y="12258"/>
                  </a:lnTo>
                  <a:cubicBezTo>
                    <a:pt x="95174" y="13340"/>
                    <a:pt x="96146" y="14170"/>
                    <a:pt x="97322" y="14170"/>
                  </a:cubicBezTo>
                  <a:lnTo>
                    <a:pt x="97322" y="14170"/>
                  </a:lnTo>
                  <a:cubicBezTo>
                    <a:pt x="98482" y="14170"/>
                    <a:pt x="99454" y="13340"/>
                    <a:pt x="99704" y="12258"/>
                  </a:cubicBezTo>
                  <a:lnTo>
                    <a:pt x="99704" y="12258"/>
                  </a:lnTo>
                  <a:lnTo>
                    <a:pt x="100535" y="12258"/>
                  </a:lnTo>
                  <a:cubicBezTo>
                    <a:pt x="100770" y="13340"/>
                    <a:pt x="101758" y="14170"/>
                    <a:pt x="102918" y="14170"/>
                  </a:cubicBezTo>
                  <a:lnTo>
                    <a:pt x="102918" y="14170"/>
                  </a:lnTo>
                  <a:cubicBezTo>
                    <a:pt x="104093" y="14170"/>
                    <a:pt x="105065" y="13340"/>
                    <a:pt x="105300" y="12258"/>
                  </a:cubicBezTo>
                  <a:lnTo>
                    <a:pt x="105300" y="12258"/>
                  </a:lnTo>
                  <a:lnTo>
                    <a:pt x="106601" y="12258"/>
                  </a:lnTo>
                  <a:cubicBezTo>
                    <a:pt x="106836" y="13340"/>
                    <a:pt x="107808" y="14170"/>
                    <a:pt x="108984" y="14170"/>
                  </a:cubicBezTo>
                  <a:lnTo>
                    <a:pt x="108984" y="14170"/>
                  </a:lnTo>
                  <a:cubicBezTo>
                    <a:pt x="110143" y="14170"/>
                    <a:pt x="111115" y="13340"/>
                    <a:pt x="111366" y="12258"/>
                  </a:cubicBezTo>
                  <a:lnTo>
                    <a:pt x="111366" y="12258"/>
                  </a:lnTo>
                  <a:lnTo>
                    <a:pt x="112197" y="12258"/>
                  </a:lnTo>
                  <a:cubicBezTo>
                    <a:pt x="112448" y="13340"/>
                    <a:pt x="113419" y="14170"/>
                    <a:pt x="114579" y="14170"/>
                  </a:cubicBezTo>
                  <a:lnTo>
                    <a:pt x="114579" y="14170"/>
                  </a:lnTo>
                  <a:cubicBezTo>
                    <a:pt x="115755" y="14170"/>
                    <a:pt x="116727" y="13340"/>
                    <a:pt x="116962" y="12258"/>
                  </a:cubicBezTo>
                  <a:lnTo>
                    <a:pt x="116962" y="12258"/>
                  </a:lnTo>
                  <a:lnTo>
                    <a:pt x="117244" y="12258"/>
                  </a:lnTo>
                  <a:cubicBezTo>
                    <a:pt x="117056" y="12525"/>
                    <a:pt x="116977" y="12854"/>
                    <a:pt x="117056" y="13230"/>
                  </a:cubicBezTo>
                  <a:lnTo>
                    <a:pt x="117056" y="13230"/>
                  </a:lnTo>
                  <a:cubicBezTo>
                    <a:pt x="117166" y="13684"/>
                    <a:pt x="117542" y="14061"/>
                    <a:pt x="118012" y="14139"/>
                  </a:cubicBezTo>
                  <a:lnTo>
                    <a:pt x="118012" y="14139"/>
                  </a:lnTo>
                  <a:cubicBezTo>
                    <a:pt x="118655" y="14264"/>
                    <a:pt x="119219" y="13888"/>
                    <a:pt x="119391" y="13324"/>
                  </a:cubicBezTo>
                  <a:lnTo>
                    <a:pt x="119391" y="13324"/>
                  </a:lnTo>
                  <a:cubicBezTo>
                    <a:pt x="122369" y="13308"/>
                    <a:pt x="123028" y="12556"/>
                    <a:pt x="123028" y="12556"/>
                  </a:cubicBezTo>
                  <a:lnTo>
                    <a:pt x="123028" y="12556"/>
                  </a:lnTo>
                  <a:lnTo>
                    <a:pt x="119783" y="9108"/>
                  </a:lnTo>
                  <a:lnTo>
                    <a:pt x="118749" y="9108"/>
                  </a:lnTo>
                  <a:cubicBezTo>
                    <a:pt x="120128" y="8841"/>
                    <a:pt x="121178" y="7619"/>
                    <a:pt x="121178" y="6161"/>
                  </a:cubicBezTo>
                  <a:lnTo>
                    <a:pt x="121178" y="6161"/>
                  </a:lnTo>
                  <a:cubicBezTo>
                    <a:pt x="121178" y="5330"/>
                    <a:pt x="120849" y="4578"/>
                    <a:pt x="120300" y="4045"/>
                  </a:cubicBezTo>
                  <a:lnTo>
                    <a:pt x="120300" y="4045"/>
                  </a:lnTo>
                  <a:cubicBezTo>
                    <a:pt x="119752" y="3496"/>
                    <a:pt x="118999" y="3167"/>
                    <a:pt x="118184" y="3167"/>
                  </a:cubicBezTo>
                  <a:lnTo>
                    <a:pt x="118184" y="3167"/>
                  </a:lnTo>
                  <a:lnTo>
                    <a:pt x="116068" y="3167"/>
                  </a:lnTo>
                  <a:lnTo>
                    <a:pt x="116068" y="1239"/>
                  </a:lnTo>
                  <a:lnTo>
                    <a:pt x="116601" y="1239"/>
                  </a:lnTo>
                  <a:lnTo>
                    <a:pt x="116601" y="1"/>
                  </a:lnTo>
                  <a:close/>
                  <a:moveTo>
                    <a:pt x="58214" y="11130"/>
                  </a:moveTo>
                  <a:lnTo>
                    <a:pt x="71146" y="11130"/>
                  </a:lnTo>
                  <a:lnTo>
                    <a:pt x="71146" y="11741"/>
                  </a:lnTo>
                  <a:lnTo>
                    <a:pt x="58214" y="11741"/>
                  </a:lnTo>
                  <a:close/>
                  <a:moveTo>
                    <a:pt x="15204" y="11130"/>
                  </a:moveTo>
                  <a:lnTo>
                    <a:pt x="28135" y="11130"/>
                  </a:lnTo>
                  <a:lnTo>
                    <a:pt x="28135" y="11741"/>
                  </a:lnTo>
                  <a:lnTo>
                    <a:pt x="15204" y="1174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2" name="Google Shape;1052;p26"/>
            <p:cNvSpPr/>
            <p:nvPr/>
          </p:nvSpPr>
          <p:spPr>
            <a:xfrm>
              <a:off x="6345450" y="3293600"/>
              <a:ext cx="84275" cy="84275"/>
            </a:xfrm>
            <a:custGeom>
              <a:avLst/>
              <a:gdLst/>
              <a:ahLst/>
              <a:cxnLst/>
              <a:rect l="l" t="t" r="r" b="b"/>
              <a:pathLst>
                <a:path w="3371" h="3371" extrusionOk="0">
                  <a:moveTo>
                    <a:pt x="1050" y="0"/>
                  </a:moveTo>
                  <a:cubicBezTo>
                    <a:pt x="470" y="0"/>
                    <a:pt x="0" y="470"/>
                    <a:pt x="0" y="1050"/>
                  </a:cubicBezTo>
                  <a:lnTo>
                    <a:pt x="0" y="2320"/>
                  </a:lnTo>
                  <a:cubicBezTo>
                    <a:pt x="0" y="2900"/>
                    <a:pt x="470" y="3370"/>
                    <a:pt x="1050" y="3370"/>
                  </a:cubicBezTo>
                  <a:lnTo>
                    <a:pt x="2320" y="3370"/>
                  </a:lnTo>
                  <a:cubicBezTo>
                    <a:pt x="2900" y="3370"/>
                    <a:pt x="3370" y="2900"/>
                    <a:pt x="3370" y="2320"/>
                  </a:cubicBezTo>
                  <a:lnTo>
                    <a:pt x="3370" y="1050"/>
                  </a:lnTo>
                  <a:cubicBezTo>
                    <a:pt x="3370" y="470"/>
                    <a:pt x="2900" y="0"/>
                    <a:pt x="232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3" name="Google Shape;1053;p26"/>
            <p:cNvSpPr/>
            <p:nvPr/>
          </p:nvSpPr>
          <p:spPr>
            <a:xfrm>
              <a:off x="5924600" y="3351575"/>
              <a:ext cx="74475" cy="70575"/>
            </a:xfrm>
            <a:custGeom>
              <a:avLst/>
              <a:gdLst/>
              <a:ahLst/>
              <a:cxnLst/>
              <a:rect l="l" t="t" r="r" b="b"/>
              <a:pathLst>
                <a:path w="2979" h="2823" extrusionOk="0">
                  <a:moveTo>
                    <a:pt x="1050" y="1"/>
                  </a:moveTo>
                  <a:cubicBezTo>
                    <a:pt x="470" y="1"/>
                    <a:pt x="0" y="471"/>
                    <a:pt x="0" y="1051"/>
                  </a:cubicBezTo>
                  <a:lnTo>
                    <a:pt x="0" y="1788"/>
                  </a:lnTo>
                  <a:cubicBezTo>
                    <a:pt x="0" y="2368"/>
                    <a:pt x="470" y="2822"/>
                    <a:pt x="1050" y="2822"/>
                  </a:cubicBezTo>
                  <a:lnTo>
                    <a:pt x="1944" y="2822"/>
                  </a:lnTo>
                  <a:cubicBezTo>
                    <a:pt x="2508" y="2822"/>
                    <a:pt x="2978" y="2368"/>
                    <a:pt x="2978" y="1788"/>
                  </a:cubicBezTo>
                  <a:lnTo>
                    <a:pt x="2978" y="1051"/>
                  </a:lnTo>
                  <a:cubicBezTo>
                    <a:pt x="2978" y="471"/>
                    <a:pt x="2508"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4" name="Google Shape;1054;p26"/>
            <p:cNvSpPr/>
            <p:nvPr/>
          </p:nvSpPr>
          <p:spPr>
            <a:xfrm>
              <a:off x="5812125" y="3351575"/>
              <a:ext cx="74475" cy="70575"/>
            </a:xfrm>
            <a:custGeom>
              <a:avLst/>
              <a:gdLst/>
              <a:ahLst/>
              <a:cxnLst/>
              <a:rect l="l" t="t" r="r" b="b"/>
              <a:pathLst>
                <a:path w="2979" h="2823" extrusionOk="0">
                  <a:moveTo>
                    <a:pt x="1035" y="1"/>
                  </a:moveTo>
                  <a:cubicBezTo>
                    <a:pt x="455" y="1"/>
                    <a:pt x="0" y="471"/>
                    <a:pt x="0" y="1051"/>
                  </a:cubicBezTo>
                  <a:lnTo>
                    <a:pt x="0" y="1788"/>
                  </a:lnTo>
                  <a:cubicBezTo>
                    <a:pt x="0" y="2368"/>
                    <a:pt x="455" y="2822"/>
                    <a:pt x="1035" y="2822"/>
                  </a:cubicBezTo>
                  <a:lnTo>
                    <a:pt x="1928" y="2822"/>
                  </a:lnTo>
                  <a:cubicBezTo>
                    <a:pt x="2508" y="2822"/>
                    <a:pt x="2979" y="2368"/>
                    <a:pt x="2979" y="1788"/>
                  </a:cubicBezTo>
                  <a:lnTo>
                    <a:pt x="2979" y="1051"/>
                  </a:lnTo>
                  <a:cubicBezTo>
                    <a:pt x="2979" y="471"/>
                    <a:pt x="2508" y="1"/>
                    <a:pt x="192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5" name="Google Shape;1055;p26"/>
            <p:cNvSpPr/>
            <p:nvPr/>
          </p:nvSpPr>
          <p:spPr>
            <a:xfrm>
              <a:off x="5703575" y="3351575"/>
              <a:ext cx="74475" cy="70575"/>
            </a:xfrm>
            <a:custGeom>
              <a:avLst/>
              <a:gdLst/>
              <a:ahLst/>
              <a:cxnLst/>
              <a:rect l="l" t="t" r="r" b="b"/>
              <a:pathLst>
                <a:path w="2979" h="2823" extrusionOk="0">
                  <a:moveTo>
                    <a:pt x="1051" y="1"/>
                  </a:moveTo>
                  <a:cubicBezTo>
                    <a:pt x="471" y="1"/>
                    <a:pt x="1" y="471"/>
                    <a:pt x="1" y="1051"/>
                  </a:cubicBezTo>
                  <a:lnTo>
                    <a:pt x="1" y="1788"/>
                  </a:lnTo>
                  <a:cubicBezTo>
                    <a:pt x="1" y="2368"/>
                    <a:pt x="471" y="2822"/>
                    <a:pt x="1051" y="2822"/>
                  </a:cubicBezTo>
                  <a:lnTo>
                    <a:pt x="1944" y="2822"/>
                  </a:lnTo>
                  <a:cubicBezTo>
                    <a:pt x="2524" y="2822"/>
                    <a:pt x="2979" y="2368"/>
                    <a:pt x="2979" y="1788"/>
                  </a:cubicBezTo>
                  <a:lnTo>
                    <a:pt x="2979" y="1051"/>
                  </a:lnTo>
                  <a:cubicBezTo>
                    <a:pt x="2979"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6" name="Google Shape;1056;p26"/>
            <p:cNvSpPr/>
            <p:nvPr/>
          </p:nvSpPr>
          <p:spPr>
            <a:xfrm>
              <a:off x="5595425" y="3351575"/>
              <a:ext cx="74475" cy="70575"/>
            </a:xfrm>
            <a:custGeom>
              <a:avLst/>
              <a:gdLst/>
              <a:ahLst/>
              <a:cxnLst/>
              <a:rect l="l" t="t" r="r" b="b"/>
              <a:pathLst>
                <a:path w="2979" h="2823" extrusionOk="0">
                  <a:moveTo>
                    <a:pt x="1035" y="1"/>
                  </a:moveTo>
                  <a:cubicBezTo>
                    <a:pt x="455" y="1"/>
                    <a:pt x="1" y="471"/>
                    <a:pt x="1" y="1051"/>
                  </a:cubicBezTo>
                  <a:lnTo>
                    <a:pt x="1" y="1788"/>
                  </a:lnTo>
                  <a:cubicBezTo>
                    <a:pt x="1" y="2368"/>
                    <a:pt x="455" y="2822"/>
                    <a:pt x="1035" y="2822"/>
                  </a:cubicBezTo>
                  <a:lnTo>
                    <a:pt x="1929" y="2822"/>
                  </a:lnTo>
                  <a:cubicBezTo>
                    <a:pt x="2508" y="2822"/>
                    <a:pt x="2979" y="2368"/>
                    <a:pt x="2979" y="1788"/>
                  </a:cubicBezTo>
                  <a:lnTo>
                    <a:pt x="2979" y="1051"/>
                  </a:lnTo>
                  <a:cubicBezTo>
                    <a:pt x="2979" y="471"/>
                    <a:pt x="2508" y="1"/>
                    <a:pt x="19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7" name="Google Shape;1057;p26"/>
            <p:cNvSpPr/>
            <p:nvPr/>
          </p:nvSpPr>
          <p:spPr>
            <a:xfrm>
              <a:off x="5486875" y="3351575"/>
              <a:ext cx="74475" cy="70575"/>
            </a:xfrm>
            <a:custGeom>
              <a:avLst/>
              <a:gdLst/>
              <a:ahLst/>
              <a:cxnLst/>
              <a:rect l="l" t="t" r="r" b="b"/>
              <a:pathLst>
                <a:path w="2979" h="2823" extrusionOk="0">
                  <a:moveTo>
                    <a:pt x="1051" y="1"/>
                  </a:moveTo>
                  <a:cubicBezTo>
                    <a:pt x="471" y="1"/>
                    <a:pt x="1" y="471"/>
                    <a:pt x="1" y="1051"/>
                  </a:cubicBezTo>
                  <a:lnTo>
                    <a:pt x="1" y="1788"/>
                  </a:lnTo>
                  <a:cubicBezTo>
                    <a:pt x="1" y="2368"/>
                    <a:pt x="471" y="2822"/>
                    <a:pt x="1051" y="2822"/>
                  </a:cubicBezTo>
                  <a:lnTo>
                    <a:pt x="1944" y="2822"/>
                  </a:lnTo>
                  <a:cubicBezTo>
                    <a:pt x="2509" y="2822"/>
                    <a:pt x="2979" y="2368"/>
                    <a:pt x="2979" y="1788"/>
                  </a:cubicBezTo>
                  <a:lnTo>
                    <a:pt x="2979" y="1051"/>
                  </a:lnTo>
                  <a:cubicBezTo>
                    <a:pt x="2979" y="471"/>
                    <a:pt x="2509"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8" name="Google Shape;1058;p26"/>
            <p:cNvSpPr/>
            <p:nvPr/>
          </p:nvSpPr>
          <p:spPr>
            <a:xfrm>
              <a:off x="5378350" y="3351575"/>
              <a:ext cx="74850" cy="70575"/>
            </a:xfrm>
            <a:custGeom>
              <a:avLst/>
              <a:gdLst/>
              <a:ahLst/>
              <a:cxnLst/>
              <a:rect l="l" t="t" r="r" b="b"/>
              <a:pathLst>
                <a:path w="2994" h="2823" extrusionOk="0">
                  <a:moveTo>
                    <a:pt x="1050" y="1"/>
                  </a:moveTo>
                  <a:cubicBezTo>
                    <a:pt x="470" y="1"/>
                    <a:pt x="0" y="471"/>
                    <a:pt x="0" y="1051"/>
                  </a:cubicBezTo>
                  <a:lnTo>
                    <a:pt x="0" y="1788"/>
                  </a:lnTo>
                  <a:cubicBezTo>
                    <a:pt x="0" y="2368"/>
                    <a:pt x="470" y="2822"/>
                    <a:pt x="1050"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9" name="Google Shape;1059;p26"/>
            <p:cNvSpPr/>
            <p:nvPr/>
          </p:nvSpPr>
          <p:spPr>
            <a:xfrm>
              <a:off x="5270175" y="3351575"/>
              <a:ext cx="74500" cy="70575"/>
            </a:xfrm>
            <a:custGeom>
              <a:avLst/>
              <a:gdLst/>
              <a:ahLst/>
              <a:cxnLst/>
              <a:rect l="l" t="t" r="r" b="b"/>
              <a:pathLst>
                <a:path w="2980" h="2823" extrusionOk="0">
                  <a:moveTo>
                    <a:pt x="1051" y="1"/>
                  </a:moveTo>
                  <a:cubicBezTo>
                    <a:pt x="471" y="1"/>
                    <a:pt x="1" y="471"/>
                    <a:pt x="1" y="1051"/>
                  </a:cubicBezTo>
                  <a:lnTo>
                    <a:pt x="1" y="1788"/>
                  </a:lnTo>
                  <a:cubicBezTo>
                    <a:pt x="1" y="2368"/>
                    <a:pt x="471" y="2822"/>
                    <a:pt x="1051" y="2822"/>
                  </a:cubicBezTo>
                  <a:lnTo>
                    <a:pt x="1945" y="2822"/>
                  </a:lnTo>
                  <a:cubicBezTo>
                    <a:pt x="2509" y="2822"/>
                    <a:pt x="2979" y="2368"/>
                    <a:pt x="2979" y="1788"/>
                  </a:cubicBezTo>
                  <a:lnTo>
                    <a:pt x="2979" y="1051"/>
                  </a:lnTo>
                  <a:cubicBezTo>
                    <a:pt x="2979" y="471"/>
                    <a:pt x="2509" y="1"/>
                    <a:pt x="194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0" name="Google Shape;1060;p26"/>
            <p:cNvSpPr/>
            <p:nvPr/>
          </p:nvSpPr>
          <p:spPr>
            <a:xfrm>
              <a:off x="5161650" y="3351575"/>
              <a:ext cx="74850" cy="70575"/>
            </a:xfrm>
            <a:custGeom>
              <a:avLst/>
              <a:gdLst/>
              <a:ahLst/>
              <a:cxnLst/>
              <a:rect l="l" t="t" r="r" b="b"/>
              <a:pathLst>
                <a:path w="2994" h="2823" extrusionOk="0">
                  <a:moveTo>
                    <a:pt x="1050" y="1"/>
                  </a:moveTo>
                  <a:cubicBezTo>
                    <a:pt x="470" y="1"/>
                    <a:pt x="0" y="471"/>
                    <a:pt x="0" y="1051"/>
                  </a:cubicBezTo>
                  <a:lnTo>
                    <a:pt x="0" y="1788"/>
                  </a:lnTo>
                  <a:cubicBezTo>
                    <a:pt x="0" y="2368"/>
                    <a:pt x="470" y="2822"/>
                    <a:pt x="1050"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 name="Google Shape;1061;p26"/>
            <p:cNvSpPr/>
            <p:nvPr/>
          </p:nvSpPr>
          <p:spPr>
            <a:xfrm>
              <a:off x="4849325" y="3351575"/>
              <a:ext cx="74475" cy="70575"/>
            </a:xfrm>
            <a:custGeom>
              <a:avLst/>
              <a:gdLst/>
              <a:ahLst/>
              <a:cxnLst/>
              <a:rect l="l" t="t" r="r" b="b"/>
              <a:pathLst>
                <a:path w="2979" h="2823" extrusionOk="0">
                  <a:moveTo>
                    <a:pt x="1035" y="1"/>
                  </a:moveTo>
                  <a:cubicBezTo>
                    <a:pt x="471" y="1"/>
                    <a:pt x="1" y="471"/>
                    <a:pt x="1" y="1051"/>
                  </a:cubicBezTo>
                  <a:lnTo>
                    <a:pt x="1" y="1788"/>
                  </a:lnTo>
                  <a:cubicBezTo>
                    <a:pt x="1" y="2368"/>
                    <a:pt x="471" y="2822"/>
                    <a:pt x="1035" y="2822"/>
                  </a:cubicBezTo>
                  <a:lnTo>
                    <a:pt x="1929" y="2822"/>
                  </a:lnTo>
                  <a:cubicBezTo>
                    <a:pt x="2509" y="2822"/>
                    <a:pt x="2979" y="2368"/>
                    <a:pt x="2979" y="1788"/>
                  </a:cubicBezTo>
                  <a:lnTo>
                    <a:pt x="2979" y="1051"/>
                  </a:lnTo>
                  <a:cubicBezTo>
                    <a:pt x="2979" y="471"/>
                    <a:pt x="2509" y="1"/>
                    <a:pt x="19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2" name="Google Shape;1062;p26"/>
            <p:cNvSpPr/>
            <p:nvPr/>
          </p:nvSpPr>
          <p:spPr>
            <a:xfrm>
              <a:off x="4736475" y="3351575"/>
              <a:ext cx="74875" cy="70575"/>
            </a:xfrm>
            <a:custGeom>
              <a:avLst/>
              <a:gdLst/>
              <a:ahLst/>
              <a:cxnLst/>
              <a:rect l="l" t="t" r="r" b="b"/>
              <a:pathLst>
                <a:path w="2995" h="2823" extrusionOk="0">
                  <a:moveTo>
                    <a:pt x="1051" y="1"/>
                  </a:moveTo>
                  <a:cubicBezTo>
                    <a:pt x="471" y="1"/>
                    <a:pt x="0" y="471"/>
                    <a:pt x="0" y="1051"/>
                  </a:cubicBezTo>
                  <a:lnTo>
                    <a:pt x="0" y="1788"/>
                  </a:lnTo>
                  <a:cubicBezTo>
                    <a:pt x="0" y="2368"/>
                    <a:pt x="471" y="2822"/>
                    <a:pt x="1051"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3" name="Google Shape;1063;p26"/>
            <p:cNvSpPr/>
            <p:nvPr/>
          </p:nvSpPr>
          <p:spPr>
            <a:xfrm>
              <a:off x="4628325" y="3351575"/>
              <a:ext cx="74475" cy="70575"/>
            </a:xfrm>
            <a:custGeom>
              <a:avLst/>
              <a:gdLst/>
              <a:ahLst/>
              <a:cxnLst/>
              <a:rect l="l" t="t" r="r" b="b"/>
              <a:pathLst>
                <a:path w="2979" h="2823" extrusionOk="0">
                  <a:moveTo>
                    <a:pt x="1051" y="1"/>
                  </a:moveTo>
                  <a:cubicBezTo>
                    <a:pt x="471" y="1"/>
                    <a:pt x="0" y="471"/>
                    <a:pt x="0" y="1051"/>
                  </a:cubicBezTo>
                  <a:lnTo>
                    <a:pt x="0" y="1788"/>
                  </a:lnTo>
                  <a:cubicBezTo>
                    <a:pt x="0" y="2368"/>
                    <a:pt x="471" y="2822"/>
                    <a:pt x="1051" y="2822"/>
                  </a:cubicBezTo>
                  <a:lnTo>
                    <a:pt x="1944" y="2822"/>
                  </a:lnTo>
                  <a:cubicBezTo>
                    <a:pt x="2508" y="2822"/>
                    <a:pt x="2978" y="2368"/>
                    <a:pt x="2978" y="1788"/>
                  </a:cubicBezTo>
                  <a:lnTo>
                    <a:pt x="2978" y="1051"/>
                  </a:lnTo>
                  <a:cubicBezTo>
                    <a:pt x="2978" y="471"/>
                    <a:pt x="2508"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4" name="Google Shape;1064;p26"/>
            <p:cNvSpPr/>
            <p:nvPr/>
          </p:nvSpPr>
          <p:spPr>
            <a:xfrm>
              <a:off x="4519775" y="3351575"/>
              <a:ext cx="74875" cy="70575"/>
            </a:xfrm>
            <a:custGeom>
              <a:avLst/>
              <a:gdLst/>
              <a:ahLst/>
              <a:cxnLst/>
              <a:rect l="l" t="t" r="r" b="b"/>
              <a:pathLst>
                <a:path w="2995" h="2823" extrusionOk="0">
                  <a:moveTo>
                    <a:pt x="1051" y="1"/>
                  </a:moveTo>
                  <a:cubicBezTo>
                    <a:pt x="471" y="1"/>
                    <a:pt x="1" y="471"/>
                    <a:pt x="1" y="1051"/>
                  </a:cubicBezTo>
                  <a:lnTo>
                    <a:pt x="1" y="1788"/>
                  </a:lnTo>
                  <a:cubicBezTo>
                    <a:pt x="1" y="2368"/>
                    <a:pt x="471" y="2822"/>
                    <a:pt x="1051"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5" name="Google Shape;1065;p26"/>
            <p:cNvSpPr/>
            <p:nvPr/>
          </p:nvSpPr>
          <p:spPr>
            <a:xfrm>
              <a:off x="4411625" y="3351575"/>
              <a:ext cx="74475" cy="70575"/>
            </a:xfrm>
            <a:custGeom>
              <a:avLst/>
              <a:gdLst/>
              <a:ahLst/>
              <a:cxnLst/>
              <a:rect l="l" t="t" r="r" b="b"/>
              <a:pathLst>
                <a:path w="2979" h="2823" extrusionOk="0">
                  <a:moveTo>
                    <a:pt x="1035" y="1"/>
                  </a:moveTo>
                  <a:cubicBezTo>
                    <a:pt x="471" y="1"/>
                    <a:pt x="0" y="471"/>
                    <a:pt x="0" y="1051"/>
                  </a:cubicBezTo>
                  <a:lnTo>
                    <a:pt x="0" y="1788"/>
                  </a:lnTo>
                  <a:cubicBezTo>
                    <a:pt x="0" y="2368"/>
                    <a:pt x="471" y="2822"/>
                    <a:pt x="1035" y="2822"/>
                  </a:cubicBezTo>
                  <a:lnTo>
                    <a:pt x="1928" y="2822"/>
                  </a:lnTo>
                  <a:cubicBezTo>
                    <a:pt x="2508" y="2822"/>
                    <a:pt x="2979" y="2368"/>
                    <a:pt x="2979" y="1788"/>
                  </a:cubicBezTo>
                  <a:lnTo>
                    <a:pt x="2979" y="1051"/>
                  </a:lnTo>
                  <a:cubicBezTo>
                    <a:pt x="2979" y="471"/>
                    <a:pt x="2508" y="1"/>
                    <a:pt x="192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6" name="Google Shape;1066;p26"/>
            <p:cNvSpPr/>
            <p:nvPr/>
          </p:nvSpPr>
          <p:spPr>
            <a:xfrm>
              <a:off x="4303075" y="3351575"/>
              <a:ext cx="74875" cy="70575"/>
            </a:xfrm>
            <a:custGeom>
              <a:avLst/>
              <a:gdLst/>
              <a:ahLst/>
              <a:cxnLst/>
              <a:rect l="l" t="t" r="r" b="b"/>
              <a:pathLst>
                <a:path w="2995" h="2823" extrusionOk="0">
                  <a:moveTo>
                    <a:pt x="1051" y="1"/>
                  </a:moveTo>
                  <a:cubicBezTo>
                    <a:pt x="471" y="1"/>
                    <a:pt x="1" y="471"/>
                    <a:pt x="1" y="1051"/>
                  </a:cubicBezTo>
                  <a:lnTo>
                    <a:pt x="1" y="1788"/>
                  </a:lnTo>
                  <a:cubicBezTo>
                    <a:pt x="1" y="2368"/>
                    <a:pt x="471" y="2822"/>
                    <a:pt x="1051"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 name="Google Shape;1067;p26"/>
            <p:cNvSpPr/>
            <p:nvPr/>
          </p:nvSpPr>
          <p:spPr>
            <a:xfrm>
              <a:off x="4194925" y="3351575"/>
              <a:ext cx="74475" cy="70575"/>
            </a:xfrm>
            <a:custGeom>
              <a:avLst/>
              <a:gdLst/>
              <a:ahLst/>
              <a:cxnLst/>
              <a:rect l="l" t="t" r="r" b="b"/>
              <a:pathLst>
                <a:path w="2979" h="2823" extrusionOk="0">
                  <a:moveTo>
                    <a:pt x="1035" y="1"/>
                  </a:moveTo>
                  <a:cubicBezTo>
                    <a:pt x="471" y="1"/>
                    <a:pt x="1" y="471"/>
                    <a:pt x="1" y="1051"/>
                  </a:cubicBezTo>
                  <a:lnTo>
                    <a:pt x="1" y="1788"/>
                  </a:lnTo>
                  <a:cubicBezTo>
                    <a:pt x="1" y="2368"/>
                    <a:pt x="471" y="2822"/>
                    <a:pt x="1035" y="2822"/>
                  </a:cubicBezTo>
                  <a:lnTo>
                    <a:pt x="1928" y="2822"/>
                  </a:lnTo>
                  <a:cubicBezTo>
                    <a:pt x="2508" y="2822"/>
                    <a:pt x="2979" y="2368"/>
                    <a:pt x="2979" y="1788"/>
                  </a:cubicBezTo>
                  <a:lnTo>
                    <a:pt x="2979" y="1051"/>
                  </a:lnTo>
                  <a:cubicBezTo>
                    <a:pt x="2979" y="471"/>
                    <a:pt x="2508" y="1"/>
                    <a:pt x="192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8" name="Google Shape;1068;p26"/>
            <p:cNvSpPr/>
            <p:nvPr/>
          </p:nvSpPr>
          <p:spPr>
            <a:xfrm>
              <a:off x="4086375" y="3351575"/>
              <a:ext cx="74875" cy="70575"/>
            </a:xfrm>
            <a:custGeom>
              <a:avLst/>
              <a:gdLst/>
              <a:ahLst/>
              <a:cxnLst/>
              <a:rect l="l" t="t" r="r" b="b"/>
              <a:pathLst>
                <a:path w="2995" h="2823" extrusionOk="0">
                  <a:moveTo>
                    <a:pt x="1051" y="1"/>
                  </a:moveTo>
                  <a:cubicBezTo>
                    <a:pt x="471" y="1"/>
                    <a:pt x="1" y="471"/>
                    <a:pt x="1" y="1051"/>
                  </a:cubicBezTo>
                  <a:lnTo>
                    <a:pt x="1" y="1788"/>
                  </a:lnTo>
                  <a:cubicBezTo>
                    <a:pt x="1" y="2368"/>
                    <a:pt x="471" y="2822"/>
                    <a:pt x="1051" y="2822"/>
                  </a:cubicBezTo>
                  <a:lnTo>
                    <a:pt x="1944" y="2822"/>
                  </a:lnTo>
                  <a:cubicBezTo>
                    <a:pt x="2524" y="2822"/>
                    <a:pt x="2995" y="2368"/>
                    <a:pt x="2995" y="1788"/>
                  </a:cubicBezTo>
                  <a:lnTo>
                    <a:pt x="2995" y="1051"/>
                  </a:lnTo>
                  <a:cubicBezTo>
                    <a:pt x="2995"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9" name="Google Shape;1069;p26"/>
            <p:cNvSpPr/>
            <p:nvPr/>
          </p:nvSpPr>
          <p:spPr>
            <a:xfrm>
              <a:off x="4570325" y="2631750"/>
              <a:ext cx="2293575" cy="582700"/>
            </a:xfrm>
            <a:custGeom>
              <a:avLst/>
              <a:gdLst/>
              <a:ahLst/>
              <a:cxnLst/>
              <a:rect l="l" t="t" r="r" b="b"/>
              <a:pathLst>
                <a:path w="91743" h="23308" extrusionOk="0">
                  <a:moveTo>
                    <a:pt x="23857" y="188"/>
                  </a:moveTo>
                  <a:cubicBezTo>
                    <a:pt x="21694" y="658"/>
                    <a:pt x="19813" y="1944"/>
                    <a:pt x="17854" y="2947"/>
                  </a:cubicBezTo>
                  <a:lnTo>
                    <a:pt x="17854" y="2947"/>
                  </a:lnTo>
                  <a:cubicBezTo>
                    <a:pt x="15001" y="4420"/>
                    <a:pt x="11835" y="5376"/>
                    <a:pt x="8637" y="5282"/>
                  </a:cubicBezTo>
                  <a:lnTo>
                    <a:pt x="8637" y="5282"/>
                  </a:lnTo>
                  <a:cubicBezTo>
                    <a:pt x="5440" y="5204"/>
                    <a:pt x="2211" y="4013"/>
                    <a:pt x="1" y="1709"/>
                  </a:cubicBezTo>
                  <a:lnTo>
                    <a:pt x="1" y="1709"/>
                  </a:lnTo>
                  <a:cubicBezTo>
                    <a:pt x="251" y="3339"/>
                    <a:pt x="1458" y="4467"/>
                    <a:pt x="2963" y="5173"/>
                  </a:cubicBezTo>
                  <a:lnTo>
                    <a:pt x="2963" y="5173"/>
                  </a:lnTo>
                  <a:cubicBezTo>
                    <a:pt x="6082" y="6615"/>
                    <a:pt x="9672" y="7022"/>
                    <a:pt x="13026" y="6286"/>
                  </a:cubicBezTo>
                  <a:lnTo>
                    <a:pt x="13026" y="6286"/>
                  </a:lnTo>
                  <a:cubicBezTo>
                    <a:pt x="15910" y="5643"/>
                    <a:pt x="18559" y="4232"/>
                    <a:pt x="21365" y="3323"/>
                  </a:cubicBezTo>
                  <a:lnTo>
                    <a:pt x="21365" y="3323"/>
                  </a:lnTo>
                  <a:cubicBezTo>
                    <a:pt x="24170" y="2414"/>
                    <a:pt x="27384" y="2069"/>
                    <a:pt x="29954" y="3511"/>
                  </a:cubicBezTo>
                  <a:lnTo>
                    <a:pt x="29954" y="3511"/>
                  </a:lnTo>
                  <a:cubicBezTo>
                    <a:pt x="31804" y="4546"/>
                    <a:pt x="33058" y="6364"/>
                    <a:pt x="34735" y="7649"/>
                  </a:cubicBezTo>
                  <a:lnTo>
                    <a:pt x="34735" y="7649"/>
                  </a:lnTo>
                  <a:cubicBezTo>
                    <a:pt x="39108" y="11051"/>
                    <a:pt x="45440" y="10330"/>
                    <a:pt x="50629" y="8386"/>
                  </a:cubicBezTo>
                  <a:lnTo>
                    <a:pt x="50629" y="8386"/>
                  </a:lnTo>
                  <a:cubicBezTo>
                    <a:pt x="52274" y="7775"/>
                    <a:pt x="53905" y="7038"/>
                    <a:pt x="55644" y="6803"/>
                  </a:cubicBezTo>
                  <a:lnTo>
                    <a:pt x="55644" y="6803"/>
                  </a:lnTo>
                  <a:cubicBezTo>
                    <a:pt x="57384" y="6552"/>
                    <a:pt x="59312" y="6897"/>
                    <a:pt x="60550" y="8135"/>
                  </a:cubicBezTo>
                  <a:lnTo>
                    <a:pt x="60550" y="8135"/>
                  </a:lnTo>
                  <a:cubicBezTo>
                    <a:pt x="61851" y="9452"/>
                    <a:pt x="62149" y="11489"/>
                    <a:pt x="63340" y="12916"/>
                  </a:cubicBezTo>
                  <a:lnTo>
                    <a:pt x="63340" y="12916"/>
                  </a:lnTo>
                  <a:cubicBezTo>
                    <a:pt x="64516" y="14326"/>
                    <a:pt x="66413" y="14922"/>
                    <a:pt x="68231" y="15126"/>
                  </a:cubicBezTo>
                  <a:lnTo>
                    <a:pt x="68231" y="15126"/>
                  </a:lnTo>
                  <a:cubicBezTo>
                    <a:pt x="73215" y="15690"/>
                    <a:pt x="76648" y="12571"/>
                    <a:pt x="81397" y="12383"/>
                  </a:cubicBezTo>
                  <a:lnTo>
                    <a:pt x="81397" y="12383"/>
                  </a:lnTo>
                  <a:cubicBezTo>
                    <a:pt x="83200" y="12305"/>
                    <a:pt x="85081" y="12712"/>
                    <a:pt x="86476" y="13841"/>
                  </a:cubicBezTo>
                  <a:lnTo>
                    <a:pt x="86476" y="13841"/>
                  </a:lnTo>
                  <a:cubicBezTo>
                    <a:pt x="87479" y="14656"/>
                    <a:pt x="88169" y="15800"/>
                    <a:pt x="88796" y="16944"/>
                  </a:cubicBezTo>
                  <a:lnTo>
                    <a:pt x="88796" y="16944"/>
                  </a:lnTo>
                  <a:cubicBezTo>
                    <a:pt x="89877" y="18935"/>
                    <a:pt x="90833" y="21051"/>
                    <a:pt x="91225" y="23292"/>
                  </a:cubicBezTo>
                  <a:lnTo>
                    <a:pt x="91225" y="23292"/>
                  </a:lnTo>
                  <a:lnTo>
                    <a:pt x="91398" y="23308"/>
                  </a:lnTo>
                  <a:cubicBezTo>
                    <a:pt x="91742" y="20048"/>
                    <a:pt x="91492" y="16631"/>
                    <a:pt x="89940" y="13747"/>
                  </a:cubicBezTo>
                  <a:lnTo>
                    <a:pt x="89940" y="13747"/>
                  </a:lnTo>
                  <a:cubicBezTo>
                    <a:pt x="88388" y="10862"/>
                    <a:pt x="85332" y="8637"/>
                    <a:pt x="82056" y="8746"/>
                  </a:cubicBezTo>
                  <a:lnTo>
                    <a:pt x="82056" y="8746"/>
                  </a:lnTo>
                  <a:cubicBezTo>
                    <a:pt x="79846" y="8809"/>
                    <a:pt x="77808" y="9891"/>
                    <a:pt x="75723" y="10643"/>
                  </a:cubicBezTo>
                  <a:lnTo>
                    <a:pt x="75723" y="10643"/>
                  </a:lnTo>
                  <a:cubicBezTo>
                    <a:pt x="73544" y="11411"/>
                    <a:pt x="71240" y="11819"/>
                    <a:pt x="68936" y="11850"/>
                  </a:cubicBezTo>
                  <a:lnTo>
                    <a:pt x="68936" y="11850"/>
                  </a:lnTo>
                  <a:cubicBezTo>
                    <a:pt x="67745" y="11881"/>
                    <a:pt x="66491" y="11787"/>
                    <a:pt x="65425" y="11223"/>
                  </a:cubicBezTo>
                  <a:lnTo>
                    <a:pt x="65425" y="11223"/>
                  </a:lnTo>
                  <a:cubicBezTo>
                    <a:pt x="63654" y="10314"/>
                    <a:pt x="62714" y="8370"/>
                    <a:pt x="61334" y="6944"/>
                  </a:cubicBezTo>
                  <a:lnTo>
                    <a:pt x="61334" y="6944"/>
                  </a:lnTo>
                  <a:cubicBezTo>
                    <a:pt x="57839" y="3370"/>
                    <a:pt x="51977" y="3574"/>
                    <a:pt x="47243" y="5188"/>
                  </a:cubicBezTo>
                  <a:lnTo>
                    <a:pt x="47243" y="5188"/>
                  </a:lnTo>
                  <a:cubicBezTo>
                    <a:pt x="45064" y="5925"/>
                    <a:pt x="42838" y="6913"/>
                    <a:pt x="40581" y="6521"/>
                  </a:cubicBezTo>
                  <a:lnTo>
                    <a:pt x="40581" y="6521"/>
                  </a:lnTo>
                  <a:cubicBezTo>
                    <a:pt x="39030" y="6239"/>
                    <a:pt x="37682" y="5345"/>
                    <a:pt x="36381" y="4452"/>
                  </a:cubicBezTo>
                  <a:lnTo>
                    <a:pt x="36381" y="4452"/>
                  </a:lnTo>
                  <a:cubicBezTo>
                    <a:pt x="33152" y="2273"/>
                    <a:pt x="29515" y="0"/>
                    <a:pt x="25738" y="0"/>
                  </a:cubicBezTo>
                  <a:lnTo>
                    <a:pt x="25738" y="0"/>
                  </a:lnTo>
                  <a:cubicBezTo>
                    <a:pt x="25111" y="0"/>
                    <a:pt x="24484" y="63"/>
                    <a:pt x="23857" y="188"/>
                  </a:cubicBezTo>
                </a:path>
              </a:pathLst>
            </a:custGeom>
            <a:solidFill>
              <a:srgbClr val="FFFFFF">
                <a:alpha val="410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70" name="Google Shape;1070;p26"/>
          <p:cNvGrpSpPr/>
          <p:nvPr/>
        </p:nvGrpSpPr>
        <p:grpSpPr>
          <a:xfrm flipH="1">
            <a:off x="-613275" y="3559275"/>
            <a:ext cx="9800100" cy="1657575"/>
            <a:chOff x="-613275" y="3559275"/>
            <a:chExt cx="9800100" cy="1657575"/>
          </a:xfrm>
        </p:grpSpPr>
        <p:sp>
          <p:nvSpPr>
            <p:cNvPr id="1071" name="Google Shape;1071;p26"/>
            <p:cNvSpPr/>
            <p:nvPr/>
          </p:nvSpPr>
          <p:spPr>
            <a:xfrm>
              <a:off x="8699600" y="3962263"/>
              <a:ext cx="444400" cy="1230850"/>
            </a:xfrm>
            <a:custGeom>
              <a:avLst/>
              <a:gdLst/>
              <a:ahLst/>
              <a:cxnLst/>
              <a:rect l="l" t="t" r="r" b="b"/>
              <a:pathLst>
                <a:path w="17776" h="49234" extrusionOk="0">
                  <a:moveTo>
                    <a:pt x="1" y="15017"/>
                  </a:moveTo>
                  <a:lnTo>
                    <a:pt x="1" y="49234"/>
                  </a:lnTo>
                  <a:lnTo>
                    <a:pt x="5487" y="49234"/>
                  </a:lnTo>
                  <a:lnTo>
                    <a:pt x="5487" y="15017"/>
                  </a:lnTo>
                  <a:cubicBezTo>
                    <a:pt x="5487" y="7665"/>
                    <a:pt x="10785" y="1537"/>
                    <a:pt x="17776" y="251"/>
                  </a:cubicBezTo>
                  <a:lnTo>
                    <a:pt x="17776" y="251"/>
                  </a:lnTo>
                  <a:cubicBezTo>
                    <a:pt x="16882" y="79"/>
                    <a:pt x="15957" y="1"/>
                    <a:pt x="15033" y="1"/>
                  </a:cubicBezTo>
                  <a:lnTo>
                    <a:pt x="15033" y="1"/>
                  </a:lnTo>
                  <a:cubicBezTo>
                    <a:pt x="6725" y="1"/>
                    <a:pt x="1" y="6725"/>
                    <a:pt x="1" y="15017"/>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2" name="Google Shape;1072;p26"/>
            <p:cNvSpPr/>
            <p:nvPr/>
          </p:nvSpPr>
          <p:spPr>
            <a:xfrm>
              <a:off x="7566750" y="3962263"/>
              <a:ext cx="444000" cy="1230850"/>
            </a:xfrm>
            <a:custGeom>
              <a:avLst/>
              <a:gdLst/>
              <a:ahLst/>
              <a:cxnLst/>
              <a:rect l="l" t="t" r="r" b="b"/>
              <a:pathLst>
                <a:path w="17760" h="49234" extrusionOk="0">
                  <a:moveTo>
                    <a:pt x="0" y="15017"/>
                  </a:moveTo>
                  <a:lnTo>
                    <a:pt x="0" y="49234"/>
                  </a:lnTo>
                  <a:lnTo>
                    <a:pt x="5486" y="49234"/>
                  </a:lnTo>
                  <a:lnTo>
                    <a:pt x="5486" y="15017"/>
                  </a:lnTo>
                  <a:cubicBezTo>
                    <a:pt x="5486" y="7665"/>
                    <a:pt x="10769" y="1537"/>
                    <a:pt x="17759" y="251"/>
                  </a:cubicBezTo>
                  <a:lnTo>
                    <a:pt x="17759" y="251"/>
                  </a:lnTo>
                  <a:cubicBezTo>
                    <a:pt x="16866" y="79"/>
                    <a:pt x="15957" y="1"/>
                    <a:pt x="15016" y="1"/>
                  </a:cubicBezTo>
                  <a:lnTo>
                    <a:pt x="15016" y="1"/>
                  </a:lnTo>
                  <a:cubicBezTo>
                    <a:pt x="6725" y="1"/>
                    <a:pt x="0" y="6725"/>
                    <a:pt x="0" y="15017"/>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3" name="Google Shape;1073;p26"/>
            <p:cNvSpPr/>
            <p:nvPr/>
          </p:nvSpPr>
          <p:spPr>
            <a:xfrm>
              <a:off x="6433500" y="3962263"/>
              <a:ext cx="444000" cy="1230850"/>
            </a:xfrm>
            <a:custGeom>
              <a:avLst/>
              <a:gdLst/>
              <a:ahLst/>
              <a:cxnLst/>
              <a:rect l="l" t="t" r="r" b="b"/>
              <a:pathLst>
                <a:path w="17760" h="49234" extrusionOk="0">
                  <a:moveTo>
                    <a:pt x="0" y="15017"/>
                  </a:moveTo>
                  <a:lnTo>
                    <a:pt x="0" y="49234"/>
                  </a:lnTo>
                  <a:lnTo>
                    <a:pt x="5486" y="49234"/>
                  </a:lnTo>
                  <a:lnTo>
                    <a:pt x="5486" y="15017"/>
                  </a:lnTo>
                  <a:cubicBezTo>
                    <a:pt x="5486" y="7665"/>
                    <a:pt x="10784" y="1537"/>
                    <a:pt x="17759" y="251"/>
                  </a:cubicBezTo>
                  <a:lnTo>
                    <a:pt x="17759" y="251"/>
                  </a:lnTo>
                  <a:cubicBezTo>
                    <a:pt x="16881" y="79"/>
                    <a:pt x="15957" y="1"/>
                    <a:pt x="15016" y="1"/>
                  </a:cubicBezTo>
                  <a:lnTo>
                    <a:pt x="15016" y="1"/>
                  </a:lnTo>
                  <a:cubicBezTo>
                    <a:pt x="6725" y="1"/>
                    <a:pt x="0" y="6725"/>
                    <a:pt x="0" y="15017"/>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4" name="Google Shape;1074;p26"/>
            <p:cNvSpPr/>
            <p:nvPr/>
          </p:nvSpPr>
          <p:spPr>
            <a:xfrm>
              <a:off x="5300250" y="3962263"/>
              <a:ext cx="444375" cy="1230850"/>
            </a:xfrm>
            <a:custGeom>
              <a:avLst/>
              <a:gdLst/>
              <a:ahLst/>
              <a:cxnLst/>
              <a:rect l="l" t="t" r="r" b="b"/>
              <a:pathLst>
                <a:path w="17775" h="49234" extrusionOk="0">
                  <a:moveTo>
                    <a:pt x="0" y="15017"/>
                  </a:moveTo>
                  <a:lnTo>
                    <a:pt x="0" y="49234"/>
                  </a:lnTo>
                  <a:lnTo>
                    <a:pt x="5486" y="49234"/>
                  </a:lnTo>
                  <a:lnTo>
                    <a:pt x="5486" y="15017"/>
                  </a:lnTo>
                  <a:cubicBezTo>
                    <a:pt x="5486" y="7665"/>
                    <a:pt x="10784" y="1537"/>
                    <a:pt x="17775" y="251"/>
                  </a:cubicBezTo>
                  <a:lnTo>
                    <a:pt x="17775" y="251"/>
                  </a:lnTo>
                  <a:cubicBezTo>
                    <a:pt x="16881" y="79"/>
                    <a:pt x="15957" y="1"/>
                    <a:pt x="15032" y="1"/>
                  </a:cubicBezTo>
                  <a:lnTo>
                    <a:pt x="15032" y="1"/>
                  </a:lnTo>
                  <a:cubicBezTo>
                    <a:pt x="6724" y="1"/>
                    <a:pt x="0" y="6725"/>
                    <a:pt x="0" y="15017"/>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75" name="Google Shape;1075;p26"/>
            <p:cNvGrpSpPr/>
            <p:nvPr/>
          </p:nvGrpSpPr>
          <p:grpSpPr>
            <a:xfrm>
              <a:off x="-613275" y="3559275"/>
              <a:ext cx="9800100" cy="1657575"/>
              <a:chOff x="-613275" y="3443675"/>
              <a:chExt cx="9800100" cy="1657575"/>
            </a:xfrm>
          </p:grpSpPr>
          <p:sp>
            <p:nvSpPr>
              <p:cNvPr id="1076" name="Google Shape;1076;p26"/>
              <p:cNvSpPr/>
              <p:nvPr/>
            </p:nvSpPr>
            <p:spPr>
              <a:xfrm>
                <a:off x="3962175" y="3443675"/>
                <a:ext cx="5224650" cy="1657575"/>
              </a:xfrm>
              <a:custGeom>
                <a:avLst/>
                <a:gdLst/>
                <a:ahLst/>
                <a:cxnLst/>
                <a:rect l="l" t="t" r="r" b="b"/>
                <a:pathLst>
                  <a:path w="208986" h="66303" extrusionOk="0">
                    <a:moveTo>
                      <a:pt x="0" y="0"/>
                    </a:moveTo>
                    <a:lnTo>
                      <a:pt x="0" y="1207"/>
                    </a:lnTo>
                    <a:lnTo>
                      <a:pt x="5486" y="1207"/>
                    </a:lnTo>
                    <a:lnTo>
                      <a:pt x="5486" y="5439"/>
                    </a:lnTo>
                    <a:lnTo>
                      <a:pt x="0" y="5439"/>
                    </a:lnTo>
                    <a:lnTo>
                      <a:pt x="0" y="66303"/>
                    </a:lnTo>
                    <a:lnTo>
                      <a:pt x="8104" y="66303"/>
                    </a:lnTo>
                    <a:lnTo>
                      <a:pt x="8104" y="32086"/>
                    </a:lnTo>
                    <a:cubicBezTo>
                      <a:pt x="8104" y="23794"/>
                      <a:pt x="14828" y="17070"/>
                      <a:pt x="23120" y="17070"/>
                    </a:cubicBezTo>
                    <a:lnTo>
                      <a:pt x="23120" y="17070"/>
                    </a:lnTo>
                    <a:cubicBezTo>
                      <a:pt x="31411" y="17070"/>
                      <a:pt x="38136" y="23794"/>
                      <a:pt x="38136" y="32086"/>
                    </a:cubicBezTo>
                    <a:lnTo>
                      <a:pt x="38136" y="32086"/>
                    </a:lnTo>
                    <a:lnTo>
                      <a:pt x="38136" y="66303"/>
                    </a:lnTo>
                    <a:lnTo>
                      <a:pt x="53434" y="66303"/>
                    </a:lnTo>
                    <a:lnTo>
                      <a:pt x="53434" y="32086"/>
                    </a:lnTo>
                    <a:cubicBezTo>
                      <a:pt x="53434" y="23794"/>
                      <a:pt x="60158" y="17070"/>
                      <a:pt x="68450" y="17070"/>
                    </a:cubicBezTo>
                    <a:lnTo>
                      <a:pt x="68450" y="17070"/>
                    </a:lnTo>
                    <a:cubicBezTo>
                      <a:pt x="76741" y="17070"/>
                      <a:pt x="83466" y="23794"/>
                      <a:pt x="83466" y="32086"/>
                    </a:cubicBezTo>
                    <a:lnTo>
                      <a:pt x="83466" y="32086"/>
                    </a:lnTo>
                    <a:lnTo>
                      <a:pt x="83466" y="66303"/>
                    </a:lnTo>
                    <a:lnTo>
                      <a:pt x="98764" y="66303"/>
                    </a:lnTo>
                    <a:lnTo>
                      <a:pt x="98764" y="32086"/>
                    </a:lnTo>
                    <a:cubicBezTo>
                      <a:pt x="98764" y="23794"/>
                      <a:pt x="105488" y="17070"/>
                      <a:pt x="113780" y="17070"/>
                    </a:cubicBezTo>
                    <a:lnTo>
                      <a:pt x="113780" y="17070"/>
                    </a:lnTo>
                    <a:cubicBezTo>
                      <a:pt x="122072" y="17070"/>
                      <a:pt x="128796" y="23794"/>
                      <a:pt x="128796" y="32086"/>
                    </a:cubicBezTo>
                    <a:lnTo>
                      <a:pt x="128796" y="32086"/>
                    </a:lnTo>
                    <a:lnTo>
                      <a:pt x="128796" y="66303"/>
                    </a:lnTo>
                    <a:lnTo>
                      <a:pt x="144094" y="66303"/>
                    </a:lnTo>
                    <a:lnTo>
                      <a:pt x="144094" y="32086"/>
                    </a:lnTo>
                    <a:cubicBezTo>
                      <a:pt x="144094" y="23794"/>
                      <a:pt x="150818" y="17070"/>
                      <a:pt x="159110" y="17070"/>
                    </a:cubicBezTo>
                    <a:lnTo>
                      <a:pt x="159110" y="17070"/>
                    </a:lnTo>
                    <a:cubicBezTo>
                      <a:pt x="167402" y="17070"/>
                      <a:pt x="174126" y="23794"/>
                      <a:pt x="174126" y="32086"/>
                    </a:cubicBezTo>
                    <a:lnTo>
                      <a:pt x="174126" y="32086"/>
                    </a:lnTo>
                    <a:lnTo>
                      <a:pt x="174126" y="66303"/>
                    </a:lnTo>
                    <a:lnTo>
                      <a:pt x="189424" y="66303"/>
                    </a:lnTo>
                    <a:lnTo>
                      <a:pt x="189424" y="32086"/>
                    </a:lnTo>
                    <a:cubicBezTo>
                      <a:pt x="189424" y="23794"/>
                      <a:pt x="196148" y="17070"/>
                      <a:pt x="204440" y="17070"/>
                    </a:cubicBezTo>
                    <a:lnTo>
                      <a:pt x="204440" y="17070"/>
                    </a:lnTo>
                    <a:cubicBezTo>
                      <a:pt x="205976" y="17070"/>
                      <a:pt x="207591" y="17305"/>
                      <a:pt x="208986" y="17728"/>
                    </a:cubicBezTo>
                    <a:lnTo>
                      <a:pt x="208986" y="17728"/>
                    </a:lnTo>
                    <a:lnTo>
                      <a:pt x="208986" y="5439"/>
                    </a:lnTo>
                    <a:lnTo>
                      <a:pt x="205083" y="5439"/>
                    </a:lnTo>
                    <a:lnTo>
                      <a:pt x="205083" y="1207"/>
                    </a:lnTo>
                    <a:lnTo>
                      <a:pt x="208986" y="1207"/>
                    </a:lnTo>
                    <a:lnTo>
                      <a:pt x="208986" y="0"/>
                    </a:lnTo>
                    <a:close/>
                    <a:moveTo>
                      <a:pt x="189832" y="1207"/>
                    </a:moveTo>
                    <a:lnTo>
                      <a:pt x="203766" y="1207"/>
                    </a:lnTo>
                    <a:lnTo>
                      <a:pt x="203766" y="5439"/>
                    </a:lnTo>
                    <a:lnTo>
                      <a:pt x="189832" y="5439"/>
                    </a:lnTo>
                    <a:close/>
                    <a:moveTo>
                      <a:pt x="174581" y="1207"/>
                    </a:moveTo>
                    <a:lnTo>
                      <a:pt x="188515" y="1207"/>
                    </a:lnTo>
                    <a:lnTo>
                      <a:pt x="188515" y="5439"/>
                    </a:lnTo>
                    <a:lnTo>
                      <a:pt x="174581" y="5439"/>
                    </a:lnTo>
                    <a:close/>
                    <a:moveTo>
                      <a:pt x="159314" y="1207"/>
                    </a:moveTo>
                    <a:lnTo>
                      <a:pt x="173264" y="1207"/>
                    </a:lnTo>
                    <a:lnTo>
                      <a:pt x="173264" y="5439"/>
                    </a:lnTo>
                    <a:lnTo>
                      <a:pt x="159314" y="5439"/>
                    </a:lnTo>
                    <a:close/>
                    <a:moveTo>
                      <a:pt x="144063" y="1207"/>
                    </a:moveTo>
                    <a:lnTo>
                      <a:pt x="158013" y="1207"/>
                    </a:lnTo>
                    <a:lnTo>
                      <a:pt x="158013" y="5439"/>
                    </a:lnTo>
                    <a:lnTo>
                      <a:pt x="144063" y="5439"/>
                    </a:lnTo>
                    <a:close/>
                    <a:moveTo>
                      <a:pt x="128812" y="1207"/>
                    </a:moveTo>
                    <a:lnTo>
                      <a:pt x="142762" y="1207"/>
                    </a:lnTo>
                    <a:lnTo>
                      <a:pt x="142762" y="5439"/>
                    </a:lnTo>
                    <a:lnTo>
                      <a:pt x="128812" y="5439"/>
                    </a:lnTo>
                    <a:close/>
                    <a:moveTo>
                      <a:pt x="113560" y="1207"/>
                    </a:moveTo>
                    <a:lnTo>
                      <a:pt x="127511" y="1207"/>
                    </a:lnTo>
                    <a:lnTo>
                      <a:pt x="127511" y="5439"/>
                    </a:lnTo>
                    <a:lnTo>
                      <a:pt x="113560" y="5439"/>
                    </a:lnTo>
                    <a:close/>
                    <a:moveTo>
                      <a:pt x="98309" y="1207"/>
                    </a:moveTo>
                    <a:lnTo>
                      <a:pt x="112259" y="1207"/>
                    </a:lnTo>
                    <a:lnTo>
                      <a:pt x="112259" y="5439"/>
                    </a:lnTo>
                    <a:lnTo>
                      <a:pt x="98309" y="5439"/>
                    </a:lnTo>
                    <a:close/>
                    <a:moveTo>
                      <a:pt x="83058" y="1207"/>
                    </a:moveTo>
                    <a:lnTo>
                      <a:pt x="97008" y="1207"/>
                    </a:lnTo>
                    <a:lnTo>
                      <a:pt x="97008" y="5439"/>
                    </a:lnTo>
                    <a:lnTo>
                      <a:pt x="83058" y="5439"/>
                    </a:lnTo>
                    <a:close/>
                    <a:moveTo>
                      <a:pt x="67807" y="1207"/>
                    </a:moveTo>
                    <a:lnTo>
                      <a:pt x="81757" y="1207"/>
                    </a:lnTo>
                    <a:lnTo>
                      <a:pt x="81757" y="5439"/>
                    </a:lnTo>
                    <a:lnTo>
                      <a:pt x="67807" y="5439"/>
                    </a:lnTo>
                    <a:close/>
                    <a:moveTo>
                      <a:pt x="52556" y="1207"/>
                    </a:moveTo>
                    <a:lnTo>
                      <a:pt x="66490" y="1207"/>
                    </a:lnTo>
                    <a:lnTo>
                      <a:pt x="66490" y="5439"/>
                    </a:lnTo>
                    <a:lnTo>
                      <a:pt x="52556" y="5439"/>
                    </a:lnTo>
                    <a:close/>
                    <a:moveTo>
                      <a:pt x="37305" y="1207"/>
                    </a:moveTo>
                    <a:lnTo>
                      <a:pt x="51239" y="1207"/>
                    </a:lnTo>
                    <a:lnTo>
                      <a:pt x="51239" y="5439"/>
                    </a:lnTo>
                    <a:lnTo>
                      <a:pt x="37305" y="5439"/>
                    </a:lnTo>
                    <a:close/>
                    <a:moveTo>
                      <a:pt x="22038" y="1207"/>
                    </a:moveTo>
                    <a:lnTo>
                      <a:pt x="35988" y="1207"/>
                    </a:lnTo>
                    <a:lnTo>
                      <a:pt x="35988" y="5439"/>
                    </a:lnTo>
                    <a:lnTo>
                      <a:pt x="22038" y="5439"/>
                    </a:lnTo>
                    <a:close/>
                    <a:moveTo>
                      <a:pt x="6787" y="1207"/>
                    </a:moveTo>
                    <a:lnTo>
                      <a:pt x="20737" y="1207"/>
                    </a:lnTo>
                    <a:lnTo>
                      <a:pt x="20737" y="5439"/>
                    </a:lnTo>
                    <a:lnTo>
                      <a:pt x="6787" y="5439"/>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77" name="Google Shape;1077;p26"/>
              <p:cNvGrpSpPr/>
              <p:nvPr/>
            </p:nvGrpSpPr>
            <p:grpSpPr>
              <a:xfrm>
                <a:off x="-613275" y="3443675"/>
                <a:ext cx="5224650" cy="1657575"/>
                <a:chOff x="1161525" y="3805200"/>
                <a:chExt cx="5224650" cy="1657575"/>
              </a:xfrm>
            </p:grpSpPr>
            <p:sp>
              <p:nvSpPr>
                <p:cNvPr id="1078" name="Google Shape;1078;p26"/>
                <p:cNvSpPr/>
                <p:nvPr/>
              </p:nvSpPr>
              <p:spPr>
                <a:xfrm>
                  <a:off x="5896325" y="4231925"/>
                  <a:ext cx="444400" cy="1230850"/>
                </a:xfrm>
                <a:custGeom>
                  <a:avLst/>
                  <a:gdLst/>
                  <a:ahLst/>
                  <a:cxnLst/>
                  <a:rect l="l" t="t" r="r" b="b"/>
                  <a:pathLst>
                    <a:path w="17776" h="49234" extrusionOk="0">
                      <a:moveTo>
                        <a:pt x="1" y="15017"/>
                      </a:moveTo>
                      <a:lnTo>
                        <a:pt x="1" y="49234"/>
                      </a:lnTo>
                      <a:lnTo>
                        <a:pt x="5487" y="49234"/>
                      </a:lnTo>
                      <a:lnTo>
                        <a:pt x="5487" y="15017"/>
                      </a:lnTo>
                      <a:cubicBezTo>
                        <a:pt x="5487" y="7665"/>
                        <a:pt x="10785" y="1537"/>
                        <a:pt x="17776" y="251"/>
                      </a:cubicBezTo>
                      <a:lnTo>
                        <a:pt x="17776" y="251"/>
                      </a:lnTo>
                      <a:cubicBezTo>
                        <a:pt x="16882" y="79"/>
                        <a:pt x="15957" y="1"/>
                        <a:pt x="15033" y="1"/>
                      </a:cubicBezTo>
                      <a:lnTo>
                        <a:pt x="15033" y="1"/>
                      </a:lnTo>
                      <a:cubicBezTo>
                        <a:pt x="6725" y="1"/>
                        <a:pt x="1" y="6725"/>
                        <a:pt x="1" y="15017"/>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9" name="Google Shape;1079;p26"/>
                <p:cNvSpPr/>
                <p:nvPr/>
              </p:nvSpPr>
              <p:spPr>
                <a:xfrm>
                  <a:off x="4763475" y="4231925"/>
                  <a:ext cx="444000" cy="1230850"/>
                </a:xfrm>
                <a:custGeom>
                  <a:avLst/>
                  <a:gdLst/>
                  <a:ahLst/>
                  <a:cxnLst/>
                  <a:rect l="l" t="t" r="r" b="b"/>
                  <a:pathLst>
                    <a:path w="17760" h="49234" extrusionOk="0">
                      <a:moveTo>
                        <a:pt x="0" y="15017"/>
                      </a:moveTo>
                      <a:lnTo>
                        <a:pt x="0" y="49234"/>
                      </a:lnTo>
                      <a:lnTo>
                        <a:pt x="5486" y="49234"/>
                      </a:lnTo>
                      <a:lnTo>
                        <a:pt x="5486" y="15017"/>
                      </a:lnTo>
                      <a:cubicBezTo>
                        <a:pt x="5486" y="7665"/>
                        <a:pt x="10769" y="1537"/>
                        <a:pt x="17759" y="251"/>
                      </a:cubicBezTo>
                      <a:lnTo>
                        <a:pt x="17759" y="251"/>
                      </a:lnTo>
                      <a:cubicBezTo>
                        <a:pt x="16866" y="79"/>
                        <a:pt x="15957" y="1"/>
                        <a:pt x="15016" y="1"/>
                      </a:cubicBezTo>
                      <a:lnTo>
                        <a:pt x="15016" y="1"/>
                      </a:lnTo>
                      <a:cubicBezTo>
                        <a:pt x="6725" y="1"/>
                        <a:pt x="0" y="6725"/>
                        <a:pt x="0" y="15017"/>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0" name="Google Shape;1080;p26"/>
                <p:cNvSpPr/>
                <p:nvPr/>
              </p:nvSpPr>
              <p:spPr>
                <a:xfrm>
                  <a:off x="3630225" y="4231925"/>
                  <a:ext cx="444000" cy="1230850"/>
                </a:xfrm>
                <a:custGeom>
                  <a:avLst/>
                  <a:gdLst/>
                  <a:ahLst/>
                  <a:cxnLst/>
                  <a:rect l="l" t="t" r="r" b="b"/>
                  <a:pathLst>
                    <a:path w="17760" h="49234" extrusionOk="0">
                      <a:moveTo>
                        <a:pt x="0" y="15017"/>
                      </a:moveTo>
                      <a:lnTo>
                        <a:pt x="0" y="49234"/>
                      </a:lnTo>
                      <a:lnTo>
                        <a:pt x="5486" y="49234"/>
                      </a:lnTo>
                      <a:lnTo>
                        <a:pt x="5486" y="15017"/>
                      </a:lnTo>
                      <a:cubicBezTo>
                        <a:pt x="5486" y="7665"/>
                        <a:pt x="10784" y="1537"/>
                        <a:pt x="17759" y="251"/>
                      </a:cubicBezTo>
                      <a:lnTo>
                        <a:pt x="17759" y="251"/>
                      </a:lnTo>
                      <a:cubicBezTo>
                        <a:pt x="16881" y="79"/>
                        <a:pt x="15957" y="1"/>
                        <a:pt x="15016" y="1"/>
                      </a:cubicBezTo>
                      <a:lnTo>
                        <a:pt x="15016" y="1"/>
                      </a:lnTo>
                      <a:cubicBezTo>
                        <a:pt x="6725" y="1"/>
                        <a:pt x="0" y="6725"/>
                        <a:pt x="0" y="15017"/>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1" name="Google Shape;1081;p26"/>
                <p:cNvSpPr/>
                <p:nvPr/>
              </p:nvSpPr>
              <p:spPr>
                <a:xfrm>
                  <a:off x="2496975" y="4231925"/>
                  <a:ext cx="444375" cy="1230850"/>
                </a:xfrm>
                <a:custGeom>
                  <a:avLst/>
                  <a:gdLst/>
                  <a:ahLst/>
                  <a:cxnLst/>
                  <a:rect l="l" t="t" r="r" b="b"/>
                  <a:pathLst>
                    <a:path w="17775" h="49234" extrusionOk="0">
                      <a:moveTo>
                        <a:pt x="0" y="15017"/>
                      </a:moveTo>
                      <a:lnTo>
                        <a:pt x="0" y="49234"/>
                      </a:lnTo>
                      <a:lnTo>
                        <a:pt x="5486" y="49234"/>
                      </a:lnTo>
                      <a:lnTo>
                        <a:pt x="5486" y="15017"/>
                      </a:lnTo>
                      <a:cubicBezTo>
                        <a:pt x="5486" y="7665"/>
                        <a:pt x="10784" y="1537"/>
                        <a:pt x="17775" y="251"/>
                      </a:cubicBezTo>
                      <a:lnTo>
                        <a:pt x="17775" y="251"/>
                      </a:lnTo>
                      <a:cubicBezTo>
                        <a:pt x="16881" y="79"/>
                        <a:pt x="15957" y="1"/>
                        <a:pt x="15032" y="1"/>
                      </a:cubicBezTo>
                      <a:lnTo>
                        <a:pt x="15032" y="1"/>
                      </a:lnTo>
                      <a:cubicBezTo>
                        <a:pt x="6724" y="1"/>
                        <a:pt x="0" y="6725"/>
                        <a:pt x="0" y="15017"/>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2" name="Google Shape;1082;p26"/>
                <p:cNvSpPr/>
                <p:nvPr/>
              </p:nvSpPr>
              <p:spPr>
                <a:xfrm>
                  <a:off x="1364100" y="4231925"/>
                  <a:ext cx="444000" cy="1230850"/>
                </a:xfrm>
                <a:custGeom>
                  <a:avLst/>
                  <a:gdLst/>
                  <a:ahLst/>
                  <a:cxnLst/>
                  <a:rect l="l" t="t" r="r" b="b"/>
                  <a:pathLst>
                    <a:path w="17760" h="49234" extrusionOk="0">
                      <a:moveTo>
                        <a:pt x="1" y="15017"/>
                      </a:moveTo>
                      <a:lnTo>
                        <a:pt x="1" y="49234"/>
                      </a:lnTo>
                      <a:lnTo>
                        <a:pt x="5487" y="49234"/>
                      </a:lnTo>
                      <a:lnTo>
                        <a:pt x="5487" y="15017"/>
                      </a:lnTo>
                      <a:cubicBezTo>
                        <a:pt x="5487" y="7665"/>
                        <a:pt x="10769" y="1537"/>
                        <a:pt x="17760" y="251"/>
                      </a:cubicBezTo>
                      <a:lnTo>
                        <a:pt x="17760" y="251"/>
                      </a:lnTo>
                      <a:cubicBezTo>
                        <a:pt x="16866" y="79"/>
                        <a:pt x="15957" y="1"/>
                        <a:pt x="15017" y="1"/>
                      </a:cubicBezTo>
                      <a:lnTo>
                        <a:pt x="15017" y="1"/>
                      </a:lnTo>
                      <a:cubicBezTo>
                        <a:pt x="6725" y="1"/>
                        <a:pt x="1" y="6725"/>
                        <a:pt x="1" y="15017"/>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3" name="Google Shape;1083;p26"/>
                <p:cNvSpPr/>
                <p:nvPr/>
              </p:nvSpPr>
              <p:spPr>
                <a:xfrm>
                  <a:off x="1161525" y="3805200"/>
                  <a:ext cx="5224650" cy="1657575"/>
                </a:xfrm>
                <a:custGeom>
                  <a:avLst/>
                  <a:gdLst/>
                  <a:ahLst/>
                  <a:cxnLst/>
                  <a:rect l="l" t="t" r="r" b="b"/>
                  <a:pathLst>
                    <a:path w="208986" h="66303" extrusionOk="0">
                      <a:moveTo>
                        <a:pt x="0" y="0"/>
                      </a:moveTo>
                      <a:lnTo>
                        <a:pt x="0" y="1207"/>
                      </a:lnTo>
                      <a:lnTo>
                        <a:pt x="5486" y="1207"/>
                      </a:lnTo>
                      <a:lnTo>
                        <a:pt x="5486" y="5439"/>
                      </a:lnTo>
                      <a:lnTo>
                        <a:pt x="0" y="5439"/>
                      </a:lnTo>
                      <a:lnTo>
                        <a:pt x="0" y="66303"/>
                      </a:lnTo>
                      <a:lnTo>
                        <a:pt x="8104" y="66303"/>
                      </a:lnTo>
                      <a:lnTo>
                        <a:pt x="8104" y="32086"/>
                      </a:lnTo>
                      <a:cubicBezTo>
                        <a:pt x="8104" y="23794"/>
                        <a:pt x="14828" y="17070"/>
                        <a:pt x="23120" y="17070"/>
                      </a:cubicBezTo>
                      <a:lnTo>
                        <a:pt x="23120" y="17070"/>
                      </a:lnTo>
                      <a:cubicBezTo>
                        <a:pt x="31411" y="17070"/>
                        <a:pt x="38136" y="23794"/>
                        <a:pt x="38136" y="32086"/>
                      </a:cubicBezTo>
                      <a:lnTo>
                        <a:pt x="38136" y="32086"/>
                      </a:lnTo>
                      <a:lnTo>
                        <a:pt x="38136" y="66303"/>
                      </a:lnTo>
                      <a:lnTo>
                        <a:pt x="53434" y="66303"/>
                      </a:lnTo>
                      <a:lnTo>
                        <a:pt x="53434" y="32086"/>
                      </a:lnTo>
                      <a:cubicBezTo>
                        <a:pt x="53434" y="23794"/>
                        <a:pt x="60158" y="17070"/>
                        <a:pt x="68450" y="17070"/>
                      </a:cubicBezTo>
                      <a:lnTo>
                        <a:pt x="68450" y="17070"/>
                      </a:lnTo>
                      <a:cubicBezTo>
                        <a:pt x="76741" y="17070"/>
                        <a:pt x="83466" y="23794"/>
                        <a:pt x="83466" y="32086"/>
                      </a:cubicBezTo>
                      <a:lnTo>
                        <a:pt x="83466" y="32086"/>
                      </a:lnTo>
                      <a:lnTo>
                        <a:pt x="83466" y="66303"/>
                      </a:lnTo>
                      <a:lnTo>
                        <a:pt x="98764" y="66303"/>
                      </a:lnTo>
                      <a:lnTo>
                        <a:pt x="98764" y="32086"/>
                      </a:lnTo>
                      <a:cubicBezTo>
                        <a:pt x="98764" y="23794"/>
                        <a:pt x="105488" y="17070"/>
                        <a:pt x="113780" y="17070"/>
                      </a:cubicBezTo>
                      <a:lnTo>
                        <a:pt x="113780" y="17070"/>
                      </a:lnTo>
                      <a:cubicBezTo>
                        <a:pt x="122072" y="17070"/>
                        <a:pt x="128796" y="23794"/>
                        <a:pt x="128796" y="32086"/>
                      </a:cubicBezTo>
                      <a:lnTo>
                        <a:pt x="128796" y="32086"/>
                      </a:lnTo>
                      <a:lnTo>
                        <a:pt x="128796" y="66303"/>
                      </a:lnTo>
                      <a:lnTo>
                        <a:pt x="144094" y="66303"/>
                      </a:lnTo>
                      <a:lnTo>
                        <a:pt x="144094" y="32086"/>
                      </a:lnTo>
                      <a:cubicBezTo>
                        <a:pt x="144094" y="23794"/>
                        <a:pt x="150818" y="17070"/>
                        <a:pt x="159110" y="17070"/>
                      </a:cubicBezTo>
                      <a:lnTo>
                        <a:pt x="159110" y="17070"/>
                      </a:lnTo>
                      <a:cubicBezTo>
                        <a:pt x="167402" y="17070"/>
                        <a:pt x="174126" y="23794"/>
                        <a:pt x="174126" y="32086"/>
                      </a:cubicBezTo>
                      <a:lnTo>
                        <a:pt x="174126" y="32086"/>
                      </a:lnTo>
                      <a:lnTo>
                        <a:pt x="174126" y="66303"/>
                      </a:lnTo>
                      <a:lnTo>
                        <a:pt x="189424" y="66303"/>
                      </a:lnTo>
                      <a:lnTo>
                        <a:pt x="189424" y="32086"/>
                      </a:lnTo>
                      <a:cubicBezTo>
                        <a:pt x="189424" y="23794"/>
                        <a:pt x="196148" y="17070"/>
                        <a:pt x="204440" y="17070"/>
                      </a:cubicBezTo>
                      <a:lnTo>
                        <a:pt x="204440" y="17070"/>
                      </a:lnTo>
                      <a:cubicBezTo>
                        <a:pt x="205976" y="17070"/>
                        <a:pt x="207591" y="17305"/>
                        <a:pt x="208986" y="17728"/>
                      </a:cubicBezTo>
                      <a:lnTo>
                        <a:pt x="208986" y="17728"/>
                      </a:lnTo>
                      <a:lnTo>
                        <a:pt x="208986" y="5439"/>
                      </a:lnTo>
                      <a:lnTo>
                        <a:pt x="205083" y="5439"/>
                      </a:lnTo>
                      <a:lnTo>
                        <a:pt x="205083" y="1207"/>
                      </a:lnTo>
                      <a:lnTo>
                        <a:pt x="208986" y="1207"/>
                      </a:lnTo>
                      <a:lnTo>
                        <a:pt x="208986" y="0"/>
                      </a:lnTo>
                      <a:close/>
                      <a:moveTo>
                        <a:pt x="189832" y="1207"/>
                      </a:moveTo>
                      <a:lnTo>
                        <a:pt x="203766" y="1207"/>
                      </a:lnTo>
                      <a:lnTo>
                        <a:pt x="203766" y="5439"/>
                      </a:lnTo>
                      <a:lnTo>
                        <a:pt x="189832" y="5439"/>
                      </a:lnTo>
                      <a:close/>
                      <a:moveTo>
                        <a:pt x="174581" y="1207"/>
                      </a:moveTo>
                      <a:lnTo>
                        <a:pt x="188515" y="1207"/>
                      </a:lnTo>
                      <a:lnTo>
                        <a:pt x="188515" y="5439"/>
                      </a:lnTo>
                      <a:lnTo>
                        <a:pt x="174581" y="5439"/>
                      </a:lnTo>
                      <a:close/>
                      <a:moveTo>
                        <a:pt x="159314" y="1207"/>
                      </a:moveTo>
                      <a:lnTo>
                        <a:pt x="173264" y="1207"/>
                      </a:lnTo>
                      <a:lnTo>
                        <a:pt x="173264" y="5439"/>
                      </a:lnTo>
                      <a:lnTo>
                        <a:pt x="159314" y="5439"/>
                      </a:lnTo>
                      <a:close/>
                      <a:moveTo>
                        <a:pt x="144063" y="1207"/>
                      </a:moveTo>
                      <a:lnTo>
                        <a:pt x="158013" y="1207"/>
                      </a:lnTo>
                      <a:lnTo>
                        <a:pt x="158013" y="5439"/>
                      </a:lnTo>
                      <a:lnTo>
                        <a:pt x="144063" y="5439"/>
                      </a:lnTo>
                      <a:close/>
                      <a:moveTo>
                        <a:pt x="128812" y="1207"/>
                      </a:moveTo>
                      <a:lnTo>
                        <a:pt x="142762" y="1207"/>
                      </a:lnTo>
                      <a:lnTo>
                        <a:pt x="142762" y="5439"/>
                      </a:lnTo>
                      <a:lnTo>
                        <a:pt x="128812" y="5439"/>
                      </a:lnTo>
                      <a:close/>
                      <a:moveTo>
                        <a:pt x="113560" y="1207"/>
                      </a:moveTo>
                      <a:lnTo>
                        <a:pt x="127511" y="1207"/>
                      </a:lnTo>
                      <a:lnTo>
                        <a:pt x="127511" y="5439"/>
                      </a:lnTo>
                      <a:lnTo>
                        <a:pt x="113560" y="5439"/>
                      </a:lnTo>
                      <a:close/>
                      <a:moveTo>
                        <a:pt x="98309" y="1207"/>
                      </a:moveTo>
                      <a:lnTo>
                        <a:pt x="112259" y="1207"/>
                      </a:lnTo>
                      <a:lnTo>
                        <a:pt x="112259" y="5439"/>
                      </a:lnTo>
                      <a:lnTo>
                        <a:pt x="98309" y="5439"/>
                      </a:lnTo>
                      <a:close/>
                      <a:moveTo>
                        <a:pt x="83058" y="1207"/>
                      </a:moveTo>
                      <a:lnTo>
                        <a:pt x="97008" y="1207"/>
                      </a:lnTo>
                      <a:lnTo>
                        <a:pt x="97008" y="5439"/>
                      </a:lnTo>
                      <a:lnTo>
                        <a:pt x="83058" y="5439"/>
                      </a:lnTo>
                      <a:close/>
                      <a:moveTo>
                        <a:pt x="67807" y="1207"/>
                      </a:moveTo>
                      <a:lnTo>
                        <a:pt x="81757" y="1207"/>
                      </a:lnTo>
                      <a:lnTo>
                        <a:pt x="81757" y="5439"/>
                      </a:lnTo>
                      <a:lnTo>
                        <a:pt x="67807" y="5439"/>
                      </a:lnTo>
                      <a:close/>
                      <a:moveTo>
                        <a:pt x="52556" y="1207"/>
                      </a:moveTo>
                      <a:lnTo>
                        <a:pt x="66490" y="1207"/>
                      </a:lnTo>
                      <a:lnTo>
                        <a:pt x="66490" y="5439"/>
                      </a:lnTo>
                      <a:lnTo>
                        <a:pt x="52556" y="5439"/>
                      </a:lnTo>
                      <a:close/>
                      <a:moveTo>
                        <a:pt x="37305" y="1207"/>
                      </a:moveTo>
                      <a:lnTo>
                        <a:pt x="51239" y="1207"/>
                      </a:lnTo>
                      <a:lnTo>
                        <a:pt x="51239" y="5439"/>
                      </a:lnTo>
                      <a:lnTo>
                        <a:pt x="37305" y="5439"/>
                      </a:lnTo>
                      <a:close/>
                      <a:moveTo>
                        <a:pt x="22038" y="1207"/>
                      </a:moveTo>
                      <a:lnTo>
                        <a:pt x="35988" y="1207"/>
                      </a:lnTo>
                      <a:lnTo>
                        <a:pt x="35988" y="5439"/>
                      </a:lnTo>
                      <a:lnTo>
                        <a:pt x="22038" y="5439"/>
                      </a:lnTo>
                      <a:close/>
                      <a:moveTo>
                        <a:pt x="6787" y="1207"/>
                      </a:moveTo>
                      <a:lnTo>
                        <a:pt x="20737" y="1207"/>
                      </a:lnTo>
                      <a:lnTo>
                        <a:pt x="20737" y="5439"/>
                      </a:lnTo>
                      <a:lnTo>
                        <a:pt x="6787" y="5439"/>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
        <p:nvSpPr>
          <p:cNvPr id="1084" name="Google Shape;1084;p26"/>
          <p:cNvSpPr/>
          <p:nvPr/>
        </p:nvSpPr>
        <p:spPr>
          <a:xfrm>
            <a:off x="-799400" y="4052725"/>
            <a:ext cx="12354226" cy="1111684"/>
          </a:xfrm>
          <a:custGeom>
            <a:avLst/>
            <a:gdLst/>
            <a:ahLst/>
            <a:cxnLst/>
            <a:rect l="l" t="t" r="r" b="b"/>
            <a:pathLst>
              <a:path w="285317" h="25674" extrusionOk="0">
                <a:moveTo>
                  <a:pt x="17986" y="1"/>
                </a:moveTo>
                <a:cubicBezTo>
                  <a:pt x="17752" y="1"/>
                  <a:pt x="17518" y="144"/>
                  <a:pt x="17439" y="429"/>
                </a:cubicBezTo>
                <a:lnTo>
                  <a:pt x="15498" y="6797"/>
                </a:lnTo>
                <a:cubicBezTo>
                  <a:pt x="13376" y="6866"/>
                  <a:pt x="11321" y="7003"/>
                  <a:pt x="9358" y="7208"/>
                </a:cubicBezTo>
                <a:lnTo>
                  <a:pt x="7578" y="1342"/>
                </a:lnTo>
                <a:cubicBezTo>
                  <a:pt x="7498" y="1057"/>
                  <a:pt x="7264" y="914"/>
                  <a:pt x="7030" y="914"/>
                </a:cubicBezTo>
                <a:cubicBezTo>
                  <a:pt x="6796" y="914"/>
                  <a:pt x="6562" y="1057"/>
                  <a:pt x="6482" y="1342"/>
                </a:cubicBezTo>
                <a:lnTo>
                  <a:pt x="4497" y="7893"/>
                </a:lnTo>
                <a:cubicBezTo>
                  <a:pt x="2922" y="8167"/>
                  <a:pt x="1438" y="8486"/>
                  <a:pt x="0" y="8897"/>
                </a:cubicBezTo>
                <a:lnTo>
                  <a:pt x="0" y="25674"/>
                </a:lnTo>
                <a:lnTo>
                  <a:pt x="285316" y="25674"/>
                </a:lnTo>
                <a:lnTo>
                  <a:pt x="285316" y="13531"/>
                </a:lnTo>
                <a:cubicBezTo>
                  <a:pt x="284038" y="13622"/>
                  <a:pt x="282691" y="13713"/>
                  <a:pt x="281208" y="13850"/>
                </a:cubicBezTo>
                <a:lnTo>
                  <a:pt x="279222" y="7277"/>
                </a:lnTo>
                <a:cubicBezTo>
                  <a:pt x="279165" y="7083"/>
                  <a:pt x="278999" y="6986"/>
                  <a:pt x="278834" y="6986"/>
                </a:cubicBezTo>
                <a:cubicBezTo>
                  <a:pt x="278668" y="6986"/>
                  <a:pt x="278503" y="7083"/>
                  <a:pt x="278446" y="7277"/>
                </a:cubicBezTo>
                <a:lnTo>
                  <a:pt x="276300" y="14330"/>
                </a:lnTo>
                <a:cubicBezTo>
                  <a:pt x="275045" y="14467"/>
                  <a:pt x="273721" y="14603"/>
                  <a:pt x="272306" y="14763"/>
                </a:cubicBezTo>
                <a:lnTo>
                  <a:pt x="270457" y="8646"/>
                </a:lnTo>
                <a:cubicBezTo>
                  <a:pt x="270400" y="8452"/>
                  <a:pt x="270235" y="8355"/>
                  <a:pt x="270069" y="8355"/>
                </a:cubicBezTo>
                <a:cubicBezTo>
                  <a:pt x="269904" y="8355"/>
                  <a:pt x="269738" y="8452"/>
                  <a:pt x="269681" y="8646"/>
                </a:cubicBezTo>
                <a:lnTo>
                  <a:pt x="267650" y="15334"/>
                </a:lnTo>
                <a:cubicBezTo>
                  <a:pt x="266485" y="15471"/>
                  <a:pt x="265276" y="15608"/>
                  <a:pt x="264020" y="15768"/>
                </a:cubicBezTo>
                <a:cubicBezTo>
                  <a:pt x="261030" y="16156"/>
                  <a:pt x="258314" y="16498"/>
                  <a:pt x="255803" y="16840"/>
                </a:cubicBezTo>
                <a:lnTo>
                  <a:pt x="254571" y="12755"/>
                </a:lnTo>
                <a:cubicBezTo>
                  <a:pt x="254514" y="12561"/>
                  <a:pt x="254348" y="12464"/>
                  <a:pt x="254183" y="12464"/>
                </a:cubicBezTo>
                <a:cubicBezTo>
                  <a:pt x="254017" y="12464"/>
                  <a:pt x="253852" y="12561"/>
                  <a:pt x="253795" y="12755"/>
                </a:cubicBezTo>
                <a:lnTo>
                  <a:pt x="252425" y="17297"/>
                </a:lnTo>
                <a:cubicBezTo>
                  <a:pt x="250416" y="17571"/>
                  <a:pt x="248590" y="17822"/>
                  <a:pt x="246901" y="18050"/>
                </a:cubicBezTo>
                <a:lnTo>
                  <a:pt x="245532" y="13576"/>
                </a:lnTo>
                <a:cubicBezTo>
                  <a:pt x="245475" y="13382"/>
                  <a:pt x="245309" y="13285"/>
                  <a:pt x="245144" y="13285"/>
                </a:cubicBezTo>
                <a:cubicBezTo>
                  <a:pt x="244978" y="13285"/>
                  <a:pt x="244813" y="13382"/>
                  <a:pt x="244756" y="13576"/>
                </a:cubicBezTo>
                <a:lnTo>
                  <a:pt x="243226" y="18598"/>
                </a:lnTo>
                <a:cubicBezTo>
                  <a:pt x="228390" y="20789"/>
                  <a:pt x="225719" y="21634"/>
                  <a:pt x="216452" y="21862"/>
                </a:cubicBezTo>
                <a:cubicBezTo>
                  <a:pt x="215292" y="21891"/>
                  <a:pt x="214213" y="21904"/>
                  <a:pt x="213204" y="21904"/>
                </a:cubicBezTo>
                <a:cubicBezTo>
                  <a:pt x="198249" y="21904"/>
                  <a:pt x="198516" y="18933"/>
                  <a:pt x="174226" y="18826"/>
                </a:cubicBezTo>
                <a:cubicBezTo>
                  <a:pt x="173569" y="18821"/>
                  <a:pt x="172926" y="18819"/>
                  <a:pt x="172296" y="18819"/>
                </a:cubicBezTo>
                <a:cubicBezTo>
                  <a:pt x="166993" y="18819"/>
                  <a:pt x="162591" y="18980"/>
                  <a:pt x="158225" y="19123"/>
                </a:cubicBezTo>
                <a:lnTo>
                  <a:pt x="156353" y="12937"/>
                </a:lnTo>
                <a:cubicBezTo>
                  <a:pt x="156296" y="12743"/>
                  <a:pt x="156125" y="12646"/>
                  <a:pt x="155954" y="12646"/>
                </a:cubicBezTo>
                <a:cubicBezTo>
                  <a:pt x="155783" y="12646"/>
                  <a:pt x="155612" y="12743"/>
                  <a:pt x="155554" y="12937"/>
                </a:cubicBezTo>
                <a:lnTo>
                  <a:pt x="153637" y="19260"/>
                </a:lnTo>
                <a:cubicBezTo>
                  <a:pt x="152359" y="19305"/>
                  <a:pt x="151058" y="19328"/>
                  <a:pt x="149711" y="19351"/>
                </a:cubicBezTo>
                <a:lnTo>
                  <a:pt x="147588" y="12389"/>
                </a:lnTo>
                <a:cubicBezTo>
                  <a:pt x="147531" y="12195"/>
                  <a:pt x="147360" y="12098"/>
                  <a:pt x="147189" y="12098"/>
                </a:cubicBezTo>
                <a:cubicBezTo>
                  <a:pt x="147018" y="12098"/>
                  <a:pt x="146847" y="12195"/>
                  <a:pt x="146790" y="12389"/>
                </a:cubicBezTo>
                <a:lnTo>
                  <a:pt x="144644" y="19420"/>
                </a:lnTo>
                <a:cubicBezTo>
                  <a:pt x="143206" y="19420"/>
                  <a:pt x="141700" y="19397"/>
                  <a:pt x="140125" y="19374"/>
                </a:cubicBezTo>
                <a:lnTo>
                  <a:pt x="138002" y="12389"/>
                </a:lnTo>
                <a:cubicBezTo>
                  <a:pt x="137945" y="12195"/>
                  <a:pt x="137774" y="12098"/>
                  <a:pt x="137602" y="12098"/>
                </a:cubicBezTo>
                <a:cubicBezTo>
                  <a:pt x="137431" y="12098"/>
                  <a:pt x="137260" y="12195"/>
                  <a:pt x="137203" y="12389"/>
                </a:cubicBezTo>
                <a:lnTo>
                  <a:pt x="135103" y="19260"/>
                </a:lnTo>
                <a:cubicBezTo>
                  <a:pt x="134464" y="19237"/>
                  <a:pt x="133825" y="19214"/>
                  <a:pt x="133140" y="19191"/>
                </a:cubicBezTo>
                <a:cubicBezTo>
                  <a:pt x="131382" y="19123"/>
                  <a:pt x="129671" y="19054"/>
                  <a:pt x="128027" y="18963"/>
                </a:cubicBezTo>
                <a:lnTo>
                  <a:pt x="125950" y="12115"/>
                </a:lnTo>
                <a:cubicBezTo>
                  <a:pt x="125893" y="11921"/>
                  <a:pt x="125722" y="11824"/>
                  <a:pt x="125551" y="11824"/>
                </a:cubicBezTo>
                <a:cubicBezTo>
                  <a:pt x="125379" y="11824"/>
                  <a:pt x="125208" y="11921"/>
                  <a:pt x="125151" y="12115"/>
                </a:cubicBezTo>
                <a:lnTo>
                  <a:pt x="123165" y="18666"/>
                </a:lnTo>
                <a:cubicBezTo>
                  <a:pt x="121362" y="18552"/>
                  <a:pt x="119650" y="18415"/>
                  <a:pt x="118007" y="18278"/>
                </a:cubicBezTo>
                <a:lnTo>
                  <a:pt x="115542" y="10198"/>
                </a:lnTo>
                <a:cubicBezTo>
                  <a:pt x="115485" y="10004"/>
                  <a:pt x="115313" y="9907"/>
                  <a:pt x="115142" y="9907"/>
                </a:cubicBezTo>
                <a:cubicBezTo>
                  <a:pt x="114971" y="9907"/>
                  <a:pt x="114800" y="10004"/>
                  <a:pt x="114743" y="10198"/>
                </a:cubicBezTo>
                <a:lnTo>
                  <a:pt x="112437" y="17776"/>
                </a:lnTo>
                <a:cubicBezTo>
                  <a:pt x="110360" y="17571"/>
                  <a:pt x="108375" y="17365"/>
                  <a:pt x="106457" y="17160"/>
                </a:cubicBezTo>
                <a:lnTo>
                  <a:pt x="104517" y="10814"/>
                </a:lnTo>
                <a:cubicBezTo>
                  <a:pt x="104460" y="10609"/>
                  <a:pt x="104289" y="10506"/>
                  <a:pt x="104118" y="10506"/>
                </a:cubicBezTo>
                <a:cubicBezTo>
                  <a:pt x="103946" y="10506"/>
                  <a:pt x="103775" y="10609"/>
                  <a:pt x="103718" y="10814"/>
                </a:cubicBezTo>
                <a:lnTo>
                  <a:pt x="101938" y="16658"/>
                </a:lnTo>
                <a:cubicBezTo>
                  <a:pt x="83449" y="14558"/>
                  <a:pt x="72288" y="12321"/>
                  <a:pt x="63272" y="10495"/>
                </a:cubicBezTo>
                <a:lnTo>
                  <a:pt x="61902" y="6044"/>
                </a:lnTo>
                <a:cubicBezTo>
                  <a:pt x="61822" y="5759"/>
                  <a:pt x="61588" y="5616"/>
                  <a:pt x="61354" y="5616"/>
                </a:cubicBezTo>
                <a:cubicBezTo>
                  <a:pt x="61120" y="5616"/>
                  <a:pt x="60887" y="5759"/>
                  <a:pt x="60807" y="6044"/>
                </a:cubicBezTo>
                <a:lnTo>
                  <a:pt x="59665" y="9764"/>
                </a:lnTo>
                <a:cubicBezTo>
                  <a:pt x="57999" y="9422"/>
                  <a:pt x="56379" y="9125"/>
                  <a:pt x="54781" y="8829"/>
                </a:cubicBezTo>
                <a:lnTo>
                  <a:pt x="53137" y="3442"/>
                </a:lnTo>
                <a:cubicBezTo>
                  <a:pt x="53057" y="3157"/>
                  <a:pt x="52823" y="3014"/>
                  <a:pt x="52590" y="3014"/>
                </a:cubicBezTo>
                <a:cubicBezTo>
                  <a:pt x="52356" y="3014"/>
                  <a:pt x="52122" y="3157"/>
                  <a:pt x="52042" y="3442"/>
                </a:cubicBezTo>
                <a:lnTo>
                  <a:pt x="50604" y="8121"/>
                </a:lnTo>
                <a:cubicBezTo>
                  <a:pt x="48915" y="7847"/>
                  <a:pt x="47203" y="7619"/>
                  <a:pt x="45400" y="7413"/>
                </a:cubicBezTo>
                <a:lnTo>
                  <a:pt x="43551" y="1342"/>
                </a:lnTo>
                <a:cubicBezTo>
                  <a:pt x="43471" y="1057"/>
                  <a:pt x="43237" y="914"/>
                  <a:pt x="43003" y="914"/>
                </a:cubicBezTo>
                <a:cubicBezTo>
                  <a:pt x="42769" y="914"/>
                  <a:pt x="42535" y="1057"/>
                  <a:pt x="42455" y="1342"/>
                </a:cubicBezTo>
                <a:lnTo>
                  <a:pt x="40720" y="7003"/>
                </a:lnTo>
                <a:cubicBezTo>
                  <a:pt x="37844" y="6797"/>
                  <a:pt x="34717" y="6660"/>
                  <a:pt x="31202" y="6637"/>
                </a:cubicBezTo>
                <a:cubicBezTo>
                  <a:pt x="29633" y="6628"/>
                  <a:pt x="28099" y="6622"/>
                  <a:pt x="26598" y="6622"/>
                </a:cubicBezTo>
                <a:cubicBezTo>
                  <a:pt x="24476" y="6622"/>
                  <a:pt x="22421" y="6634"/>
                  <a:pt x="20429" y="6660"/>
                </a:cubicBezTo>
                <a:lnTo>
                  <a:pt x="18534" y="429"/>
                </a:lnTo>
                <a:cubicBezTo>
                  <a:pt x="18454" y="144"/>
                  <a:pt x="18220" y="1"/>
                  <a:pt x="1798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398832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4044801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hanks">
  <p:cSld name="Thanks">
    <p:spTree>
      <p:nvGrpSpPr>
        <p:cNvPr id="1" name="Shape 943"/>
        <p:cNvGrpSpPr/>
        <p:nvPr/>
      </p:nvGrpSpPr>
      <p:grpSpPr>
        <a:xfrm>
          <a:off x="0" y="0"/>
          <a:ext cx="0" cy="0"/>
          <a:chOff x="0" y="0"/>
          <a:chExt cx="0" cy="0"/>
        </a:xfrm>
      </p:grpSpPr>
      <p:sp>
        <p:nvSpPr>
          <p:cNvPr id="944" name="Google Shape;944;p24"/>
          <p:cNvSpPr txBox="1">
            <a:spLocks noGrp="1"/>
          </p:cNvSpPr>
          <p:nvPr>
            <p:ph type="subTitle" idx="1"/>
          </p:nvPr>
        </p:nvSpPr>
        <p:spPr>
          <a:xfrm>
            <a:off x="5161075" y="1675525"/>
            <a:ext cx="3269700" cy="10173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None/>
              <a:defRPr sz="1400"/>
            </a:lvl1pPr>
            <a:lvl2pPr lvl="1" algn="r" rtl="0">
              <a:spcBef>
                <a:spcPts val="0"/>
              </a:spcBef>
              <a:spcAft>
                <a:spcPts val="0"/>
              </a:spcAft>
              <a:buNone/>
              <a:defRPr sz="1400"/>
            </a:lvl2pPr>
            <a:lvl3pPr lvl="2" algn="r" rtl="0">
              <a:spcBef>
                <a:spcPts val="0"/>
              </a:spcBef>
              <a:spcAft>
                <a:spcPts val="0"/>
              </a:spcAft>
              <a:buNone/>
              <a:defRPr sz="1400"/>
            </a:lvl3pPr>
            <a:lvl4pPr lvl="3" algn="r" rtl="0">
              <a:spcBef>
                <a:spcPts val="0"/>
              </a:spcBef>
              <a:spcAft>
                <a:spcPts val="0"/>
              </a:spcAft>
              <a:buNone/>
              <a:defRPr sz="1400"/>
            </a:lvl4pPr>
            <a:lvl5pPr lvl="4" algn="r" rtl="0">
              <a:spcBef>
                <a:spcPts val="0"/>
              </a:spcBef>
              <a:spcAft>
                <a:spcPts val="0"/>
              </a:spcAft>
              <a:buNone/>
              <a:defRPr sz="1400"/>
            </a:lvl5pPr>
            <a:lvl6pPr lvl="5" algn="r" rtl="0">
              <a:spcBef>
                <a:spcPts val="0"/>
              </a:spcBef>
              <a:spcAft>
                <a:spcPts val="0"/>
              </a:spcAft>
              <a:buNone/>
              <a:defRPr sz="1400"/>
            </a:lvl6pPr>
            <a:lvl7pPr lvl="6" algn="r" rtl="0">
              <a:spcBef>
                <a:spcPts val="0"/>
              </a:spcBef>
              <a:spcAft>
                <a:spcPts val="0"/>
              </a:spcAft>
              <a:buNone/>
              <a:defRPr sz="1400"/>
            </a:lvl7pPr>
            <a:lvl8pPr lvl="7" algn="r" rtl="0">
              <a:spcBef>
                <a:spcPts val="0"/>
              </a:spcBef>
              <a:spcAft>
                <a:spcPts val="0"/>
              </a:spcAft>
              <a:buNone/>
              <a:defRPr sz="1400"/>
            </a:lvl8pPr>
            <a:lvl9pPr lvl="8" algn="r" rtl="0">
              <a:spcBef>
                <a:spcPts val="0"/>
              </a:spcBef>
              <a:spcAft>
                <a:spcPts val="0"/>
              </a:spcAft>
              <a:buNone/>
              <a:defRPr sz="1400"/>
            </a:lvl9pPr>
          </a:lstStyle>
          <a:p>
            <a:r>
              <a:rPr lang="en-US"/>
              <a:t>Click to edit Master subtitle style</a:t>
            </a:r>
            <a:endParaRPr/>
          </a:p>
        </p:txBody>
      </p:sp>
      <p:sp>
        <p:nvSpPr>
          <p:cNvPr id="945" name="Google Shape;945;p24"/>
          <p:cNvSpPr txBox="1">
            <a:spLocks noGrp="1"/>
          </p:cNvSpPr>
          <p:nvPr>
            <p:ph type="title"/>
          </p:nvPr>
        </p:nvSpPr>
        <p:spPr>
          <a:xfrm>
            <a:off x="5161075" y="539500"/>
            <a:ext cx="3269700" cy="10950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5000"/>
              <a:buNone/>
              <a:defRPr sz="6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t>Click to edit Master title style</a:t>
            </a:r>
            <a:endParaRPr/>
          </a:p>
        </p:txBody>
      </p:sp>
      <p:sp>
        <p:nvSpPr>
          <p:cNvPr id="946" name="Google Shape;946;p24"/>
          <p:cNvSpPr/>
          <p:nvPr/>
        </p:nvSpPr>
        <p:spPr>
          <a:xfrm rot="-2231248" flipH="1">
            <a:off x="8539843" y="253460"/>
            <a:ext cx="240403" cy="114379"/>
          </a:xfrm>
          <a:custGeom>
            <a:avLst/>
            <a:gdLst/>
            <a:ahLst/>
            <a:cxnLst/>
            <a:rect l="l" t="t" r="r" b="b"/>
            <a:pathLst>
              <a:path w="2560" h="1218" extrusionOk="0">
                <a:moveTo>
                  <a:pt x="2192" y="116"/>
                </a:moveTo>
                <a:cubicBezTo>
                  <a:pt x="2088" y="169"/>
                  <a:pt x="1972" y="231"/>
                  <a:pt x="1867" y="305"/>
                </a:cubicBezTo>
                <a:lnTo>
                  <a:pt x="1867" y="305"/>
                </a:lnTo>
                <a:cubicBezTo>
                  <a:pt x="1762" y="378"/>
                  <a:pt x="1668" y="462"/>
                  <a:pt x="1574" y="557"/>
                </a:cubicBezTo>
                <a:lnTo>
                  <a:pt x="1574" y="557"/>
                </a:lnTo>
                <a:cubicBezTo>
                  <a:pt x="1521" y="598"/>
                  <a:pt x="1479" y="651"/>
                  <a:pt x="1437" y="714"/>
                </a:cubicBezTo>
                <a:lnTo>
                  <a:pt x="1437" y="714"/>
                </a:lnTo>
                <a:cubicBezTo>
                  <a:pt x="1354" y="661"/>
                  <a:pt x="1280" y="630"/>
                  <a:pt x="1207" y="609"/>
                </a:cubicBezTo>
                <a:lnTo>
                  <a:pt x="1207" y="609"/>
                </a:lnTo>
                <a:cubicBezTo>
                  <a:pt x="1070" y="557"/>
                  <a:pt x="934" y="525"/>
                  <a:pt x="798" y="515"/>
                </a:cubicBezTo>
                <a:lnTo>
                  <a:pt x="798" y="515"/>
                </a:lnTo>
                <a:cubicBezTo>
                  <a:pt x="672" y="494"/>
                  <a:pt x="536" y="494"/>
                  <a:pt x="399" y="494"/>
                </a:cubicBezTo>
                <a:lnTo>
                  <a:pt x="399" y="494"/>
                </a:lnTo>
                <a:cubicBezTo>
                  <a:pt x="263" y="504"/>
                  <a:pt x="137" y="515"/>
                  <a:pt x="1" y="546"/>
                </a:cubicBezTo>
                <a:lnTo>
                  <a:pt x="1" y="546"/>
                </a:lnTo>
                <a:cubicBezTo>
                  <a:pt x="252" y="630"/>
                  <a:pt x="504" y="703"/>
                  <a:pt x="745" y="787"/>
                </a:cubicBezTo>
                <a:lnTo>
                  <a:pt x="745" y="787"/>
                </a:lnTo>
                <a:cubicBezTo>
                  <a:pt x="861" y="829"/>
                  <a:pt x="976" y="861"/>
                  <a:pt x="1081" y="913"/>
                </a:cubicBezTo>
                <a:lnTo>
                  <a:pt x="1081" y="913"/>
                </a:lnTo>
                <a:cubicBezTo>
                  <a:pt x="1186" y="965"/>
                  <a:pt x="1291" y="1018"/>
                  <a:pt x="1364" y="1081"/>
                </a:cubicBezTo>
                <a:lnTo>
                  <a:pt x="1364" y="1081"/>
                </a:lnTo>
                <a:lnTo>
                  <a:pt x="1521" y="1217"/>
                </a:lnTo>
                <a:lnTo>
                  <a:pt x="1626" y="1039"/>
                </a:lnTo>
                <a:cubicBezTo>
                  <a:pt x="1731" y="861"/>
                  <a:pt x="1888" y="682"/>
                  <a:pt x="2046" y="504"/>
                </a:cubicBezTo>
                <a:lnTo>
                  <a:pt x="2046" y="504"/>
                </a:lnTo>
                <a:cubicBezTo>
                  <a:pt x="2203" y="336"/>
                  <a:pt x="2371" y="169"/>
                  <a:pt x="2559" y="1"/>
                </a:cubicBezTo>
                <a:lnTo>
                  <a:pt x="2559" y="1"/>
                </a:lnTo>
                <a:cubicBezTo>
                  <a:pt x="2434" y="11"/>
                  <a:pt x="2308" y="64"/>
                  <a:pt x="2192" y="116"/>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 name="Google Shape;947;p24"/>
          <p:cNvSpPr txBox="1"/>
          <p:nvPr/>
        </p:nvSpPr>
        <p:spPr>
          <a:xfrm>
            <a:off x="5161075" y="3491000"/>
            <a:ext cx="3269700" cy="6597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300"/>
              </a:spcBef>
              <a:spcAft>
                <a:spcPts val="0"/>
              </a:spcAft>
              <a:buNone/>
            </a:pPr>
            <a:r>
              <a:rPr lang="en" sz="1200">
                <a:solidFill>
                  <a:schemeClr val="dk1"/>
                </a:solidFill>
                <a:latin typeface="Abel"/>
                <a:ea typeface="Abel"/>
                <a:cs typeface="Abel"/>
                <a:sym typeface="Abel"/>
              </a:rPr>
              <a:t>CREDITS: This presentation template was created by </a:t>
            </a:r>
            <a:r>
              <a:rPr lang="en" sz="1200">
                <a:solidFill>
                  <a:schemeClr val="dk1"/>
                </a:solidFill>
                <a:uFill>
                  <a:noFill/>
                </a:uFill>
                <a:latin typeface="Abel"/>
                <a:ea typeface="Abel"/>
                <a:cs typeface="Abel"/>
                <a:sym typeface="Abel"/>
                <a:hlinkClick r:id="rId2">
                  <a:extLst>
                    <a:ext uri="{A12FA001-AC4F-418D-AE19-62706E023703}">
                      <ahyp:hlinkClr xmlns:ahyp="http://schemas.microsoft.com/office/drawing/2018/hyperlinkcolor" val="tx"/>
                    </a:ext>
                  </a:extLst>
                </a:hlinkClick>
              </a:rPr>
              <a:t>Slidesgo</a:t>
            </a:r>
            <a:r>
              <a:rPr lang="en" sz="1200">
                <a:solidFill>
                  <a:schemeClr val="dk1"/>
                </a:solidFill>
                <a:latin typeface="Abel"/>
                <a:ea typeface="Abel"/>
                <a:cs typeface="Abel"/>
                <a:sym typeface="Abel"/>
              </a:rPr>
              <a:t>, including icons by </a:t>
            </a:r>
            <a:r>
              <a:rPr lang="en" sz="1200">
                <a:solidFill>
                  <a:schemeClr val="dk1"/>
                </a:solidFill>
                <a:uFill>
                  <a:noFill/>
                </a:uFill>
                <a:latin typeface="Abel"/>
                <a:ea typeface="Abel"/>
                <a:cs typeface="Abel"/>
                <a:sym typeface="Abel"/>
                <a:hlinkClick r:id="rId3">
                  <a:extLst>
                    <a:ext uri="{A12FA001-AC4F-418D-AE19-62706E023703}">
                      <ahyp:hlinkClr xmlns:ahyp="http://schemas.microsoft.com/office/drawing/2018/hyperlinkcolor" val="tx"/>
                    </a:ext>
                  </a:extLst>
                </a:hlinkClick>
              </a:rPr>
              <a:t>Flaticon</a:t>
            </a:r>
            <a:r>
              <a:rPr lang="en" sz="1200">
                <a:solidFill>
                  <a:schemeClr val="dk1"/>
                </a:solidFill>
                <a:latin typeface="Abel"/>
                <a:ea typeface="Abel"/>
                <a:cs typeface="Abel"/>
                <a:sym typeface="Abel"/>
              </a:rPr>
              <a:t>, and infographics &amp; images by </a:t>
            </a:r>
            <a:r>
              <a:rPr lang="en" sz="1200">
                <a:solidFill>
                  <a:schemeClr val="dk1"/>
                </a:solidFill>
                <a:uFill>
                  <a:noFill/>
                </a:uFill>
                <a:latin typeface="Abel"/>
                <a:ea typeface="Abel"/>
                <a:cs typeface="Abel"/>
                <a:sym typeface="Abel"/>
                <a:hlinkClick r:id="rId4">
                  <a:extLst>
                    <a:ext uri="{A12FA001-AC4F-418D-AE19-62706E023703}">
                      <ahyp:hlinkClr xmlns:ahyp="http://schemas.microsoft.com/office/drawing/2018/hyperlinkcolor" val="tx"/>
                    </a:ext>
                  </a:extLst>
                </a:hlinkClick>
              </a:rPr>
              <a:t>Freepik</a:t>
            </a:r>
            <a:endParaRPr sz="1200">
              <a:solidFill>
                <a:schemeClr val="dk1"/>
              </a:solidFill>
              <a:latin typeface="Abel"/>
              <a:ea typeface="Abel"/>
              <a:cs typeface="Abel"/>
              <a:sym typeface="Abel"/>
            </a:endParaRPr>
          </a:p>
        </p:txBody>
      </p:sp>
    </p:spTree>
    <p:extLst>
      <p:ext uri="{BB962C8B-B14F-4D97-AF65-F5344CB8AC3E}">
        <p14:creationId xmlns:p14="http://schemas.microsoft.com/office/powerpoint/2010/main" val="1047329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slide" type="blank" preserve="1">
  <p:cSld name="Blank slide">
    <p:spTree>
      <p:nvGrpSpPr>
        <p:cNvPr id="1" name="Shape 1088"/>
        <p:cNvGrpSpPr/>
        <p:nvPr/>
      </p:nvGrpSpPr>
      <p:grpSpPr>
        <a:xfrm>
          <a:off x="0" y="0"/>
          <a:ext cx="0" cy="0"/>
          <a:chOff x="0" y="0"/>
          <a:chExt cx="0" cy="0"/>
        </a:xfrm>
      </p:grpSpPr>
    </p:spTree>
    <p:extLst>
      <p:ext uri="{BB962C8B-B14F-4D97-AF65-F5344CB8AC3E}">
        <p14:creationId xmlns:p14="http://schemas.microsoft.com/office/powerpoint/2010/main" val="3809721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only" preserve="1">
  <p:cSld name="Title only">
    <p:spTree>
      <p:nvGrpSpPr>
        <p:cNvPr id="1" name="Shape 1089"/>
        <p:cNvGrpSpPr/>
        <p:nvPr/>
      </p:nvGrpSpPr>
      <p:grpSpPr>
        <a:xfrm>
          <a:off x="0" y="0"/>
          <a:ext cx="0" cy="0"/>
          <a:chOff x="0" y="0"/>
          <a:chExt cx="0" cy="0"/>
        </a:xfrm>
      </p:grpSpPr>
      <p:sp>
        <p:nvSpPr>
          <p:cNvPr id="1090" name="Google Shape;1090;p29"/>
          <p:cNvSpPr txBox="1">
            <a:spLocks noGrp="1"/>
          </p:cNvSpPr>
          <p:nvPr>
            <p:ph type="title"/>
          </p:nvPr>
        </p:nvSpPr>
        <p:spPr>
          <a:xfrm>
            <a:off x="716700" y="510900"/>
            <a:ext cx="7710600" cy="4824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Font typeface="Arial"/>
              <a:buNone/>
              <a:defRPr>
                <a:solidFill>
                  <a:schemeClr val="lt1"/>
                </a:solidFill>
                <a:latin typeface="Arial"/>
                <a:ea typeface="Arial"/>
                <a:cs typeface="Arial"/>
                <a:sym typeface="Arial"/>
              </a:defRPr>
            </a:lvl1pPr>
            <a:lvl2pPr lvl="1" rtl="0">
              <a:spcBef>
                <a:spcPts val="0"/>
              </a:spcBef>
              <a:spcAft>
                <a:spcPts val="0"/>
              </a:spcAft>
              <a:buSzPts val="2400"/>
              <a:buFont typeface="Arial"/>
              <a:buNone/>
              <a:defRPr>
                <a:latin typeface="Arial"/>
                <a:ea typeface="Arial"/>
                <a:cs typeface="Arial"/>
                <a:sym typeface="Arial"/>
              </a:defRPr>
            </a:lvl2pPr>
            <a:lvl3pPr lvl="2" rtl="0">
              <a:spcBef>
                <a:spcPts val="0"/>
              </a:spcBef>
              <a:spcAft>
                <a:spcPts val="0"/>
              </a:spcAft>
              <a:buSzPts val="2400"/>
              <a:buFont typeface="Arial"/>
              <a:buNone/>
              <a:defRPr>
                <a:latin typeface="Arial"/>
                <a:ea typeface="Arial"/>
                <a:cs typeface="Arial"/>
                <a:sym typeface="Arial"/>
              </a:defRPr>
            </a:lvl3pPr>
            <a:lvl4pPr lvl="3" rtl="0">
              <a:spcBef>
                <a:spcPts val="0"/>
              </a:spcBef>
              <a:spcAft>
                <a:spcPts val="0"/>
              </a:spcAft>
              <a:buSzPts val="2400"/>
              <a:buFont typeface="Arial"/>
              <a:buNone/>
              <a:defRPr>
                <a:latin typeface="Arial"/>
                <a:ea typeface="Arial"/>
                <a:cs typeface="Arial"/>
                <a:sym typeface="Arial"/>
              </a:defRPr>
            </a:lvl4pPr>
            <a:lvl5pPr lvl="4" rtl="0">
              <a:spcBef>
                <a:spcPts val="0"/>
              </a:spcBef>
              <a:spcAft>
                <a:spcPts val="0"/>
              </a:spcAft>
              <a:buSzPts val="2400"/>
              <a:buFont typeface="Arial"/>
              <a:buNone/>
              <a:defRPr>
                <a:latin typeface="Arial"/>
                <a:ea typeface="Arial"/>
                <a:cs typeface="Arial"/>
                <a:sym typeface="Arial"/>
              </a:defRPr>
            </a:lvl5pPr>
            <a:lvl6pPr lvl="5" rtl="0">
              <a:spcBef>
                <a:spcPts val="0"/>
              </a:spcBef>
              <a:spcAft>
                <a:spcPts val="0"/>
              </a:spcAft>
              <a:buSzPts val="2400"/>
              <a:buFont typeface="Arial"/>
              <a:buNone/>
              <a:defRPr>
                <a:latin typeface="Arial"/>
                <a:ea typeface="Arial"/>
                <a:cs typeface="Arial"/>
                <a:sym typeface="Arial"/>
              </a:defRPr>
            </a:lvl6pPr>
            <a:lvl7pPr lvl="6" rtl="0">
              <a:spcBef>
                <a:spcPts val="0"/>
              </a:spcBef>
              <a:spcAft>
                <a:spcPts val="0"/>
              </a:spcAft>
              <a:buSzPts val="2400"/>
              <a:buFont typeface="Arial"/>
              <a:buNone/>
              <a:defRPr>
                <a:latin typeface="Arial"/>
                <a:ea typeface="Arial"/>
                <a:cs typeface="Arial"/>
                <a:sym typeface="Arial"/>
              </a:defRPr>
            </a:lvl7pPr>
            <a:lvl8pPr lvl="7" rtl="0">
              <a:spcBef>
                <a:spcPts val="0"/>
              </a:spcBef>
              <a:spcAft>
                <a:spcPts val="0"/>
              </a:spcAft>
              <a:buSzPts val="2400"/>
              <a:buFont typeface="Arial"/>
              <a:buNone/>
              <a:defRPr>
                <a:latin typeface="Arial"/>
                <a:ea typeface="Arial"/>
                <a:cs typeface="Arial"/>
                <a:sym typeface="Arial"/>
              </a:defRPr>
            </a:lvl8pPr>
            <a:lvl9pPr lvl="8" rtl="0">
              <a:spcBef>
                <a:spcPts val="0"/>
              </a:spcBef>
              <a:spcAft>
                <a:spcPts val="0"/>
              </a:spcAft>
              <a:buSzPts val="2400"/>
              <a:buFont typeface="Arial"/>
              <a:buNone/>
              <a:defRPr>
                <a:latin typeface="Arial"/>
                <a:ea typeface="Arial"/>
                <a:cs typeface="Arial"/>
                <a:sym typeface="Arial"/>
              </a:defRPr>
            </a:lvl9pPr>
          </a:lstStyle>
          <a:p>
            <a:r>
              <a:rPr lang="en-US"/>
              <a:t>Click to edit Master title style</a:t>
            </a:r>
            <a:endParaRPr/>
          </a:p>
        </p:txBody>
      </p:sp>
    </p:spTree>
    <p:extLst>
      <p:ext uri="{BB962C8B-B14F-4D97-AF65-F5344CB8AC3E}">
        <p14:creationId xmlns:p14="http://schemas.microsoft.com/office/powerpoint/2010/main" val="18599006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42900" y="1065212"/>
            <a:ext cx="3886200" cy="735013"/>
          </a:xfrm>
        </p:spPr>
        <p:txBody>
          <a:bodyPr/>
          <a:lstStyle/>
          <a:p>
            <a:r>
              <a:rPr lang="en-US"/>
              <a:t>Click to edit Master title style</a:t>
            </a:r>
          </a:p>
        </p:txBody>
      </p:sp>
      <p:sp>
        <p:nvSpPr>
          <p:cNvPr id="3" name="Subtitle 2"/>
          <p:cNvSpPr>
            <a:spLocks noGrp="1"/>
          </p:cNvSpPr>
          <p:nvPr>
            <p:ph type="subTitle" idx="1"/>
          </p:nvPr>
        </p:nvSpPr>
        <p:spPr>
          <a:xfrm>
            <a:off x="685800" y="1943100"/>
            <a:ext cx="3200400" cy="876300"/>
          </a:xfrm>
        </p:spPr>
        <p:txBody>
          <a:bodyPr/>
          <a:lstStyle>
            <a:lvl1pPr marL="0" indent="0" algn="ctr">
              <a:buNone/>
              <a:defRPr>
                <a:solidFill>
                  <a:schemeClr val="tx1">
                    <a:tint val="75000"/>
                  </a:schemeClr>
                </a:solidFill>
              </a:defRPr>
            </a:lvl1pPr>
            <a:lvl2pPr marL="228600" indent="0" algn="ctr">
              <a:buNone/>
              <a:defRPr>
                <a:solidFill>
                  <a:schemeClr val="tx1">
                    <a:tint val="75000"/>
                  </a:schemeClr>
                </a:solidFill>
              </a:defRPr>
            </a:lvl2pPr>
            <a:lvl3pPr marL="457200" indent="0" algn="ctr">
              <a:buNone/>
              <a:defRPr>
                <a:solidFill>
                  <a:schemeClr val="tx1">
                    <a:tint val="75000"/>
                  </a:schemeClr>
                </a:solidFill>
              </a:defRPr>
            </a:lvl3pPr>
            <a:lvl4pPr marL="685800" indent="0" algn="ctr">
              <a:buNone/>
              <a:defRPr>
                <a:solidFill>
                  <a:schemeClr val="tx1">
                    <a:tint val="75000"/>
                  </a:schemeClr>
                </a:solidFill>
              </a:defRPr>
            </a:lvl4pPr>
            <a:lvl5pPr marL="914400" indent="0" algn="ctr">
              <a:buNone/>
              <a:defRPr>
                <a:solidFill>
                  <a:schemeClr val="tx1">
                    <a:tint val="75000"/>
                  </a:schemeClr>
                </a:solidFill>
              </a:defRPr>
            </a:lvl5pPr>
            <a:lvl6pPr marL="1143000" indent="0" algn="ctr">
              <a:buNone/>
              <a:defRPr>
                <a:solidFill>
                  <a:schemeClr val="tx1">
                    <a:tint val="75000"/>
                  </a:schemeClr>
                </a:solidFill>
              </a:defRPr>
            </a:lvl6pPr>
            <a:lvl7pPr marL="1371600" indent="0" algn="ctr">
              <a:buNone/>
              <a:defRPr>
                <a:solidFill>
                  <a:schemeClr val="tx1">
                    <a:tint val="75000"/>
                  </a:schemeClr>
                </a:solidFill>
              </a:defRPr>
            </a:lvl7pPr>
            <a:lvl8pPr marL="1600200" indent="0" algn="ctr">
              <a:buNone/>
              <a:defRPr>
                <a:solidFill>
                  <a:schemeClr val="tx1">
                    <a:tint val="75000"/>
                  </a:schemeClr>
                </a:solidFill>
              </a:defRPr>
            </a:lvl8pPr>
            <a:lvl9pPr marL="18288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20620154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6985367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61157" y="2203450"/>
            <a:ext cx="3886200" cy="681038"/>
          </a:xfrm>
        </p:spPr>
        <p:txBody>
          <a:bodyPr anchor="t"/>
          <a:lstStyle>
            <a:lvl1pPr algn="l">
              <a:defRPr sz="2000" b="1" cap="all"/>
            </a:lvl1pPr>
          </a:lstStyle>
          <a:p>
            <a:r>
              <a:rPr lang="en-US"/>
              <a:t>Click to edit Master title style</a:t>
            </a:r>
          </a:p>
        </p:txBody>
      </p:sp>
      <p:sp>
        <p:nvSpPr>
          <p:cNvPr id="3" name="Text Placeholder 2"/>
          <p:cNvSpPr>
            <a:spLocks noGrp="1"/>
          </p:cNvSpPr>
          <p:nvPr>
            <p:ph type="body" idx="1"/>
          </p:nvPr>
        </p:nvSpPr>
        <p:spPr>
          <a:xfrm>
            <a:off x="361157" y="1453357"/>
            <a:ext cx="3886200" cy="750094"/>
          </a:xfrm>
        </p:spPr>
        <p:txBody>
          <a:bodyPr anchor="b"/>
          <a:lstStyle>
            <a:lvl1pPr marL="0" indent="0">
              <a:buNone/>
              <a:defRPr sz="1000">
                <a:solidFill>
                  <a:schemeClr val="tx1">
                    <a:tint val="75000"/>
                  </a:schemeClr>
                </a:solidFill>
              </a:defRPr>
            </a:lvl1pPr>
            <a:lvl2pPr marL="228600" indent="0">
              <a:buNone/>
              <a:defRPr sz="900">
                <a:solidFill>
                  <a:schemeClr val="tx1">
                    <a:tint val="75000"/>
                  </a:schemeClr>
                </a:solidFill>
              </a:defRPr>
            </a:lvl2pPr>
            <a:lvl3pPr marL="457200" indent="0">
              <a:buNone/>
              <a:defRPr sz="800">
                <a:solidFill>
                  <a:schemeClr val="tx1">
                    <a:tint val="75000"/>
                  </a:schemeClr>
                </a:solidFill>
              </a:defRPr>
            </a:lvl3pPr>
            <a:lvl4pPr marL="685800" indent="0">
              <a:buNone/>
              <a:defRPr sz="700">
                <a:solidFill>
                  <a:schemeClr val="tx1">
                    <a:tint val="75000"/>
                  </a:schemeClr>
                </a:solidFill>
              </a:defRPr>
            </a:lvl4pPr>
            <a:lvl5pPr marL="914400" indent="0">
              <a:buNone/>
              <a:defRPr sz="700">
                <a:solidFill>
                  <a:schemeClr val="tx1">
                    <a:tint val="75000"/>
                  </a:schemeClr>
                </a:solidFill>
              </a:defRPr>
            </a:lvl5pPr>
            <a:lvl6pPr marL="1143000" indent="0">
              <a:buNone/>
              <a:defRPr sz="700">
                <a:solidFill>
                  <a:schemeClr val="tx1">
                    <a:tint val="75000"/>
                  </a:schemeClr>
                </a:solidFill>
              </a:defRPr>
            </a:lvl6pPr>
            <a:lvl7pPr marL="1371600" indent="0">
              <a:buNone/>
              <a:defRPr sz="700">
                <a:solidFill>
                  <a:schemeClr val="tx1">
                    <a:tint val="75000"/>
                  </a:schemeClr>
                </a:solidFill>
              </a:defRPr>
            </a:lvl7pPr>
            <a:lvl8pPr marL="1600200" indent="0">
              <a:buNone/>
              <a:defRPr sz="700">
                <a:solidFill>
                  <a:schemeClr val="tx1">
                    <a:tint val="75000"/>
                  </a:schemeClr>
                </a:solidFill>
              </a:defRPr>
            </a:lvl8pPr>
            <a:lvl9pPr marL="1828800" indent="0">
              <a:buNone/>
              <a:defRPr sz="7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52907176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28600" y="800100"/>
            <a:ext cx="2019300" cy="2262982"/>
          </a:xfrm>
        </p:spPr>
        <p:txBody>
          <a:bodyPr/>
          <a:lstStyle>
            <a:lvl1pPr>
              <a:defRPr sz="1400"/>
            </a:lvl1pPr>
            <a:lvl2pPr>
              <a:defRPr sz="1200"/>
            </a:lvl2pPr>
            <a:lvl3pPr>
              <a:defRPr sz="1000"/>
            </a:lvl3pPr>
            <a:lvl4pPr>
              <a:defRPr sz="900"/>
            </a:lvl4pPr>
            <a:lvl5pPr>
              <a:defRPr sz="9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2324100" y="800100"/>
            <a:ext cx="2019300" cy="2262982"/>
          </a:xfrm>
        </p:spPr>
        <p:txBody>
          <a:bodyPr/>
          <a:lstStyle>
            <a:lvl1pPr>
              <a:defRPr sz="1400"/>
            </a:lvl1pPr>
            <a:lvl2pPr>
              <a:defRPr sz="1200"/>
            </a:lvl2pPr>
            <a:lvl3pPr>
              <a:defRPr sz="1000"/>
            </a:lvl3pPr>
            <a:lvl4pPr>
              <a:defRPr sz="900"/>
            </a:lvl4pPr>
            <a:lvl5pPr>
              <a:defRPr sz="9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33530936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228600" y="767556"/>
            <a:ext cx="2020094" cy="319881"/>
          </a:xfrm>
        </p:spPr>
        <p:txBody>
          <a:bodyPr anchor="b"/>
          <a:lstStyle>
            <a:lvl1pPr marL="0" indent="0">
              <a:buNone/>
              <a:defRPr sz="1200" b="1"/>
            </a:lvl1pPr>
            <a:lvl2pPr marL="228600" indent="0">
              <a:buNone/>
              <a:defRPr sz="1000" b="1"/>
            </a:lvl2pPr>
            <a:lvl3pPr marL="457200" indent="0">
              <a:buNone/>
              <a:defRPr sz="900" b="1"/>
            </a:lvl3pPr>
            <a:lvl4pPr marL="685800" indent="0">
              <a:buNone/>
              <a:defRPr sz="800" b="1"/>
            </a:lvl4pPr>
            <a:lvl5pPr marL="914400" indent="0">
              <a:buNone/>
              <a:defRPr sz="800" b="1"/>
            </a:lvl5pPr>
            <a:lvl6pPr marL="1143000" indent="0">
              <a:buNone/>
              <a:defRPr sz="800" b="1"/>
            </a:lvl6pPr>
            <a:lvl7pPr marL="1371600" indent="0">
              <a:buNone/>
              <a:defRPr sz="800" b="1"/>
            </a:lvl7pPr>
            <a:lvl8pPr marL="1600200" indent="0">
              <a:buNone/>
              <a:defRPr sz="800" b="1"/>
            </a:lvl8pPr>
            <a:lvl9pPr marL="1828800" indent="0">
              <a:buNone/>
              <a:defRPr sz="800" b="1"/>
            </a:lvl9pPr>
          </a:lstStyle>
          <a:p>
            <a:pPr lvl="0"/>
            <a:r>
              <a:rPr lang="en-US"/>
              <a:t>Click to edit Master text styles</a:t>
            </a:r>
          </a:p>
        </p:txBody>
      </p:sp>
      <p:sp>
        <p:nvSpPr>
          <p:cNvPr id="4" name="Content Placeholder 3"/>
          <p:cNvSpPr>
            <a:spLocks noGrp="1"/>
          </p:cNvSpPr>
          <p:nvPr>
            <p:ph sz="half" idx="2"/>
          </p:nvPr>
        </p:nvSpPr>
        <p:spPr>
          <a:xfrm>
            <a:off x="228600" y="1087438"/>
            <a:ext cx="2020094" cy="1975644"/>
          </a:xfrm>
        </p:spPr>
        <p:txBody>
          <a:bodyPr/>
          <a:lstStyle>
            <a:lvl1pPr>
              <a:defRPr sz="1200"/>
            </a:lvl1pPr>
            <a:lvl2pPr>
              <a:defRPr sz="1000"/>
            </a:lvl2pPr>
            <a:lvl3pPr>
              <a:defRPr sz="900"/>
            </a:lvl3pPr>
            <a:lvl4pPr>
              <a:defRPr sz="800"/>
            </a:lvl4pPr>
            <a:lvl5pPr>
              <a:defRPr sz="800"/>
            </a:lvl5pPr>
            <a:lvl6pPr>
              <a:defRPr sz="800"/>
            </a:lvl6pPr>
            <a:lvl7pPr>
              <a:defRPr sz="800"/>
            </a:lvl7pPr>
            <a:lvl8pPr>
              <a:defRPr sz="800"/>
            </a:lvl8pPr>
            <a:lvl9pPr>
              <a:defRPr sz="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2322513" y="767556"/>
            <a:ext cx="2020888" cy="319881"/>
          </a:xfrm>
        </p:spPr>
        <p:txBody>
          <a:bodyPr anchor="b"/>
          <a:lstStyle>
            <a:lvl1pPr marL="0" indent="0">
              <a:buNone/>
              <a:defRPr sz="1200" b="1"/>
            </a:lvl1pPr>
            <a:lvl2pPr marL="228600" indent="0">
              <a:buNone/>
              <a:defRPr sz="1000" b="1"/>
            </a:lvl2pPr>
            <a:lvl3pPr marL="457200" indent="0">
              <a:buNone/>
              <a:defRPr sz="900" b="1"/>
            </a:lvl3pPr>
            <a:lvl4pPr marL="685800" indent="0">
              <a:buNone/>
              <a:defRPr sz="800" b="1"/>
            </a:lvl4pPr>
            <a:lvl5pPr marL="914400" indent="0">
              <a:buNone/>
              <a:defRPr sz="800" b="1"/>
            </a:lvl5pPr>
            <a:lvl6pPr marL="1143000" indent="0">
              <a:buNone/>
              <a:defRPr sz="800" b="1"/>
            </a:lvl6pPr>
            <a:lvl7pPr marL="1371600" indent="0">
              <a:buNone/>
              <a:defRPr sz="800" b="1"/>
            </a:lvl7pPr>
            <a:lvl8pPr marL="1600200" indent="0">
              <a:buNone/>
              <a:defRPr sz="800" b="1"/>
            </a:lvl8pPr>
            <a:lvl9pPr marL="1828800" indent="0">
              <a:buNone/>
              <a:defRPr sz="800" b="1"/>
            </a:lvl9pPr>
          </a:lstStyle>
          <a:p>
            <a:pPr lvl="0"/>
            <a:r>
              <a:rPr lang="en-US"/>
              <a:t>Click to edit Master text styles</a:t>
            </a:r>
          </a:p>
        </p:txBody>
      </p:sp>
      <p:sp>
        <p:nvSpPr>
          <p:cNvPr id="6" name="Content Placeholder 5"/>
          <p:cNvSpPr>
            <a:spLocks noGrp="1"/>
          </p:cNvSpPr>
          <p:nvPr>
            <p:ph sz="quarter" idx="4"/>
          </p:nvPr>
        </p:nvSpPr>
        <p:spPr>
          <a:xfrm>
            <a:off x="2322513" y="1087438"/>
            <a:ext cx="2020888" cy="1975644"/>
          </a:xfrm>
        </p:spPr>
        <p:txBody>
          <a:bodyPr/>
          <a:lstStyle>
            <a:lvl1pPr>
              <a:defRPr sz="1200"/>
            </a:lvl1pPr>
            <a:lvl2pPr>
              <a:defRPr sz="1000"/>
            </a:lvl2pPr>
            <a:lvl3pPr>
              <a:defRPr sz="900"/>
            </a:lvl3pPr>
            <a:lvl4pPr>
              <a:defRPr sz="800"/>
            </a:lvl4pPr>
            <a:lvl5pPr>
              <a:defRPr sz="800"/>
            </a:lvl5pPr>
            <a:lvl6pPr>
              <a:defRPr sz="800"/>
            </a:lvl6pPr>
            <a:lvl7pPr>
              <a:defRPr sz="800"/>
            </a:lvl7pPr>
            <a:lvl8pPr>
              <a:defRPr sz="800"/>
            </a:lvl8pPr>
            <a:lvl9pPr>
              <a:defRPr sz="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32322563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5161121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17441627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28600" y="136525"/>
            <a:ext cx="1504157" cy="581025"/>
          </a:xfrm>
        </p:spPr>
        <p:txBody>
          <a:bodyPr anchor="b"/>
          <a:lstStyle>
            <a:lvl1pPr algn="l">
              <a:defRPr sz="1000" b="1"/>
            </a:lvl1pPr>
          </a:lstStyle>
          <a:p>
            <a:r>
              <a:rPr lang="en-US"/>
              <a:t>Click to edit Master title style</a:t>
            </a:r>
          </a:p>
        </p:txBody>
      </p:sp>
      <p:sp>
        <p:nvSpPr>
          <p:cNvPr id="3" name="Content Placeholder 2"/>
          <p:cNvSpPr>
            <a:spLocks noGrp="1"/>
          </p:cNvSpPr>
          <p:nvPr>
            <p:ph idx="1"/>
          </p:nvPr>
        </p:nvSpPr>
        <p:spPr>
          <a:xfrm>
            <a:off x="1787525" y="136525"/>
            <a:ext cx="2555875" cy="2926557"/>
          </a:xfrm>
        </p:spPr>
        <p:txBody>
          <a:bodyPr/>
          <a:lstStyle>
            <a:lvl1pPr>
              <a:defRPr sz="1600"/>
            </a:lvl1pPr>
            <a:lvl2pPr>
              <a:defRPr sz="1400"/>
            </a:lvl2pPr>
            <a:lvl3pPr>
              <a:defRPr sz="1200"/>
            </a:lvl3pPr>
            <a:lvl4pPr>
              <a:defRPr sz="1000"/>
            </a:lvl4pPr>
            <a:lvl5pPr>
              <a:defRPr sz="1000"/>
            </a:lvl5pPr>
            <a:lvl6pPr>
              <a:defRPr sz="1000"/>
            </a:lvl6pPr>
            <a:lvl7pPr>
              <a:defRPr sz="1000"/>
            </a:lvl7pPr>
            <a:lvl8pPr>
              <a:defRPr sz="1000"/>
            </a:lvl8pPr>
            <a:lvl9pPr>
              <a:defRPr sz="1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228600" y="717550"/>
            <a:ext cx="1504157" cy="2345532"/>
          </a:xfrm>
        </p:spPr>
        <p:txBody>
          <a:bodyPr/>
          <a:lstStyle>
            <a:lvl1pPr marL="0" indent="0">
              <a:buNone/>
              <a:defRPr sz="700"/>
            </a:lvl1pPr>
            <a:lvl2pPr marL="228600" indent="0">
              <a:buNone/>
              <a:defRPr sz="600"/>
            </a:lvl2pPr>
            <a:lvl3pPr marL="457200" indent="0">
              <a:buNone/>
              <a:defRPr sz="500"/>
            </a:lvl3pPr>
            <a:lvl4pPr marL="685800" indent="0">
              <a:buNone/>
              <a:defRPr sz="450"/>
            </a:lvl4pPr>
            <a:lvl5pPr marL="914400" indent="0">
              <a:buNone/>
              <a:defRPr sz="450"/>
            </a:lvl5pPr>
            <a:lvl6pPr marL="1143000" indent="0">
              <a:buNone/>
              <a:defRPr sz="450"/>
            </a:lvl6pPr>
            <a:lvl7pPr marL="1371600" indent="0">
              <a:buNone/>
              <a:defRPr sz="450"/>
            </a:lvl7pPr>
            <a:lvl8pPr marL="1600200" indent="0">
              <a:buNone/>
              <a:defRPr sz="450"/>
            </a:lvl8pPr>
            <a:lvl9pPr marL="1828800" indent="0">
              <a:buNone/>
              <a:defRPr sz="45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11011626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96144" y="2400300"/>
            <a:ext cx="2743200" cy="283369"/>
          </a:xfrm>
        </p:spPr>
        <p:txBody>
          <a:bodyPr anchor="b"/>
          <a:lstStyle>
            <a:lvl1pPr algn="l">
              <a:defRPr sz="1000" b="1"/>
            </a:lvl1pPr>
          </a:lstStyle>
          <a:p>
            <a:r>
              <a:rPr lang="en-US"/>
              <a:t>Click to edit Master title style</a:t>
            </a:r>
          </a:p>
        </p:txBody>
      </p:sp>
      <p:sp>
        <p:nvSpPr>
          <p:cNvPr id="3" name="Picture Placeholder 2"/>
          <p:cNvSpPr>
            <a:spLocks noGrp="1"/>
          </p:cNvSpPr>
          <p:nvPr>
            <p:ph type="pic" idx="1"/>
          </p:nvPr>
        </p:nvSpPr>
        <p:spPr>
          <a:xfrm>
            <a:off x="896144" y="306388"/>
            <a:ext cx="2743200" cy="2057400"/>
          </a:xfrm>
        </p:spPr>
        <p:txBody>
          <a:bodyPr/>
          <a:lstStyle>
            <a:lvl1pPr marL="0" indent="0">
              <a:buNone/>
              <a:defRPr sz="1600"/>
            </a:lvl1pPr>
            <a:lvl2pPr marL="228600" indent="0">
              <a:buNone/>
              <a:defRPr sz="1400"/>
            </a:lvl2pPr>
            <a:lvl3pPr marL="457200" indent="0">
              <a:buNone/>
              <a:defRPr sz="1200"/>
            </a:lvl3pPr>
            <a:lvl4pPr marL="685800" indent="0">
              <a:buNone/>
              <a:defRPr sz="1000"/>
            </a:lvl4pPr>
            <a:lvl5pPr marL="914400" indent="0">
              <a:buNone/>
              <a:defRPr sz="1000"/>
            </a:lvl5pPr>
            <a:lvl6pPr marL="1143000" indent="0">
              <a:buNone/>
              <a:defRPr sz="1000"/>
            </a:lvl6pPr>
            <a:lvl7pPr marL="1371600" indent="0">
              <a:buNone/>
              <a:defRPr sz="1000"/>
            </a:lvl7pPr>
            <a:lvl8pPr marL="1600200" indent="0">
              <a:buNone/>
              <a:defRPr sz="1000"/>
            </a:lvl8pPr>
            <a:lvl9pPr marL="1828800" indent="0">
              <a:buNone/>
              <a:defRPr sz="1000"/>
            </a:lvl9pPr>
          </a:lstStyle>
          <a:p>
            <a:endParaRPr lang="en-US"/>
          </a:p>
        </p:txBody>
      </p:sp>
      <p:sp>
        <p:nvSpPr>
          <p:cNvPr id="4" name="Text Placeholder 3"/>
          <p:cNvSpPr>
            <a:spLocks noGrp="1"/>
          </p:cNvSpPr>
          <p:nvPr>
            <p:ph type="body" sz="half" idx="2"/>
          </p:nvPr>
        </p:nvSpPr>
        <p:spPr>
          <a:xfrm>
            <a:off x="896144" y="2683669"/>
            <a:ext cx="2743200" cy="402431"/>
          </a:xfrm>
        </p:spPr>
        <p:txBody>
          <a:bodyPr/>
          <a:lstStyle>
            <a:lvl1pPr marL="0" indent="0">
              <a:buNone/>
              <a:defRPr sz="700"/>
            </a:lvl1pPr>
            <a:lvl2pPr marL="228600" indent="0">
              <a:buNone/>
              <a:defRPr sz="600"/>
            </a:lvl2pPr>
            <a:lvl3pPr marL="457200" indent="0">
              <a:buNone/>
              <a:defRPr sz="500"/>
            </a:lvl3pPr>
            <a:lvl4pPr marL="685800" indent="0">
              <a:buNone/>
              <a:defRPr sz="450"/>
            </a:lvl4pPr>
            <a:lvl5pPr marL="914400" indent="0">
              <a:buNone/>
              <a:defRPr sz="450"/>
            </a:lvl5pPr>
            <a:lvl6pPr marL="1143000" indent="0">
              <a:buNone/>
              <a:defRPr sz="450"/>
            </a:lvl6pPr>
            <a:lvl7pPr marL="1371600" indent="0">
              <a:buNone/>
              <a:defRPr sz="450"/>
            </a:lvl7pPr>
            <a:lvl8pPr marL="1600200" indent="0">
              <a:buNone/>
              <a:defRPr sz="450"/>
            </a:lvl8pPr>
            <a:lvl9pPr marL="1828800" indent="0">
              <a:buNone/>
              <a:defRPr sz="45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28037867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06620040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314700" y="137319"/>
            <a:ext cx="1028700" cy="292576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28600" y="137319"/>
            <a:ext cx="3009900" cy="29257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4201662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0.xml"/><Relationship Id="rId1" Type="http://schemas.openxmlformats.org/officeDocument/2006/relationships/slideLayout" Target="../slideLayouts/slideLayout9.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8.xml"/><Relationship Id="rId3" Type="http://schemas.openxmlformats.org/officeDocument/2006/relationships/slideLayout" Target="../slideLayouts/slideLayout13.xml"/><Relationship Id="rId7" Type="http://schemas.openxmlformats.org/officeDocument/2006/relationships/slideLayout" Target="../slideLayouts/slideLayout17.xml"/><Relationship Id="rId12" Type="http://schemas.openxmlformats.org/officeDocument/2006/relationships/theme" Target="../theme/theme3.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slideLayout" Target="../slideLayouts/slideLayout21.xml"/><Relationship Id="rId5" Type="http://schemas.openxmlformats.org/officeDocument/2006/relationships/slideLayout" Target="../slideLayouts/slideLayout15.xml"/><Relationship Id="rId10" Type="http://schemas.openxmlformats.org/officeDocument/2006/relationships/slideLayout" Target="../slideLayouts/slideLayout20.xml"/><Relationship Id="rId4" Type="http://schemas.openxmlformats.org/officeDocument/2006/relationships/slideLayout" Target="../slideLayouts/slideLayout14.xml"/><Relationship Id="rId9"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a:gsLst>
            <a:gs pos="0">
              <a:srgbClr val="FFEBEB"/>
            </a:gs>
            <a:gs pos="100000">
              <a:srgbClr val="B2D4A8"/>
            </a:gs>
          </a:gsLst>
          <a:lin ang="5400012" scaled="0"/>
        </a:gra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75" y="539500"/>
            <a:ext cx="7717500" cy="5727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chemeClr val="dk1"/>
              </a:buClr>
              <a:buSzPts val="2800"/>
              <a:buFont typeface="Bakbak One"/>
              <a:buNone/>
              <a:defRPr sz="2800">
                <a:solidFill>
                  <a:schemeClr val="dk1"/>
                </a:solidFill>
                <a:latin typeface="Bakbak One"/>
                <a:ea typeface="Bakbak One"/>
                <a:cs typeface="Bakbak One"/>
                <a:sym typeface="Bakbak One"/>
              </a:defRPr>
            </a:lvl1pPr>
            <a:lvl2pPr lvl="1" algn="ctr" rtl="0">
              <a:spcBef>
                <a:spcPts val="0"/>
              </a:spcBef>
              <a:spcAft>
                <a:spcPts val="0"/>
              </a:spcAft>
              <a:buClr>
                <a:schemeClr val="dk1"/>
              </a:buClr>
              <a:buSzPts val="2800"/>
              <a:buFont typeface="Bakbak One"/>
              <a:buNone/>
              <a:defRPr sz="2800">
                <a:solidFill>
                  <a:schemeClr val="dk1"/>
                </a:solidFill>
                <a:latin typeface="Bakbak One"/>
                <a:ea typeface="Bakbak One"/>
                <a:cs typeface="Bakbak One"/>
                <a:sym typeface="Bakbak One"/>
              </a:defRPr>
            </a:lvl2pPr>
            <a:lvl3pPr lvl="2" algn="ctr" rtl="0">
              <a:spcBef>
                <a:spcPts val="0"/>
              </a:spcBef>
              <a:spcAft>
                <a:spcPts val="0"/>
              </a:spcAft>
              <a:buClr>
                <a:schemeClr val="dk1"/>
              </a:buClr>
              <a:buSzPts val="2800"/>
              <a:buFont typeface="Bakbak One"/>
              <a:buNone/>
              <a:defRPr sz="2800">
                <a:solidFill>
                  <a:schemeClr val="dk1"/>
                </a:solidFill>
                <a:latin typeface="Bakbak One"/>
                <a:ea typeface="Bakbak One"/>
                <a:cs typeface="Bakbak One"/>
                <a:sym typeface="Bakbak One"/>
              </a:defRPr>
            </a:lvl3pPr>
            <a:lvl4pPr lvl="3" algn="ctr" rtl="0">
              <a:spcBef>
                <a:spcPts val="0"/>
              </a:spcBef>
              <a:spcAft>
                <a:spcPts val="0"/>
              </a:spcAft>
              <a:buClr>
                <a:schemeClr val="dk1"/>
              </a:buClr>
              <a:buSzPts val="2800"/>
              <a:buFont typeface="Bakbak One"/>
              <a:buNone/>
              <a:defRPr sz="2800">
                <a:solidFill>
                  <a:schemeClr val="dk1"/>
                </a:solidFill>
                <a:latin typeface="Bakbak One"/>
                <a:ea typeface="Bakbak One"/>
                <a:cs typeface="Bakbak One"/>
                <a:sym typeface="Bakbak One"/>
              </a:defRPr>
            </a:lvl4pPr>
            <a:lvl5pPr lvl="4" algn="ctr" rtl="0">
              <a:spcBef>
                <a:spcPts val="0"/>
              </a:spcBef>
              <a:spcAft>
                <a:spcPts val="0"/>
              </a:spcAft>
              <a:buClr>
                <a:schemeClr val="dk1"/>
              </a:buClr>
              <a:buSzPts val="2800"/>
              <a:buFont typeface="Bakbak One"/>
              <a:buNone/>
              <a:defRPr sz="2800">
                <a:solidFill>
                  <a:schemeClr val="dk1"/>
                </a:solidFill>
                <a:latin typeface="Bakbak One"/>
                <a:ea typeface="Bakbak One"/>
                <a:cs typeface="Bakbak One"/>
                <a:sym typeface="Bakbak One"/>
              </a:defRPr>
            </a:lvl5pPr>
            <a:lvl6pPr lvl="5" algn="ctr" rtl="0">
              <a:spcBef>
                <a:spcPts val="0"/>
              </a:spcBef>
              <a:spcAft>
                <a:spcPts val="0"/>
              </a:spcAft>
              <a:buClr>
                <a:schemeClr val="dk1"/>
              </a:buClr>
              <a:buSzPts val="2800"/>
              <a:buFont typeface="Bakbak One"/>
              <a:buNone/>
              <a:defRPr sz="2800">
                <a:solidFill>
                  <a:schemeClr val="dk1"/>
                </a:solidFill>
                <a:latin typeface="Bakbak One"/>
                <a:ea typeface="Bakbak One"/>
                <a:cs typeface="Bakbak One"/>
                <a:sym typeface="Bakbak One"/>
              </a:defRPr>
            </a:lvl6pPr>
            <a:lvl7pPr lvl="6" algn="ctr" rtl="0">
              <a:spcBef>
                <a:spcPts val="0"/>
              </a:spcBef>
              <a:spcAft>
                <a:spcPts val="0"/>
              </a:spcAft>
              <a:buClr>
                <a:schemeClr val="dk1"/>
              </a:buClr>
              <a:buSzPts val="2800"/>
              <a:buFont typeface="Bakbak One"/>
              <a:buNone/>
              <a:defRPr sz="2800">
                <a:solidFill>
                  <a:schemeClr val="dk1"/>
                </a:solidFill>
                <a:latin typeface="Bakbak One"/>
                <a:ea typeface="Bakbak One"/>
                <a:cs typeface="Bakbak One"/>
                <a:sym typeface="Bakbak One"/>
              </a:defRPr>
            </a:lvl7pPr>
            <a:lvl8pPr lvl="7" algn="ctr" rtl="0">
              <a:spcBef>
                <a:spcPts val="0"/>
              </a:spcBef>
              <a:spcAft>
                <a:spcPts val="0"/>
              </a:spcAft>
              <a:buClr>
                <a:schemeClr val="dk1"/>
              </a:buClr>
              <a:buSzPts val="2800"/>
              <a:buFont typeface="Bakbak One"/>
              <a:buNone/>
              <a:defRPr sz="2800">
                <a:solidFill>
                  <a:schemeClr val="dk1"/>
                </a:solidFill>
                <a:latin typeface="Bakbak One"/>
                <a:ea typeface="Bakbak One"/>
                <a:cs typeface="Bakbak One"/>
                <a:sym typeface="Bakbak One"/>
              </a:defRPr>
            </a:lvl8pPr>
            <a:lvl9pPr lvl="8" algn="ctr" rtl="0">
              <a:spcBef>
                <a:spcPts val="0"/>
              </a:spcBef>
              <a:spcAft>
                <a:spcPts val="0"/>
              </a:spcAft>
              <a:buClr>
                <a:schemeClr val="dk1"/>
              </a:buClr>
              <a:buSzPts val="2800"/>
              <a:buFont typeface="Bakbak One"/>
              <a:buNone/>
              <a:defRPr sz="2800">
                <a:solidFill>
                  <a:schemeClr val="dk1"/>
                </a:solidFill>
                <a:latin typeface="Bakbak One"/>
                <a:ea typeface="Bakbak One"/>
                <a:cs typeface="Bakbak One"/>
                <a:sym typeface="Bakbak One"/>
              </a:defRPr>
            </a:lvl9pPr>
          </a:lstStyle>
          <a:p>
            <a:endParaRPr/>
          </a:p>
        </p:txBody>
      </p:sp>
      <p:sp>
        <p:nvSpPr>
          <p:cNvPr id="7" name="Google Shape;7;p1"/>
          <p:cNvSpPr txBox="1">
            <a:spLocks noGrp="1"/>
          </p:cNvSpPr>
          <p:nvPr>
            <p:ph type="body" idx="1"/>
          </p:nvPr>
        </p:nvSpPr>
        <p:spPr>
          <a:xfrm>
            <a:off x="713225" y="1246950"/>
            <a:ext cx="7717500" cy="3416400"/>
          </a:xfrm>
          <a:prstGeom prst="rect">
            <a:avLst/>
          </a:prstGeom>
          <a:noFill/>
          <a:ln>
            <a:noFill/>
          </a:ln>
        </p:spPr>
        <p:txBody>
          <a:bodyPr spcFirstLastPara="1" wrap="square" lIns="91425" tIns="91425" rIns="91425" bIns="91425" anchor="t" anchorCtr="0">
            <a:noAutofit/>
          </a:bodyPr>
          <a:lstStyle>
            <a:lvl1pPr marL="457200" lvl="0" indent="-342900">
              <a:lnSpc>
                <a:spcPct val="100000"/>
              </a:lnSpc>
              <a:spcBef>
                <a:spcPts val="0"/>
              </a:spcBef>
              <a:spcAft>
                <a:spcPts val="0"/>
              </a:spcAft>
              <a:buClr>
                <a:schemeClr val="dk1"/>
              </a:buClr>
              <a:buSzPts val="1800"/>
              <a:buFont typeface="Abel"/>
              <a:buChar char="●"/>
              <a:defRPr sz="1800">
                <a:solidFill>
                  <a:schemeClr val="dk1"/>
                </a:solidFill>
                <a:latin typeface="Abel"/>
                <a:ea typeface="Abel"/>
                <a:cs typeface="Abel"/>
                <a:sym typeface="Abel"/>
              </a:defRPr>
            </a:lvl1pPr>
            <a:lvl2pPr marL="914400" lvl="1" indent="-317500">
              <a:lnSpc>
                <a:spcPct val="100000"/>
              </a:lnSpc>
              <a:spcBef>
                <a:spcPts val="0"/>
              </a:spcBef>
              <a:spcAft>
                <a:spcPts val="0"/>
              </a:spcAft>
              <a:buClr>
                <a:schemeClr val="dk1"/>
              </a:buClr>
              <a:buSzPts val="1400"/>
              <a:buFont typeface="Abel"/>
              <a:buChar char="○"/>
              <a:defRPr>
                <a:solidFill>
                  <a:schemeClr val="dk1"/>
                </a:solidFill>
                <a:latin typeface="Abel"/>
                <a:ea typeface="Abel"/>
                <a:cs typeface="Abel"/>
                <a:sym typeface="Abel"/>
              </a:defRPr>
            </a:lvl2pPr>
            <a:lvl3pPr marL="1371600" lvl="2" indent="-317500">
              <a:lnSpc>
                <a:spcPct val="100000"/>
              </a:lnSpc>
              <a:spcBef>
                <a:spcPts val="0"/>
              </a:spcBef>
              <a:spcAft>
                <a:spcPts val="0"/>
              </a:spcAft>
              <a:buClr>
                <a:schemeClr val="dk1"/>
              </a:buClr>
              <a:buSzPts val="1400"/>
              <a:buFont typeface="Abel"/>
              <a:buChar char="■"/>
              <a:defRPr>
                <a:solidFill>
                  <a:schemeClr val="dk1"/>
                </a:solidFill>
                <a:latin typeface="Abel"/>
                <a:ea typeface="Abel"/>
                <a:cs typeface="Abel"/>
                <a:sym typeface="Abel"/>
              </a:defRPr>
            </a:lvl3pPr>
            <a:lvl4pPr marL="1828800" lvl="3" indent="-317500">
              <a:lnSpc>
                <a:spcPct val="100000"/>
              </a:lnSpc>
              <a:spcBef>
                <a:spcPts val="0"/>
              </a:spcBef>
              <a:spcAft>
                <a:spcPts val="0"/>
              </a:spcAft>
              <a:buClr>
                <a:schemeClr val="dk1"/>
              </a:buClr>
              <a:buSzPts val="1400"/>
              <a:buFont typeface="Abel"/>
              <a:buChar char="●"/>
              <a:defRPr>
                <a:solidFill>
                  <a:schemeClr val="dk1"/>
                </a:solidFill>
                <a:latin typeface="Abel"/>
                <a:ea typeface="Abel"/>
                <a:cs typeface="Abel"/>
                <a:sym typeface="Abel"/>
              </a:defRPr>
            </a:lvl4pPr>
            <a:lvl5pPr marL="2286000" lvl="4" indent="-317500">
              <a:lnSpc>
                <a:spcPct val="100000"/>
              </a:lnSpc>
              <a:spcBef>
                <a:spcPts val="0"/>
              </a:spcBef>
              <a:spcAft>
                <a:spcPts val="0"/>
              </a:spcAft>
              <a:buClr>
                <a:schemeClr val="dk1"/>
              </a:buClr>
              <a:buSzPts val="1400"/>
              <a:buFont typeface="Abel"/>
              <a:buChar char="○"/>
              <a:defRPr>
                <a:solidFill>
                  <a:schemeClr val="dk1"/>
                </a:solidFill>
                <a:latin typeface="Abel"/>
                <a:ea typeface="Abel"/>
                <a:cs typeface="Abel"/>
                <a:sym typeface="Abel"/>
              </a:defRPr>
            </a:lvl5pPr>
            <a:lvl6pPr marL="2743200" lvl="5" indent="-317500">
              <a:lnSpc>
                <a:spcPct val="100000"/>
              </a:lnSpc>
              <a:spcBef>
                <a:spcPts val="0"/>
              </a:spcBef>
              <a:spcAft>
                <a:spcPts val="0"/>
              </a:spcAft>
              <a:buClr>
                <a:schemeClr val="dk1"/>
              </a:buClr>
              <a:buSzPts val="1400"/>
              <a:buFont typeface="Abel"/>
              <a:buChar char="■"/>
              <a:defRPr>
                <a:solidFill>
                  <a:schemeClr val="dk1"/>
                </a:solidFill>
                <a:latin typeface="Abel"/>
                <a:ea typeface="Abel"/>
                <a:cs typeface="Abel"/>
                <a:sym typeface="Abel"/>
              </a:defRPr>
            </a:lvl6pPr>
            <a:lvl7pPr marL="3200400" lvl="6" indent="-317500">
              <a:lnSpc>
                <a:spcPct val="100000"/>
              </a:lnSpc>
              <a:spcBef>
                <a:spcPts val="0"/>
              </a:spcBef>
              <a:spcAft>
                <a:spcPts val="0"/>
              </a:spcAft>
              <a:buClr>
                <a:schemeClr val="dk1"/>
              </a:buClr>
              <a:buSzPts val="1400"/>
              <a:buFont typeface="Abel"/>
              <a:buChar char="●"/>
              <a:defRPr>
                <a:solidFill>
                  <a:schemeClr val="dk1"/>
                </a:solidFill>
                <a:latin typeface="Abel"/>
                <a:ea typeface="Abel"/>
                <a:cs typeface="Abel"/>
                <a:sym typeface="Abel"/>
              </a:defRPr>
            </a:lvl7pPr>
            <a:lvl8pPr marL="3657600" lvl="7" indent="-317500">
              <a:lnSpc>
                <a:spcPct val="100000"/>
              </a:lnSpc>
              <a:spcBef>
                <a:spcPts val="0"/>
              </a:spcBef>
              <a:spcAft>
                <a:spcPts val="0"/>
              </a:spcAft>
              <a:buClr>
                <a:schemeClr val="dk1"/>
              </a:buClr>
              <a:buSzPts val="1400"/>
              <a:buFont typeface="Abel"/>
              <a:buChar char="○"/>
              <a:defRPr>
                <a:solidFill>
                  <a:schemeClr val="dk1"/>
                </a:solidFill>
                <a:latin typeface="Abel"/>
                <a:ea typeface="Abel"/>
                <a:cs typeface="Abel"/>
                <a:sym typeface="Abel"/>
              </a:defRPr>
            </a:lvl8pPr>
            <a:lvl9pPr marL="4114800" lvl="8" indent="-317500">
              <a:lnSpc>
                <a:spcPct val="100000"/>
              </a:lnSpc>
              <a:spcBef>
                <a:spcPts val="0"/>
              </a:spcBef>
              <a:spcAft>
                <a:spcPts val="0"/>
              </a:spcAft>
              <a:buClr>
                <a:schemeClr val="dk1"/>
              </a:buClr>
              <a:buSzPts val="1400"/>
              <a:buFont typeface="Abel"/>
              <a:buChar char="■"/>
              <a:defRPr>
                <a:solidFill>
                  <a:schemeClr val="dk1"/>
                </a:solidFill>
                <a:latin typeface="Abel"/>
                <a:ea typeface="Abel"/>
                <a:cs typeface="Abel"/>
                <a:sym typeface="Abel"/>
              </a:defRPr>
            </a:lvl9pPr>
          </a:lstStyle>
          <a:p>
            <a:endParaRPr/>
          </a:p>
        </p:txBody>
      </p:sp>
    </p:spTree>
    <p:extLst>
      <p:ext uri="{BB962C8B-B14F-4D97-AF65-F5344CB8AC3E}">
        <p14:creationId xmlns:p14="http://schemas.microsoft.com/office/powerpoint/2010/main" val="2026517908"/>
      </p:ext>
    </p:extLst>
  </p:cSld>
  <p:clrMap bg1="lt1" tx1="dk1" bg2="dk2" tx2="lt2" accent1="accent1" accent2="accent2" accent3="accent3" accent4="accent4" accent5="accent5" accent6="accent6" hlink="hlink" folHlink="folHlink"/>
  <p:sldLayoutIdLst>
    <p:sldLayoutId id="2147483678" r:id="rId1"/>
    <p:sldLayoutId id="2147483679" r:id="rId2"/>
    <p:sldLayoutId id="2147483683" r:id="rId3"/>
    <p:sldLayoutId id="2147483693" r:id="rId4"/>
    <p:sldLayoutId id="2147483696" r:id="rId5"/>
    <p:sldLayoutId id="2147483702" r:id="rId6"/>
    <p:sldLayoutId id="2147483718" r:id="rId7"/>
    <p:sldLayoutId id="2147483719" r:id="rId8"/>
  </p:sldLayoutIdLst>
  <p:hf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340">
          <p15:clr>
            <a:srgbClr val="EA4335"/>
          </p15:clr>
        </p15:guide>
        <p15:guide id="2" pos="449">
          <p15:clr>
            <a:srgbClr val="EA4335"/>
          </p15:clr>
        </p15:guide>
        <p15:guide id="3" pos="5311">
          <p15:clr>
            <a:srgbClr val="EA4335"/>
          </p15:clr>
        </p15:guide>
        <p15:guide id="4" orient="horz" pos="2903">
          <p15:clr>
            <a:srgbClr val="EA4335"/>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0E2A47"/>
        </a:solidFill>
        <a:effectLst/>
      </p:bgPr>
    </p:bg>
    <p:spTree>
      <p:nvGrpSpPr>
        <p:cNvPr id="1" name="Shape 1085"/>
        <p:cNvGrpSpPr/>
        <p:nvPr/>
      </p:nvGrpSpPr>
      <p:grpSpPr>
        <a:xfrm>
          <a:off x="0" y="0"/>
          <a:ext cx="0" cy="0"/>
          <a:chOff x="0" y="0"/>
          <a:chExt cx="0" cy="0"/>
        </a:xfrm>
      </p:grpSpPr>
      <p:sp>
        <p:nvSpPr>
          <p:cNvPr id="1086" name="Google Shape;1086;p27"/>
          <p:cNvSpPr txBox="1">
            <a:spLocks noGrp="1"/>
          </p:cNvSpPr>
          <p:nvPr>
            <p:ph type="title"/>
          </p:nvPr>
        </p:nvSpPr>
        <p:spPr>
          <a:xfrm>
            <a:off x="1068100" y="933450"/>
            <a:ext cx="7047300" cy="4824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rgbClr val="FFFFFF"/>
              </a:buClr>
              <a:buSzPts val="2400"/>
              <a:buNone/>
              <a:defRPr sz="2400">
                <a:solidFill>
                  <a:srgbClr val="FFFFFF"/>
                </a:solidFill>
              </a:defRPr>
            </a:lvl1pPr>
            <a:lvl2pPr lvl="1" algn="ctr" rtl="0">
              <a:spcBef>
                <a:spcPts val="0"/>
              </a:spcBef>
              <a:spcAft>
                <a:spcPts val="0"/>
              </a:spcAft>
              <a:buClr>
                <a:srgbClr val="FFFFFF"/>
              </a:buClr>
              <a:buSzPts val="2400"/>
              <a:buNone/>
              <a:defRPr sz="2400">
                <a:solidFill>
                  <a:srgbClr val="FFFFFF"/>
                </a:solidFill>
              </a:defRPr>
            </a:lvl2pPr>
            <a:lvl3pPr lvl="2" algn="ctr" rtl="0">
              <a:spcBef>
                <a:spcPts val="0"/>
              </a:spcBef>
              <a:spcAft>
                <a:spcPts val="0"/>
              </a:spcAft>
              <a:buClr>
                <a:srgbClr val="FFFFFF"/>
              </a:buClr>
              <a:buSzPts val="2400"/>
              <a:buNone/>
              <a:defRPr sz="2400">
                <a:solidFill>
                  <a:srgbClr val="FFFFFF"/>
                </a:solidFill>
              </a:defRPr>
            </a:lvl3pPr>
            <a:lvl4pPr lvl="3" algn="ctr" rtl="0">
              <a:spcBef>
                <a:spcPts val="0"/>
              </a:spcBef>
              <a:spcAft>
                <a:spcPts val="0"/>
              </a:spcAft>
              <a:buClr>
                <a:srgbClr val="FFFFFF"/>
              </a:buClr>
              <a:buSzPts val="2400"/>
              <a:buNone/>
              <a:defRPr sz="2400">
                <a:solidFill>
                  <a:srgbClr val="FFFFFF"/>
                </a:solidFill>
              </a:defRPr>
            </a:lvl4pPr>
            <a:lvl5pPr lvl="4" algn="ctr" rtl="0">
              <a:spcBef>
                <a:spcPts val="0"/>
              </a:spcBef>
              <a:spcAft>
                <a:spcPts val="0"/>
              </a:spcAft>
              <a:buClr>
                <a:srgbClr val="FFFFFF"/>
              </a:buClr>
              <a:buSzPts val="2400"/>
              <a:buNone/>
              <a:defRPr sz="2400">
                <a:solidFill>
                  <a:srgbClr val="FFFFFF"/>
                </a:solidFill>
              </a:defRPr>
            </a:lvl5pPr>
            <a:lvl6pPr lvl="5" algn="ctr" rtl="0">
              <a:spcBef>
                <a:spcPts val="0"/>
              </a:spcBef>
              <a:spcAft>
                <a:spcPts val="0"/>
              </a:spcAft>
              <a:buClr>
                <a:srgbClr val="FFFFFF"/>
              </a:buClr>
              <a:buSzPts val="2400"/>
              <a:buNone/>
              <a:defRPr sz="2400">
                <a:solidFill>
                  <a:srgbClr val="FFFFFF"/>
                </a:solidFill>
              </a:defRPr>
            </a:lvl6pPr>
            <a:lvl7pPr lvl="6" algn="ctr" rtl="0">
              <a:spcBef>
                <a:spcPts val="0"/>
              </a:spcBef>
              <a:spcAft>
                <a:spcPts val="0"/>
              </a:spcAft>
              <a:buClr>
                <a:srgbClr val="FFFFFF"/>
              </a:buClr>
              <a:buSzPts val="2400"/>
              <a:buNone/>
              <a:defRPr sz="2400">
                <a:solidFill>
                  <a:srgbClr val="FFFFFF"/>
                </a:solidFill>
              </a:defRPr>
            </a:lvl7pPr>
            <a:lvl8pPr lvl="7" algn="ctr" rtl="0">
              <a:spcBef>
                <a:spcPts val="0"/>
              </a:spcBef>
              <a:spcAft>
                <a:spcPts val="0"/>
              </a:spcAft>
              <a:buClr>
                <a:srgbClr val="FFFFFF"/>
              </a:buClr>
              <a:buSzPts val="2400"/>
              <a:buNone/>
              <a:defRPr sz="2400">
                <a:solidFill>
                  <a:srgbClr val="FFFFFF"/>
                </a:solidFill>
              </a:defRPr>
            </a:lvl8pPr>
            <a:lvl9pPr lvl="8" algn="ctr" rtl="0">
              <a:spcBef>
                <a:spcPts val="0"/>
              </a:spcBef>
              <a:spcAft>
                <a:spcPts val="0"/>
              </a:spcAft>
              <a:buClr>
                <a:srgbClr val="FFFFFF"/>
              </a:buClr>
              <a:buSzPts val="2400"/>
              <a:buNone/>
              <a:defRPr sz="2400">
                <a:solidFill>
                  <a:srgbClr val="FFFFFF"/>
                </a:solidFill>
              </a:defRPr>
            </a:lvl9pPr>
          </a:lstStyle>
          <a:p>
            <a:endParaRPr/>
          </a:p>
        </p:txBody>
      </p:sp>
      <p:sp>
        <p:nvSpPr>
          <p:cNvPr id="1087" name="Google Shape;1087;p27"/>
          <p:cNvSpPr txBox="1">
            <a:spLocks noGrp="1"/>
          </p:cNvSpPr>
          <p:nvPr>
            <p:ph type="body" idx="1"/>
          </p:nvPr>
        </p:nvSpPr>
        <p:spPr>
          <a:xfrm>
            <a:off x="1068100" y="1695450"/>
            <a:ext cx="7047300" cy="2502000"/>
          </a:xfrm>
          <a:prstGeom prst="rect">
            <a:avLst/>
          </a:prstGeom>
          <a:noFill/>
          <a:ln>
            <a:noFill/>
          </a:ln>
        </p:spPr>
        <p:txBody>
          <a:bodyPr spcFirstLastPara="1" wrap="square" lIns="91425" tIns="91425" rIns="91425" bIns="91425" anchor="t" anchorCtr="0">
            <a:noAutofit/>
          </a:bodyPr>
          <a:lstStyle>
            <a:lvl1pPr marL="457200" lvl="0"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1pPr>
            <a:lvl2pPr marL="914400" lvl="1"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2pPr>
            <a:lvl3pPr marL="1371600" lvl="2"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3pPr>
            <a:lvl4pPr marL="1828800" lvl="3"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4pPr>
            <a:lvl5pPr marL="2286000" lvl="4"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5pPr>
            <a:lvl6pPr marL="2743200" lvl="5"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6pPr>
            <a:lvl7pPr marL="3200400" lvl="6"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7pPr>
            <a:lvl8pPr marL="3657600" lvl="7"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8pPr>
            <a:lvl9pPr marL="4114800" lvl="8"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9pPr>
          </a:lstStyle>
          <a:p>
            <a:endParaRPr/>
          </a:p>
        </p:txBody>
      </p:sp>
    </p:spTree>
    <p:extLst>
      <p:ext uri="{BB962C8B-B14F-4D97-AF65-F5344CB8AC3E}">
        <p14:creationId xmlns:p14="http://schemas.microsoft.com/office/powerpoint/2010/main" val="1278573230"/>
      </p:ext>
    </p:extLst>
  </p:cSld>
  <p:clrMap bg1="lt1" tx1="dk1" bg2="dk2" tx2="lt2" accent1="accent1" accent2="accent2" accent3="accent3" accent4="accent4" accent5="accent5" accent6="accent6" hlink="hlink" folHlink="folHlink"/>
  <p:sldLayoutIdLst>
    <p:sldLayoutId id="2147483704" r:id="rId1"/>
    <p:sldLayoutId id="2147483705" r:id="rId2"/>
  </p:sldLayoutIdLst>
  <p:hf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28600" y="137319"/>
            <a:ext cx="4114800" cy="5715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228600" y="800100"/>
            <a:ext cx="4114800" cy="226298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228600" y="3178175"/>
            <a:ext cx="1066800" cy="182563"/>
          </a:xfrm>
          <a:prstGeom prst="rect">
            <a:avLst/>
          </a:prstGeom>
        </p:spPr>
        <p:txBody>
          <a:bodyPr vert="horz" lIns="91440" tIns="45720" rIns="91440" bIns="45720" rtlCol="0" anchor="ctr"/>
          <a:lstStyle>
            <a:lvl1pPr algn="l">
              <a:defRPr sz="6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1562100" y="3178175"/>
            <a:ext cx="1447800" cy="182563"/>
          </a:xfrm>
          <a:prstGeom prst="rect">
            <a:avLst/>
          </a:prstGeom>
        </p:spPr>
        <p:txBody>
          <a:bodyPr vert="horz" lIns="91440" tIns="45720" rIns="91440" bIns="45720" rtlCol="0" anchor="ctr"/>
          <a:lstStyle>
            <a:lvl1pPr algn="ctr">
              <a:defRPr sz="6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3276600" y="3178175"/>
            <a:ext cx="1066800" cy="182563"/>
          </a:xfrm>
          <a:prstGeom prst="rect">
            <a:avLst/>
          </a:prstGeom>
        </p:spPr>
        <p:txBody>
          <a:bodyPr vert="horz" lIns="91440" tIns="45720" rIns="91440" bIns="45720" rtlCol="0" anchor="ctr"/>
          <a:lstStyle>
            <a:lvl1pPr algn="r">
              <a:defRPr sz="600">
                <a:solidFill>
                  <a:schemeClr val="tx1">
                    <a:tint val="7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1324598738"/>
      </p:ext>
    </p:extLst>
  </p:cSld>
  <p:clrMap bg1="lt1" tx1="dk1" bg2="lt2" tx2="dk2" accent1="accent1" accent2="accent2" accent3="accent3" accent4="accent4" accent5="accent5" accent6="accent6" hlink="hlink" folHlink="folHlink"/>
  <p:sldLayoutIdLst>
    <p:sldLayoutId id="2147483707" r:id="rId1"/>
    <p:sldLayoutId id="2147483708" r:id="rId2"/>
    <p:sldLayoutId id="2147483709" r:id="rId3"/>
    <p:sldLayoutId id="2147483710" r:id="rId4"/>
    <p:sldLayoutId id="2147483711" r:id="rId5"/>
    <p:sldLayoutId id="2147483712" r:id="rId6"/>
    <p:sldLayoutId id="2147483713" r:id="rId7"/>
    <p:sldLayoutId id="2147483714" r:id="rId8"/>
    <p:sldLayoutId id="2147483715" r:id="rId9"/>
    <p:sldLayoutId id="2147483716" r:id="rId10"/>
    <p:sldLayoutId id="2147483717" r:id="rId11"/>
  </p:sldLayoutIdLst>
  <p:hf hdr="0" ftr="0" dt="0"/>
  <p:txStyles>
    <p:titleStyle>
      <a:lvl1pPr algn="ctr" defTabSz="457200" rtl="0" eaLnBrk="1" latinLnBrk="0" hangingPunct="1">
        <a:spcBef>
          <a:spcPct val="0"/>
        </a:spcBef>
        <a:buNone/>
        <a:defRPr sz="2200" kern="1200">
          <a:solidFill>
            <a:schemeClr val="tx1"/>
          </a:solidFill>
          <a:latin typeface="+mj-lt"/>
          <a:ea typeface="+mj-ea"/>
          <a:cs typeface="+mj-cs"/>
        </a:defRPr>
      </a:lvl1pPr>
    </p:titleStyle>
    <p:bodyStyle>
      <a:lvl1pPr marL="171450" indent="-171450" algn="l" defTabSz="457200" rtl="0" eaLnBrk="1" latinLnBrk="0" hangingPunct="1">
        <a:spcBef>
          <a:spcPct val="20000"/>
        </a:spcBef>
        <a:buFont typeface="Arial" pitchFamily="34" charset="0"/>
        <a:buChar char="•"/>
        <a:defRPr sz="1600" kern="1200">
          <a:solidFill>
            <a:schemeClr val="tx1"/>
          </a:solidFill>
          <a:latin typeface="+mn-lt"/>
          <a:ea typeface="+mn-ea"/>
          <a:cs typeface="+mn-cs"/>
        </a:defRPr>
      </a:lvl1pPr>
      <a:lvl2pPr marL="371475" indent="-142875" algn="l" defTabSz="457200" rtl="0" eaLnBrk="1" latinLnBrk="0" hangingPunct="1">
        <a:spcBef>
          <a:spcPct val="20000"/>
        </a:spcBef>
        <a:buFont typeface="Arial" pitchFamily="34" charset="0"/>
        <a:buChar char="–"/>
        <a:defRPr sz="1400" kern="1200">
          <a:solidFill>
            <a:schemeClr val="tx1"/>
          </a:solidFill>
          <a:latin typeface="+mn-lt"/>
          <a:ea typeface="+mn-ea"/>
          <a:cs typeface="+mn-cs"/>
        </a:defRPr>
      </a:lvl2pPr>
      <a:lvl3pPr marL="571500" indent="-114300" algn="l" defTabSz="457200" rtl="0" eaLnBrk="1" latinLnBrk="0" hangingPunct="1">
        <a:spcBef>
          <a:spcPct val="20000"/>
        </a:spcBef>
        <a:buFont typeface="Arial" pitchFamily="34" charset="0"/>
        <a:buChar char="•"/>
        <a:defRPr sz="1200" kern="1200">
          <a:solidFill>
            <a:schemeClr val="tx1"/>
          </a:solidFill>
          <a:latin typeface="+mn-lt"/>
          <a:ea typeface="+mn-ea"/>
          <a:cs typeface="+mn-cs"/>
        </a:defRPr>
      </a:lvl3pPr>
      <a:lvl4pPr marL="800100" indent="-114300" algn="l" defTabSz="457200" rtl="0" eaLnBrk="1" latinLnBrk="0" hangingPunct="1">
        <a:spcBef>
          <a:spcPct val="20000"/>
        </a:spcBef>
        <a:buFont typeface="Arial" pitchFamily="34" charset="0"/>
        <a:buChar char="–"/>
        <a:defRPr sz="1000" kern="1200">
          <a:solidFill>
            <a:schemeClr val="tx1"/>
          </a:solidFill>
          <a:latin typeface="+mn-lt"/>
          <a:ea typeface="+mn-ea"/>
          <a:cs typeface="+mn-cs"/>
        </a:defRPr>
      </a:lvl4pPr>
      <a:lvl5pPr marL="1028700" indent="-114300" algn="l" defTabSz="457200" rtl="0" eaLnBrk="1" latinLnBrk="0" hangingPunct="1">
        <a:spcBef>
          <a:spcPct val="20000"/>
        </a:spcBef>
        <a:buFont typeface="Arial" pitchFamily="34" charset="0"/>
        <a:buChar char="»"/>
        <a:defRPr sz="1000" kern="1200">
          <a:solidFill>
            <a:schemeClr val="tx1"/>
          </a:solidFill>
          <a:latin typeface="+mn-lt"/>
          <a:ea typeface="+mn-ea"/>
          <a:cs typeface="+mn-cs"/>
        </a:defRPr>
      </a:lvl5pPr>
      <a:lvl6pPr marL="1257300" indent="-114300" algn="l" defTabSz="457200" rtl="0" eaLnBrk="1" latinLnBrk="0" hangingPunct="1">
        <a:spcBef>
          <a:spcPct val="20000"/>
        </a:spcBef>
        <a:buFont typeface="Arial" pitchFamily="34" charset="0"/>
        <a:buChar char="•"/>
        <a:defRPr sz="1000" kern="1200">
          <a:solidFill>
            <a:schemeClr val="tx1"/>
          </a:solidFill>
          <a:latin typeface="+mn-lt"/>
          <a:ea typeface="+mn-ea"/>
          <a:cs typeface="+mn-cs"/>
        </a:defRPr>
      </a:lvl6pPr>
      <a:lvl7pPr marL="1485900" indent="-114300" algn="l" defTabSz="457200" rtl="0" eaLnBrk="1" latinLnBrk="0" hangingPunct="1">
        <a:spcBef>
          <a:spcPct val="20000"/>
        </a:spcBef>
        <a:buFont typeface="Arial" pitchFamily="34" charset="0"/>
        <a:buChar char="•"/>
        <a:defRPr sz="1000" kern="1200">
          <a:solidFill>
            <a:schemeClr val="tx1"/>
          </a:solidFill>
          <a:latin typeface="+mn-lt"/>
          <a:ea typeface="+mn-ea"/>
          <a:cs typeface="+mn-cs"/>
        </a:defRPr>
      </a:lvl7pPr>
      <a:lvl8pPr marL="1714500" indent="-114300" algn="l" defTabSz="457200" rtl="0" eaLnBrk="1" latinLnBrk="0" hangingPunct="1">
        <a:spcBef>
          <a:spcPct val="20000"/>
        </a:spcBef>
        <a:buFont typeface="Arial" pitchFamily="34" charset="0"/>
        <a:buChar char="•"/>
        <a:defRPr sz="1000" kern="1200">
          <a:solidFill>
            <a:schemeClr val="tx1"/>
          </a:solidFill>
          <a:latin typeface="+mn-lt"/>
          <a:ea typeface="+mn-ea"/>
          <a:cs typeface="+mn-cs"/>
        </a:defRPr>
      </a:lvl8pPr>
      <a:lvl9pPr marL="1943100" indent="-114300" algn="l" defTabSz="457200" rtl="0" eaLnBrk="1" latinLnBrk="0" hangingPunct="1">
        <a:spcBef>
          <a:spcPct val="20000"/>
        </a:spcBef>
        <a:buFont typeface="Arial" pitchFamily="34" charset="0"/>
        <a:buChar char="•"/>
        <a:defRPr sz="1000" kern="1200">
          <a:solidFill>
            <a:schemeClr val="tx1"/>
          </a:solidFill>
          <a:latin typeface="+mn-lt"/>
          <a:ea typeface="+mn-ea"/>
          <a:cs typeface="+mn-cs"/>
        </a:defRPr>
      </a:lvl9pPr>
    </p:bodyStyle>
    <p:otherStyle>
      <a:defPPr>
        <a:defRPr lang="en-US"/>
      </a:defPPr>
      <a:lvl1pPr marL="0" algn="l" defTabSz="457200" rtl="0" eaLnBrk="1" latinLnBrk="0" hangingPunct="1">
        <a:defRPr sz="900" kern="1200">
          <a:solidFill>
            <a:schemeClr val="tx1"/>
          </a:solidFill>
          <a:latin typeface="+mn-lt"/>
          <a:ea typeface="+mn-ea"/>
          <a:cs typeface="+mn-cs"/>
        </a:defRPr>
      </a:lvl1pPr>
      <a:lvl2pPr marL="228600" algn="l" defTabSz="457200" rtl="0" eaLnBrk="1" latinLnBrk="0" hangingPunct="1">
        <a:defRPr sz="900" kern="1200">
          <a:solidFill>
            <a:schemeClr val="tx1"/>
          </a:solidFill>
          <a:latin typeface="+mn-lt"/>
          <a:ea typeface="+mn-ea"/>
          <a:cs typeface="+mn-cs"/>
        </a:defRPr>
      </a:lvl2pPr>
      <a:lvl3pPr marL="457200" algn="l" defTabSz="457200" rtl="0" eaLnBrk="1" latinLnBrk="0" hangingPunct="1">
        <a:defRPr sz="900" kern="1200">
          <a:solidFill>
            <a:schemeClr val="tx1"/>
          </a:solidFill>
          <a:latin typeface="+mn-lt"/>
          <a:ea typeface="+mn-ea"/>
          <a:cs typeface="+mn-cs"/>
        </a:defRPr>
      </a:lvl3pPr>
      <a:lvl4pPr marL="685800" algn="l" defTabSz="457200" rtl="0" eaLnBrk="1" latinLnBrk="0" hangingPunct="1">
        <a:defRPr sz="900" kern="1200">
          <a:solidFill>
            <a:schemeClr val="tx1"/>
          </a:solidFill>
          <a:latin typeface="+mn-lt"/>
          <a:ea typeface="+mn-ea"/>
          <a:cs typeface="+mn-cs"/>
        </a:defRPr>
      </a:lvl4pPr>
      <a:lvl5pPr marL="914400" algn="l" defTabSz="457200" rtl="0" eaLnBrk="1" latinLnBrk="0" hangingPunct="1">
        <a:defRPr sz="900" kern="1200">
          <a:solidFill>
            <a:schemeClr val="tx1"/>
          </a:solidFill>
          <a:latin typeface="+mn-lt"/>
          <a:ea typeface="+mn-ea"/>
          <a:cs typeface="+mn-cs"/>
        </a:defRPr>
      </a:lvl5pPr>
      <a:lvl6pPr marL="1143000" algn="l" defTabSz="457200" rtl="0" eaLnBrk="1" latinLnBrk="0" hangingPunct="1">
        <a:defRPr sz="900" kern="1200">
          <a:solidFill>
            <a:schemeClr val="tx1"/>
          </a:solidFill>
          <a:latin typeface="+mn-lt"/>
          <a:ea typeface="+mn-ea"/>
          <a:cs typeface="+mn-cs"/>
        </a:defRPr>
      </a:lvl6pPr>
      <a:lvl7pPr marL="1371600" algn="l" defTabSz="457200" rtl="0" eaLnBrk="1" latinLnBrk="0" hangingPunct="1">
        <a:defRPr sz="900" kern="1200">
          <a:solidFill>
            <a:schemeClr val="tx1"/>
          </a:solidFill>
          <a:latin typeface="+mn-lt"/>
          <a:ea typeface="+mn-ea"/>
          <a:cs typeface="+mn-cs"/>
        </a:defRPr>
      </a:lvl7pPr>
      <a:lvl8pPr marL="1600200" algn="l" defTabSz="457200" rtl="0" eaLnBrk="1" latinLnBrk="0" hangingPunct="1">
        <a:defRPr sz="900" kern="1200">
          <a:solidFill>
            <a:schemeClr val="tx1"/>
          </a:solidFill>
          <a:latin typeface="+mn-lt"/>
          <a:ea typeface="+mn-ea"/>
          <a:cs typeface="+mn-cs"/>
        </a:defRPr>
      </a:lvl8pPr>
      <a:lvl9pPr marL="1828800" algn="l" defTabSz="457200" rtl="0" eaLnBrk="1" latinLnBrk="0" hangingPunct="1">
        <a:defRPr sz="9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8" Type="http://schemas.openxmlformats.org/officeDocument/2006/relationships/image" Target="../media/image8.svg"/><Relationship Id="rId13" Type="http://schemas.openxmlformats.org/officeDocument/2006/relationships/image" Target="../media/image13.png"/><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image" Target="../media/image12.svg"/><Relationship Id="rId2" Type="http://schemas.openxmlformats.org/officeDocument/2006/relationships/notesSlide" Target="../notesSlides/notesSlide3.xml"/><Relationship Id="rId16" Type="http://schemas.openxmlformats.org/officeDocument/2006/relationships/image" Target="../media/image16.svg"/><Relationship Id="rId1" Type="http://schemas.openxmlformats.org/officeDocument/2006/relationships/slideLayout" Target="../slideLayouts/slideLayout17.xml"/><Relationship Id="rId6" Type="http://schemas.openxmlformats.org/officeDocument/2006/relationships/image" Target="../media/image6.svg"/><Relationship Id="rId11" Type="http://schemas.openxmlformats.org/officeDocument/2006/relationships/image" Target="../media/image11.png"/><Relationship Id="rId5" Type="http://schemas.openxmlformats.org/officeDocument/2006/relationships/image" Target="../media/image5.png"/><Relationship Id="rId15" Type="http://schemas.openxmlformats.org/officeDocument/2006/relationships/image" Target="../media/image15.png"/><Relationship Id="rId10" Type="http://schemas.openxmlformats.org/officeDocument/2006/relationships/image" Target="../media/image10.svg"/><Relationship Id="rId4" Type="http://schemas.openxmlformats.org/officeDocument/2006/relationships/image" Target="../media/image4.svg"/><Relationship Id="rId9" Type="http://schemas.openxmlformats.org/officeDocument/2006/relationships/image" Target="../media/image9.png"/><Relationship Id="rId14" Type="http://schemas.openxmlformats.org/officeDocument/2006/relationships/image" Target="../media/image14.svg"/></Relationships>
</file>

<file path=ppt/slides/_rels/slide4.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2.png"/><Relationship Id="rId7" Type="http://schemas.openxmlformats.org/officeDocument/2006/relationships/image" Target="../media/image20.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6.xml.rels><?xml version="1.0" encoding="UTF-8" standalone="yes"?>
<Relationships xmlns="http://schemas.openxmlformats.org/package/2006/relationships"><Relationship Id="rId8" Type="http://schemas.openxmlformats.org/officeDocument/2006/relationships/image" Target="../media/image26.png"/><Relationship Id="rId13" Type="http://schemas.openxmlformats.org/officeDocument/2006/relationships/image" Target="../media/image31.svg"/><Relationship Id="rId18" Type="http://schemas.openxmlformats.org/officeDocument/2006/relationships/image" Target="../media/image34.png"/><Relationship Id="rId3" Type="http://schemas.openxmlformats.org/officeDocument/2006/relationships/image" Target="../media/image23.svg"/><Relationship Id="rId7" Type="http://schemas.openxmlformats.org/officeDocument/2006/relationships/image" Target="../media/image12.svg"/><Relationship Id="rId12" Type="http://schemas.openxmlformats.org/officeDocument/2006/relationships/image" Target="../media/image30.png"/><Relationship Id="rId17" Type="http://schemas.openxmlformats.org/officeDocument/2006/relationships/image" Target="../media/image14.svg"/><Relationship Id="rId2" Type="http://schemas.openxmlformats.org/officeDocument/2006/relationships/image" Target="../media/image22.png"/><Relationship Id="rId16" Type="http://schemas.openxmlformats.org/officeDocument/2006/relationships/image" Target="../media/image13.png"/><Relationship Id="rId1" Type="http://schemas.openxmlformats.org/officeDocument/2006/relationships/slideLayout" Target="../slideLayouts/slideLayout1.xml"/><Relationship Id="rId6" Type="http://schemas.openxmlformats.org/officeDocument/2006/relationships/image" Target="../media/image11.png"/><Relationship Id="rId11" Type="http://schemas.openxmlformats.org/officeDocument/2006/relationships/image" Target="../media/image29.svg"/><Relationship Id="rId5" Type="http://schemas.openxmlformats.org/officeDocument/2006/relationships/image" Target="../media/image25.svg"/><Relationship Id="rId15" Type="http://schemas.openxmlformats.org/officeDocument/2006/relationships/image" Target="../media/image33.svg"/><Relationship Id="rId10" Type="http://schemas.openxmlformats.org/officeDocument/2006/relationships/image" Target="../media/image28.png"/><Relationship Id="rId4" Type="http://schemas.openxmlformats.org/officeDocument/2006/relationships/image" Target="../media/image24.png"/><Relationship Id="rId9" Type="http://schemas.openxmlformats.org/officeDocument/2006/relationships/image" Target="../media/image27.svg"/><Relationship Id="rId14" Type="http://schemas.openxmlformats.org/officeDocument/2006/relationships/image" Target="../media/image32.png"/></Relationships>
</file>

<file path=ppt/slides/_rels/slide7.xml.rels><?xml version="1.0" encoding="UTF-8" standalone="yes"?>
<Relationships xmlns="http://schemas.openxmlformats.org/package/2006/relationships"><Relationship Id="rId3" Type="http://schemas.openxmlformats.org/officeDocument/2006/relationships/image" Target="../media/image36.svg"/><Relationship Id="rId2" Type="http://schemas.openxmlformats.org/officeDocument/2006/relationships/image" Target="../media/image35.png"/><Relationship Id="rId1" Type="http://schemas.openxmlformats.org/officeDocument/2006/relationships/slideLayout" Target="../slideLayouts/slideLayout2.xml"/><Relationship Id="rId5" Type="http://schemas.openxmlformats.org/officeDocument/2006/relationships/image" Target="../media/image14.sv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hemeOverride" Target="../theme/themeOverride2.xml"/></Relationships>
</file>

<file path=ppt/slides/_rels/slide9.xml.rels><?xml version="1.0" encoding="UTF-8" standalone="yes"?>
<Relationships xmlns="http://schemas.openxmlformats.org/package/2006/relationships"><Relationship Id="rId8" Type="http://schemas.openxmlformats.org/officeDocument/2006/relationships/image" Target="../media/image42.svg"/><Relationship Id="rId3" Type="http://schemas.openxmlformats.org/officeDocument/2006/relationships/image" Target="../media/image37.png"/><Relationship Id="rId7" Type="http://schemas.openxmlformats.org/officeDocument/2006/relationships/image" Target="../media/image41.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40.svg"/><Relationship Id="rId5" Type="http://schemas.openxmlformats.org/officeDocument/2006/relationships/image" Target="../media/image39.png"/><Relationship Id="rId10" Type="http://schemas.openxmlformats.org/officeDocument/2006/relationships/image" Target="../media/image14.svg"/><Relationship Id="rId4" Type="http://schemas.openxmlformats.org/officeDocument/2006/relationships/image" Target="../media/image38.svg"/><Relationship Id="rId9"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48.png"/></Relationships>
</file>

<file path=ppt/slides/_rels/slide15.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50.png"/></Relationships>
</file>

<file path=ppt/slides/_rels/slide16.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53.png"/><Relationship Id="rId4" Type="http://schemas.openxmlformats.org/officeDocument/2006/relationships/image" Target="../media/image52.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hemeOverride" Target="../theme/themeOverride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themeOverride" Target="../theme/themeOverride4.xml"/></Relationships>
</file>

<file path=ppt/slides/_rels/slide23.xml.rels><?xml version="1.0" encoding="UTF-8" standalone="yes"?>
<Relationships xmlns="http://schemas.openxmlformats.org/package/2006/relationships"><Relationship Id="rId8" Type="http://schemas.openxmlformats.org/officeDocument/2006/relationships/image" Target="../media/image60.svg"/><Relationship Id="rId3" Type="http://schemas.openxmlformats.org/officeDocument/2006/relationships/image" Target="../media/image57.png"/><Relationship Id="rId7" Type="http://schemas.openxmlformats.org/officeDocument/2006/relationships/image" Target="../media/image59.png"/><Relationship Id="rId12" Type="http://schemas.openxmlformats.org/officeDocument/2006/relationships/image" Target="../media/image14.svg"/><Relationship Id="rId2" Type="http://schemas.openxmlformats.org/officeDocument/2006/relationships/notesSlide" Target="../notesSlides/notesSlide20.xml"/><Relationship Id="rId1" Type="http://schemas.openxmlformats.org/officeDocument/2006/relationships/slideLayout" Target="../slideLayouts/slideLayout7.xml"/><Relationship Id="rId6" Type="http://schemas.openxmlformats.org/officeDocument/2006/relationships/image" Target="../media/image29.svg"/><Relationship Id="rId11" Type="http://schemas.openxmlformats.org/officeDocument/2006/relationships/image" Target="../media/image13.png"/><Relationship Id="rId5" Type="http://schemas.openxmlformats.org/officeDocument/2006/relationships/image" Target="../media/image28.png"/><Relationship Id="rId10" Type="http://schemas.openxmlformats.org/officeDocument/2006/relationships/image" Target="../media/image62.svg"/><Relationship Id="rId4" Type="http://schemas.openxmlformats.org/officeDocument/2006/relationships/image" Target="../media/image58.svg"/><Relationship Id="rId9" Type="http://schemas.openxmlformats.org/officeDocument/2006/relationships/image" Target="../media/image61.png"/></Relationships>
</file>

<file path=ppt/slides/_rels/slide24.xml.rels><?xml version="1.0" encoding="UTF-8" standalone="yes"?>
<Relationships xmlns="http://schemas.openxmlformats.org/package/2006/relationships"><Relationship Id="rId8" Type="http://schemas.openxmlformats.org/officeDocument/2006/relationships/image" Target="../media/image60.svg"/><Relationship Id="rId3" Type="http://schemas.openxmlformats.org/officeDocument/2006/relationships/image" Target="../media/image57.png"/><Relationship Id="rId7" Type="http://schemas.openxmlformats.org/officeDocument/2006/relationships/image" Target="../media/image59.png"/><Relationship Id="rId12" Type="http://schemas.openxmlformats.org/officeDocument/2006/relationships/image" Target="../media/image14.svg"/><Relationship Id="rId2" Type="http://schemas.openxmlformats.org/officeDocument/2006/relationships/notesSlide" Target="../notesSlides/notesSlide21.xml"/><Relationship Id="rId1" Type="http://schemas.openxmlformats.org/officeDocument/2006/relationships/slideLayout" Target="../slideLayouts/slideLayout7.xml"/><Relationship Id="rId6" Type="http://schemas.openxmlformats.org/officeDocument/2006/relationships/image" Target="../media/image29.svg"/><Relationship Id="rId11" Type="http://schemas.openxmlformats.org/officeDocument/2006/relationships/image" Target="../media/image13.png"/><Relationship Id="rId5" Type="http://schemas.openxmlformats.org/officeDocument/2006/relationships/image" Target="../media/image28.png"/><Relationship Id="rId10" Type="http://schemas.openxmlformats.org/officeDocument/2006/relationships/image" Target="../media/image62.svg"/><Relationship Id="rId4" Type="http://schemas.openxmlformats.org/officeDocument/2006/relationships/image" Target="../media/image58.svg"/><Relationship Id="rId9" Type="http://schemas.openxmlformats.org/officeDocument/2006/relationships/image" Target="../media/image61.png"/></Relationships>
</file>

<file path=ppt/slides/_rels/slide25.xml.rels><?xml version="1.0" encoding="UTF-8" standalone="yes"?>
<Relationships xmlns="http://schemas.openxmlformats.org/package/2006/relationships"><Relationship Id="rId8" Type="http://schemas.openxmlformats.org/officeDocument/2006/relationships/image" Target="../media/image60.svg"/><Relationship Id="rId3" Type="http://schemas.openxmlformats.org/officeDocument/2006/relationships/image" Target="../media/image57.png"/><Relationship Id="rId7" Type="http://schemas.openxmlformats.org/officeDocument/2006/relationships/image" Target="../media/image59.png"/><Relationship Id="rId12" Type="http://schemas.openxmlformats.org/officeDocument/2006/relationships/image" Target="../media/image14.svg"/><Relationship Id="rId2" Type="http://schemas.openxmlformats.org/officeDocument/2006/relationships/notesSlide" Target="../notesSlides/notesSlide22.xml"/><Relationship Id="rId1" Type="http://schemas.openxmlformats.org/officeDocument/2006/relationships/slideLayout" Target="../slideLayouts/slideLayout7.xml"/><Relationship Id="rId6" Type="http://schemas.openxmlformats.org/officeDocument/2006/relationships/image" Target="../media/image29.svg"/><Relationship Id="rId11" Type="http://schemas.openxmlformats.org/officeDocument/2006/relationships/image" Target="../media/image13.png"/><Relationship Id="rId5" Type="http://schemas.openxmlformats.org/officeDocument/2006/relationships/image" Target="../media/image28.png"/><Relationship Id="rId10" Type="http://schemas.openxmlformats.org/officeDocument/2006/relationships/image" Target="../media/image62.svg"/><Relationship Id="rId4" Type="http://schemas.openxmlformats.org/officeDocument/2006/relationships/image" Target="../media/image58.svg"/><Relationship Id="rId9" Type="http://schemas.openxmlformats.org/officeDocument/2006/relationships/image" Target="../media/image61.png"/></Relationships>
</file>

<file path=ppt/slides/_rels/slide26.xml.rels><?xml version="1.0" encoding="UTF-8" standalone="yes"?>
<Relationships xmlns="http://schemas.openxmlformats.org/package/2006/relationships"><Relationship Id="rId8" Type="http://schemas.openxmlformats.org/officeDocument/2006/relationships/image" Target="../media/image60.svg"/><Relationship Id="rId3" Type="http://schemas.openxmlformats.org/officeDocument/2006/relationships/image" Target="../media/image57.png"/><Relationship Id="rId7" Type="http://schemas.openxmlformats.org/officeDocument/2006/relationships/image" Target="../media/image59.png"/><Relationship Id="rId12" Type="http://schemas.openxmlformats.org/officeDocument/2006/relationships/image" Target="../media/image14.svg"/><Relationship Id="rId2" Type="http://schemas.openxmlformats.org/officeDocument/2006/relationships/notesSlide" Target="../notesSlides/notesSlide23.xml"/><Relationship Id="rId1" Type="http://schemas.openxmlformats.org/officeDocument/2006/relationships/slideLayout" Target="../slideLayouts/slideLayout7.xml"/><Relationship Id="rId6" Type="http://schemas.openxmlformats.org/officeDocument/2006/relationships/image" Target="../media/image29.svg"/><Relationship Id="rId11" Type="http://schemas.openxmlformats.org/officeDocument/2006/relationships/image" Target="../media/image13.png"/><Relationship Id="rId5" Type="http://schemas.openxmlformats.org/officeDocument/2006/relationships/image" Target="../media/image28.png"/><Relationship Id="rId10" Type="http://schemas.openxmlformats.org/officeDocument/2006/relationships/image" Target="../media/image62.svg"/><Relationship Id="rId4" Type="http://schemas.openxmlformats.org/officeDocument/2006/relationships/image" Target="../media/image58.svg"/><Relationship Id="rId9" Type="http://schemas.openxmlformats.org/officeDocument/2006/relationships/image" Target="../media/image61.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xml"/><Relationship Id="rId1" Type="http://schemas.openxmlformats.org/officeDocument/2006/relationships/themeOverride" Target="../theme/themeOverride5.xml"/></Relationships>
</file>

<file path=ppt/slides/_rels/slide28.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3.xml"/><Relationship Id="rId6" Type="http://schemas.openxmlformats.org/officeDocument/2006/relationships/image" Target="../media/image67.png"/><Relationship Id="rId5" Type="http://schemas.openxmlformats.org/officeDocument/2006/relationships/image" Target="../media/image66.png"/><Relationship Id="rId4" Type="http://schemas.openxmlformats.org/officeDocument/2006/relationships/image" Target="../media/image65.png"/></Relationships>
</file>

<file path=ppt/slides/_rels/slide29.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5.xml"/><Relationship Id="rId5" Type="http://schemas.openxmlformats.org/officeDocument/2006/relationships/image" Target="../media/image72.png"/><Relationship Id="rId4" Type="http://schemas.openxmlformats.org/officeDocument/2006/relationships/image" Target="../media/image71.png"/></Relationships>
</file>

<file path=ppt/slides/_rels/slide31.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8" Type="http://schemas.openxmlformats.org/officeDocument/2006/relationships/image" Target="../media/image83.png"/><Relationship Id="rId3" Type="http://schemas.openxmlformats.org/officeDocument/2006/relationships/image" Target="../media/image78.jpg"/><Relationship Id="rId7" Type="http://schemas.openxmlformats.org/officeDocument/2006/relationships/image" Target="../media/image82.png"/><Relationship Id="rId2" Type="http://schemas.openxmlformats.org/officeDocument/2006/relationships/image" Target="../media/image77.jpg"/><Relationship Id="rId1" Type="http://schemas.openxmlformats.org/officeDocument/2006/relationships/slideLayout" Target="../slideLayouts/slideLayout3.xml"/><Relationship Id="rId6" Type="http://schemas.openxmlformats.org/officeDocument/2006/relationships/image" Target="../media/image81.jpg"/><Relationship Id="rId5" Type="http://schemas.openxmlformats.org/officeDocument/2006/relationships/image" Target="../media/image80.jpg"/><Relationship Id="rId4" Type="http://schemas.openxmlformats.org/officeDocument/2006/relationships/image" Target="../media/image79.jpg"/></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xml"/><Relationship Id="rId1" Type="http://schemas.openxmlformats.org/officeDocument/2006/relationships/themeOverride" Target="../theme/themeOverride6.xml"/></Relationships>
</file>

<file path=ppt/slides/_rels/slide48.xml.rels><?xml version="1.0" encoding="UTF-8" standalone="yes"?>
<Relationships xmlns="http://schemas.openxmlformats.org/package/2006/relationships"><Relationship Id="rId3" Type="http://schemas.openxmlformats.org/officeDocument/2006/relationships/image" Target="../media/image36.svg"/><Relationship Id="rId2" Type="http://schemas.openxmlformats.org/officeDocument/2006/relationships/image" Target="../media/image35.png"/><Relationship Id="rId1" Type="http://schemas.openxmlformats.org/officeDocument/2006/relationships/slideLayout" Target="../slideLayouts/slideLayout2.xml"/><Relationship Id="rId4" Type="http://schemas.openxmlformats.org/officeDocument/2006/relationships/image" Target="../media/image84.png"/></Relationships>
</file>

<file path=ppt/slides/_rels/slide49.xml.rels><?xml version="1.0" encoding="UTF-8" standalone="yes"?>
<Relationships xmlns="http://schemas.openxmlformats.org/package/2006/relationships"><Relationship Id="rId3" Type="http://schemas.openxmlformats.org/officeDocument/2006/relationships/image" Target="../media/image36.svg"/><Relationship Id="rId2" Type="http://schemas.openxmlformats.org/officeDocument/2006/relationships/image" Target="../media/image35.png"/><Relationship Id="rId1" Type="http://schemas.openxmlformats.org/officeDocument/2006/relationships/slideLayout" Target="../slideLayouts/slideLayout2.xml"/><Relationship Id="rId5" Type="http://schemas.openxmlformats.org/officeDocument/2006/relationships/image" Target="../media/image86.png"/><Relationship Id="rId4" Type="http://schemas.openxmlformats.org/officeDocument/2006/relationships/image" Target="../media/image85.png"/></Relationships>
</file>

<file path=ppt/slides/_rels/slide50.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image" Target="../media/image87.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image" Target="../media/image91.png"/><Relationship Id="rId1" Type="http://schemas.openxmlformats.org/officeDocument/2006/relationships/slideLayout" Target="../slideLayouts/slideLayout2.xml"/><Relationship Id="rId4" Type="http://schemas.openxmlformats.org/officeDocument/2006/relationships/image" Target="../media/image92.png"/></Relationships>
</file>

<file path=ppt/slides/_rels/slide53.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image" Target="../media/image94.png"/><Relationship Id="rId1" Type="http://schemas.openxmlformats.org/officeDocument/2006/relationships/slideLayout" Target="../slideLayouts/slideLayout2.xml"/><Relationship Id="rId4" Type="http://schemas.openxmlformats.org/officeDocument/2006/relationships/image" Target="../media/image95.png"/></Relationships>
</file>

<file path=ppt/slides/_rels/slide54.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97.png"/><Relationship Id="rId1" Type="http://schemas.openxmlformats.org/officeDocument/2006/relationships/slideLayout" Target="../slideLayouts/slideLayout2.xml"/><Relationship Id="rId4" Type="http://schemas.openxmlformats.org/officeDocument/2006/relationships/image" Target="../media/image98.png"/></Relationships>
</file>

<file path=ppt/slides/_rels/slide55.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image" Target="../media/image100.png"/><Relationship Id="rId1" Type="http://schemas.openxmlformats.org/officeDocument/2006/relationships/slideLayout" Target="../slideLayouts/slideLayout2.xml"/><Relationship Id="rId4" Type="http://schemas.openxmlformats.org/officeDocument/2006/relationships/image" Target="../media/image101.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8" Type="http://schemas.openxmlformats.org/officeDocument/2006/relationships/image" Target="../media/image104.png"/><Relationship Id="rId3" Type="http://schemas.openxmlformats.org/officeDocument/2006/relationships/image" Target="../media/image2.png"/><Relationship Id="rId7" Type="http://schemas.openxmlformats.org/officeDocument/2006/relationships/hyperlink" Target="https://public.tableau.com/app/profile/sara.samy7501/viz/shared/RH2PBHK6W" TargetMode="External"/><Relationship Id="rId2" Type="http://schemas.openxmlformats.org/officeDocument/2006/relationships/notesSlide" Target="../notesSlides/notesSlide27.xml"/><Relationship Id="rId1" Type="http://schemas.openxmlformats.org/officeDocument/2006/relationships/slideLayout" Target="../slideLayouts/slideLayout8.xml"/><Relationship Id="rId6" Type="http://schemas.openxmlformats.org/officeDocument/2006/relationships/image" Target="../media/image103.png"/><Relationship Id="rId11" Type="http://schemas.openxmlformats.org/officeDocument/2006/relationships/image" Target="../media/image83.png"/><Relationship Id="rId5" Type="http://schemas.openxmlformats.org/officeDocument/2006/relationships/image" Target="../media/image102.png"/><Relationship Id="rId10" Type="http://schemas.openxmlformats.org/officeDocument/2006/relationships/image" Target="../media/image105.png"/><Relationship Id="rId4" Type="http://schemas.openxmlformats.org/officeDocument/2006/relationships/hyperlink" Target="https://github.com/SaadFiky/UK-Railway-Analysis" TargetMode="External"/><Relationship Id="rId9" Type="http://schemas.openxmlformats.org/officeDocument/2006/relationships/hyperlink" Target="https://app.powerbi.com/groups/me/reports/c3118463-ff83-4667-9bfe-477e52daf646/f7afb5e55aa9d83fe077?experience=power-bi"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94"/>
        <p:cNvGrpSpPr/>
        <p:nvPr/>
      </p:nvGrpSpPr>
      <p:grpSpPr>
        <a:xfrm>
          <a:off x="0" y="0"/>
          <a:ext cx="0" cy="0"/>
          <a:chOff x="0" y="0"/>
          <a:chExt cx="0" cy="0"/>
        </a:xfrm>
      </p:grpSpPr>
      <p:sp>
        <p:nvSpPr>
          <p:cNvPr id="1095" name="Google Shape;1095;p30"/>
          <p:cNvSpPr/>
          <p:nvPr/>
        </p:nvSpPr>
        <p:spPr>
          <a:xfrm>
            <a:off x="340050" y="3140250"/>
            <a:ext cx="8867716" cy="2936625"/>
          </a:xfrm>
          <a:custGeom>
            <a:avLst/>
            <a:gdLst/>
            <a:ahLst/>
            <a:cxnLst/>
            <a:rect l="l" t="t" r="r" b="b"/>
            <a:pathLst>
              <a:path w="208861" h="117465" extrusionOk="0">
                <a:moveTo>
                  <a:pt x="183045" y="1"/>
                </a:moveTo>
                <a:cubicBezTo>
                  <a:pt x="112165" y="1"/>
                  <a:pt x="135646" y="29390"/>
                  <a:pt x="94030" y="29390"/>
                </a:cubicBezTo>
                <a:cubicBezTo>
                  <a:pt x="65942" y="29390"/>
                  <a:pt x="66005" y="6271"/>
                  <a:pt x="37023" y="6271"/>
                </a:cubicBezTo>
                <a:cubicBezTo>
                  <a:pt x="8025" y="6271"/>
                  <a:pt x="0" y="28215"/>
                  <a:pt x="0" y="28215"/>
                </a:cubicBezTo>
                <a:lnTo>
                  <a:pt x="0" y="117464"/>
                </a:lnTo>
                <a:lnTo>
                  <a:pt x="208860" y="117464"/>
                </a:lnTo>
                <a:lnTo>
                  <a:pt x="208860" y="22337"/>
                </a:lnTo>
                <a:cubicBezTo>
                  <a:pt x="208860" y="22337"/>
                  <a:pt x="208860" y="1"/>
                  <a:pt x="183045" y="1"/>
                </a:cubicBezTo>
                <a:close/>
              </a:path>
            </a:pathLst>
          </a:custGeom>
          <a:solidFill>
            <a:srgbClr val="FFFFFF">
              <a:alpha val="410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6" name="Google Shape;1096;p30"/>
          <p:cNvSpPr/>
          <p:nvPr/>
        </p:nvSpPr>
        <p:spPr>
          <a:xfrm>
            <a:off x="-8925" y="2012525"/>
            <a:ext cx="3953475" cy="3130975"/>
          </a:xfrm>
          <a:custGeom>
            <a:avLst/>
            <a:gdLst/>
            <a:ahLst/>
            <a:cxnLst/>
            <a:rect l="l" t="t" r="r" b="b"/>
            <a:pathLst>
              <a:path w="158139" h="125239" extrusionOk="0">
                <a:moveTo>
                  <a:pt x="0" y="125239"/>
                </a:moveTo>
                <a:lnTo>
                  <a:pt x="158138" y="125239"/>
                </a:lnTo>
                <a:lnTo>
                  <a:pt x="0" y="1"/>
                </a:lnTo>
                <a:close/>
              </a:path>
            </a:pathLst>
          </a:custGeom>
          <a:solidFill>
            <a:srgbClr val="1D9E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7" name="Google Shape;1097;p30"/>
          <p:cNvSpPr/>
          <p:nvPr/>
        </p:nvSpPr>
        <p:spPr>
          <a:xfrm>
            <a:off x="-8925" y="2012525"/>
            <a:ext cx="1866825" cy="2352350"/>
          </a:xfrm>
          <a:custGeom>
            <a:avLst/>
            <a:gdLst/>
            <a:ahLst/>
            <a:cxnLst/>
            <a:rect l="l" t="t" r="r" b="b"/>
            <a:pathLst>
              <a:path w="74673" h="94094" extrusionOk="0">
                <a:moveTo>
                  <a:pt x="0" y="1"/>
                </a:moveTo>
                <a:cubicBezTo>
                  <a:pt x="0" y="1"/>
                  <a:pt x="784" y="10565"/>
                  <a:pt x="8104" y="15785"/>
                </a:cubicBezTo>
                <a:cubicBezTo>
                  <a:pt x="15408" y="21004"/>
                  <a:pt x="1301" y="24672"/>
                  <a:pt x="8104" y="33027"/>
                </a:cubicBezTo>
                <a:cubicBezTo>
                  <a:pt x="14891" y="41381"/>
                  <a:pt x="32650" y="37494"/>
                  <a:pt x="36317" y="43623"/>
                </a:cubicBezTo>
                <a:cubicBezTo>
                  <a:pt x="39970" y="49751"/>
                  <a:pt x="27132" y="74046"/>
                  <a:pt x="33810" y="83843"/>
                </a:cubicBezTo>
                <a:cubicBezTo>
                  <a:pt x="40487" y="93639"/>
                  <a:pt x="46662" y="94094"/>
                  <a:pt x="46662" y="94094"/>
                </a:cubicBezTo>
                <a:lnTo>
                  <a:pt x="74672" y="59156"/>
                </a:lnTo>
                <a:close/>
              </a:path>
            </a:pathLst>
          </a:custGeom>
          <a:solidFill>
            <a:srgbClr val="FFFFFF">
              <a:alpha val="410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98" name="Google Shape;1098;p30"/>
          <p:cNvGrpSpPr/>
          <p:nvPr/>
        </p:nvGrpSpPr>
        <p:grpSpPr>
          <a:xfrm>
            <a:off x="1941675" y="4364875"/>
            <a:ext cx="853900" cy="770400"/>
            <a:chOff x="4219225" y="4330850"/>
            <a:chExt cx="853900" cy="770400"/>
          </a:xfrm>
          <a:solidFill>
            <a:srgbClr val="38761D"/>
          </a:solidFill>
        </p:grpSpPr>
        <p:grpSp>
          <p:nvGrpSpPr>
            <p:cNvPr id="1099" name="Google Shape;1099;p30"/>
            <p:cNvGrpSpPr/>
            <p:nvPr/>
          </p:nvGrpSpPr>
          <p:grpSpPr>
            <a:xfrm>
              <a:off x="4295625" y="4330850"/>
              <a:ext cx="777500" cy="770400"/>
              <a:chOff x="4295625" y="4330850"/>
              <a:chExt cx="777500" cy="770400"/>
            </a:xfrm>
            <a:grpFill/>
          </p:grpSpPr>
          <p:sp>
            <p:nvSpPr>
              <p:cNvPr id="1100" name="Google Shape;1100;p30"/>
              <p:cNvSpPr/>
              <p:nvPr/>
            </p:nvSpPr>
            <p:spPr>
              <a:xfrm>
                <a:off x="4603250" y="4588300"/>
                <a:ext cx="408325" cy="293525"/>
              </a:xfrm>
              <a:custGeom>
                <a:avLst/>
                <a:gdLst/>
                <a:ahLst/>
                <a:cxnLst/>
                <a:rect l="l" t="t" r="r" b="b"/>
                <a:pathLst>
                  <a:path w="16333" h="11741" extrusionOk="0">
                    <a:moveTo>
                      <a:pt x="8167" y="0"/>
                    </a:moveTo>
                    <a:cubicBezTo>
                      <a:pt x="8167" y="0"/>
                      <a:pt x="5549" y="9185"/>
                      <a:pt x="0" y="9185"/>
                    </a:cubicBezTo>
                    <a:cubicBezTo>
                      <a:pt x="0" y="9185"/>
                      <a:pt x="3260" y="11740"/>
                      <a:pt x="8167" y="11740"/>
                    </a:cubicBezTo>
                    <a:cubicBezTo>
                      <a:pt x="13073" y="11740"/>
                      <a:pt x="16333" y="9185"/>
                      <a:pt x="16333" y="9185"/>
                    </a:cubicBezTo>
                    <a:cubicBezTo>
                      <a:pt x="10784" y="9185"/>
                      <a:pt x="8167" y="0"/>
                      <a:pt x="816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01" name="Google Shape;1101;p30"/>
              <p:cNvGrpSpPr/>
              <p:nvPr/>
            </p:nvGrpSpPr>
            <p:grpSpPr>
              <a:xfrm>
                <a:off x="4295625" y="4330850"/>
                <a:ext cx="777500" cy="770400"/>
                <a:chOff x="4295625" y="4330850"/>
                <a:chExt cx="777500" cy="770400"/>
              </a:xfrm>
              <a:grpFill/>
            </p:grpSpPr>
            <p:sp>
              <p:nvSpPr>
                <p:cNvPr id="1102" name="Google Shape;1102;p30"/>
                <p:cNvSpPr/>
                <p:nvPr/>
              </p:nvSpPr>
              <p:spPr>
                <a:xfrm>
                  <a:off x="4637325" y="4508750"/>
                  <a:ext cx="340550" cy="244925"/>
                </a:xfrm>
                <a:custGeom>
                  <a:avLst/>
                  <a:gdLst/>
                  <a:ahLst/>
                  <a:cxnLst/>
                  <a:rect l="l" t="t" r="r" b="b"/>
                  <a:pathLst>
                    <a:path w="13622" h="9797" extrusionOk="0">
                      <a:moveTo>
                        <a:pt x="6804" y="0"/>
                      </a:moveTo>
                      <a:cubicBezTo>
                        <a:pt x="6804" y="0"/>
                        <a:pt x="4625" y="7665"/>
                        <a:pt x="1" y="7665"/>
                      </a:cubicBezTo>
                      <a:cubicBezTo>
                        <a:pt x="1" y="7665"/>
                        <a:pt x="2713" y="9797"/>
                        <a:pt x="6804" y="9797"/>
                      </a:cubicBezTo>
                      <a:cubicBezTo>
                        <a:pt x="10895" y="9797"/>
                        <a:pt x="13622" y="7665"/>
                        <a:pt x="13622" y="7665"/>
                      </a:cubicBezTo>
                      <a:cubicBezTo>
                        <a:pt x="8998" y="7665"/>
                        <a:pt x="6804" y="0"/>
                        <a:pt x="680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3" name="Google Shape;1103;p30"/>
                <p:cNvSpPr/>
                <p:nvPr/>
              </p:nvSpPr>
              <p:spPr>
                <a:xfrm>
                  <a:off x="4330900" y="4565175"/>
                  <a:ext cx="166175" cy="189675"/>
                </a:xfrm>
                <a:custGeom>
                  <a:avLst/>
                  <a:gdLst/>
                  <a:ahLst/>
                  <a:cxnLst/>
                  <a:rect l="l" t="t" r="r" b="b"/>
                  <a:pathLst>
                    <a:path w="6647" h="7587" extrusionOk="0">
                      <a:moveTo>
                        <a:pt x="3323" y="0"/>
                      </a:moveTo>
                      <a:cubicBezTo>
                        <a:pt x="3323" y="0"/>
                        <a:pt x="2461" y="6850"/>
                        <a:pt x="1" y="6850"/>
                      </a:cubicBezTo>
                      <a:cubicBezTo>
                        <a:pt x="1" y="6850"/>
                        <a:pt x="1286" y="7587"/>
                        <a:pt x="3323" y="7587"/>
                      </a:cubicBezTo>
                      <a:cubicBezTo>
                        <a:pt x="5361" y="7587"/>
                        <a:pt x="6646" y="6850"/>
                        <a:pt x="6646" y="6850"/>
                      </a:cubicBezTo>
                      <a:cubicBezTo>
                        <a:pt x="4186" y="6850"/>
                        <a:pt x="3323" y="0"/>
                        <a:pt x="3323"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04" name="Google Shape;1104;p30"/>
                <p:cNvGrpSpPr/>
                <p:nvPr/>
              </p:nvGrpSpPr>
              <p:grpSpPr>
                <a:xfrm>
                  <a:off x="4295625" y="4330850"/>
                  <a:ext cx="777500" cy="770400"/>
                  <a:chOff x="4295625" y="4330850"/>
                  <a:chExt cx="777500" cy="770400"/>
                </a:xfrm>
                <a:grpFill/>
              </p:grpSpPr>
              <p:sp>
                <p:nvSpPr>
                  <p:cNvPr id="1105" name="Google Shape;1105;p30"/>
                  <p:cNvSpPr/>
                  <p:nvPr/>
                </p:nvSpPr>
                <p:spPr>
                  <a:xfrm>
                    <a:off x="4688275" y="4330850"/>
                    <a:ext cx="238675" cy="272750"/>
                  </a:xfrm>
                  <a:custGeom>
                    <a:avLst/>
                    <a:gdLst/>
                    <a:ahLst/>
                    <a:cxnLst/>
                    <a:rect l="l" t="t" r="r" b="b"/>
                    <a:pathLst>
                      <a:path w="9547" h="10910" extrusionOk="0">
                        <a:moveTo>
                          <a:pt x="4766" y="0"/>
                        </a:moveTo>
                        <a:cubicBezTo>
                          <a:pt x="4766" y="0"/>
                          <a:pt x="3543" y="9843"/>
                          <a:pt x="1" y="9843"/>
                        </a:cubicBezTo>
                        <a:cubicBezTo>
                          <a:pt x="1" y="9843"/>
                          <a:pt x="1850" y="10909"/>
                          <a:pt x="4766" y="10909"/>
                        </a:cubicBezTo>
                        <a:cubicBezTo>
                          <a:pt x="7697" y="10909"/>
                          <a:pt x="9546" y="9843"/>
                          <a:pt x="9546" y="9843"/>
                        </a:cubicBezTo>
                        <a:cubicBezTo>
                          <a:pt x="6004" y="9843"/>
                          <a:pt x="4766" y="0"/>
                          <a:pt x="4766"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6" name="Google Shape;1106;p30"/>
                  <p:cNvSpPr/>
                  <p:nvPr/>
                </p:nvSpPr>
                <p:spPr>
                  <a:xfrm>
                    <a:off x="4513550" y="4699175"/>
                    <a:ext cx="559575" cy="402075"/>
                  </a:xfrm>
                  <a:custGeom>
                    <a:avLst/>
                    <a:gdLst/>
                    <a:ahLst/>
                    <a:cxnLst/>
                    <a:rect l="l" t="t" r="r" b="b"/>
                    <a:pathLst>
                      <a:path w="22383" h="16083" extrusionOk="0">
                        <a:moveTo>
                          <a:pt x="11192" y="1"/>
                        </a:moveTo>
                        <a:cubicBezTo>
                          <a:pt x="11192" y="1"/>
                          <a:pt x="7618" y="12587"/>
                          <a:pt x="0" y="12587"/>
                        </a:cubicBezTo>
                        <a:cubicBezTo>
                          <a:pt x="0" y="12587"/>
                          <a:pt x="4483" y="16083"/>
                          <a:pt x="11192" y="16083"/>
                        </a:cubicBezTo>
                        <a:cubicBezTo>
                          <a:pt x="17916" y="16083"/>
                          <a:pt x="22383" y="12587"/>
                          <a:pt x="22383" y="12587"/>
                        </a:cubicBezTo>
                        <a:cubicBezTo>
                          <a:pt x="14781" y="12587"/>
                          <a:pt x="11192" y="1"/>
                          <a:pt x="1119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7" name="Google Shape;1107;p30"/>
                  <p:cNvSpPr/>
                  <p:nvPr/>
                </p:nvSpPr>
                <p:spPr>
                  <a:xfrm>
                    <a:off x="4295625" y="4689000"/>
                    <a:ext cx="237100" cy="170475"/>
                  </a:xfrm>
                  <a:custGeom>
                    <a:avLst/>
                    <a:gdLst/>
                    <a:ahLst/>
                    <a:cxnLst/>
                    <a:rect l="l" t="t" r="r" b="b"/>
                    <a:pathLst>
                      <a:path w="9484" h="6819" extrusionOk="0">
                        <a:moveTo>
                          <a:pt x="4734" y="0"/>
                        </a:moveTo>
                        <a:cubicBezTo>
                          <a:pt x="4734" y="0"/>
                          <a:pt x="3214" y="5330"/>
                          <a:pt x="1" y="5330"/>
                        </a:cubicBezTo>
                        <a:cubicBezTo>
                          <a:pt x="1" y="5330"/>
                          <a:pt x="1882" y="6819"/>
                          <a:pt x="4734" y="6819"/>
                        </a:cubicBezTo>
                        <a:cubicBezTo>
                          <a:pt x="7587" y="6819"/>
                          <a:pt x="9484" y="5330"/>
                          <a:pt x="9484" y="5330"/>
                        </a:cubicBezTo>
                        <a:cubicBezTo>
                          <a:pt x="6255" y="5330"/>
                          <a:pt x="4734" y="0"/>
                          <a:pt x="473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1108" name="Google Shape;1108;p30"/>
            <p:cNvGrpSpPr/>
            <p:nvPr/>
          </p:nvGrpSpPr>
          <p:grpSpPr>
            <a:xfrm>
              <a:off x="4219225" y="4744250"/>
              <a:ext cx="389525" cy="357000"/>
              <a:chOff x="4219225" y="4744250"/>
              <a:chExt cx="389525" cy="357000"/>
            </a:xfrm>
            <a:grpFill/>
          </p:grpSpPr>
          <p:sp>
            <p:nvSpPr>
              <p:cNvPr id="1109" name="Google Shape;1109;p30"/>
              <p:cNvSpPr/>
              <p:nvPr/>
            </p:nvSpPr>
            <p:spPr>
              <a:xfrm>
                <a:off x="4271725" y="4744250"/>
                <a:ext cx="284525" cy="204175"/>
              </a:xfrm>
              <a:custGeom>
                <a:avLst/>
                <a:gdLst/>
                <a:ahLst/>
                <a:cxnLst/>
                <a:rect l="l" t="t" r="r" b="b"/>
                <a:pathLst>
                  <a:path w="11381" h="8167" extrusionOk="0">
                    <a:moveTo>
                      <a:pt x="5690" y="0"/>
                    </a:moveTo>
                    <a:cubicBezTo>
                      <a:pt x="5690" y="0"/>
                      <a:pt x="3872" y="6396"/>
                      <a:pt x="1" y="6396"/>
                    </a:cubicBezTo>
                    <a:cubicBezTo>
                      <a:pt x="1" y="6396"/>
                      <a:pt x="2273" y="8167"/>
                      <a:pt x="5690" y="8167"/>
                    </a:cubicBezTo>
                    <a:cubicBezTo>
                      <a:pt x="9107" y="8167"/>
                      <a:pt x="11380" y="6396"/>
                      <a:pt x="11380" y="6396"/>
                    </a:cubicBezTo>
                    <a:cubicBezTo>
                      <a:pt x="7509" y="6396"/>
                      <a:pt x="5690" y="0"/>
                      <a:pt x="569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0" name="Google Shape;1110;p30"/>
              <p:cNvSpPr/>
              <p:nvPr/>
            </p:nvSpPr>
            <p:spPr>
              <a:xfrm>
                <a:off x="4219225" y="4821450"/>
                <a:ext cx="389525" cy="279800"/>
              </a:xfrm>
              <a:custGeom>
                <a:avLst/>
                <a:gdLst/>
                <a:ahLst/>
                <a:cxnLst/>
                <a:rect l="l" t="t" r="r" b="b"/>
                <a:pathLst>
                  <a:path w="15581" h="11192" extrusionOk="0">
                    <a:moveTo>
                      <a:pt x="7790" y="0"/>
                    </a:moveTo>
                    <a:cubicBezTo>
                      <a:pt x="7790" y="0"/>
                      <a:pt x="5298" y="8762"/>
                      <a:pt x="0" y="8762"/>
                    </a:cubicBezTo>
                    <a:cubicBezTo>
                      <a:pt x="0" y="8762"/>
                      <a:pt x="3120" y="11192"/>
                      <a:pt x="7790" y="11192"/>
                    </a:cubicBezTo>
                    <a:cubicBezTo>
                      <a:pt x="12461" y="11192"/>
                      <a:pt x="15581" y="8762"/>
                      <a:pt x="15581" y="8762"/>
                    </a:cubicBezTo>
                    <a:cubicBezTo>
                      <a:pt x="10283" y="8762"/>
                      <a:pt x="7790" y="0"/>
                      <a:pt x="779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111" name="Google Shape;1111;p30"/>
          <p:cNvSpPr txBox="1">
            <a:spLocks noGrp="1"/>
          </p:cNvSpPr>
          <p:nvPr>
            <p:ph type="ctrTitle"/>
          </p:nvPr>
        </p:nvSpPr>
        <p:spPr>
          <a:xfrm>
            <a:off x="1835837" y="151028"/>
            <a:ext cx="5047587" cy="2019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sz="7100" dirty="0" err="1">
                <a:solidFill>
                  <a:srgbClr val="0070C0"/>
                </a:solidFill>
              </a:rPr>
              <a:t>Uk</a:t>
            </a:r>
            <a:r>
              <a:rPr lang="en-US" sz="7100" dirty="0">
                <a:solidFill>
                  <a:srgbClr val="0070C0"/>
                </a:solidFill>
              </a:rPr>
              <a:t> Railway system</a:t>
            </a:r>
            <a:endParaRPr sz="7100" dirty="0">
              <a:solidFill>
                <a:srgbClr val="0070C0"/>
              </a:solidFill>
            </a:endParaRPr>
          </a:p>
          <a:p>
            <a:pPr marL="0" lvl="0" indent="0" algn="ctr" rtl="0">
              <a:spcBef>
                <a:spcPts val="0"/>
              </a:spcBef>
              <a:spcAft>
                <a:spcPts val="0"/>
              </a:spcAft>
              <a:buNone/>
            </a:pPr>
            <a:r>
              <a:rPr lang="en-US" sz="4500" i="1" dirty="0">
                <a:solidFill>
                  <a:srgbClr val="00B0F0"/>
                </a:solidFill>
              </a:rPr>
              <a:t>P</a:t>
            </a:r>
            <a:r>
              <a:rPr lang="en" sz="4500" i="1" dirty="0">
                <a:solidFill>
                  <a:srgbClr val="00B0F0"/>
                </a:solidFill>
              </a:rPr>
              <a:t>roject proposal</a:t>
            </a:r>
            <a:endParaRPr sz="4500" i="1" dirty="0">
              <a:solidFill>
                <a:srgbClr val="00B0F0"/>
              </a:solidFill>
            </a:endParaRPr>
          </a:p>
        </p:txBody>
      </p:sp>
      <p:sp>
        <p:nvSpPr>
          <p:cNvPr id="1112" name="Google Shape;1112;p30"/>
          <p:cNvSpPr txBox="1">
            <a:spLocks noGrp="1"/>
          </p:cNvSpPr>
          <p:nvPr>
            <p:ph type="subTitle" idx="1"/>
          </p:nvPr>
        </p:nvSpPr>
        <p:spPr>
          <a:xfrm>
            <a:off x="3258862" y="2547794"/>
            <a:ext cx="2144075" cy="4353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sz="1600" dirty="0">
                <a:solidFill>
                  <a:srgbClr val="002060"/>
                </a:solidFill>
              </a:rPr>
              <a:t>Journey Through Britain </a:t>
            </a:r>
          </a:p>
        </p:txBody>
      </p:sp>
      <p:grpSp>
        <p:nvGrpSpPr>
          <p:cNvPr id="1113" name="Google Shape;1113;p30"/>
          <p:cNvGrpSpPr/>
          <p:nvPr/>
        </p:nvGrpSpPr>
        <p:grpSpPr>
          <a:xfrm>
            <a:off x="4527625" y="753150"/>
            <a:ext cx="4656075" cy="4419000"/>
            <a:chOff x="4527625" y="682250"/>
            <a:chExt cx="4656075" cy="4419000"/>
          </a:xfrm>
        </p:grpSpPr>
        <p:sp>
          <p:nvSpPr>
            <p:cNvPr id="1114" name="Google Shape;1114;p30"/>
            <p:cNvSpPr/>
            <p:nvPr/>
          </p:nvSpPr>
          <p:spPr>
            <a:xfrm>
              <a:off x="4527625" y="682250"/>
              <a:ext cx="4656075" cy="4419000"/>
            </a:xfrm>
            <a:custGeom>
              <a:avLst/>
              <a:gdLst/>
              <a:ahLst/>
              <a:cxnLst/>
              <a:rect l="l" t="t" r="r" b="b"/>
              <a:pathLst>
                <a:path w="186243" h="176760" extrusionOk="0">
                  <a:moveTo>
                    <a:pt x="135238" y="1442"/>
                  </a:moveTo>
                  <a:lnTo>
                    <a:pt x="0" y="176760"/>
                  </a:lnTo>
                  <a:lnTo>
                    <a:pt x="186242" y="176760"/>
                  </a:lnTo>
                  <a:lnTo>
                    <a:pt x="186242" y="59359"/>
                  </a:lnTo>
                  <a:lnTo>
                    <a:pt x="141100" y="1427"/>
                  </a:lnTo>
                  <a:cubicBezTo>
                    <a:pt x="140348" y="471"/>
                    <a:pt x="139266" y="0"/>
                    <a:pt x="138169" y="0"/>
                  </a:cubicBezTo>
                  <a:lnTo>
                    <a:pt x="138169" y="0"/>
                  </a:lnTo>
                  <a:cubicBezTo>
                    <a:pt x="137072" y="0"/>
                    <a:pt x="135975" y="486"/>
                    <a:pt x="135238" y="1442"/>
                  </a:cubicBezTo>
                </a:path>
              </a:pathLst>
            </a:custGeom>
            <a:solidFill>
              <a:srgbClr val="0070C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15" name="Google Shape;1115;p30"/>
            <p:cNvSpPr/>
            <p:nvPr/>
          </p:nvSpPr>
          <p:spPr>
            <a:xfrm>
              <a:off x="7564125" y="695575"/>
              <a:ext cx="1619575" cy="4405675"/>
            </a:xfrm>
            <a:custGeom>
              <a:avLst/>
              <a:gdLst/>
              <a:ahLst/>
              <a:cxnLst/>
              <a:rect l="l" t="t" r="r" b="b"/>
              <a:pathLst>
                <a:path w="64783" h="176227" extrusionOk="0">
                  <a:moveTo>
                    <a:pt x="21600" y="3417"/>
                  </a:moveTo>
                  <a:cubicBezTo>
                    <a:pt x="18935" y="0"/>
                    <a:pt x="13465" y="3198"/>
                    <a:pt x="15267" y="7148"/>
                  </a:cubicBezTo>
                  <a:cubicBezTo>
                    <a:pt x="15299" y="7226"/>
                    <a:pt x="15346" y="7289"/>
                    <a:pt x="15377" y="7367"/>
                  </a:cubicBezTo>
                  <a:cubicBezTo>
                    <a:pt x="17258" y="10894"/>
                    <a:pt x="21176" y="11286"/>
                    <a:pt x="21176" y="14029"/>
                  </a:cubicBezTo>
                  <a:cubicBezTo>
                    <a:pt x="21176" y="23042"/>
                    <a:pt x="1975" y="29437"/>
                    <a:pt x="1975" y="46678"/>
                  </a:cubicBezTo>
                  <a:cubicBezTo>
                    <a:pt x="1975" y="63920"/>
                    <a:pt x="41553" y="65488"/>
                    <a:pt x="41553" y="83513"/>
                  </a:cubicBezTo>
                  <a:cubicBezTo>
                    <a:pt x="41553" y="101539"/>
                    <a:pt x="0" y="98796"/>
                    <a:pt x="0" y="125442"/>
                  </a:cubicBezTo>
                  <a:cubicBezTo>
                    <a:pt x="0" y="152088"/>
                    <a:pt x="64782" y="176227"/>
                    <a:pt x="64782" y="176227"/>
                  </a:cubicBezTo>
                  <a:lnTo>
                    <a:pt x="64782" y="58826"/>
                  </a:lnTo>
                  <a:close/>
                </a:path>
              </a:pathLst>
            </a:custGeom>
            <a:solidFill>
              <a:srgbClr val="FFFFFF">
                <a:alpha val="410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16" name="Google Shape;1116;p30"/>
          <p:cNvSpPr/>
          <p:nvPr/>
        </p:nvSpPr>
        <p:spPr>
          <a:xfrm>
            <a:off x="369487" y="442800"/>
            <a:ext cx="1149750" cy="1149725"/>
          </a:xfrm>
          <a:custGeom>
            <a:avLst/>
            <a:gdLst/>
            <a:ahLst/>
            <a:cxnLst/>
            <a:rect l="l" t="t" r="r" b="b"/>
            <a:pathLst>
              <a:path w="45990" h="45989" extrusionOk="0">
                <a:moveTo>
                  <a:pt x="1" y="22995"/>
                </a:moveTo>
                <a:cubicBezTo>
                  <a:pt x="1" y="35691"/>
                  <a:pt x="10299" y="45989"/>
                  <a:pt x="22995" y="45989"/>
                </a:cubicBezTo>
                <a:lnTo>
                  <a:pt x="22995" y="45989"/>
                </a:lnTo>
                <a:cubicBezTo>
                  <a:pt x="35691" y="45989"/>
                  <a:pt x="45989" y="35691"/>
                  <a:pt x="45989" y="22995"/>
                </a:cubicBezTo>
                <a:lnTo>
                  <a:pt x="45989" y="22995"/>
                </a:lnTo>
                <a:cubicBezTo>
                  <a:pt x="45989" y="10298"/>
                  <a:pt x="35691" y="0"/>
                  <a:pt x="22995" y="0"/>
                </a:cubicBezTo>
                <a:lnTo>
                  <a:pt x="22995" y="0"/>
                </a:lnTo>
                <a:cubicBezTo>
                  <a:pt x="10299" y="0"/>
                  <a:pt x="1" y="10298"/>
                  <a:pt x="1" y="22995"/>
                </a:cubicBezTo>
                <a:close/>
              </a:path>
            </a:pathLst>
          </a:custGeom>
          <a:solidFill>
            <a:srgbClr val="0070C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rgbClr val="0070C0"/>
              </a:solidFill>
            </a:endParaRPr>
          </a:p>
        </p:txBody>
      </p:sp>
      <p:grpSp>
        <p:nvGrpSpPr>
          <p:cNvPr id="1117" name="Google Shape;1117;p30"/>
          <p:cNvGrpSpPr/>
          <p:nvPr/>
        </p:nvGrpSpPr>
        <p:grpSpPr>
          <a:xfrm>
            <a:off x="-3190997" y="2620212"/>
            <a:ext cx="3075700" cy="952625"/>
            <a:chOff x="3962175" y="2631750"/>
            <a:chExt cx="3075700" cy="952625"/>
          </a:xfrm>
        </p:grpSpPr>
        <p:sp>
          <p:nvSpPr>
            <p:cNvPr id="1118" name="Google Shape;1118;p30"/>
            <p:cNvSpPr/>
            <p:nvPr/>
          </p:nvSpPr>
          <p:spPr>
            <a:xfrm>
              <a:off x="3962175" y="3227750"/>
              <a:ext cx="3075700" cy="356625"/>
            </a:xfrm>
            <a:custGeom>
              <a:avLst/>
              <a:gdLst/>
              <a:ahLst/>
              <a:cxnLst/>
              <a:rect l="l" t="t" r="r" b="b"/>
              <a:pathLst>
                <a:path w="123028" h="14265" extrusionOk="0">
                  <a:moveTo>
                    <a:pt x="114046" y="1"/>
                  </a:moveTo>
                  <a:lnTo>
                    <a:pt x="114046" y="1239"/>
                  </a:lnTo>
                  <a:lnTo>
                    <a:pt x="114579" y="1239"/>
                  </a:lnTo>
                  <a:lnTo>
                    <a:pt x="114579" y="3167"/>
                  </a:lnTo>
                  <a:lnTo>
                    <a:pt x="109877" y="3167"/>
                  </a:lnTo>
                  <a:lnTo>
                    <a:pt x="109877" y="2728"/>
                  </a:lnTo>
                  <a:lnTo>
                    <a:pt x="108984" y="2728"/>
                  </a:lnTo>
                  <a:lnTo>
                    <a:pt x="108984" y="1913"/>
                  </a:lnTo>
                  <a:cubicBezTo>
                    <a:pt x="108984" y="1411"/>
                    <a:pt x="108513" y="1004"/>
                    <a:pt x="107980" y="1098"/>
                  </a:cubicBezTo>
                  <a:lnTo>
                    <a:pt x="107980" y="1098"/>
                  </a:lnTo>
                  <a:cubicBezTo>
                    <a:pt x="107573" y="1161"/>
                    <a:pt x="107291" y="1553"/>
                    <a:pt x="107291" y="1960"/>
                  </a:cubicBezTo>
                  <a:lnTo>
                    <a:pt x="107291" y="1960"/>
                  </a:lnTo>
                  <a:lnTo>
                    <a:pt x="107291" y="2728"/>
                  </a:lnTo>
                  <a:lnTo>
                    <a:pt x="106397" y="2728"/>
                  </a:lnTo>
                  <a:lnTo>
                    <a:pt x="106397" y="3167"/>
                  </a:lnTo>
                  <a:lnTo>
                    <a:pt x="105237" y="3167"/>
                  </a:lnTo>
                  <a:lnTo>
                    <a:pt x="105237" y="1615"/>
                  </a:lnTo>
                  <a:lnTo>
                    <a:pt x="103921" y="1615"/>
                  </a:lnTo>
                  <a:lnTo>
                    <a:pt x="103921" y="3167"/>
                  </a:lnTo>
                  <a:lnTo>
                    <a:pt x="100112" y="3167"/>
                  </a:lnTo>
                  <a:lnTo>
                    <a:pt x="100112" y="1521"/>
                  </a:lnTo>
                  <a:cubicBezTo>
                    <a:pt x="100112" y="675"/>
                    <a:pt x="99438" y="1"/>
                    <a:pt x="98591" y="1"/>
                  </a:cubicBezTo>
                  <a:lnTo>
                    <a:pt x="98591" y="1"/>
                  </a:lnTo>
                  <a:lnTo>
                    <a:pt x="88403" y="1"/>
                  </a:lnTo>
                  <a:cubicBezTo>
                    <a:pt x="87870" y="1"/>
                    <a:pt x="87431" y="440"/>
                    <a:pt x="87463" y="988"/>
                  </a:cubicBezTo>
                  <a:lnTo>
                    <a:pt x="87463" y="988"/>
                  </a:lnTo>
                  <a:cubicBezTo>
                    <a:pt x="87494" y="1490"/>
                    <a:pt x="87949" y="1882"/>
                    <a:pt x="88466" y="1882"/>
                  </a:cubicBezTo>
                  <a:lnTo>
                    <a:pt x="88466" y="1882"/>
                  </a:lnTo>
                  <a:lnTo>
                    <a:pt x="92149" y="1882"/>
                  </a:lnTo>
                  <a:cubicBezTo>
                    <a:pt x="92964" y="1882"/>
                    <a:pt x="93638" y="2540"/>
                    <a:pt x="93638" y="3355"/>
                  </a:cubicBezTo>
                  <a:lnTo>
                    <a:pt x="93638" y="3355"/>
                  </a:lnTo>
                  <a:lnTo>
                    <a:pt x="93638" y="5785"/>
                  </a:lnTo>
                  <a:cubicBezTo>
                    <a:pt x="93638" y="5988"/>
                    <a:pt x="93466" y="6161"/>
                    <a:pt x="93247" y="6161"/>
                  </a:cubicBezTo>
                  <a:lnTo>
                    <a:pt x="93247" y="6161"/>
                  </a:lnTo>
                  <a:lnTo>
                    <a:pt x="88293" y="6161"/>
                  </a:lnTo>
                  <a:cubicBezTo>
                    <a:pt x="87839" y="6161"/>
                    <a:pt x="87463" y="6537"/>
                    <a:pt x="87463" y="6992"/>
                  </a:cubicBezTo>
                  <a:lnTo>
                    <a:pt x="87463" y="6992"/>
                  </a:lnTo>
                  <a:lnTo>
                    <a:pt x="87463" y="9468"/>
                  </a:lnTo>
                  <a:cubicBezTo>
                    <a:pt x="87463" y="10299"/>
                    <a:pt x="87823" y="11036"/>
                    <a:pt x="88403" y="11537"/>
                  </a:cubicBezTo>
                  <a:lnTo>
                    <a:pt x="88403" y="11537"/>
                  </a:lnTo>
                  <a:cubicBezTo>
                    <a:pt x="88388" y="11615"/>
                    <a:pt x="88388" y="11678"/>
                    <a:pt x="88372" y="11741"/>
                  </a:cubicBezTo>
                  <a:lnTo>
                    <a:pt x="88372" y="11741"/>
                  </a:lnTo>
                  <a:lnTo>
                    <a:pt x="85221" y="11741"/>
                  </a:lnTo>
                  <a:lnTo>
                    <a:pt x="85221" y="3512"/>
                  </a:lnTo>
                  <a:cubicBezTo>
                    <a:pt x="85221" y="2430"/>
                    <a:pt x="84359" y="1553"/>
                    <a:pt x="83278" y="1553"/>
                  </a:cubicBezTo>
                  <a:lnTo>
                    <a:pt x="83278" y="1553"/>
                  </a:lnTo>
                  <a:lnTo>
                    <a:pt x="46083" y="1553"/>
                  </a:lnTo>
                  <a:cubicBezTo>
                    <a:pt x="45017" y="1553"/>
                    <a:pt x="44139" y="2430"/>
                    <a:pt x="44139" y="3512"/>
                  </a:cubicBezTo>
                  <a:lnTo>
                    <a:pt x="44139" y="3512"/>
                  </a:lnTo>
                  <a:lnTo>
                    <a:pt x="44139" y="10330"/>
                  </a:lnTo>
                  <a:lnTo>
                    <a:pt x="42211" y="10330"/>
                  </a:lnTo>
                  <a:lnTo>
                    <a:pt x="42211" y="3512"/>
                  </a:lnTo>
                  <a:cubicBezTo>
                    <a:pt x="42211" y="2430"/>
                    <a:pt x="41333" y="1553"/>
                    <a:pt x="40267" y="1553"/>
                  </a:cubicBezTo>
                  <a:lnTo>
                    <a:pt x="40267" y="1553"/>
                  </a:lnTo>
                  <a:lnTo>
                    <a:pt x="3072" y="1553"/>
                  </a:lnTo>
                  <a:cubicBezTo>
                    <a:pt x="2006" y="1553"/>
                    <a:pt x="1129" y="2430"/>
                    <a:pt x="1129" y="3512"/>
                  </a:cubicBezTo>
                  <a:lnTo>
                    <a:pt x="1129" y="3512"/>
                  </a:lnTo>
                  <a:lnTo>
                    <a:pt x="1129" y="10330"/>
                  </a:lnTo>
                  <a:lnTo>
                    <a:pt x="0" y="10330"/>
                  </a:lnTo>
                  <a:lnTo>
                    <a:pt x="0" y="11130"/>
                  </a:lnTo>
                  <a:lnTo>
                    <a:pt x="1129" y="11130"/>
                  </a:lnTo>
                  <a:lnTo>
                    <a:pt x="1129" y="12650"/>
                  </a:lnTo>
                  <a:lnTo>
                    <a:pt x="1865" y="12650"/>
                  </a:lnTo>
                  <a:cubicBezTo>
                    <a:pt x="1865" y="13481"/>
                    <a:pt x="2555" y="14170"/>
                    <a:pt x="3386" y="14170"/>
                  </a:cubicBezTo>
                  <a:lnTo>
                    <a:pt x="3386" y="14170"/>
                  </a:lnTo>
                  <a:cubicBezTo>
                    <a:pt x="4232" y="14170"/>
                    <a:pt x="4906" y="13481"/>
                    <a:pt x="4906" y="12650"/>
                  </a:cubicBezTo>
                  <a:lnTo>
                    <a:pt x="4906" y="12650"/>
                  </a:lnTo>
                  <a:lnTo>
                    <a:pt x="6113" y="12650"/>
                  </a:lnTo>
                  <a:cubicBezTo>
                    <a:pt x="6113" y="13481"/>
                    <a:pt x="6803" y="14170"/>
                    <a:pt x="7633" y="14170"/>
                  </a:cubicBezTo>
                  <a:lnTo>
                    <a:pt x="7633" y="14170"/>
                  </a:lnTo>
                  <a:cubicBezTo>
                    <a:pt x="8480" y="14170"/>
                    <a:pt x="9154" y="13481"/>
                    <a:pt x="9154" y="12650"/>
                  </a:cubicBezTo>
                  <a:lnTo>
                    <a:pt x="9154" y="12650"/>
                  </a:lnTo>
                  <a:lnTo>
                    <a:pt x="33966" y="12650"/>
                  </a:lnTo>
                  <a:cubicBezTo>
                    <a:pt x="33966" y="13481"/>
                    <a:pt x="34640" y="14170"/>
                    <a:pt x="35487" y="14170"/>
                  </a:cubicBezTo>
                  <a:lnTo>
                    <a:pt x="35487" y="14170"/>
                  </a:lnTo>
                  <a:cubicBezTo>
                    <a:pt x="36317" y="14170"/>
                    <a:pt x="37007" y="13481"/>
                    <a:pt x="37007" y="12650"/>
                  </a:cubicBezTo>
                  <a:lnTo>
                    <a:pt x="37007" y="12650"/>
                  </a:lnTo>
                  <a:lnTo>
                    <a:pt x="38198" y="12650"/>
                  </a:lnTo>
                  <a:cubicBezTo>
                    <a:pt x="38198" y="13481"/>
                    <a:pt x="38888" y="14170"/>
                    <a:pt x="39734" y="14170"/>
                  </a:cubicBezTo>
                  <a:lnTo>
                    <a:pt x="39734" y="14170"/>
                  </a:lnTo>
                  <a:cubicBezTo>
                    <a:pt x="40565" y="14170"/>
                    <a:pt x="41255" y="13481"/>
                    <a:pt x="41255" y="12650"/>
                  </a:cubicBezTo>
                  <a:lnTo>
                    <a:pt x="41255" y="12650"/>
                  </a:lnTo>
                  <a:lnTo>
                    <a:pt x="42211" y="12650"/>
                  </a:lnTo>
                  <a:lnTo>
                    <a:pt x="42211" y="11130"/>
                  </a:lnTo>
                  <a:lnTo>
                    <a:pt x="44139" y="11130"/>
                  </a:lnTo>
                  <a:lnTo>
                    <a:pt x="44139" y="12650"/>
                  </a:lnTo>
                  <a:lnTo>
                    <a:pt x="44876" y="12650"/>
                  </a:lnTo>
                  <a:cubicBezTo>
                    <a:pt x="44876" y="13481"/>
                    <a:pt x="45565" y="14170"/>
                    <a:pt x="46412" y="14170"/>
                  </a:cubicBezTo>
                  <a:lnTo>
                    <a:pt x="46412" y="14170"/>
                  </a:lnTo>
                  <a:cubicBezTo>
                    <a:pt x="47242" y="14170"/>
                    <a:pt x="47932" y="13481"/>
                    <a:pt x="47932" y="12650"/>
                  </a:cubicBezTo>
                  <a:lnTo>
                    <a:pt x="47932" y="12650"/>
                  </a:lnTo>
                  <a:lnTo>
                    <a:pt x="49123" y="12650"/>
                  </a:lnTo>
                  <a:cubicBezTo>
                    <a:pt x="49123" y="13481"/>
                    <a:pt x="49813" y="14170"/>
                    <a:pt x="50644" y="14170"/>
                  </a:cubicBezTo>
                  <a:lnTo>
                    <a:pt x="50644" y="14170"/>
                  </a:lnTo>
                  <a:cubicBezTo>
                    <a:pt x="51490" y="14170"/>
                    <a:pt x="52164" y="13481"/>
                    <a:pt x="52164" y="12650"/>
                  </a:cubicBezTo>
                  <a:lnTo>
                    <a:pt x="52164" y="12650"/>
                  </a:lnTo>
                  <a:lnTo>
                    <a:pt x="76977" y="12650"/>
                  </a:lnTo>
                  <a:cubicBezTo>
                    <a:pt x="76977" y="13481"/>
                    <a:pt x="77651" y="14170"/>
                    <a:pt x="78497" y="14170"/>
                  </a:cubicBezTo>
                  <a:lnTo>
                    <a:pt x="78497" y="14170"/>
                  </a:lnTo>
                  <a:cubicBezTo>
                    <a:pt x="79343" y="14170"/>
                    <a:pt x="80017" y="13481"/>
                    <a:pt x="80017" y="12650"/>
                  </a:cubicBezTo>
                  <a:lnTo>
                    <a:pt x="80017" y="12650"/>
                  </a:lnTo>
                  <a:lnTo>
                    <a:pt x="81224" y="12650"/>
                  </a:lnTo>
                  <a:cubicBezTo>
                    <a:pt x="81224" y="13481"/>
                    <a:pt x="81898" y="14170"/>
                    <a:pt x="82745" y="14170"/>
                  </a:cubicBezTo>
                  <a:lnTo>
                    <a:pt x="82745" y="14170"/>
                  </a:lnTo>
                  <a:cubicBezTo>
                    <a:pt x="83575" y="14170"/>
                    <a:pt x="84265" y="13481"/>
                    <a:pt x="84265" y="12650"/>
                  </a:cubicBezTo>
                  <a:lnTo>
                    <a:pt x="84265" y="12650"/>
                  </a:lnTo>
                  <a:lnTo>
                    <a:pt x="88497" y="12650"/>
                  </a:lnTo>
                  <a:cubicBezTo>
                    <a:pt x="88811" y="13528"/>
                    <a:pt x="89657" y="14170"/>
                    <a:pt x="90645" y="14170"/>
                  </a:cubicBezTo>
                  <a:lnTo>
                    <a:pt x="90645" y="14170"/>
                  </a:lnTo>
                  <a:cubicBezTo>
                    <a:pt x="91789" y="14170"/>
                    <a:pt x="92729" y="13340"/>
                    <a:pt x="92902" y="12258"/>
                  </a:cubicBezTo>
                  <a:lnTo>
                    <a:pt x="92902" y="12258"/>
                  </a:lnTo>
                  <a:lnTo>
                    <a:pt x="94939" y="12258"/>
                  </a:lnTo>
                  <a:cubicBezTo>
                    <a:pt x="95174" y="13340"/>
                    <a:pt x="96146" y="14170"/>
                    <a:pt x="97322" y="14170"/>
                  </a:cubicBezTo>
                  <a:lnTo>
                    <a:pt x="97322" y="14170"/>
                  </a:lnTo>
                  <a:cubicBezTo>
                    <a:pt x="98482" y="14170"/>
                    <a:pt x="99454" y="13340"/>
                    <a:pt x="99704" y="12258"/>
                  </a:cubicBezTo>
                  <a:lnTo>
                    <a:pt x="99704" y="12258"/>
                  </a:lnTo>
                  <a:lnTo>
                    <a:pt x="100535" y="12258"/>
                  </a:lnTo>
                  <a:cubicBezTo>
                    <a:pt x="100770" y="13340"/>
                    <a:pt x="101758" y="14170"/>
                    <a:pt x="102918" y="14170"/>
                  </a:cubicBezTo>
                  <a:lnTo>
                    <a:pt x="102918" y="14170"/>
                  </a:lnTo>
                  <a:cubicBezTo>
                    <a:pt x="104093" y="14170"/>
                    <a:pt x="105065" y="13340"/>
                    <a:pt x="105300" y="12258"/>
                  </a:cubicBezTo>
                  <a:lnTo>
                    <a:pt x="105300" y="12258"/>
                  </a:lnTo>
                  <a:lnTo>
                    <a:pt x="106601" y="12258"/>
                  </a:lnTo>
                  <a:cubicBezTo>
                    <a:pt x="106836" y="13340"/>
                    <a:pt x="107808" y="14170"/>
                    <a:pt x="108984" y="14170"/>
                  </a:cubicBezTo>
                  <a:lnTo>
                    <a:pt x="108984" y="14170"/>
                  </a:lnTo>
                  <a:cubicBezTo>
                    <a:pt x="110143" y="14170"/>
                    <a:pt x="111115" y="13340"/>
                    <a:pt x="111366" y="12258"/>
                  </a:cubicBezTo>
                  <a:lnTo>
                    <a:pt x="111366" y="12258"/>
                  </a:lnTo>
                  <a:lnTo>
                    <a:pt x="112197" y="12258"/>
                  </a:lnTo>
                  <a:cubicBezTo>
                    <a:pt x="112448" y="13340"/>
                    <a:pt x="113419" y="14170"/>
                    <a:pt x="114579" y="14170"/>
                  </a:cubicBezTo>
                  <a:lnTo>
                    <a:pt x="114579" y="14170"/>
                  </a:lnTo>
                  <a:cubicBezTo>
                    <a:pt x="115755" y="14170"/>
                    <a:pt x="116727" y="13340"/>
                    <a:pt x="116962" y="12258"/>
                  </a:cubicBezTo>
                  <a:lnTo>
                    <a:pt x="116962" y="12258"/>
                  </a:lnTo>
                  <a:lnTo>
                    <a:pt x="117244" y="12258"/>
                  </a:lnTo>
                  <a:cubicBezTo>
                    <a:pt x="117056" y="12525"/>
                    <a:pt x="116977" y="12854"/>
                    <a:pt x="117056" y="13230"/>
                  </a:cubicBezTo>
                  <a:lnTo>
                    <a:pt x="117056" y="13230"/>
                  </a:lnTo>
                  <a:cubicBezTo>
                    <a:pt x="117166" y="13684"/>
                    <a:pt x="117542" y="14061"/>
                    <a:pt x="118012" y="14139"/>
                  </a:cubicBezTo>
                  <a:lnTo>
                    <a:pt x="118012" y="14139"/>
                  </a:lnTo>
                  <a:cubicBezTo>
                    <a:pt x="118655" y="14264"/>
                    <a:pt x="119219" y="13888"/>
                    <a:pt x="119391" y="13324"/>
                  </a:cubicBezTo>
                  <a:lnTo>
                    <a:pt x="119391" y="13324"/>
                  </a:lnTo>
                  <a:cubicBezTo>
                    <a:pt x="122369" y="13308"/>
                    <a:pt x="123028" y="12556"/>
                    <a:pt x="123028" y="12556"/>
                  </a:cubicBezTo>
                  <a:lnTo>
                    <a:pt x="123028" y="12556"/>
                  </a:lnTo>
                  <a:lnTo>
                    <a:pt x="119783" y="9108"/>
                  </a:lnTo>
                  <a:lnTo>
                    <a:pt x="118749" y="9108"/>
                  </a:lnTo>
                  <a:cubicBezTo>
                    <a:pt x="120128" y="8841"/>
                    <a:pt x="121178" y="7619"/>
                    <a:pt x="121178" y="6161"/>
                  </a:cubicBezTo>
                  <a:lnTo>
                    <a:pt x="121178" y="6161"/>
                  </a:lnTo>
                  <a:cubicBezTo>
                    <a:pt x="121178" y="5330"/>
                    <a:pt x="120849" y="4578"/>
                    <a:pt x="120300" y="4045"/>
                  </a:cubicBezTo>
                  <a:lnTo>
                    <a:pt x="120300" y="4045"/>
                  </a:lnTo>
                  <a:cubicBezTo>
                    <a:pt x="119752" y="3496"/>
                    <a:pt x="118999" y="3167"/>
                    <a:pt x="118184" y="3167"/>
                  </a:cubicBezTo>
                  <a:lnTo>
                    <a:pt x="118184" y="3167"/>
                  </a:lnTo>
                  <a:lnTo>
                    <a:pt x="116068" y="3167"/>
                  </a:lnTo>
                  <a:lnTo>
                    <a:pt x="116068" y="1239"/>
                  </a:lnTo>
                  <a:lnTo>
                    <a:pt x="116601" y="1239"/>
                  </a:lnTo>
                  <a:lnTo>
                    <a:pt x="116601" y="1"/>
                  </a:lnTo>
                  <a:close/>
                  <a:moveTo>
                    <a:pt x="58214" y="11130"/>
                  </a:moveTo>
                  <a:lnTo>
                    <a:pt x="71146" y="11130"/>
                  </a:lnTo>
                  <a:lnTo>
                    <a:pt x="71146" y="11741"/>
                  </a:lnTo>
                  <a:lnTo>
                    <a:pt x="58214" y="11741"/>
                  </a:lnTo>
                  <a:close/>
                  <a:moveTo>
                    <a:pt x="15204" y="11130"/>
                  </a:moveTo>
                  <a:lnTo>
                    <a:pt x="28135" y="11130"/>
                  </a:lnTo>
                  <a:lnTo>
                    <a:pt x="28135" y="11741"/>
                  </a:lnTo>
                  <a:lnTo>
                    <a:pt x="15204" y="11741"/>
                  </a:lnTo>
                  <a:close/>
                </a:path>
              </a:pathLst>
            </a:custGeom>
            <a:solidFill>
              <a:srgbClr val="0913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19" name="Google Shape;1119;p30"/>
            <p:cNvSpPr/>
            <p:nvPr/>
          </p:nvSpPr>
          <p:spPr>
            <a:xfrm>
              <a:off x="6345450" y="3293600"/>
              <a:ext cx="84275" cy="84275"/>
            </a:xfrm>
            <a:custGeom>
              <a:avLst/>
              <a:gdLst/>
              <a:ahLst/>
              <a:cxnLst/>
              <a:rect l="l" t="t" r="r" b="b"/>
              <a:pathLst>
                <a:path w="3371" h="3371" extrusionOk="0">
                  <a:moveTo>
                    <a:pt x="1050" y="0"/>
                  </a:moveTo>
                  <a:cubicBezTo>
                    <a:pt x="470" y="0"/>
                    <a:pt x="0" y="470"/>
                    <a:pt x="0" y="1050"/>
                  </a:cubicBezTo>
                  <a:lnTo>
                    <a:pt x="0" y="2320"/>
                  </a:lnTo>
                  <a:cubicBezTo>
                    <a:pt x="0" y="2900"/>
                    <a:pt x="470" y="3370"/>
                    <a:pt x="1050" y="3370"/>
                  </a:cubicBezTo>
                  <a:lnTo>
                    <a:pt x="2320" y="3370"/>
                  </a:lnTo>
                  <a:cubicBezTo>
                    <a:pt x="2900" y="3370"/>
                    <a:pt x="3370" y="2900"/>
                    <a:pt x="3370" y="2320"/>
                  </a:cubicBezTo>
                  <a:lnTo>
                    <a:pt x="3370" y="1050"/>
                  </a:lnTo>
                  <a:cubicBezTo>
                    <a:pt x="3370" y="470"/>
                    <a:pt x="2900" y="0"/>
                    <a:pt x="232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 name="Google Shape;1120;p30"/>
            <p:cNvSpPr/>
            <p:nvPr/>
          </p:nvSpPr>
          <p:spPr>
            <a:xfrm>
              <a:off x="5924600" y="3351575"/>
              <a:ext cx="74475" cy="70575"/>
            </a:xfrm>
            <a:custGeom>
              <a:avLst/>
              <a:gdLst/>
              <a:ahLst/>
              <a:cxnLst/>
              <a:rect l="l" t="t" r="r" b="b"/>
              <a:pathLst>
                <a:path w="2979" h="2823" extrusionOk="0">
                  <a:moveTo>
                    <a:pt x="1050" y="1"/>
                  </a:moveTo>
                  <a:cubicBezTo>
                    <a:pt x="470" y="1"/>
                    <a:pt x="0" y="471"/>
                    <a:pt x="0" y="1051"/>
                  </a:cubicBezTo>
                  <a:lnTo>
                    <a:pt x="0" y="1788"/>
                  </a:lnTo>
                  <a:cubicBezTo>
                    <a:pt x="0" y="2368"/>
                    <a:pt x="470" y="2822"/>
                    <a:pt x="1050" y="2822"/>
                  </a:cubicBezTo>
                  <a:lnTo>
                    <a:pt x="1944" y="2822"/>
                  </a:lnTo>
                  <a:cubicBezTo>
                    <a:pt x="2508" y="2822"/>
                    <a:pt x="2978" y="2368"/>
                    <a:pt x="2978" y="1788"/>
                  </a:cubicBezTo>
                  <a:lnTo>
                    <a:pt x="2978" y="1051"/>
                  </a:lnTo>
                  <a:cubicBezTo>
                    <a:pt x="2978" y="471"/>
                    <a:pt x="2508"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1" name="Google Shape;1121;p30"/>
            <p:cNvSpPr/>
            <p:nvPr/>
          </p:nvSpPr>
          <p:spPr>
            <a:xfrm>
              <a:off x="5812125" y="3351575"/>
              <a:ext cx="74475" cy="70575"/>
            </a:xfrm>
            <a:custGeom>
              <a:avLst/>
              <a:gdLst/>
              <a:ahLst/>
              <a:cxnLst/>
              <a:rect l="l" t="t" r="r" b="b"/>
              <a:pathLst>
                <a:path w="2979" h="2823" extrusionOk="0">
                  <a:moveTo>
                    <a:pt x="1035" y="1"/>
                  </a:moveTo>
                  <a:cubicBezTo>
                    <a:pt x="455" y="1"/>
                    <a:pt x="0" y="471"/>
                    <a:pt x="0" y="1051"/>
                  </a:cubicBezTo>
                  <a:lnTo>
                    <a:pt x="0" y="1788"/>
                  </a:lnTo>
                  <a:cubicBezTo>
                    <a:pt x="0" y="2368"/>
                    <a:pt x="455" y="2822"/>
                    <a:pt x="1035" y="2822"/>
                  </a:cubicBezTo>
                  <a:lnTo>
                    <a:pt x="1928" y="2822"/>
                  </a:lnTo>
                  <a:cubicBezTo>
                    <a:pt x="2508" y="2822"/>
                    <a:pt x="2979" y="2368"/>
                    <a:pt x="2979" y="1788"/>
                  </a:cubicBezTo>
                  <a:lnTo>
                    <a:pt x="2979" y="1051"/>
                  </a:lnTo>
                  <a:cubicBezTo>
                    <a:pt x="2979" y="471"/>
                    <a:pt x="2508" y="1"/>
                    <a:pt x="192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 name="Google Shape;1122;p30"/>
            <p:cNvSpPr/>
            <p:nvPr/>
          </p:nvSpPr>
          <p:spPr>
            <a:xfrm>
              <a:off x="5703575" y="3351575"/>
              <a:ext cx="74475" cy="70575"/>
            </a:xfrm>
            <a:custGeom>
              <a:avLst/>
              <a:gdLst/>
              <a:ahLst/>
              <a:cxnLst/>
              <a:rect l="l" t="t" r="r" b="b"/>
              <a:pathLst>
                <a:path w="2979" h="2823" extrusionOk="0">
                  <a:moveTo>
                    <a:pt x="1051" y="1"/>
                  </a:moveTo>
                  <a:cubicBezTo>
                    <a:pt x="471" y="1"/>
                    <a:pt x="1" y="471"/>
                    <a:pt x="1" y="1051"/>
                  </a:cubicBezTo>
                  <a:lnTo>
                    <a:pt x="1" y="1788"/>
                  </a:lnTo>
                  <a:cubicBezTo>
                    <a:pt x="1" y="2368"/>
                    <a:pt x="471" y="2822"/>
                    <a:pt x="1051" y="2822"/>
                  </a:cubicBezTo>
                  <a:lnTo>
                    <a:pt x="1944" y="2822"/>
                  </a:lnTo>
                  <a:cubicBezTo>
                    <a:pt x="2524" y="2822"/>
                    <a:pt x="2979" y="2368"/>
                    <a:pt x="2979" y="1788"/>
                  </a:cubicBezTo>
                  <a:lnTo>
                    <a:pt x="2979" y="1051"/>
                  </a:lnTo>
                  <a:cubicBezTo>
                    <a:pt x="2979"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3" name="Google Shape;1123;p30"/>
            <p:cNvSpPr/>
            <p:nvPr/>
          </p:nvSpPr>
          <p:spPr>
            <a:xfrm>
              <a:off x="5595425" y="3351575"/>
              <a:ext cx="74475" cy="70575"/>
            </a:xfrm>
            <a:custGeom>
              <a:avLst/>
              <a:gdLst/>
              <a:ahLst/>
              <a:cxnLst/>
              <a:rect l="l" t="t" r="r" b="b"/>
              <a:pathLst>
                <a:path w="2979" h="2823" extrusionOk="0">
                  <a:moveTo>
                    <a:pt x="1035" y="1"/>
                  </a:moveTo>
                  <a:cubicBezTo>
                    <a:pt x="455" y="1"/>
                    <a:pt x="1" y="471"/>
                    <a:pt x="1" y="1051"/>
                  </a:cubicBezTo>
                  <a:lnTo>
                    <a:pt x="1" y="1788"/>
                  </a:lnTo>
                  <a:cubicBezTo>
                    <a:pt x="1" y="2368"/>
                    <a:pt x="455" y="2822"/>
                    <a:pt x="1035" y="2822"/>
                  </a:cubicBezTo>
                  <a:lnTo>
                    <a:pt x="1929" y="2822"/>
                  </a:lnTo>
                  <a:cubicBezTo>
                    <a:pt x="2508" y="2822"/>
                    <a:pt x="2979" y="2368"/>
                    <a:pt x="2979" y="1788"/>
                  </a:cubicBezTo>
                  <a:lnTo>
                    <a:pt x="2979" y="1051"/>
                  </a:lnTo>
                  <a:cubicBezTo>
                    <a:pt x="2979" y="471"/>
                    <a:pt x="2508" y="1"/>
                    <a:pt x="19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 name="Google Shape;1124;p30"/>
            <p:cNvSpPr/>
            <p:nvPr/>
          </p:nvSpPr>
          <p:spPr>
            <a:xfrm>
              <a:off x="5486875" y="3351575"/>
              <a:ext cx="74475" cy="70575"/>
            </a:xfrm>
            <a:custGeom>
              <a:avLst/>
              <a:gdLst/>
              <a:ahLst/>
              <a:cxnLst/>
              <a:rect l="l" t="t" r="r" b="b"/>
              <a:pathLst>
                <a:path w="2979" h="2823" extrusionOk="0">
                  <a:moveTo>
                    <a:pt x="1051" y="1"/>
                  </a:moveTo>
                  <a:cubicBezTo>
                    <a:pt x="471" y="1"/>
                    <a:pt x="1" y="471"/>
                    <a:pt x="1" y="1051"/>
                  </a:cubicBezTo>
                  <a:lnTo>
                    <a:pt x="1" y="1788"/>
                  </a:lnTo>
                  <a:cubicBezTo>
                    <a:pt x="1" y="2368"/>
                    <a:pt x="471" y="2822"/>
                    <a:pt x="1051" y="2822"/>
                  </a:cubicBezTo>
                  <a:lnTo>
                    <a:pt x="1944" y="2822"/>
                  </a:lnTo>
                  <a:cubicBezTo>
                    <a:pt x="2509" y="2822"/>
                    <a:pt x="2979" y="2368"/>
                    <a:pt x="2979" y="1788"/>
                  </a:cubicBezTo>
                  <a:lnTo>
                    <a:pt x="2979" y="1051"/>
                  </a:lnTo>
                  <a:cubicBezTo>
                    <a:pt x="2979" y="471"/>
                    <a:pt x="2509"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5" name="Google Shape;1125;p30"/>
            <p:cNvSpPr/>
            <p:nvPr/>
          </p:nvSpPr>
          <p:spPr>
            <a:xfrm>
              <a:off x="5378350" y="3351575"/>
              <a:ext cx="74850" cy="70575"/>
            </a:xfrm>
            <a:custGeom>
              <a:avLst/>
              <a:gdLst/>
              <a:ahLst/>
              <a:cxnLst/>
              <a:rect l="l" t="t" r="r" b="b"/>
              <a:pathLst>
                <a:path w="2994" h="2823" extrusionOk="0">
                  <a:moveTo>
                    <a:pt x="1050" y="1"/>
                  </a:moveTo>
                  <a:cubicBezTo>
                    <a:pt x="470" y="1"/>
                    <a:pt x="0" y="471"/>
                    <a:pt x="0" y="1051"/>
                  </a:cubicBezTo>
                  <a:lnTo>
                    <a:pt x="0" y="1788"/>
                  </a:lnTo>
                  <a:cubicBezTo>
                    <a:pt x="0" y="2368"/>
                    <a:pt x="470" y="2822"/>
                    <a:pt x="1050"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6" name="Google Shape;1126;p30"/>
            <p:cNvSpPr/>
            <p:nvPr/>
          </p:nvSpPr>
          <p:spPr>
            <a:xfrm>
              <a:off x="5270175" y="3351575"/>
              <a:ext cx="74500" cy="70575"/>
            </a:xfrm>
            <a:custGeom>
              <a:avLst/>
              <a:gdLst/>
              <a:ahLst/>
              <a:cxnLst/>
              <a:rect l="l" t="t" r="r" b="b"/>
              <a:pathLst>
                <a:path w="2980" h="2823" extrusionOk="0">
                  <a:moveTo>
                    <a:pt x="1051" y="1"/>
                  </a:moveTo>
                  <a:cubicBezTo>
                    <a:pt x="471" y="1"/>
                    <a:pt x="1" y="471"/>
                    <a:pt x="1" y="1051"/>
                  </a:cubicBezTo>
                  <a:lnTo>
                    <a:pt x="1" y="1788"/>
                  </a:lnTo>
                  <a:cubicBezTo>
                    <a:pt x="1" y="2368"/>
                    <a:pt x="471" y="2822"/>
                    <a:pt x="1051" y="2822"/>
                  </a:cubicBezTo>
                  <a:lnTo>
                    <a:pt x="1945" y="2822"/>
                  </a:lnTo>
                  <a:cubicBezTo>
                    <a:pt x="2509" y="2822"/>
                    <a:pt x="2979" y="2368"/>
                    <a:pt x="2979" y="1788"/>
                  </a:cubicBezTo>
                  <a:lnTo>
                    <a:pt x="2979" y="1051"/>
                  </a:lnTo>
                  <a:cubicBezTo>
                    <a:pt x="2979" y="471"/>
                    <a:pt x="2509" y="1"/>
                    <a:pt x="194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7" name="Google Shape;1127;p30"/>
            <p:cNvSpPr/>
            <p:nvPr/>
          </p:nvSpPr>
          <p:spPr>
            <a:xfrm>
              <a:off x="5161650" y="3351575"/>
              <a:ext cx="74850" cy="70575"/>
            </a:xfrm>
            <a:custGeom>
              <a:avLst/>
              <a:gdLst/>
              <a:ahLst/>
              <a:cxnLst/>
              <a:rect l="l" t="t" r="r" b="b"/>
              <a:pathLst>
                <a:path w="2994" h="2823" extrusionOk="0">
                  <a:moveTo>
                    <a:pt x="1050" y="1"/>
                  </a:moveTo>
                  <a:cubicBezTo>
                    <a:pt x="470" y="1"/>
                    <a:pt x="0" y="471"/>
                    <a:pt x="0" y="1051"/>
                  </a:cubicBezTo>
                  <a:lnTo>
                    <a:pt x="0" y="1788"/>
                  </a:lnTo>
                  <a:cubicBezTo>
                    <a:pt x="0" y="2368"/>
                    <a:pt x="470" y="2822"/>
                    <a:pt x="1050"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8" name="Google Shape;1128;p30"/>
            <p:cNvSpPr/>
            <p:nvPr/>
          </p:nvSpPr>
          <p:spPr>
            <a:xfrm>
              <a:off x="4849325" y="3351575"/>
              <a:ext cx="74475" cy="70575"/>
            </a:xfrm>
            <a:custGeom>
              <a:avLst/>
              <a:gdLst/>
              <a:ahLst/>
              <a:cxnLst/>
              <a:rect l="l" t="t" r="r" b="b"/>
              <a:pathLst>
                <a:path w="2979" h="2823" extrusionOk="0">
                  <a:moveTo>
                    <a:pt x="1035" y="1"/>
                  </a:moveTo>
                  <a:cubicBezTo>
                    <a:pt x="471" y="1"/>
                    <a:pt x="1" y="471"/>
                    <a:pt x="1" y="1051"/>
                  </a:cubicBezTo>
                  <a:lnTo>
                    <a:pt x="1" y="1788"/>
                  </a:lnTo>
                  <a:cubicBezTo>
                    <a:pt x="1" y="2368"/>
                    <a:pt x="471" y="2822"/>
                    <a:pt x="1035" y="2822"/>
                  </a:cubicBezTo>
                  <a:lnTo>
                    <a:pt x="1929" y="2822"/>
                  </a:lnTo>
                  <a:cubicBezTo>
                    <a:pt x="2509" y="2822"/>
                    <a:pt x="2979" y="2368"/>
                    <a:pt x="2979" y="1788"/>
                  </a:cubicBezTo>
                  <a:lnTo>
                    <a:pt x="2979" y="1051"/>
                  </a:lnTo>
                  <a:cubicBezTo>
                    <a:pt x="2979" y="471"/>
                    <a:pt x="2509" y="1"/>
                    <a:pt x="19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9" name="Google Shape;1129;p30"/>
            <p:cNvSpPr/>
            <p:nvPr/>
          </p:nvSpPr>
          <p:spPr>
            <a:xfrm>
              <a:off x="4736475" y="3351575"/>
              <a:ext cx="74875" cy="70575"/>
            </a:xfrm>
            <a:custGeom>
              <a:avLst/>
              <a:gdLst/>
              <a:ahLst/>
              <a:cxnLst/>
              <a:rect l="l" t="t" r="r" b="b"/>
              <a:pathLst>
                <a:path w="2995" h="2823" extrusionOk="0">
                  <a:moveTo>
                    <a:pt x="1051" y="1"/>
                  </a:moveTo>
                  <a:cubicBezTo>
                    <a:pt x="471" y="1"/>
                    <a:pt x="0" y="471"/>
                    <a:pt x="0" y="1051"/>
                  </a:cubicBezTo>
                  <a:lnTo>
                    <a:pt x="0" y="1788"/>
                  </a:lnTo>
                  <a:cubicBezTo>
                    <a:pt x="0" y="2368"/>
                    <a:pt x="471" y="2822"/>
                    <a:pt x="1051"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0" name="Google Shape;1130;p30"/>
            <p:cNvSpPr/>
            <p:nvPr/>
          </p:nvSpPr>
          <p:spPr>
            <a:xfrm>
              <a:off x="4628325" y="3351575"/>
              <a:ext cx="74475" cy="70575"/>
            </a:xfrm>
            <a:custGeom>
              <a:avLst/>
              <a:gdLst/>
              <a:ahLst/>
              <a:cxnLst/>
              <a:rect l="l" t="t" r="r" b="b"/>
              <a:pathLst>
                <a:path w="2979" h="2823" extrusionOk="0">
                  <a:moveTo>
                    <a:pt x="1051" y="1"/>
                  </a:moveTo>
                  <a:cubicBezTo>
                    <a:pt x="471" y="1"/>
                    <a:pt x="0" y="471"/>
                    <a:pt x="0" y="1051"/>
                  </a:cubicBezTo>
                  <a:lnTo>
                    <a:pt x="0" y="1788"/>
                  </a:lnTo>
                  <a:cubicBezTo>
                    <a:pt x="0" y="2368"/>
                    <a:pt x="471" y="2822"/>
                    <a:pt x="1051" y="2822"/>
                  </a:cubicBezTo>
                  <a:lnTo>
                    <a:pt x="1944" y="2822"/>
                  </a:lnTo>
                  <a:cubicBezTo>
                    <a:pt x="2508" y="2822"/>
                    <a:pt x="2978" y="2368"/>
                    <a:pt x="2978" y="1788"/>
                  </a:cubicBezTo>
                  <a:lnTo>
                    <a:pt x="2978" y="1051"/>
                  </a:lnTo>
                  <a:cubicBezTo>
                    <a:pt x="2978" y="471"/>
                    <a:pt x="2508"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1" name="Google Shape;1131;p30"/>
            <p:cNvSpPr/>
            <p:nvPr/>
          </p:nvSpPr>
          <p:spPr>
            <a:xfrm>
              <a:off x="4519775" y="3351575"/>
              <a:ext cx="74875" cy="70575"/>
            </a:xfrm>
            <a:custGeom>
              <a:avLst/>
              <a:gdLst/>
              <a:ahLst/>
              <a:cxnLst/>
              <a:rect l="l" t="t" r="r" b="b"/>
              <a:pathLst>
                <a:path w="2995" h="2823" extrusionOk="0">
                  <a:moveTo>
                    <a:pt x="1051" y="1"/>
                  </a:moveTo>
                  <a:cubicBezTo>
                    <a:pt x="471" y="1"/>
                    <a:pt x="1" y="471"/>
                    <a:pt x="1" y="1051"/>
                  </a:cubicBezTo>
                  <a:lnTo>
                    <a:pt x="1" y="1788"/>
                  </a:lnTo>
                  <a:cubicBezTo>
                    <a:pt x="1" y="2368"/>
                    <a:pt x="471" y="2822"/>
                    <a:pt x="1051"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2" name="Google Shape;1132;p30"/>
            <p:cNvSpPr/>
            <p:nvPr/>
          </p:nvSpPr>
          <p:spPr>
            <a:xfrm>
              <a:off x="4411625" y="3351575"/>
              <a:ext cx="74475" cy="70575"/>
            </a:xfrm>
            <a:custGeom>
              <a:avLst/>
              <a:gdLst/>
              <a:ahLst/>
              <a:cxnLst/>
              <a:rect l="l" t="t" r="r" b="b"/>
              <a:pathLst>
                <a:path w="2979" h="2823" extrusionOk="0">
                  <a:moveTo>
                    <a:pt x="1035" y="1"/>
                  </a:moveTo>
                  <a:cubicBezTo>
                    <a:pt x="471" y="1"/>
                    <a:pt x="0" y="471"/>
                    <a:pt x="0" y="1051"/>
                  </a:cubicBezTo>
                  <a:lnTo>
                    <a:pt x="0" y="1788"/>
                  </a:lnTo>
                  <a:cubicBezTo>
                    <a:pt x="0" y="2368"/>
                    <a:pt x="471" y="2822"/>
                    <a:pt x="1035" y="2822"/>
                  </a:cubicBezTo>
                  <a:lnTo>
                    <a:pt x="1928" y="2822"/>
                  </a:lnTo>
                  <a:cubicBezTo>
                    <a:pt x="2508" y="2822"/>
                    <a:pt x="2979" y="2368"/>
                    <a:pt x="2979" y="1788"/>
                  </a:cubicBezTo>
                  <a:lnTo>
                    <a:pt x="2979" y="1051"/>
                  </a:lnTo>
                  <a:cubicBezTo>
                    <a:pt x="2979" y="471"/>
                    <a:pt x="2508" y="1"/>
                    <a:pt x="192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3" name="Google Shape;1133;p30"/>
            <p:cNvSpPr/>
            <p:nvPr/>
          </p:nvSpPr>
          <p:spPr>
            <a:xfrm>
              <a:off x="4303075" y="3351575"/>
              <a:ext cx="74875" cy="70575"/>
            </a:xfrm>
            <a:custGeom>
              <a:avLst/>
              <a:gdLst/>
              <a:ahLst/>
              <a:cxnLst/>
              <a:rect l="l" t="t" r="r" b="b"/>
              <a:pathLst>
                <a:path w="2995" h="2823" extrusionOk="0">
                  <a:moveTo>
                    <a:pt x="1051" y="1"/>
                  </a:moveTo>
                  <a:cubicBezTo>
                    <a:pt x="471" y="1"/>
                    <a:pt x="1" y="471"/>
                    <a:pt x="1" y="1051"/>
                  </a:cubicBezTo>
                  <a:lnTo>
                    <a:pt x="1" y="1788"/>
                  </a:lnTo>
                  <a:cubicBezTo>
                    <a:pt x="1" y="2368"/>
                    <a:pt x="471" y="2822"/>
                    <a:pt x="1051"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4" name="Google Shape;1134;p30"/>
            <p:cNvSpPr/>
            <p:nvPr/>
          </p:nvSpPr>
          <p:spPr>
            <a:xfrm>
              <a:off x="4194925" y="3351575"/>
              <a:ext cx="74475" cy="70575"/>
            </a:xfrm>
            <a:custGeom>
              <a:avLst/>
              <a:gdLst/>
              <a:ahLst/>
              <a:cxnLst/>
              <a:rect l="l" t="t" r="r" b="b"/>
              <a:pathLst>
                <a:path w="2979" h="2823" extrusionOk="0">
                  <a:moveTo>
                    <a:pt x="1035" y="1"/>
                  </a:moveTo>
                  <a:cubicBezTo>
                    <a:pt x="471" y="1"/>
                    <a:pt x="1" y="471"/>
                    <a:pt x="1" y="1051"/>
                  </a:cubicBezTo>
                  <a:lnTo>
                    <a:pt x="1" y="1788"/>
                  </a:lnTo>
                  <a:cubicBezTo>
                    <a:pt x="1" y="2368"/>
                    <a:pt x="471" y="2822"/>
                    <a:pt x="1035" y="2822"/>
                  </a:cubicBezTo>
                  <a:lnTo>
                    <a:pt x="1928" y="2822"/>
                  </a:lnTo>
                  <a:cubicBezTo>
                    <a:pt x="2508" y="2822"/>
                    <a:pt x="2979" y="2368"/>
                    <a:pt x="2979" y="1788"/>
                  </a:cubicBezTo>
                  <a:lnTo>
                    <a:pt x="2979" y="1051"/>
                  </a:lnTo>
                  <a:cubicBezTo>
                    <a:pt x="2979" y="471"/>
                    <a:pt x="2508" y="1"/>
                    <a:pt x="192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5" name="Google Shape;1135;p30"/>
            <p:cNvSpPr/>
            <p:nvPr/>
          </p:nvSpPr>
          <p:spPr>
            <a:xfrm>
              <a:off x="4086375" y="3351575"/>
              <a:ext cx="74875" cy="70575"/>
            </a:xfrm>
            <a:custGeom>
              <a:avLst/>
              <a:gdLst/>
              <a:ahLst/>
              <a:cxnLst/>
              <a:rect l="l" t="t" r="r" b="b"/>
              <a:pathLst>
                <a:path w="2995" h="2823" extrusionOk="0">
                  <a:moveTo>
                    <a:pt x="1051" y="1"/>
                  </a:moveTo>
                  <a:cubicBezTo>
                    <a:pt x="471" y="1"/>
                    <a:pt x="1" y="471"/>
                    <a:pt x="1" y="1051"/>
                  </a:cubicBezTo>
                  <a:lnTo>
                    <a:pt x="1" y="1788"/>
                  </a:lnTo>
                  <a:cubicBezTo>
                    <a:pt x="1" y="2368"/>
                    <a:pt x="471" y="2822"/>
                    <a:pt x="1051" y="2822"/>
                  </a:cubicBezTo>
                  <a:lnTo>
                    <a:pt x="1944" y="2822"/>
                  </a:lnTo>
                  <a:cubicBezTo>
                    <a:pt x="2524" y="2822"/>
                    <a:pt x="2995" y="2368"/>
                    <a:pt x="2995" y="1788"/>
                  </a:cubicBezTo>
                  <a:lnTo>
                    <a:pt x="2995" y="1051"/>
                  </a:lnTo>
                  <a:cubicBezTo>
                    <a:pt x="2995"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6" name="Google Shape;1136;p30"/>
            <p:cNvSpPr/>
            <p:nvPr/>
          </p:nvSpPr>
          <p:spPr>
            <a:xfrm>
              <a:off x="4570325" y="2631750"/>
              <a:ext cx="2293575" cy="582700"/>
            </a:xfrm>
            <a:custGeom>
              <a:avLst/>
              <a:gdLst/>
              <a:ahLst/>
              <a:cxnLst/>
              <a:rect l="l" t="t" r="r" b="b"/>
              <a:pathLst>
                <a:path w="91743" h="23308" extrusionOk="0">
                  <a:moveTo>
                    <a:pt x="23857" y="188"/>
                  </a:moveTo>
                  <a:cubicBezTo>
                    <a:pt x="21694" y="658"/>
                    <a:pt x="19813" y="1944"/>
                    <a:pt x="17854" y="2947"/>
                  </a:cubicBezTo>
                  <a:lnTo>
                    <a:pt x="17854" y="2947"/>
                  </a:lnTo>
                  <a:cubicBezTo>
                    <a:pt x="15001" y="4420"/>
                    <a:pt x="11835" y="5376"/>
                    <a:pt x="8637" y="5282"/>
                  </a:cubicBezTo>
                  <a:lnTo>
                    <a:pt x="8637" y="5282"/>
                  </a:lnTo>
                  <a:cubicBezTo>
                    <a:pt x="5440" y="5204"/>
                    <a:pt x="2211" y="4013"/>
                    <a:pt x="1" y="1709"/>
                  </a:cubicBezTo>
                  <a:lnTo>
                    <a:pt x="1" y="1709"/>
                  </a:lnTo>
                  <a:cubicBezTo>
                    <a:pt x="251" y="3339"/>
                    <a:pt x="1458" y="4467"/>
                    <a:pt x="2963" y="5173"/>
                  </a:cubicBezTo>
                  <a:lnTo>
                    <a:pt x="2963" y="5173"/>
                  </a:lnTo>
                  <a:cubicBezTo>
                    <a:pt x="6082" y="6615"/>
                    <a:pt x="9672" y="7022"/>
                    <a:pt x="13026" y="6286"/>
                  </a:cubicBezTo>
                  <a:lnTo>
                    <a:pt x="13026" y="6286"/>
                  </a:lnTo>
                  <a:cubicBezTo>
                    <a:pt x="15910" y="5643"/>
                    <a:pt x="18559" y="4232"/>
                    <a:pt x="21365" y="3323"/>
                  </a:cubicBezTo>
                  <a:lnTo>
                    <a:pt x="21365" y="3323"/>
                  </a:lnTo>
                  <a:cubicBezTo>
                    <a:pt x="24170" y="2414"/>
                    <a:pt x="27384" y="2069"/>
                    <a:pt x="29954" y="3511"/>
                  </a:cubicBezTo>
                  <a:lnTo>
                    <a:pt x="29954" y="3511"/>
                  </a:lnTo>
                  <a:cubicBezTo>
                    <a:pt x="31804" y="4546"/>
                    <a:pt x="33058" y="6364"/>
                    <a:pt x="34735" y="7649"/>
                  </a:cubicBezTo>
                  <a:lnTo>
                    <a:pt x="34735" y="7649"/>
                  </a:lnTo>
                  <a:cubicBezTo>
                    <a:pt x="39108" y="11051"/>
                    <a:pt x="45440" y="10330"/>
                    <a:pt x="50629" y="8386"/>
                  </a:cubicBezTo>
                  <a:lnTo>
                    <a:pt x="50629" y="8386"/>
                  </a:lnTo>
                  <a:cubicBezTo>
                    <a:pt x="52274" y="7775"/>
                    <a:pt x="53905" y="7038"/>
                    <a:pt x="55644" y="6803"/>
                  </a:cubicBezTo>
                  <a:lnTo>
                    <a:pt x="55644" y="6803"/>
                  </a:lnTo>
                  <a:cubicBezTo>
                    <a:pt x="57384" y="6552"/>
                    <a:pt x="59312" y="6897"/>
                    <a:pt x="60550" y="8135"/>
                  </a:cubicBezTo>
                  <a:lnTo>
                    <a:pt x="60550" y="8135"/>
                  </a:lnTo>
                  <a:cubicBezTo>
                    <a:pt x="61851" y="9452"/>
                    <a:pt x="62149" y="11489"/>
                    <a:pt x="63340" y="12916"/>
                  </a:cubicBezTo>
                  <a:lnTo>
                    <a:pt x="63340" y="12916"/>
                  </a:lnTo>
                  <a:cubicBezTo>
                    <a:pt x="64516" y="14326"/>
                    <a:pt x="66413" y="14922"/>
                    <a:pt x="68231" y="15126"/>
                  </a:cubicBezTo>
                  <a:lnTo>
                    <a:pt x="68231" y="15126"/>
                  </a:lnTo>
                  <a:cubicBezTo>
                    <a:pt x="73215" y="15690"/>
                    <a:pt x="76648" y="12571"/>
                    <a:pt x="81397" y="12383"/>
                  </a:cubicBezTo>
                  <a:lnTo>
                    <a:pt x="81397" y="12383"/>
                  </a:lnTo>
                  <a:cubicBezTo>
                    <a:pt x="83200" y="12305"/>
                    <a:pt x="85081" y="12712"/>
                    <a:pt x="86476" y="13841"/>
                  </a:cubicBezTo>
                  <a:lnTo>
                    <a:pt x="86476" y="13841"/>
                  </a:lnTo>
                  <a:cubicBezTo>
                    <a:pt x="87479" y="14656"/>
                    <a:pt x="88169" y="15800"/>
                    <a:pt x="88796" y="16944"/>
                  </a:cubicBezTo>
                  <a:lnTo>
                    <a:pt x="88796" y="16944"/>
                  </a:lnTo>
                  <a:cubicBezTo>
                    <a:pt x="89877" y="18935"/>
                    <a:pt x="90833" y="21051"/>
                    <a:pt x="91225" y="23292"/>
                  </a:cubicBezTo>
                  <a:lnTo>
                    <a:pt x="91225" y="23292"/>
                  </a:lnTo>
                  <a:lnTo>
                    <a:pt x="91398" y="23308"/>
                  </a:lnTo>
                  <a:cubicBezTo>
                    <a:pt x="91742" y="20048"/>
                    <a:pt x="91492" y="16631"/>
                    <a:pt x="89940" y="13747"/>
                  </a:cubicBezTo>
                  <a:lnTo>
                    <a:pt x="89940" y="13747"/>
                  </a:lnTo>
                  <a:cubicBezTo>
                    <a:pt x="88388" y="10862"/>
                    <a:pt x="85332" y="8637"/>
                    <a:pt x="82056" y="8746"/>
                  </a:cubicBezTo>
                  <a:lnTo>
                    <a:pt x="82056" y="8746"/>
                  </a:lnTo>
                  <a:cubicBezTo>
                    <a:pt x="79846" y="8809"/>
                    <a:pt x="77808" y="9891"/>
                    <a:pt x="75723" y="10643"/>
                  </a:cubicBezTo>
                  <a:lnTo>
                    <a:pt x="75723" y="10643"/>
                  </a:lnTo>
                  <a:cubicBezTo>
                    <a:pt x="73544" y="11411"/>
                    <a:pt x="71240" y="11819"/>
                    <a:pt x="68936" y="11850"/>
                  </a:cubicBezTo>
                  <a:lnTo>
                    <a:pt x="68936" y="11850"/>
                  </a:lnTo>
                  <a:cubicBezTo>
                    <a:pt x="67745" y="11881"/>
                    <a:pt x="66491" y="11787"/>
                    <a:pt x="65425" y="11223"/>
                  </a:cubicBezTo>
                  <a:lnTo>
                    <a:pt x="65425" y="11223"/>
                  </a:lnTo>
                  <a:cubicBezTo>
                    <a:pt x="63654" y="10314"/>
                    <a:pt x="62714" y="8370"/>
                    <a:pt x="61334" y="6944"/>
                  </a:cubicBezTo>
                  <a:lnTo>
                    <a:pt x="61334" y="6944"/>
                  </a:lnTo>
                  <a:cubicBezTo>
                    <a:pt x="57839" y="3370"/>
                    <a:pt x="51977" y="3574"/>
                    <a:pt x="47243" y="5188"/>
                  </a:cubicBezTo>
                  <a:lnTo>
                    <a:pt x="47243" y="5188"/>
                  </a:lnTo>
                  <a:cubicBezTo>
                    <a:pt x="45064" y="5925"/>
                    <a:pt x="42838" y="6913"/>
                    <a:pt x="40581" y="6521"/>
                  </a:cubicBezTo>
                  <a:lnTo>
                    <a:pt x="40581" y="6521"/>
                  </a:lnTo>
                  <a:cubicBezTo>
                    <a:pt x="39030" y="6239"/>
                    <a:pt x="37682" y="5345"/>
                    <a:pt x="36381" y="4452"/>
                  </a:cubicBezTo>
                  <a:lnTo>
                    <a:pt x="36381" y="4452"/>
                  </a:lnTo>
                  <a:cubicBezTo>
                    <a:pt x="33152" y="2273"/>
                    <a:pt x="29515" y="0"/>
                    <a:pt x="25738" y="0"/>
                  </a:cubicBezTo>
                  <a:lnTo>
                    <a:pt x="25738" y="0"/>
                  </a:lnTo>
                  <a:cubicBezTo>
                    <a:pt x="25111" y="0"/>
                    <a:pt x="24484" y="63"/>
                    <a:pt x="23857" y="188"/>
                  </a:cubicBezTo>
                </a:path>
              </a:pathLst>
            </a:custGeom>
            <a:solidFill>
              <a:srgbClr val="FFFFFF">
                <a:alpha val="410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37" name="Google Shape;1137;p30"/>
          <p:cNvSpPr/>
          <p:nvPr/>
        </p:nvSpPr>
        <p:spPr>
          <a:xfrm>
            <a:off x="4305025" y="3983225"/>
            <a:ext cx="4881800" cy="1188925"/>
          </a:xfrm>
          <a:custGeom>
            <a:avLst/>
            <a:gdLst/>
            <a:ahLst/>
            <a:cxnLst/>
            <a:rect l="l" t="t" r="r" b="b"/>
            <a:pathLst>
              <a:path w="195272" h="47557" extrusionOk="0">
                <a:moveTo>
                  <a:pt x="169456" y="6161"/>
                </a:moveTo>
                <a:cubicBezTo>
                  <a:pt x="153343" y="18559"/>
                  <a:pt x="158233" y="14907"/>
                  <a:pt x="149001" y="12290"/>
                </a:cubicBezTo>
                <a:lnTo>
                  <a:pt x="149001" y="12290"/>
                </a:lnTo>
                <a:cubicBezTo>
                  <a:pt x="139753" y="9688"/>
                  <a:pt x="141070" y="6020"/>
                  <a:pt x="130489" y="13340"/>
                </a:cubicBezTo>
                <a:lnTo>
                  <a:pt x="130489" y="13340"/>
                </a:lnTo>
                <a:cubicBezTo>
                  <a:pt x="125160" y="17023"/>
                  <a:pt x="118279" y="16318"/>
                  <a:pt x="111147" y="15628"/>
                </a:cubicBezTo>
                <a:lnTo>
                  <a:pt x="111147" y="15628"/>
                </a:lnTo>
                <a:cubicBezTo>
                  <a:pt x="104125" y="14938"/>
                  <a:pt x="96868" y="14233"/>
                  <a:pt x="90645" y="17760"/>
                </a:cubicBezTo>
                <a:lnTo>
                  <a:pt x="90645" y="17760"/>
                </a:lnTo>
                <a:cubicBezTo>
                  <a:pt x="78106" y="24829"/>
                  <a:pt x="65990" y="32980"/>
                  <a:pt x="62416" y="32494"/>
                </a:cubicBezTo>
                <a:lnTo>
                  <a:pt x="62416" y="32494"/>
                </a:lnTo>
                <a:cubicBezTo>
                  <a:pt x="29515" y="28058"/>
                  <a:pt x="1" y="47557"/>
                  <a:pt x="1" y="47557"/>
                </a:cubicBezTo>
                <a:lnTo>
                  <a:pt x="1" y="47557"/>
                </a:lnTo>
                <a:lnTo>
                  <a:pt x="195271" y="47557"/>
                </a:lnTo>
                <a:lnTo>
                  <a:pt x="195271" y="3935"/>
                </a:lnTo>
                <a:cubicBezTo>
                  <a:pt x="195271" y="3935"/>
                  <a:pt x="191525" y="1"/>
                  <a:pt x="184817" y="1"/>
                </a:cubicBezTo>
                <a:lnTo>
                  <a:pt x="184817" y="1"/>
                </a:lnTo>
                <a:cubicBezTo>
                  <a:pt x="180726" y="1"/>
                  <a:pt x="175553" y="1459"/>
                  <a:pt x="169456" y="6161"/>
                </a:cubicBezTo>
                <a:close/>
              </a:path>
            </a:pathLst>
          </a:custGeom>
          <a:solidFill>
            <a:srgbClr val="638C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rgbClr val="00B0F0"/>
              </a:solidFill>
            </a:endParaRPr>
          </a:p>
        </p:txBody>
      </p:sp>
      <p:grpSp>
        <p:nvGrpSpPr>
          <p:cNvPr id="1138" name="Google Shape;1138;p30"/>
          <p:cNvGrpSpPr/>
          <p:nvPr/>
        </p:nvGrpSpPr>
        <p:grpSpPr>
          <a:xfrm>
            <a:off x="7524150" y="4407050"/>
            <a:ext cx="559600" cy="770400"/>
            <a:chOff x="7524150" y="4330850"/>
            <a:chExt cx="559600" cy="770400"/>
          </a:xfrm>
          <a:solidFill>
            <a:srgbClr val="38761D"/>
          </a:solidFill>
        </p:grpSpPr>
        <p:sp>
          <p:nvSpPr>
            <p:cNvPr id="1139" name="Google Shape;1139;p30"/>
            <p:cNvSpPr/>
            <p:nvPr/>
          </p:nvSpPr>
          <p:spPr>
            <a:xfrm>
              <a:off x="7684825" y="4330850"/>
              <a:ext cx="238275" cy="272750"/>
            </a:xfrm>
            <a:custGeom>
              <a:avLst/>
              <a:gdLst/>
              <a:ahLst/>
              <a:cxnLst/>
              <a:rect l="l" t="t" r="r" b="b"/>
              <a:pathLst>
                <a:path w="9531" h="10910" extrusionOk="0">
                  <a:moveTo>
                    <a:pt x="4765" y="0"/>
                  </a:moveTo>
                  <a:cubicBezTo>
                    <a:pt x="4765" y="0"/>
                    <a:pt x="3527" y="9843"/>
                    <a:pt x="0" y="9843"/>
                  </a:cubicBezTo>
                  <a:cubicBezTo>
                    <a:pt x="0" y="9843"/>
                    <a:pt x="1850" y="10909"/>
                    <a:pt x="4765" y="10909"/>
                  </a:cubicBezTo>
                  <a:cubicBezTo>
                    <a:pt x="7680" y="10909"/>
                    <a:pt x="9530" y="9843"/>
                    <a:pt x="9530" y="9843"/>
                  </a:cubicBezTo>
                  <a:cubicBezTo>
                    <a:pt x="5988" y="9843"/>
                    <a:pt x="4765" y="0"/>
                    <a:pt x="476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0" name="Google Shape;1140;p30"/>
            <p:cNvSpPr/>
            <p:nvPr/>
          </p:nvSpPr>
          <p:spPr>
            <a:xfrm>
              <a:off x="7633475" y="4508750"/>
              <a:ext cx="340950" cy="244925"/>
            </a:xfrm>
            <a:custGeom>
              <a:avLst/>
              <a:gdLst/>
              <a:ahLst/>
              <a:cxnLst/>
              <a:rect l="l" t="t" r="r" b="b"/>
              <a:pathLst>
                <a:path w="13638" h="9797" extrusionOk="0">
                  <a:moveTo>
                    <a:pt x="6819" y="0"/>
                  </a:moveTo>
                  <a:cubicBezTo>
                    <a:pt x="6819" y="0"/>
                    <a:pt x="4640" y="7665"/>
                    <a:pt x="1" y="7665"/>
                  </a:cubicBezTo>
                  <a:cubicBezTo>
                    <a:pt x="1" y="7665"/>
                    <a:pt x="2728" y="9797"/>
                    <a:pt x="6819" y="9797"/>
                  </a:cubicBezTo>
                  <a:cubicBezTo>
                    <a:pt x="10910" y="9797"/>
                    <a:pt x="13637" y="7665"/>
                    <a:pt x="13637" y="7665"/>
                  </a:cubicBezTo>
                  <a:cubicBezTo>
                    <a:pt x="8998" y="7665"/>
                    <a:pt x="6819" y="0"/>
                    <a:pt x="681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1" name="Google Shape;1141;p30"/>
            <p:cNvSpPr/>
            <p:nvPr/>
          </p:nvSpPr>
          <p:spPr>
            <a:xfrm>
              <a:off x="7599775" y="4588300"/>
              <a:ext cx="408350" cy="293525"/>
            </a:xfrm>
            <a:custGeom>
              <a:avLst/>
              <a:gdLst/>
              <a:ahLst/>
              <a:cxnLst/>
              <a:rect l="l" t="t" r="r" b="b"/>
              <a:pathLst>
                <a:path w="16334" h="11741" extrusionOk="0">
                  <a:moveTo>
                    <a:pt x="8167" y="0"/>
                  </a:moveTo>
                  <a:cubicBezTo>
                    <a:pt x="8167" y="0"/>
                    <a:pt x="5549" y="9185"/>
                    <a:pt x="1" y="9185"/>
                  </a:cubicBezTo>
                  <a:cubicBezTo>
                    <a:pt x="1" y="9185"/>
                    <a:pt x="3261" y="11740"/>
                    <a:pt x="8167" y="11740"/>
                  </a:cubicBezTo>
                  <a:cubicBezTo>
                    <a:pt x="13073" y="11740"/>
                    <a:pt x="16333" y="9185"/>
                    <a:pt x="16333" y="9185"/>
                  </a:cubicBezTo>
                  <a:cubicBezTo>
                    <a:pt x="10785" y="9185"/>
                    <a:pt x="8167" y="0"/>
                    <a:pt x="816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2" name="Google Shape;1142;p30"/>
            <p:cNvSpPr/>
            <p:nvPr/>
          </p:nvSpPr>
          <p:spPr>
            <a:xfrm>
              <a:off x="7524150" y="4699175"/>
              <a:ext cx="559600" cy="402075"/>
            </a:xfrm>
            <a:custGeom>
              <a:avLst/>
              <a:gdLst/>
              <a:ahLst/>
              <a:cxnLst/>
              <a:rect l="l" t="t" r="r" b="b"/>
              <a:pathLst>
                <a:path w="22384" h="16083" extrusionOk="0">
                  <a:moveTo>
                    <a:pt x="11192" y="1"/>
                  </a:moveTo>
                  <a:cubicBezTo>
                    <a:pt x="11192" y="1"/>
                    <a:pt x="7603" y="12587"/>
                    <a:pt x="1" y="12587"/>
                  </a:cubicBezTo>
                  <a:cubicBezTo>
                    <a:pt x="1" y="12587"/>
                    <a:pt x="4468" y="16083"/>
                    <a:pt x="11192" y="16083"/>
                  </a:cubicBezTo>
                  <a:cubicBezTo>
                    <a:pt x="17916" y="16083"/>
                    <a:pt x="22384" y="12587"/>
                    <a:pt x="22384" y="12587"/>
                  </a:cubicBezTo>
                  <a:cubicBezTo>
                    <a:pt x="14781" y="12587"/>
                    <a:pt x="11192" y="1"/>
                    <a:pt x="1119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43" name="Google Shape;1143;p30"/>
          <p:cNvGrpSpPr/>
          <p:nvPr/>
        </p:nvGrpSpPr>
        <p:grpSpPr>
          <a:xfrm>
            <a:off x="5354825" y="4641375"/>
            <a:ext cx="389150" cy="536075"/>
            <a:chOff x="5354825" y="4565175"/>
            <a:chExt cx="389150" cy="536075"/>
          </a:xfrm>
          <a:solidFill>
            <a:srgbClr val="38761D"/>
          </a:solidFill>
        </p:grpSpPr>
        <p:sp>
          <p:nvSpPr>
            <p:cNvPr id="1144" name="Google Shape;1144;p30"/>
            <p:cNvSpPr/>
            <p:nvPr/>
          </p:nvSpPr>
          <p:spPr>
            <a:xfrm>
              <a:off x="5466500" y="4565175"/>
              <a:ext cx="165775" cy="189675"/>
            </a:xfrm>
            <a:custGeom>
              <a:avLst/>
              <a:gdLst/>
              <a:ahLst/>
              <a:cxnLst/>
              <a:rect l="l" t="t" r="r" b="b"/>
              <a:pathLst>
                <a:path w="6631" h="7587" extrusionOk="0">
                  <a:moveTo>
                    <a:pt x="3324" y="0"/>
                  </a:moveTo>
                  <a:cubicBezTo>
                    <a:pt x="3324" y="0"/>
                    <a:pt x="2462" y="6850"/>
                    <a:pt x="1" y="6850"/>
                  </a:cubicBezTo>
                  <a:cubicBezTo>
                    <a:pt x="1" y="6850"/>
                    <a:pt x="1286" y="7587"/>
                    <a:pt x="3324" y="7587"/>
                  </a:cubicBezTo>
                  <a:cubicBezTo>
                    <a:pt x="5346" y="7587"/>
                    <a:pt x="6631" y="6850"/>
                    <a:pt x="6631" y="6850"/>
                  </a:cubicBezTo>
                  <a:cubicBezTo>
                    <a:pt x="4170" y="6850"/>
                    <a:pt x="3324" y="0"/>
                    <a:pt x="332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45" name="Google Shape;1145;p30"/>
            <p:cNvGrpSpPr/>
            <p:nvPr/>
          </p:nvGrpSpPr>
          <p:grpSpPr>
            <a:xfrm>
              <a:off x="5354825" y="4689000"/>
              <a:ext cx="389150" cy="412250"/>
              <a:chOff x="5354825" y="4689000"/>
              <a:chExt cx="389150" cy="412250"/>
            </a:xfrm>
            <a:grpFill/>
          </p:grpSpPr>
          <p:sp>
            <p:nvSpPr>
              <p:cNvPr id="1146" name="Google Shape;1146;p30"/>
              <p:cNvSpPr/>
              <p:nvPr/>
            </p:nvSpPr>
            <p:spPr>
              <a:xfrm>
                <a:off x="5430850" y="4689000"/>
                <a:ext cx="237100" cy="170475"/>
              </a:xfrm>
              <a:custGeom>
                <a:avLst/>
                <a:gdLst/>
                <a:ahLst/>
                <a:cxnLst/>
                <a:rect l="l" t="t" r="r" b="b"/>
                <a:pathLst>
                  <a:path w="9484" h="6819" extrusionOk="0">
                    <a:moveTo>
                      <a:pt x="4750" y="0"/>
                    </a:moveTo>
                    <a:cubicBezTo>
                      <a:pt x="4750" y="0"/>
                      <a:pt x="3229" y="5330"/>
                      <a:pt x="0" y="5330"/>
                    </a:cubicBezTo>
                    <a:cubicBezTo>
                      <a:pt x="0" y="5330"/>
                      <a:pt x="1897" y="6819"/>
                      <a:pt x="4750" y="6819"/>
                    </a:cubicBezTo>
                    <a:cubicBezTo>
                      <a:pt x="7587" y="6819"/>
                      <a:pt x="9483" y="5330"/>
                      <a:pt x="9483" y="5330"/>
                    </a:cubicBezTo>
                    <a:cubicBezTo>
                      <a:pt x="6270" y="5330"/>
                      <a:pt x="4750" y="0"/>
                      <a:pt x="475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7" name="Google Shape;1147;p30"/>
              <p:cNvSpPr/>
              <p:nvPr/>
            </p:nvSpPr>
            <p:spPr>
              <a:xfrm>
                <a:off x="5407325" y="4744250"/>
                <a:ext cx="284125" cy="204175"/>
              </a:xfrm>
              <a:custGeom>
                <a:avLst/>
                <a:gdLst/>
                <a:ahLst/>
                <a:cxnLst/>
                <a:rect l="l" t="t" r="r" b="b"/>
                <a:pathLst>
                  <a:path w="11365" h="8167" extrusionOk="0">
                    <a:moveTo>
                      <a:pt x="5691" y="0"/>
                    </a:moveTo>
                    <a:cubicBezTo>
                      <a:pt x="5691" y="0"/>
                      <a:pt x="3857" y="6396"/>
                      <a:pt x="1" y="6396"/>
                    </a:cubicBezTo>
                    <a:cubicBezTo>
                      <a:pt x="1" y="6396"/>
                      <a:pt x="2274" y="8167"/>
                      <a:pt x="5691" y="8167"/>
                    </a:cubicBezTo>
                    <a:cubicBezTo>
                      <a:pt x="9092" y="8167"/>
                      <a:pt x="11365" y="6396"/>
                      <a:pt x="11365" y="6396"/>
                    </a:cubicBezTo>
                    <a:cubicBezTo>
                      <a:pt x="7509" y="6396"/>
                      <a:pt x="5691" y="0"/>
                      <a:pt x="569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30"/>
              <p:cNvSpPr/>
              <p:nvPr/>
            </p:nvSpPr>
            <p:spPr>
              <a:xfrm>
                <a:off x="5354825" y="4821450"/>
                <a:ext cx="389150" cy="279800"/>
              </a:xfrm>
              <a:custGeom>
                <a:avLst/>
                <a:gdLst/>
                <a:ahLst/>
                <a:cxnLst/>
                <a:rect l="l" t="t" r="r" b="b"/>
                <a:pathLst>
                  <a:path w="15566" h="11192" extrusionOk="0">
                    <a:moveTo>
                      <a:pt x="7791" y="0"/>
                    </a:moveTo>
                    <a:cubicBezTo>
                      <a:pt x="7791" y="0"/>
                      <a:pt x="5283" y="8762"/>
                      <a:pt x="1" y="8762"/>
                    </a:cubicBezTo>
                    <a:cubicBezTo>
                      <a:pt x="1" y="8762"/>
                      <a:pt x="3104" y="11192"/>
                      <a:pt x="7791" y="11192"/>
                    </a:cubicBezTo>
                    <a:cubicBezTo>
                      <a:pt x="12462" y="11192"/>
                      <a:pt x="15565" y="8762"/>
                      <a:pt x="15565" y="8762"/>
                    </a:cubicBezTo>
                    <a:cubicBezTo>
                      <a:pt x="10283" y="8762"/>
                      <a:pt x="7791" y="0"/>
                      <a:pt x="779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149" name="Google Shape;1149;p30"/>
          <p:cNvGrpSpPr/>
          <p:nvPr/>
        </p:nvGrpSpPr>
        <p:grpSpPr>
          <a:xfrm>
            <a:off x="4219225" y="4407050"/>
            <a:ext cx="853900" cy="770400"/>
            <a:chOff x="4219225" y="4330850"/>
            <a:chExt cx="853900" cy="770400"/>
          </a:xfrm>
          <a:solidFill>
            <a:srgbClr val="38761D"/>
          </a:solidFill>
        </p:grpSpPr>
        <p:grpSp>
          <p:nvGrpSpPr>
            <p:cNvPr id="1150" name="Google Shape;1150;p30"/>
            <p:cNvGrpSpPr/>
            <p:nvPr/>
          </p:nvGrpSpPr>
          <p:grpSpPr>
            <a:xfrm>
              <a:off x="4295625" y="4330850"/>
              <a:ext cx="777500" cy="770400"/>
              <a:chOff x="4295625" y="4330850"/>
              <a:chExt cx="777500" cy="770400"/>
            </a:xfrm>
            <a:grpFill/>
          </p:grpSpPr>
          <p:sp>
            <p:nvSpPr>
              <p:cNvPr id="1151" name="Google Shape;1151;p30"/>
              <p:cNvSpPr/>
              <p:nvPr/>
            </p:nvSpPr>
            <p:spPr>
              <a:xfrm>
                <a:off x="4603250" y="4588300"/>
                <a:ext cx="408325" cy="293525"/>
              </a:xfrm>
              <a:custGeom>
                <a:avLst/>
                <a:gdLst/>
                <a:ahLst/>
                <a:cxnLst/>
                <a:rect l="l" t="t" r="r" b="b"/>
                <a:pathLst>
                  <a:path w="16333" h="11741" extrusionOk="0">
                    <a:moveTo>
                      <a:pt x="8167" y="0"/>
                    </a:moveTo>
                    <a:cubicBezTo>
                      <a:pt x="8167" y="0"/>
                      <a:pt x="5549" y="9185"/>
                      <a:pt x="0" y="9185"/>
                    </a:cubicBezTo>
                    <a:cubicBezTo>
                      <a:pt x="0" y="9185"/>
                      <a:pt x="3260" y="11740"/>
                      <a:pt x="8167" y="11740"/>
                    </a:cubicBezTo>
                    <a:cubicBezTo>
                      <a:pt x="13073" y="11740"/>
                      <a:pt x="16333" y="9185"/>
                      <a:pt x="16333" y="9185"/>
                    </a:cubicBezTo>
                    <a:cubicBezTo>
                      <a:pt x="10784" y="9185"/>
                      <a:pt x="8167" y="0"/>
                      <a:pt x="816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52" name="Google Shape;1152;p30"/>
              <p:cNvGrpSpPr/>
              <p:nvPr/>
            </p:nvGrpSpPr>
            <p:grpSpPr>
              <a:xfrm>
                <a:off x="4295625" y="4330850"/>
                <a:ext cx="777500" cy="770400"/>
                <a:chOff x="4295625" y="4330850"/>
                <a:chExt cx="777500" cy="770400"/>
              </a:xfrm>
              <a:grpFill/>
            </p:grpSpPr>
            <p:sp>
              <p:nvSpPr>
                <p:cNvPr id="1153" name="Google Shape;1153;p30"/>
                <p:cNvSpPr/>
                <p:nvPr/>
              </p:nvSpPr>
              <p:spPr>
                <a:xfrm>
                  <a:off x="4637325" y="4508750"/>
                  <a:ext cx="340550" cy="244925"/>
                </a:xfrm>
                <a:custGeom>
                  <a:avLst/>
                  <a:gdLst/>
                  <a:ahLst/>
                  <a:cxnLst/>
                  <a:rect l="l" t="t" r="r" b="b"/>
                  <a:pathLst>
                    <a:path w="13622" h="9797" extrusionOk="0">
                      <a:moveTo>
                        <a:pt x="6804" y="0"/>
                      </a:moveTo>
                      <a:cubicBezTo>
                        <a:pt x="6804" y="0"/>
                        <a:pt x="4625" y="7665"/>
                        <a:pt x="1" y="7665"/>
                      </a:cubicBezTo>
                      <a:cubicBezTo>
                        <a:pt x="1" y="7665"/>
                        <a:pt x="2713" y="9797"/>
                        <a:pt x="6804" y="9797"/>
                      </a:cubicBezTo>
                      <a:cubicBezTo>
                        <a:pt x="10895" y="9797"/>
                        <a:pt x="13622" y="7665"/>
                        <a:pt x="13622" y="7665"/>
                      </a:cubicBezTo>
                      <a:cubicBezTo>
                        <a:pt x="8998" y="7665"/>
                        <a:pt x="6804" y="0"/>
                        <a:pt x="680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4" name="Google Shape;1154;p30"/>
                <p:cNvSpPr/>
                <p:nvPr/>
              </p:nvSpPr>
              <p:spPr>
                <a:xfrm>
                  <a:off x="4330900" y="4565175"/>
                  <a:ext cx="166175" cy="189675"/>
                </a:xfrm>
                <a:custGeom>
                  <a:avLst/>
                  <a:gdLst/>
                  <a:ahLst/>
                  <a:cxnLst/>
                  <a:rect l="l" t="t" r="r" b="b"/>
                  <a:pathLst>
                    <a:path w="6647" h="7587" extrusionOk="0">
                      <a:moveTo>
                        <a:pt x="3323" y="0"/>
                      </a:moveTo>
                      <a:cubicBezTo>
                        <a:pt x="3323" y="0"/>
                        <a:pt x="2461" y="6850"/>
                        <a:pt x="1" y="6850"/>
                      </a:cubicBezTo>
                      <a:cubicBezTo>
                        <a:pt x="1" y="6850"/>
                        <a:pt x="1286" y="7587"/>
                        <a:pt x="3323" y="7587"/>
                      </a:cubicBezTo>
                      <a:cubicBezTo>
                        <a:pt x="5361" y="7587"/>
                        <a:pt x="6646" y="6850"/>
                        <a:pt x="6646" y="6850"/>
                      </a:cubicBezTo>
                      <a:cubicBezTo>
                        <a:pt x="4186" y="6850"/>
                        <a:pt x="3323" y="0"/>
                        <a:pt x="3323"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55" name="Google Shape;1155;p30"/>
                <p:cNvGrpSpPr/>
                <p:nvPr/>
              </p:nvGrpSpPr>
              <p:grpSpPr>
                <a:xfrm>
                  <a:off x="4295625" y="4330850"/>
                  <a:ext cx="777500" cy="770400"/>
                  <a:chOff x="4295625" y="4330850"/>
                  <a:chExt cx="777500" cy="770400"/>
                </a:xfrm>
                <a:grpFill/>
              </p:grpSpPr>
              <p:sp>
                <p:nvSpPr>
                  <p:cNvPr id="1156" name="Google Shape;1156;p30"/>
                  <p:cNvSpPr/>
                  <p:nvPr/>
                </p:nvSpPr>
                <p:spPr>
                  <a:xfrm>
                    <a:off x="4688275" y="4330850"/>
                    <a:ext cx="238675" cy="272750"/>
                  </a:xfrm>
                  <a:custGeom>
                    <a:avLst/>
                    <a:gdLst/>
                    <a:ahLst/>
                    <a:cxnLst/>
                    <a:rect l="l" t="t" r="r" b="b"/>
                    <a:pathLst>
                      <a:path w="9547" h="10910" extrusionOk="0">
                        <a:moveTo>
                          <a:pt x="4766" y="0"/>
                        </a:moveTo>
                        <a:cubicBezTo>
                          <a:pt x="4766" y="0"/>
                          <a:pt x="3543" y="9843"/>
                          <a:pt x="1" y="9843"/>
                        </a:cubicBezTo>
                        <a:cubicBezTo>
                          <a:pt x="1" y="9843"/>
                          <a:pt x="1850" y="10909"/>
                          <a:pt x="4766" y="10909"/>
                        </a:cubicBezTo>
                        <a:cubicBezTo>
                          <a:pt x="7697" y="10909"/>
                          <a:pt x="9546" y="9843"/>
                          <a:pt x="9546" y="9843"/>
                        </a:cubicBezTo>
                        <a:cubicBezTo>
                          <a:pt x="6004" y="9843"/>
                          <a:pt x="4766" y="0"/>
                          <a:pt x="4766"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7" name="Google Shape;1157;p30"/>
                  <p:cNvSpPr/>
                  <p:nvPr/>
                </p:nvSpPr>
                <p:spPr>
                  <a:xfrm>
                    <a:off x="4513550" y="4699175"/>
                    <a:ext cx="559575" cy="402075"/>
                  </a:xfrm>
                  <a:custGeom>
                    <a:avLst/>
                    <a:gdLst/>
                    <a:ahLst/>
                    <a:cxnLst/>
                    <a:rect l="l" t="t" r="r" b="b"/>
                    <a:pathLst>
                      <a:path w="22383" h="16083" extrusionOk="0">
                        <a:moveTo>
                          <a:pt x="11192" y="1"/>
                        </a:moveTo>
                        <a:cubicBezTo>
                          <a:pt x="11192" y="1"/>
                          <a:pt x="7618" y="12587"/>
                          <a:pt x="0" y="12587"/>
                        </a:cubicBezTo>
                        <a:cubicBezTo>
                          <a:pt x="0" y="12587"/>
                          <a:pt x="4483" y="16083"/>
                          <a:pt x="11192" y="16083"/>
                        </a:cubicBezTo>
                        <a:cubicBezTo>
                          <a:pt x="17916" y="16083"/>
                          <a:pt x="22383" y="12587"/>
                          <a:pt x="22383" y="12587"/>
                        </a:cubicBezTo>
                        <a:cubicBezTo>
                          <a:pt x="14781" y="12587"/>
                          <a:pt x="11192" y="1"/>
                          <a:pt x="1119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8" name="Google Shape;1158;p30"/>
                  <p:cNvSpPr/>
                  <p:nvPr/>
                </p:nvSpPr>
                <p:spPr>
                  <a:xfrm>
                    <a:off x="4295625" y="4689000"/>
                    <a:ext cx="237100" cy="170475"/>
                  </a:xfrm>
                  <a:custGeom>
                    <a:avLst/>
                    <a:gdLst/>
                    <a:ahLst/>
                    <a:cxnLst/>
                    <a:rect l="l" t="t" r="r" b="b"/>
                    <a:pathLst>
                      <a:path w="9484" h="6819" extrusionOk="0">
                        <a:moveTo>
                          <a:pt x="4734" y="0"/>
                        </a:moveTo>
                        <a:cubicBezTo>
                          <a:pt x="4734" y="0"/>
                          <a:pt x="3214" y="5330"/>
                          <a:pt x="1" y="5330"/>
                        </a:cubicBezTo>
                        <a:cubicBezTo>
                          <a:pt x="1" y="5330"/>
                          <a:pt x="1882" y="6819"/>
                          <a:pt x="4734" y="6819"/>
                        </a:cubicBezTo>
                        <a:cubicBezTo>
                          <a:pt x="7587" y="6819"/>
                          <a:pt x="9484" y="5330"/>
                          <a:pt x="9484" y="5330"/>
                        </a:cubicBezTo>
                        <a:cubicBezTo>
                          <a:pt x="6255" y="5330"/>
                          <a:pt x="4734" y="0"/>
                          <a:pt x="473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1159" name="Google Shape;1159;p30"/>
            <p:cNvGrpSpPr/>
            <p:nvPr/>
          </p:nvGrpSpPr>
          <p:grpSpPr>
            <a:xfrm>
              <a:off x="4219225" y="4744250"/>
              <a:ext cx="389525" cy="357000"/>
              <a:chOff x="4219225" y="4744250"/>
              <a:chExt cx="389525" cy="357000"/>
            </a:xfrm>
            <a:grpFill/>
          </p:grpSpPr>
          <p:sp>
            <p:nvSpPr>
              <p:cNvPr id="1160" name="Google Shape;1160;p30"/>
              <p:cNvSpPr/>
              <p:nvPr/>
            </p:nvSpPr>
            <p:spPr>
              <a:xfrm>
                <a:off x="4271725" y="4744250"/>
                <a:ext cx="284525" cy="204175"/>
              </a:xfrm>
              <a:custGeom>
                <a:avLst/>
                <a:gdLst/>
                <a:ahLst/>
                <a:cxnLst/>
                <a:rect l="l" t="t" r="r" b="b"/>
                <a:pathLst>
                  <a:path w="11381" h="8167" extrusionOk="0">
                    <a:moveTo>
                      <a:pt x="5690" y="0"/>
                    </a:moveTo>
                    <a:cubicBezTo>
                      <a:pt x="5690" y="0"/>
                      <a:pt x="3872" y="6396"/>
                      <a:pt x="1" y="6396"/>
                    </a:cubicBezTo>
                    <a:cubicBezTo>
                      <a:pt x="1" y="6396"/>
                      <a:pt x="2273" y="8167"/>
                      <a:pt x="5690" y="8167"/>
                    </a:cubicBezTo>
                    <a:cubicBezTo>
                      <a:pt x="9107" y="8167"/>
                      <a:pt x="11380" y="6396"/>
                      <a:pt x="11380" y="6396"/>
                    </a:cubicBezTo>
                    <a:cubicBezTo>
                      <a:pt x="7509" y="6396"/>
                      <a:pt x="5690" y="0"/>
                      <a:pt x="569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1" name="Google Shape;1161;p30"/>
              <p:cNvSpPr/>
              <p:nvPr/>
            </p:nvSpPr>
            <p:spPr>
              <a:xfrm>
                <a:off x="4219225" y="4821450"/>
                <a:ext cx="389525" cy="279800"/>
              </a:xfrm>
              <a:custGeom>
                <a:avLst/>
                <a:gdLst/>
                <a:ahLst/>
                <a:cxnLst/>
                <a:rect l="l" t="t" r="r" b="b"/>
                <a:pathLst>
                  <a:path w="15581" h="11192" extrusionOk="0">
                    <a:moveTo>
                      <a:pt x="7790" y="0"/>
                    </a:moveTo>
                    <a:cubicBezTo>
                      <a:pt x="7790" y="0"/>
                      <a:pt x="5298" y="8762"/>
                      <a:pt x="0" y="8762"/>
                    </a:cubicBezTo>
                    <a:cubicBezTo>
                      <a:pt x="0" y="8762"/>
                      <a:pt x="3120" y="11192"/>
                      <a:pt x="7790" y="11192"/>
                    </a:cubicBezTo>
                    <a:cubicBezTo>
                      <a:pt x="12461" y="11192"/>
                      <a:pt x="15581" y="8762"/>
                      <a:pt x="15581" y="8762"/>
                    </a:cubicBezTo>
                    <a:cubicBezTo>
                      <a:pt x="10283" y="8762"/>
                      <a:pt x="7790" y="0"/>
                      <a:pt x="779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162" name="Google Shape;1162;p30"/>
          <p:cNvGrpSpPr/>
          <p:nvPr/>
        </p:nvGrpSpPr>
        <p:grpSpPr>
          <a:xfrm>
            <a:off x="7974400" y="4641375"/>
            <a:ext cx="389125" cy="536075"/>
            <a:chOff x="7974400" y="4565175"/>
            <a:chExt cx="389125" cy="536075"/>
          </a:xfrm>
          <a:solidFill>
            <a:srgbClr val="38761D"/>
          </a:solidFill>
        </p:grpSpPr>
        <p:sp>
          <p:nvSpPr>
            <p:cNvPr id="1163" name="Google Shape;1163;p30"/>
            <p:cNvSpPr/>
            <p:nvPr/>
          </p:nvSpPr>
          <p:spPr>
            <a:xfrm>
              <a:off x="8086075" y="4565175"/>
              <a:ext cx="165775" cy="189675"/>
            </a:xfrm>
            <a:custGeom>
              <a:avLst/>
              <a:gdLst/>
              <a:ahLst/>
              <a:cxnLst/>
              <a:rect l="l" t="t" r="r" b="b"/>
              <a:pathLst>
                <a:path w="6631" h="7587" extrusionOk="0">
                  <a:moveTo>
                    <a:pt x="3308" y="0"/>
                  </a:moveTo>
                  <a:cubicBezTo>
                    <a:pt x="3308" y="0"/>
                    <a:pt x="2461" y="6850"/>
                    <a:pt x="1" y="6850"/>
                  </a:cubicBezTo>
                  <a:cubicBezTo>
                    <a:pt x="1" y="6850"/>
                    <a:pt x="1286" y="7587"/>
                    <a:pt x="3308" y="7587"/>
                  </a:cubicBezTo>
                  <a:cubicBezTo>
                    <a:pt x="5346" y="7587"/>
                    <a:pt x="6631" y="6850"/>
                    <a:pt x="6631" y="6850"/>
                  </a:cubicBezTo>
                  <a:cubicBezTo>
                    <a:pt x="4170" y="6850"/>
                    <a:pt x="3308" y="0"/>
                    <a:pt x="330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4" name="Google Shape;1164;p30"/>
            <p:cNvSpPr/>
            <p:nvPr/>
          </p:nvSpPr>
          <p:spPr>
            <a:xfrm>
              <a:off x="8050425" y="4689000"/>
              <a:ext cx="237100" cy="170475"/>
            </a:xfrm>
            <a:custGeom>
              <a:avLst/>
              <a:gdLst/>
              <a:ahLst/>
              <a:cxnLst/>
              <a:rect l="l" t="t" r="r" b="b"/>
              <a:pathLst>
                <a:path w="9484" h="6819" extrusionOk="0">
                  <a:moveTo>
                    <a:pt x="4734" y="0"/>
                  </a:moveTo>
                  <a:cubicBezTo>
                    <a:pt x="4734" y="0"/>
                    <a:pt x="3213" y="5330"/>
                    <a:pt x="0" y="5330"/>
                  </a:cubicBezTo>
                  <a:cubicBezTo>
                    <a:pt x="0" y="5330"/>
                    <a:pt x="1897" y="6819"/>
                    <a:pt x="4734" y="6819"/>
                  </a:cubicBezTo>
                  <a:cubicBezTo>
                    <a:pt x="7587" y="6819"/>
                    <a:pt x="9483" y="5330"/>
                    <a:pt x="9483" y="5330"/>
                  </a:cubicBezTo>
                  <a:cubicBezTo>
                    <a:pt x="6254" y="5330"/>
                    <a:pt x="4734" y="0"/>
                    <a:pt x="473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5" name="Google Shape;1165;p30"/>
            <p:cNvSpPr/>
            <p:nvPr/>
          </p:nvSpPr>
          <p:spPr>
            <a:xfrm>
              <a:off x="8026900" y="4744250"/>
              <a:ext cx="284125" cy="204175"/>
            </a:xfrm>
            <a:custGeom>
              <a:avLst/>
              <a:gdLst/>
              <a:ahLst/>
              <a:cxnLst/>
              <a:rect l="l" t="t" r="r" b="b"/>
              <a:pathLst>
                <a:path w="11365" h="8167" extrusionOk="0">
                  <a:moveTo>
                    <a:pt x="5675" y="0"/>
                  </a:moveTo>
                  <a:cubicBezTo>
                    <a:pt x="5675" y="0"/>
                    <a:pt x="3857" y="6396"/>
                    <a:pt x="1" y="6396"/>
                  </a:cubicBezTo>
                  <a:cubicBezTo>
                    <a:pt x="1" y="6396"/>
                    <a:pt x="2274" y="8167"/>
                    <a:pt x="5675" y="8167"/>
                  </a:cubicBezTo>
                  <a:cubicBezTo>
                    <a:pt x="9092" y="8167"/>
                    <a:pt x="11365" y="6396"/>
                    <a:pt x="11365" y="6396"/>
                  </a:cubicBezTo>
                  <a:cubicBezTo>
                    <a:pt x="7509" y="6396"/>
                    <a:pt x="5675" y="0"/>
                    <a:pt x="567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6" name="Google Shape;1166;p30"/>
            <p:cNvSpPr/>
            <p:nvPr/>
          </p:nvSpPr>
          <p:spPr>
            <a:xfrm>
              <a:off x="7974400" y="4821450"/>
              <a:ext cx="389125" cy="279800"/>
            </a:xfrm>
            <a:custGeom>
              <a:avLst/>
              <a:gdLst/>
              <a:ahLst/>
              <a:cxnLst/>
              <a:rect l="l" t="t" r="r" b="b"/>
              <a:pathLst>
                <a:path w="15565" h="11192" extrusionOk="0">
                  <a:moveTo>
                    <a:pt x="7775" y="0"/>
                  </a:moveTo>
                  <a:cubicBezTo>
                    <a:pt x="7775" y="0"/>
                    <a:pt x="5283" y="8762"/>
                    <a:pt x="0" y="8762"/>
                  </a:cubicBezTo>
                  <a:cubicBezTo>
                    <a:pt x="0" y="8762"/>
                    <a:pt x="3104" y="11192"/>
                    <a:pt x="7775" y="11192"/>
                  </a:cubicBezTo>
                  <a:cubicBezTo>
                    <a:pt x="12461" y="11192"/>
                    <a:pt x="15565" y="8762"/>
                    <a:pt x="15565" y="8762"/>
                  </a:cubicBezTo>
                  <a:cubicBezTo>
                    <a:pt x="10283" y="8762"/>
                    <a:pt x="7775" y="0"/>
                    <a:pt x="777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67" name="Google Shape;1167;p30"/>
          <p:cNvGrpSpPr/>
          <p:nvPr/>
        </p:nvGrpSpPr>
        <p:grpSpPr>
          <a:xfrm>
            <a:off x="6522575" y="4158200"/>
            <a:ext cx="724950" cy="1019250"/>
            <a:chOff x="6522575" y="4082000"/>
            <a:chExt cx="724950" cy="1019250"/>
          </a:xfrm>
          <a:solidFill>
            <a:srgbClr val="38761D"/>
          </a:solidFill>
        </p:grpSpPr>
        <p:sp>
          <p:nvSpPr>
            <p:cNvPr id="1168" name="Google Shape;1168;p30"/>
            <p:cNvSpPr/>
            <p:nvPr/>
          </p:nvSpPr>
          <p:spPr>
            <a:xfrm>
              <a:off x="6714575" y="4259900"/>
              <a:ext cx="340550" cy="244950"/>
            </a:xfrm>
            <a:custGeom>
              <a:avLst/>
              <a:gdLst/>
              <a:ahLst/>
              <a:cxnLst/>
              <a:rect l="l" t="t" r="r" b="b"/>
              <a:pathLst>
                <a:path w="13622" h="9798" extrusionOk="0">
                  <a:moveTo>
                    <a:pt x="6819" y="1"/>
                  </a:moveTo>
                  <a:cubicBezTo>
                    <a:pt x="6819" y="1"/>
                    <a:pt x="4624" y="7666"/>
                    <a:pt x="0" y="7666"/>
                  </a:cubicBezTo>
                  <a:cubicBezTo>
                    <a:pt x="0" y="7666"/>
                    <a:pt x="2728" y="9797"/>
                    <a:pt x="6819" y="9797"/>
                  </a:cubicBezTo>
                  <a:cubicBezTo>
                    <a:pt x="10910" y="9797"/>
                    <a:pt x="13621" y="7666"/>
                    <a:pt x="13621" y="7666"/>
                  </a:cubicBezTo>
                  <a:cubicBezTo>
                    <a:pt x="8998" y="7666"/>
                    <a:pt x="6819" y="1"/>
                    <a:pt x="681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69" name="Google Shape;1169;p30"/>
            <p:cNvGrpSpPr/>
            <p:nvPr/>
          </p:nvGrpSpPr>
          <p:grpSpPr>
            <a:xfrm>
              <a:off x="6522575" y="4082000"/>
              <a:ext cx="724950" cy="1019250"/>
              <a:chOff x="6522575" y="4082000"/>
              <a:chExt cx="724950" cy="1019250"/>
            </a:xfrm>
            <a:grpFill/>
          </p:grpSpPr>
          <p:sp>
            <p:nvSpPr>
              <p:cNvPr id="1170" name="Google Shape;1170;p30"/>
              <p:cNvSpPr/>
              <p:nvPr/>
            </p:nvSpPr>
            <p:spPr>
              <a:xfrm>
                <a:off x="6765900" y="4082000"/>
                <a:ext cx="238275" cy="272775"/>
              </a:xfrm>
              <a:custGeom>
                <a:avLst/>
                <a:gdLst/>
                <a:ahLst/>
                <a:cxnLst/>
                <a:rect l="l" t="t" r="r" b="b"/>
                <a:pathLst>
                  <a:path w="9531" h="10911" extrusionOk="0">
                    <a:moveTo>
                      <a:pt x="4766" y="1"/>
                    </a:moveTo>
                    <a:cubicBezTo>
                      <a:pt x="4766" y="1"/>
                      <a:pt x="3527" y="9829"/>
                      <a:pt x="1" y="9829"/>
                    </a:cubicBezTo>
                    <a:cubicBezTo>
                      <a:pt x="1" y="9829"/>
                      <a:pt x="1835" y="10910"/>
                      <a:pt x="4766" y="10910"/>
                    </a:cubicBezTo>
                    <a:cubicBezTo>
                      <a:pt x="7681" y="10910"/>
                      <a:pt x="9531" y="9829"/>
                      <a:pt x="9531" y="9829"/>
                    </a:cubicBezTo>
                    <a:cubicBezTo>
                      <a:pt x="5988" y="9829"/>
                      <a:pt x="4766" y="1"/>
                      <a:pt x="4766"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1" name="Google Shape;1171;p30"/>
              <p:cNvSpPr/>
              <p:nvPr/>
            </p:nvSpPr>
            <p:spPr>
              <a:xfrm>
                <a:off x="6680875" y="4339450"/>
                <a:ext cx="408350" cy="293525"/>
              </a:xfrm>
              <a:custGeom>
                <a:avLst/>
                <a:gdLst/>
                <a:ahLst/>
                <a:cxnLst/>
                <a:rect l="l" t="t" r="r" b="b"/>
                <a:pathLst>
                  <a:path w="16334" h="11741" extrusionOk="0">
                    <a:moveTo>
                      <a:pt x="8167" y="1"/>
                    </a:moveTo>
                    <a:cubicBezTo>
                      <a:pt x="8167" y="1"/>
                      <a:pt x="5549" y="9186"/>
                      <a:pt x="0" y="9186"/>
                    </a:cubicBezTo>
                    <a:cubicBezTo>
                      <a:pt x="0" y="9186"/>
                      <a:pt x="3261" y="11741"/>
                      <a:pt x="8167" y="11741"/>
                    </a:cubicBezTo>
                    <a:cubicBezTo>
                      <a:pt x="13073" y="11741"/>
                      <a:pt x="16333" y="9186"/>
                      <a:pt x="16333" y="9186"/>
                    </a:cubicBezTo>
                    <a:cubicBezTo>
                      <a:pt x="10784" y="9186"/>
                      <a:pt x="8167" y="1"/>
                      <a:pt x="816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2" name="Google Shape;1172;p30"/>
              <p:cNvSpPr/>
              <p:nvPr/>
            </p:nvSpPr>
            <p:spPr>
              <a:xfrm>
                <a:off x="6605250" y="4450350"/>
                <a:ext cx="559600" cy="402075"/>
              </a:xfrm>
              <a:custGeom>
                <a:avLst/>
                <a:gdLst/>
                <a:ahLst/>
                <a:cxnLst/>
                <a:rect l="l" t="t" r="r" b="b"/>
                <a:pathLst>
                  <a:path w="22384" h="16083" extrusionOk="0">
                    <a:moveTo>
                      <a:pt x="11192" y="1"/>
                    </a:moveTo>
                    <a:cubicBezTo>
                      <a:pt x="11192" y="1"/>
                      <a:pt x="7602" y="12587"/>
                      <a:pt x="0" y="12587"/>
                    </a:cubicBezTo>
                    <a:cubicBezTo>
                      <a:pt x="0" y="12587"/>
                      <a:pt x="4467" y="16083"/>
                      <a:pt x="11192" y="16083"/>
                    </a:cubicBezTo>
                    <a:cubicBezTo>
                      <a:pt x="17916" y="16083"/>
                      <a:pt x="22383" y="12587"/>
                      <a:pt x="22383" y="12587"/>
                    </a:cubicBezTo>
                    <a:cubicBezTo>
                      <a:pt x="14781" y="12587"/>
                      <a:pt x="11192" y="1"/>
                      <a:pt x="1119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3" name="Google Shape;1173;p30"/>
              <p:cNvSpPr/>
              <p:nvPr/>
            </p:nvSpPr>
            <p:spPr>
              <a:xfrm>
                <a:off x="6522575" y="4580450"/>
                <a:ext cx="724950" cy="520800"/>
              </a:xfrm>
              <a:custGeom>
                <a:avLst/>
                <a:gdLst/>
                <a:ahLst/>
                <a:cxnLst/>
                <a:rect l="l" t="t" r="r" b="b"/>
                <a:pathLst>
                  <a:path w="28998" h="20832" extrusionOk="0">
                    <a:moveTo>
                      <a:pt x="14499" y="1"/>
                    </a:moveTo>
                    <a:cubicBezTo>
                      <a:pt x="14499" y="1"/>
                      <a:pt x="9843" y="16302"/>
                      <a:pt x="0" y="16302"/>
                    </a:cubicBezTo>
                    <a:cubicBezTo>
                      <a:pt x="0" y="16302"/>
                      <a:pt x="5784" y="20832"/>
                      <a:pt x="14499" y="20832"/>
                    </a:cubicBezTo>
                    <a:cubicBezTo>
                      <a:pt x="23198" y="20832"/>
                      <a:pt x="28998" y="16302"/>
                      <a:pt x="28998" y="16302"/>
                    </a:cubicBezTo>
                    <a:cubicBezTo>
                      <a:pt x="19138" y="16302"/>
                      <a:pt x="14499" y="1"/>
                      <a:pt x="1449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174" name="Google Shape;1174;p30"/>
          <p:cNvSpPr/>
          <p:nvPr/>
        </p:nvSpPr>
        <p:spPr>
          <a:xfrm>
            <a:off x="-8925" y="695575"/>
            <a:ext cx="3504800" cy="490625"/>
          </a:xfrm>
          <a:custGeom>
            <a:avLst/>
            <a:gdLst/>
            <a:ahLst/>
            <a:cxnLst/>
            <a:rect l="l" t="t" r="r" b="b"/>
            <a:pathLst>
              <a:path w="140192" h="19625" extrusionOk="0">
                <a:moveTo>
                  <a:pt x="45832" y="2399"/>
                </a:moveTo>
                <a:cubicBezTo>
                  <a:pt x="38057" y="7775"/>
                  <a:pt x="0" y="2399"/>
                  <a:pt x="0" y="2399"/>
                </a:cubicBezTo>
                <a:lnTo>
                  <a:pt x="0" y="2399"/>
                </a:lnTo>
                <a:lnTo>
                  <a:pt x="0" y="19625"/>
                </a:lnTo>
                <a:cubicBezTo>
                  <a:pt x="0" y="19625"/>
                  <a:pt x="58293" y="7242"/>
                  <a:pt x="63418" y="4781"/>
                </a:cubicBezTo>
                <a:lnTo>
                  <a:pt x="63418" y="4781"/>
                </a:lnTo>
                <a:cubicBezTo>
                  <a:pt x="68528" y="2336"/>
                  <a:pt x="140191" y="2399"/>
                  <a:pt x="140191" y="2399"/>
                </a:cubicBezTo>
                <a:lnTo>
                  <a:pt x="140191" y="2399"/>
                </a:lnTo>
                <a:cubicBezTo>
                  <a:pt x="140191" y="2399"/>
                  <a:pt x="101711" y="0"/>
                  <a:pt x="73763" y="0"/>
                </a:cubicBezTo>
                <a:lnTo>
                  <a:pt x="73763" y="0"/>
                </a:lnTo>
                <a:cubicBezTo>
                  <a:pt x="59782" y="0"/>
                  <a:pt x="48434" y="596"/>
                  <a:pt x="45832" y="2399"/>
                </a:cubicBezTo>
                <a:close/>
              </a:path>
            </a:pathLst>
          </a:custGeom>
          <a:solidFill>
            <a:srgbClr val="FFFFFF">
              <a:alpha val="410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5" name="Google Shape;1175;p30"/>
          <p:cNvSpPr/>
          <p:nvPr/>
        </p:nvSpPr>
        <p:spPr>
          <a:xfrm>
            <a:off x="5614225" y="1592525"/>
            <a:ext cx="3572600" cy="500050"/>
          </a:xfrm>
          <a:custGeom>
            <a:avLst/>
            <a:gdLst/>
            <a:ahLst/>
            <a:cxnLst/>
            <a:rect l="l" t="t" r="r" b="b"/>
            <a:pathLst>
              <a:path w="142904" h="20002" extrusionOk="0">
                <a:moveTo>
                  <a:pt x="1" y="2430"/>
                </a:moveTo>
                <a:cubicBezTo>
                  <a:pt x="1" y="2430"/>
                  <a:pt x="73043" y="2383"/>
                  <a:pt x="78263" y="4876"/>
                </a:cubicBezTo>
                <a:lnTo>
                  <a:pt x="78263" y="4876"/>
                </a:lnTo>
                <a:cubicBezTo>
                  <a:pt x="83482" y="7368"/>
                  <a:pt x="142904" y="20001"/>
                  <a:pt x="142904" y="20001"/>
                </a:cubicBezTo>
                <a:lnTo>
                  <a:pt x="142904" y="20001"/>
                </a:lnTo>
                <a:lnTo>
                  <a:pt x="142904" y="2430"/>
                </a:lnTo>
                <a:cubicBezTo>
                  <a:pt x="142904" y="2430"/>
                  <a:pt x="104125" y="7916"/>
                  <a:pt x="96179" y="2430"/>
                </a:cubicBezTo>
                <a:lnTo>
                  <a:pt x="96179" y="2430"/>
                </a:lnTo>
                <a:cubicBezTo>
                  <a:pt x="93530" y="612"/>
                  <a:pt x="81962" y="1"/>
                  <a:pt x="67714" y="1"/>
                </a:cubicBezTo>
                <a:lnTo>
                  <a:pt x="67714" y="1"/>
                </a:lnTo>
                <a:cubicBezTo>
                  <a:pt x="39218" y="1"/>
                  <a:pt x="1" y="2430"/>
                  <a:pt x="1" y="2430"/>
                </a:cubicBezTo>
              </a:path>
            </a:pathLst>
          </a:custGeom>
          <a:solidFill>
            <a:srgbClr val="FFFFFF">
              <a:alpha val="410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6" name="Google Shape;1176;p30"/>
          <p:cNvSpPr/>
          <p:nvPr/>
        </p:nvSpPr>
        <p:spPr>
          <a:xfrm>
            <a:off x="6525300" y="4845350"/>
            <a:ext cx="25" cy="25"/>
          </a:xfrm>
          <a:custGeom>
            <a:avLst/>
            <a:gdLst/>
            <a:ahLst/>
            <a:cxnLst/>
            <a:rect l="l" t="t" r="r" b="b"/>
            <a:pathLst>
              <a:path w="1" h="1" extrusionOk="0">
                <a:moveTo>
                  <a:pt x="1" y="0"/>
                </a:moveTo>
                <a:cubicBezTo>
                  <a:pt x="1" y="0"/>
                  <a:pt x="1" y="0"/>
                  <a:pt x="1" y="0"/>
                </a:cubicBezTo>
                <a:cubicBezTo>
                  <a:pt x="1" y="0"/>
                  <a:pt x="1" y="0"/>
                  <a:pt x="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7" name="Google Shape;1177;p30"/>
          <p:cNvSpPr/>
          <p:nvPr/>
        </p:nvSpPr>
        <p:spPr>
          <a:xfrm>
            <a:off x="6525300" y="4846125"/>
            <a:ext cx="825" cy="4725"/>
          </a:xfrm>
          <a:custGeom>
            <a:avLst/>
            <a:gdLst/>
            <a:ahLst/>
            <a:cxnLst/>
            <a:rect l="l" t="t" r="r" b="b"/>
            <a:pathLst>
              <a:path w="33" h="189" extrusionOk="0">
                <a:moveTo>
                  <a:pt x="32" y="189"/>
                </a:moveTo>
                <a:lnTo>
                  <a:pt x="32" y="189"/>
                </a:lnTo>
                <a:cubicBezTo>
                  <a:pt x="16" y="126"/>
                  <a:pt x="1" y="63"/>
                  <a:pt x="1" y="1"/>
                </a:cubicBezTo>
                <a:cubicBezTo>
                  <a:pt x="1" y="63"/>
                  <a:pt x="16" y="126"/>
                  <a:pt x="32" y="189"/>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8" name="Google Shape;1178;p30"/>
          <p:cNvSpPr/>
          <p:nvPr/>
        </p:nvSpPr>
        <p:spPr>
          <a:xfrm>
            <a:off x="6531575" y="4866125"/>
            <a:ext cx="25" cy="400"/>
          </a:xfrm>
          <a:custGeom>
            <a:avLst/>
            <a:gdLst/>
            <a:ahLst/>
            <a:cxnLst/>
            <a:rect l="l" t="t" r="r" b="b"/>
            <a:pathLst>
              <a:path w="1" h="16" extrusionOk="0">
                <a:moveTo>
                  <a:pt x="1" y="16"/>
                </a:moveTo>
                <a:cubicBezTo>
                  <a:pt x="1" y="16"/>
                  <a:pt x="1" y="0"/>
                  <a:pt x="1" y="0"/>
                </a:cubicBezTo>
                <a:cubicBezTo>
                  <a:pt x="1" y="0"/>
                  <a:pt x="1" y="16"/>
                  <a:pt x="1" y="16"/>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9" name="Google Shape;1179;p30"/>
          <p:cNvSpPr/>
          <p:nvPr/>
        </p:nvSpPr>
        <p:spPr>
          <a:xfrm>
            <a:off x="6530800" y="4864550"/>
            <a:ext cx="400" cy="800"/>
          </a:xfrm>
          <a:custGeom>
            <a:avLst/>
            <a:gdLst/>
            <a:ahLst/>
            <a:cxnLst/>
            <a:rect l="l" t="t" r="r" b="b"/>
            <a:pathLst>
              <a:path w="16" h="32" extrusionOk="0">
                <a:moveTo>
                  <a:pt x="16" y="32"/>
                </a:moveTo>
                <a:cubicBezTo>
                  <a:pt x="0" y="16"/>
                  <a:pt x="0" y="16"/>
                  <a:pt x="0" y="0"/>
                </a:cubicBezTo>
                <a:cubicBezTo>
                  <a:pt x="0" y="16"/>
                  <a:pt x="0" y="16"/>
                  <a:pt x="16" y="32"/>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0" name="Google Shape;1180;p30"/>
          <p:cNvSpPr/>
          <p:nvPr/>
        </p:nvSpPr>
        <p:spPr>
          <a:xfrm>
            <a:off x="6527650" y="4856700"/>
            <a:ext cx="2775" cy="7475"/>
          </a:xfrm>
          <a:custGeom>
            <a:avLst/>
            <a:gdLst/>
            <a:ahLst/>
            <a:cxnLst/>
            <a:rect l="l" t="t" r="r" b="b"/>
            <a:pathLst>
              <a:path w="111" h="299" extrusionOk="0">
                <a:moveTo>
                  <a:pt x="1" y="1"/>
                </a:moveTo>
                <a:cubicBezTo>
                  <a:pt x="32" y="111"/>
                  <a:pt x="63" y="205"/>
                  <a:pt x="111" y="299"/>
                </a:cubicBezTo>
                <a:cubicBezTo>
                  <a:pt x="63" y="205"/>
                  <a:pt x="32" y="111"/>
                  <a:pt x="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81" name="Google Shape;1181;p30"/>
          <p:cNvGrpSpPr/>
          <p:nvPr/>
        </p:nvGrpSpPr>
        <p:grpSpPr>
          <a:xfrm>
            <a:off x="-613275" y="3559275"/>
            <a:ext cx="9800100" cy="1657575"/>
            <a:chOff x="-613275" y="3559275"/>
            <a:chExt cx="9800100" cy="1657575"/>
          </a:xfrm>
          <a:solidFill>
            <a:srgbClr val="002E50"/>
          </a:solidFill>
        </p:grpSpPr>
        <p:sp>
          <p:nvSpPr>
            <p:cNvPr id="1182" name="Google Shape;1182;p30"/>
            <p:cNvSpPr/>
            <p:nvPr/>
          </p:nvSpPr>
          <p:spPr>
            <a:xfrm>
              <a:off x="8699600" y="3962263"/>
              <a:ext cx="444400" cy="1230850"/>
            </a:xfrm>
            <a:custGeom>
              <a:avLst/>
              <a:gdLst/>
              <a:ahLst/>
              <a:cxnLst/>
              <a:rect l="l" t="t" r="r" b="b"/>
              <a:pathLst>
                <a:path w="17776" h="49234" extrusionOk="0">
                  <a:moveTo>
                    <a:pt x="1" y="15017"/>
                  </a:moveTo>
                  <a:lnTo>
                    <a:pt x="1" y="49234"/>
                  </a:lnTo>
                  <a:lnTo>
                    <a:pt x="5487" y="49234"/>
                  </a:lnTo>
                  <a:lnTo>
                    <a:pt x="5487" y="15017"/>
                  </a:lnTo>
                  <a:cubicBezTo>
                    <a:pt x="5487" y="7665"/>
                    <a:pt x="10785" y="1537"/>
                    <a:pt x="17776" y="251"/>
                  </a:cubicBezTo>
                  <a:lnTo>
                    <a:pt x="17776" y="251"/>
                  </a:lnTo>
                  <a:cubicBezTo>
                    <a:pt x="16882" y="79"/>
                    <a:pt x="15957" y="1"/>
                    <a:pt x="15033" y="1"/>
                  </a:cubicBezTo>
                  <a:lnTo>
                    <a:pt x="15033" y="1"/>
                  </a:lnTo>
                  <a:cubicBezTo>
                    <a:pt x="6725" y="1"/>
                    <a:pt x="1" y="6725"/>
                    <a:pt x="1" y="15017"/>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3" name="Google Shape;1183;p30"/>
            <p:cNvSpPr/>
            <p:nvPr/>
          </p:nvSpPr>
          <p:spPr>
            <a:xfrm>
              <a:off x="7566750" y="3962263"/>
              <a:ext cx="444000" cy="1230850"/>
            </a:xfrm>
            <a:custGeom>
              <a:avLst/>
              <a:gdLst/>
              <a:ahLst/>
              <a:cxnLst/>
              <a:rect l="l" t="t" r="r" b="b"/>
              <a:pathLst>
                <a:path w="17760" h="49234" extrusionOk="0">
                  <a:moveTo>
                    <a:pt x="0" y="15017"/>
                  </a:moveTo>
                  <a:lnTo>
                    <a:pt x="0" y="49234"/>
                  </a:lnTo>
                  <a:lnTo>
                    <a:pt x="5486" y="49234"/>
                  </a:lnTo>
                  <a:lnTo>
                    <a:pt x="5486" y="15017"/>
                  </a:lnTo>
                  <a:cubicBezTo>
                    <a:pt x="5486" y="7665"/>
                    <a:pt x="10769" y="1537"/>
                    <a:pt x="17759" y="251"/>
                  </a:cubicBezTo>
                  <a:lnTo>
                    <a:pt x="17759" y="251"/>
                  </a:lnTo>
                  <a:cubicBezTo>
                    <a:pt x="16866" y="79"/>
                    <a:pt x="15957" y="1"/>
                    <a:pt x="15016" y="1"/>
                  </a:cubicBezTo>
                  <a:lnTo>
                    <a:pt x="15016" y="1"/>
                  </a:lnTo>
                  <a:cubicBezTo>
                    <a:pt x="6725" y="1"/>
                    <a:pt x="0" y="6725"/>
                    <a:pt x="0" y="15017"/>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4" name="Google Shape;1184;p30"/>
            <p:cNvSpPr/>
            <p:nvPr/>
          </p:nvSpPr>
          <p:spPr>
            <a:xfrm>
              <a:off x="6433500" y="3962263"/>
              <a:ext cx="444000" cy="1230850"/>
            </a:xfrm>
            <a:custGeom>
              <a:avLst/>
              <a:gdLst/>
              <a:ahLst/>
              <a:cxnLst/>
              <a:rect l="l" t="t" r="r" b="b"/>
              <a:pathLst>
                <a:path w="17760" h="49234" extrusionOk="0">
                  <a:moveTo>
                    <a:pt x="0" y="15017"/>
                  </a:moveTo>
                  <a:lnTo>
                    <a:pt x="0" y="49234"/>
                  </a:lnTo>
                  <a:lnTo>
                    <a:pt x="5486" y="49234"/>
                  </a:lnTo>
                  <a:lnTo>
                    <a:pt x="5486" y="15017"/>
                  </a:lnTo>
                  <a:cubicBezTo>
                    <a:pt x="5486" y="7665"/>
                    <a:pt x="10784" y="1537"/>
                    <a:pt x="17759" y="251"/>
                  </a:cubicBezTo>
                  <a:lnTo>
                    <a:pt x="17759" y="251"/>
                  </a:lnTo>
                  <a:cubicBezTo>
                    <a:pt x="16881" y="79"/>
                    <a:pt x="15957" y="1"/>
                    <a:pt x="15016" y="1"/>
                  </a:cubicBezTo>
                  <a:lnTo>
                    <a:pt x="15016" y="1"/>
                  </a:lnTo>
                  <a:cubicBezTo>
                    <a:pt x="6725" y="1"/>
                    <a:pt x="0" y="6725"/>
                    <a:pt x="0" y="15017"/>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5" name="Google Shape;1185;p30"/>
            <p:cNvSpPr/>
            <p:nvPr/>
          </p:nvSpPr>
          <p:spPr>
            <a:xfrm>
              <a:off x="5300250" y="3962263"/>
              <a:ext cx="444375" cy="1230850"/>
            </a:xfrm>
            <a:custGeom>
              <a:avLst/>
              <a:gdLst/>
              <a:ahLst/>
              <a:cxnLst/>
              <a:rect l="l" t="t" r="r" b="b"/>
              <a:pathLst>
                <a:path w="17775" h="49234" extrusionOk="0">
                  <a:moveTo>
                    <a:pt x="0" y="15017"/>
                  </a:moveTo>
                  <a:lnTo>
                    <a:pt x="0" y="49234"/>
                  </a:lnTo>
                  <a:lnTo>
                    <a:pt x="5486" y="49234"/>
                  </a:lnTo>
                  <a:lnTo>
                    <a:pt x="5486" y="15017"/>
                  </a:lnTo>
                  <a:cubicBezTo>
                    <a:pt x="5486" y="7665"/>
                    <a:pt x="10784" y="1537"/>
                    <a:pt x="17775" y="251"/>
                  </a:cubicBezTo>
                  <a:lnTo>
                    <a:pt x="17775" y="251"/>
                  </a:lnTo>
                  <a:cubicBezTo>
                    <a:pt x="16881" y="79"/>
                    <a:pt x="15957" y="1"/>
                    <a:pt x="15032" y="1"/>
                  </a:cubicBezTo>
                  <a:lnTo>
                    <a:pt x="15032" y="1"/>
                  </a:lnTo>
                  <a:cubicBezTo>
                    <a:pt x="6724" y="1"/>
                    <a:pt x="0" y="6725"/>
                    <a:pt x="0" y="15017"/>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86" name="Google Shape;1186;p30"/>
            <p:cNvGrpSpPr/>
            <p:nvPr/>
          </p:nvGrpSpPr>
          <p:grpSpPr>
            <a:xfrm>
              <a:off x="-613275" y="3559275"/>
              <a:ext cx="9800100" cy="1657575"/>
              <a:chOff x="-613275" y="3443675"/>
              <a:chExt cx="9800100" cy="1657575"/>
            </a:xfrm>
            <a:grpFill/>
          </p:grpSpPr>
          <p:sp>
            <p:nvSpPr>
              <p:cNvPr id="1187" name="Google Shape;1187;p30"/>
              <p:cNvSpPr/>
              <p:nvPr/>
            </p:nvSpPr>
            <p:spPr>
              <a:xfrm>
                <a:off x="3962175" y="3443675"/>
                <a:ext cx="5224650" cy="1657575"/>
              </a:xfrm>
              <a:custGeom>
                <a:avLst/>
                <a:gdLst/>
                <a:ahLst/>
                <a:cxnLst/>
                <a:rect l="l" t="t" r="r" b="b"/>
                <a:pathLst>
                  <a:path w="208986" h="66303" extrusionOk="0">
                    <a:moveTo>
                      <a:pt x="0" y="0"/>
                    </a:moveTo>
                    <a:lnTo>
                      <a:pt x="0" y="1207"/>
                    </a:lnTo>
                    <a:lnTo>
                      <a:pt x="5486" y="1207"/>
                    </a:lnTo>
                    <a:lnTo>
                      <a:pt x="5486" y="5439"/>
                    </a:lnTo>
                    <a:lnTo>
                      <a:pt x="0" y="5439"/>
                    </a:lnTo>
                    <a:lnTo>
                      <a:pt x="0" y="66303"/>
                    </a:lnTo>
                    <a:lnTo>
                      <a:pt x="8104" y="66303"/>
                    </a:lnTo>
                    <a:lnTo>
                      <a:pt x="8104" y="32086"/>
                    </a:lnTo>
                    <a:cubicBezTo>
                      <a:pt x="8104" y="23794"/>
                      <a:pt x="14828" y="17070"/>
                      <a:pt x="23120" y="17070"/>
                    </a:cubicBezTo>
                    <a:lnTo>
                      <a:pt x="23120" y="17070"/>
                    </a:lnTo>
                    <a:cubicBezTo>
                      <a:pt x="31411" y="17070"/>
                      <a:pt x="38136" y="23794"/>
                      <a:pt x="38136" y="32086"/>
                    </a:cubicBezTo>
                    <a:lnTo>
                      <a:pt x="38136" y="32086"/>
                    </a:lnTo>
                    <a:lnTo>
                      <a:pt x="38136" y="66303"/>
                    </a:lnTo>
                    <a:lnTo>
                      <a:pt x="53434" y="66303"/>
                    </a:lnTo>
                    <a:lnTo>
                      <a:pt x="53434" y="32086"/>
                    </a:lnTo>
                    <a:cubicBezTo>
                      <a:pt x="53434" y="23794"/>
                      <a:pt x="60158" y="17070"/>
                      <a:pt x="68450" y="17070"/>
                    </a:cubicBezTo>
                    <a:lnTo>
                      <a:pt x="68450" y="17070"/>
                    </a:lnTo>
                    <a:cubicBezTo>
                      <a:pt x="76741" y="17070"/>
                      <a:pt x="83466" y="23794"/>
                      <a:pt x="83466" y="32086"/>
                    </a:cubicBezTo>
                    <a:lnTo>
                      <a:pt x="83466" y="32086"/>
                    </a:lnTo>
                    <a:lnTo>
                      <a:pt x="83466" y="66303"/>
                    </a:lnTo>
                    <a:lnTo>
                      <a:pt x="98764" y="66303"/>
                    </a:lnTo>
                    <a:lnTo>
                      <a:pt x="98764" y="32086"/>
                    </a:lnTo>
                    <a:cubicBezTo>
                      <a:pt x="98764" y="23794"/>
                      <a:pt x="105488" y="17070"/>
                      <a:pt x="113780" y="17070"/>
                    </a:cubicBezTo>
                    <a:lnTo>
                      <a:pt x="113780" y="17070"/>
                    </a:lnTo>
                    <a:cubicBezTo>
                      <a:pt x="122072" y="17070"/>
                      <a:pt x="128796" y="23794"/>
                      <a:pt x="128796" y="32086"/>
                    </a:cubicBezTo>
                    <a:lnTo>
                      <a:pt x="128796" y="32086"/>
                    </a:lnTo>
                    <a:lnTo>
                      <a:pt x="128796" y="66303"/>
                    </a:lnTo>
                    <a:lnTo>
                      <a:pt x="144094" y="66303"/>
                    </a:lnTo>
                    <a:lnTo>
                      <a:pt x="144094" y="32086"/>
                    </a:lnTo>
                    <a:cubicBezTo>
                      <a:pt x="144094" y="23794"/>
                      <a:pt x="150818" y="17070"/>
                      <a:pt x="159110" y="17070"/>
                    </a:cubicBezTo>
                    <a:lnTo>
                      <a:pt x="159110" y="17070"/>
                    </a:lnTo>
                    <a:cubicBezTo>
                      <a:pt x="167402" y="17070"/>
                      <a:pt x="174126" y="23794"/>
                      <a:pt x="174126" y="32086"/>
                    </a:cubicBezTo>
                    <a:lnTo>
                      <a:pt x="174126" y="32086"/>
                    </a:lnTo>
                    <a:lnTo>
                      <a:pt x="174126" y="66303"/>
                    </a:lnTo>
                    <a:lnTo>
                      <a:pt x="189424" y="66303"/>
                    </a:lnTo>
                    <a:lnTo>
                      <a:pt x="189424" y="32086"/>
                    </a:lnTo>
                    <a:cubicBezTo>
                      <a:pt x="189424" y="23794"/>
                      <a:pt x="196148" y="17070"/>
                      <a:pt x="204440" y="17070"/>
                    </a:cubicBezTo>
                    <a:lnTo>
                      <a:pt x="204440" y="17070"/>
                    </a:lnTo>
                    <a:cubicBezTo>
                      <a:pt x="205976" y="17070"/>
                      <a:pt x="207591" y="17305"/>
                      <a:pt x="208986" y="17728"/>
                    </a:cubicBezTo>
                    <a:lnTo>
                      <a:pt x="208986" y="17728"/>
                    </a:lnTo>
                    <a:lnTo>
                      <a:pt x="208986" y="5439"/>
                    </a:lnTo>
                    <a:lnTo>
                      <a:pt x="205083" y="5439"/>
                    </a:lnTo>
                    <a:lnTo>
                      <a:pt x="205083" y="1207"/>
                    </a:lnTo>
                    <a:lnTo>
                      <a:pt x="208986" y="1207"/>
                    </a:lnTo>
                    <a:lnTo>
                      <a:pt x="208986" y="0"/>
                    </a:lnTo>
                    <a:close/>
                    <a:moveTo>
                      <a:pt x="189832" y="1207"/>
                    </a:moveTo>
                    <a:lnTo>
                      <a:pt x="203766" y="1207"/>
                    </a:lnTo>
                    <a:lnTo>
                      <a:pt x="203766" y="5439"/>
                    </a:lnTo>
                    <a:lnTo>
                      <a:pt x="189832" y="5439"/>
                    </a:lnTo>
                    <a:close/>
                    <a:moveTo>
                      <a:pt x="174581" y="1207"/>
                    </a:moveTo>
                    <a:lnTo>
                      <a:pt x="188515" y="1207"/>
                    </a:lnTo>
                    <a:lnTo>
                      <a:pt x="188515" y="5439"/>
                    </a:lnTo>
                    <a:lnTo>
                      <a:pt x="174581" y="5439"/>
                    </a:lnTo>
                    <a:close/>
                    <a:moveTo>
                      <a:pt x="159314" y="1207"/>
                    </a:moveTo>
                    <a:lnTo>
                      <a:pt x="173264" y="1207"/>
                    </a:lnTo>
                    <a:lnTo>
                      <a:pt x="173264" y="5439"/>
                    </a:lnTo>
                    <a:lnTo>
                      <a:pt x="159314" y="5439"/>
                    </a:lnTo>
                    <a:close/>
                    <a:moveTo>
                      <a:pt x="144063" y="1207"/>
                    </a:moveTo>
                    <a:lnTo>
                      <a:pt x="158013" y="1207"/>
                    </a:lnTo>
                    <a:lnTo>
                      <a:pt x="158013" y="5439"/>
                    </a:lnTo>
                    <a:lnTo>
                      <a:pt x="144063" y="5439"/>
                    </a:lnTo>
                    <a:close/>
                    <a:moveTo>
                      <a:pt x="128812" y="1207"/>
                    </a:moveTo>
                    <a:lnTo>
                      <a:pt x="142762" y="1207"/>
                    </a:lnTo>
                    <a:lnTo>
                      <a:pt x="142762" y="5439"/>
                    </a:lnTo>
                    <a:lnTo>
                      <a:pt x="128812" y="5439"/>
                    </a:lnTo>
                    <a:close/>
                    <a:moveTo>
                      <a:pt x="113560" y="1207"/>
                    </a:moveTo>
                    <a:lnTo>
                      <a:pt x="127511" y="1207"/>
                    </a:lnTo>
                    <a:lnTo>
                      <a:pt x="127511" y="5439"/>
                    </a:lnTo>
                    <a:lnTo>
                      <a:pt x="113560" y="5439"/>
                    </a:lnTo>
                    <a:close/>
                    <a:moveTo>
                      <a:pt x="98309" y="1207"/>
                    </a:moveTo>
                    <a:lnTo>
                      <a:pt x="112259" y="1207"/>
                    </a:lnTo>
                    <a:lnTo>
                      <a:pt x="112259" y="5439"/>
                    </a:lnTo>
                    <a:lnTo>
                      <a:pt x="98309" y="5439"/>
                    </a:lnTo>
                    <a:close/>
                    <a:moveTo>
                      <a:pt x="83058" y="1207"/>
                    </a:moveTo>
                    <a:lnTo>
                      <a:pt x="97008" y="1207"/>
                    </a:lnTo>
                    <a:lnTo>
                      <a:pt x="97008" y="5439"/>
                    </a:lnTo>
                    <a:lnTo>
                      <a:pt x="83058" y="5439"/>
                    </a:lnTo>
                    <a:close/>
                    <a:moveTo>
                      <a:pt x="67807" y="1207"/>
                    </a:moveTo>
                    <a:lnTo>
                      <a:pt x="81757" y="1207"/>
                    </a:lnTo>
                    <a:lnTo>
                      <a:pt x="81757" y="5439"/>
                    </a:lnTo>
                    <a:lnTo>
                      <a:pt x="67807" y="5439"/>
                    </a:lnTo>
                    <a:close/>
                    <a:moveTo>
                      <a:pt x="52556" y="1207"/>
                    </a:moveTo>
                    <a:lnTo>
                      <a:pt x="66490" y="1207"/>
                    </a:lnTo>
                    <a:lnTo>
                      <a:pt x="66490" y="5439"/>
                    </a:lnTo>
                    <a:lnTo>
                      <a:pt x="52556" y="5439"/>
                    </a:lnTo>
                    <a:close/>
                    <a:moveTo>
                      <a:pt x="37305" y="1207"/>
                    </a:moveTo>
                    <a:lnTo>
                      <a:pt x="51239" y="1207"/>
                    </a:lnTo>
                    <a:lnTo>
                      <a:pt x="51239" y="5439"/>
                    </a:lnTo>
                    <a:lnTo>
                      <a:pt x="37305" y="5439"/>
                    </a:lnTo>
                    <a:close/>
                    <a:moveTo>
                      <a:pt x="22038" y="1207"/>
                    </a:moveTo>
                    <a:lnTo>
                      <a:pt x="35988" y="1207"/>
                    </a:lnTo>
                    <a:lnTo>
                      <a:pt x="35988" y="5439"/>
                    </a:lnTo>
                    <a:lnTo>
                      <a:pt x="22038" y="5439"/>
                    </a:lnTo>
                    <a:close/>
                    <a:moveTo>
                      <a:pt x="6787" y="1207"/>
                    </a:moveTo>
                    <a:lnTo>
                      <a:pt x="20737" y="1207"/>
                    </a:lnTo>
                    <a:lnTo>
                      <a:pt x="20737" y="5439"/>
                    </a:lnTo>
                    <a:lnTo>
                      <a:pt x="6787" y="5439"/>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88" name="Google Shape;1188;p30"/>
              <p:cNvGrpSpPr/>
              <p:nvPr/>
            </p:nvGrpSpPr>
            <p:grpSpPr>
              <a:xfrm>
                <a:off x="-613275" y="3443675"/>
                <a:ext cx="5224650" cy="1657575"/>
                <a:chOff x="1161525" y="3805200"/>
                <a:chExt cx="5224650" cy="1657575"/>
              </a:xfrm>
              <a:grpFill/>
            </p:grpSpPr>
            <p:sp>
              <p:nvSpPr>
                <p:cNvPr id="1189" name="Google Shape;1189;p30"/>
                <p:cNvSpPr/>
                <p:nvPr/>
              </p:nvSpPr>
              <p:spPr>
                <a:xfrm>
                  <a:off x="5896325" y="4231925"/>
                  <a:ext cx="444400" cy="1230850"/>
                </a:xfrm>
                <a:custGeom>
                  <a:avLst/>
                  <a:gdLst/>
                  <a:ahLst/>
                  <a:cxnLst/>
                  <a:rect l="l" t="t" r="r" b="b"/>
                  <a:pathLst>
                    <a:path w="17776" h="49234" extrusionOk="0">
                      <a:moveTo>
                        <a:pt x="1" y="15017"/>
                      </a:moveTo>
                      <a:lnTo>
                        <a:pt x="1" y="49234"/>
                      </a:lnTo>
                      <a:lnTo>
                        <a:pt x="5487" y="49234"/>
                      </a:lnTo>
                      <a:lnTo>
                        <a:pt x="5487" y="15017"/>
                      </a:lnTo>
                      <a:cubicBezTo>
                        <a:pt x="5487" y="7665"/>
                        <a:pt x="10785" y="1537"/>
                        <a:pt x="17776" y="251"/>
                      </a:cubicBezTo>
                      <a:lnTo>
                        <a:pt x="17776" y="251"/>
                      </a:lnTo>
                      <a:cubicBezTo>
                        <a:pt x="16882" y="79"/>
                        <a:pt x="15957" y="1"/>
                        <a:pt x="15033" y="1"/>
                      </a:cubicBezTo>
                      <a:lnTo>
                        <a:pt x="15033" y="1"/>
                      </a:lnTo>
                      <a:cubicBezTo>
                        <a:pt x="6725" y="1"/>
                        <a:pt x="1" y="6725"/>
                        <a:pt x="1" y="15017"/>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0" name="Google Shape;1190;p30"/>
                <p:cNvSpPr/>
                <p:nvPr/>
              </p:nvSpPr>
              <p:spPr>
                <a:xfrm>
                  <a:off x="4763475" y="4231925"/>
                  <a:ext cx="444000" cy="1230850"/>
                </a:xfrm>
                <a:custGeom>
                  <a:avLst/>
                  <a:gdLst/>
                  <a:ahLst/>
                  <a:cxnLst/>
                  <a:rect l="l" t="t" r="r" b="b"/>
                  <a:pathLst>
                    <a:path w="17760" h="49234" extrusionOk="0">
                      <a:moveTo>
                        <a:pt x="0" y="15017"/>
                      </a:moveTo>
                      <a:lnTo>
                        <a:pt x="0" y="49234"/>
                      </a:lnTo>
                      <a:lnTo>
                        <a:pt x="5486" y="49234"/>
                      </a:lnTo>
                      <a:lnTo>
                        <a:pt x="5486" y="15017"/>
                      </a:lnTo>
                      <a:cubicBezTo>
                        <a:pt x="5486" y="7665"/>
                        <a:pt x="10769" y="1537"/>
                        <a:pt x="17759" y="251"/>
                      </a:cubicBezTo>
                      <a:lnTo>
                        <a:pt x="17759" y="251"/>
                      </a:lnTo>
                      <a:cubicBezTo>
                        <a:pt x="16866" y="79"/>
                        <a:pt x="15957" y="1"/>
                        <a:pt x="15016" y="1"/>
                      </a:cubicBezTo>
                      <a:lnTo>
                        <a:pt x="15016" y="1"/>
                      </a:lnTo>
                      <a:cubicBezTo>
                        <a:pt x="6725" y="1"/>
                        <a:pt x="0" y="6725"/>
                        <a:pt x="0" y="15017"/>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1" name="Google Shape;1191;p30"/>
                <p:cNvSpPr/>
                <p:nvPr/>
              </p:nvSpPr>
              <p:spPr>
                <a:xfrm>
                  <a:off x="3630225" y="4231925"/>
                  <a:ext cx="444000" cy="1230850"/>
                </a:xfrm>
                <a:custGeom>
                  <a:avLst/>
                  <a:gdLst/>
                  <a:ahLst/>
                  <a:cxnLst/>
                  <a:rect l="l" t="t" r="r" b="b"/>
                  <a:pathLst>
                    <a:path w="17760" h="49234" extrusionOk="0">
                      <a:moveTo>
                        <a:pt x="0" y="15017"/>
                      </a:moveTo>
                      <a:lnTo>
                        <a:pt x="0" y="49234"/>
                      </a:lnTo>
                      <a:lnTo>
                        <a:pt x="5486" y="49234"/>
                      </a:lnTo>
                      <a:lnTo>
                        <a:pt x="5486" y="15017"/>
                      </a:lnTo>
                      <a:cubicBezTo>
                        <a:pt x="5486" y="7665"/>
                        <a:pt x="10784" y="1537"/>
                        <a:pt x="17759" y="251"/>
                      </a:cubicBezTo>
                      <a:lnTo>
                        <a:pt x="17759" y="251"/>
                      </a:lnTo>
                      <a:cubicBezTo>
                        <a:pt x="16881" y="79"/>
                        <a:pt x="15957" y="1"/>
                        <a:pt x="15016" y="1"/>
                      </a:cubicBezTo>
                      <a:lnTo>
                        <a:pt x="15016" y="1"/>
                      </a:lnTo>
                      <a:cubicBezTo>
                        <a:pt x="6725" y="1"/>
                        <a:pt x="0" y="6725"/>
                        <a:pt x="0" y="15017"/>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2" name="Google Shape;1192;p30"/>
                <p:cNvSpPr/>
                <p:nvPr/>
              </p:nvSpPr>
              <p:spPr>
                <a:xfrm>
                  <a:off x="2496975" y="4231925"/>
                  <a:ext cx="444375" cy="1230850"/>
                </a:xfrm>
                <a:custGeom>
                  <a:avLst/>
                  <a:gdLst/>
                  <a:ahLst/>
                  <a:cxnLst/>
                  <a:rect l="l" t="t" r="r" b="b"/>
                  <a:pathLst>
                    <a:path w="17775" h="49234" extrusionOk="0">
                      <a:moveTo>
                        <a:pt x="0" y="15017"/>
                      </a:moveTo>
                      <a:lnTo>
                        <a:pt x="0" y="49234"/>
                      </a:lnTo>
                      <a:lnTo>
                        <a:pt x="5486" y="49234"/>
                      </a:lnTo>
                      <a:lnTo>
                        <a:pt x="5486" y="15017"/>
                      </a:lnTo>
                      <a:cubicBezTo>
                        <a:pt x="5486" y="7665"/>
                        <a:pt x="10784" y="1537"/>
                        <a:pt x="17775" y="251"/>
                      </a:cubicBezTo>
                      <a:lnTo>
                        <a:pt x="17775" y="251"/>
                      </a:lnTo>
                      <a:cubicBezTo>
                        <a:pt x="16881" y="79"/>
                        <a:pt x="15957" y="1"/>
                        <a:pt x="15032" y="1"/>
                      </a:cubicBezTo>
                      <a:lnTo>
                        <a:pt x="15032" y="1"/>
                      </a:lnTo>
                      <a:cubicBezTo>
                        <a:pt x="6724" y="1"/>
                        <a:pt x="0" y="6725"/>
                        <a:pt x="0" y="15017"/>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3" name="Google Shape;1193;p30"/>
                <p:cNvSpPr/>
                <p:nvPr/>
              </p:nvSpPr>
              <p:spPr>
                <a:xfrm>
                  <a:off x="1364100" y="4231925"/>
                  <a:ext cx="444000" cy="1230850"/>
                </a:xfrm>
                <a:custGeom>
                  <a:avLst/>
                  <a:gdLst/>
                  <a:ahLst/>
                  <a:cxnLst/>
                  <a:rect l="l" t="t" r="r" b="b"/>
                  <a:pathLst>
                    <a:path w="17760" h="49234" extrusionOk="0">
                      <a:moveTo>
                        <a:pt x="1" y="15017"/>
                      </a:moveTo>
                      <a:lnTo>
                        <a:pt x="1" y="49234"/>
                      </a:lnTo>
                      <a:lnTo>
                        <a:pt x="5487" y="49234"/>
                      </a:lnTo>
                      <a:lnTo>
                        <a:pt x="5487" y="15017"/>
                      </a:lnTo>
                      <a:cubicBezTo>
                        <a:pt x="5487" y="7665"/>
                        <a:pt x="10769" y="1537"/>
                        <a:pt x="17760" y="251"/>
                      </a:cubicBezTo>
                      <a:lnTo>
                        <a:pt x="17760" y="251"/>
                      </a:lnTo>
                      <a:cubicBezTo>
                        <a:pt x="16866" y="79"/>
                        <a:pt x="15957" y="1"/>
                        <a:pt x="15017" y="1"/>
                      </a:cubicBezTo>
                      <a:lnTo>
                        <a:pt x="15017" y="1"/>
                      </a:lnTo>
                      <a:cubicBezTo>
                        <a:pt x="6725" y="1"/>
                        <a:pt x="1" y="6725"/>
                        <a:pt x="1" y="15017"/>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4" name="Google Shape;1194;p30"/>
                <p:cNvSpPr/>
                <p:nvPr/>
              </p:nvSpPr>
              <p:spPr>
                <a:xfrm>
                  <a:off x="1161525" y="3805200"/>
                  <a:ext cx="5224650" cy="1657575"/>
                </a:xfrm>
                <a:custGeom>
                  <a:avLst/>
                  <a:gdLst/>
                  <a:ahLst/>
                  <a:cxnLst/>
                  <a:rect l="l" t="t" r="r" b="b"/>
                  <a:pathLst>
                    <a:path w="208986" h="66303" extrusionOk="0">
                      <a:moveTo>
                        <a:pt x="0" y="0"/>
                      </a:moveTo>
                      <a:lnTo>
                        <a:pt x="0" y="1207"/>
                      </a:lnTo>
                      <a:lnTo>
                        <a:pt x="5486" y="1207"/>
                      </a:lnTo>
                      <a:lnTo>
                        <a:pt x="5486" y="5439"/>
                      </a:lnTo>
                      <a:lnTo>
                        <a:pt x="0" y="5439"/>
                      </a:lnTo>
                      <a:lnTo>
                        <a:pt x="0" y="66303"/>
                      </a:lnTo>
                      <a:lnTo>
                        <a:pt x="8104" y="66303"/>
                      </a:lnTo>
                      <a:lnTo>
                        <a:pt x="8104" y="32086"/>
                      </a:lnTo>
                      <a:cubicBezTo>
                        <a:pt x="8104" y="23794"/>
                        <a:pt x="14828" y="17070"/>
                        <a:pt x="23120" y="17070"/>
                      </a:cubicBezTo>
                      <a:lnTo>
                        <a:pt x="23120" y="17070"/>
                      </a:lnTo>
                      <a:cubicBezTo>
                        <a:pt x="31411" y="17070"/>
                        <a:pt x="38136" y="23794"/>
                        <a:pt x="38136" y="32086"/>
                      </a:cubicBezTo>
                      <a:lnTo>
                        <a:pt x="38136" y="32086"/>
                      </a:lnTo>
                      <a:lnTo>
                        <a:pt x="38136" y="66303"/>
                      </a:lnTo>
                      <a:lnTo>
                        <a:pt x="53434" y="66303"/>
                      </a:lnTo>
                      <a:lnTo>
                        <a:pt x="53434" y="32086"/>
                      </a:lnTo>
                      <a:cubicBezTo>
                        <a:pt x="53434" y="23794"/>
                        <a:pt x="60158" y="17070"/>
                        <a:pt x="68450" y="17070"/>
                      </a:cubicBezTo>
                      <a:lnTo>
                        <a:pt x="68450" y="17070"/>
                      </a:lnTo>
                      <a:cubicBezTo>
                        <a:pt x="76741" y="17070"/>
                        <a:pt x="83466" y="23794"/>
                        <a:pt x="83466" y="32086"/>
                      </a:cubicBezTo>
                      <a:lnTo>
                        <a:pt x="83466" y="32086"/>
                      </a:lnTo>
                      <a:lnTo>
                        <a:pt x="83466" y="66303"/>
                      </a:lnTo>
                      <a:lnTo>
                        <a:pt x="98764" y="66303"/>
                      </a:lnTo>
                      <a:lnTo>
                        <a:pt x="98764" y="32086"/>
                      </a:lnTo>
                      <a:cubicBezTo>
                        <a:pt x="98764" y="23794"/>
                        <a:pt x="105488" y="17070"/>
                        <a:pt x="113780" y="17070"/>
                      </a:cubicBezTo>
                      <a:lnTo>
                        <a:pt x="113780" y="17070"/>
                      </a:lnTo>
                      <a:cubicBezTo>
                        <a:pt x="122072" y="17070"/>
                        <a:pt x="128796" y="23794"/>
                        <a:pt x="128796" y="32086"/>
                      </a:cubicBezTo>
                      <a:lnTo>
                        <a:pt x="128796" y="32086"/>
                      </a:lnTo>
                      <a:lnTo>
                        <a:pt x="128796" y="66303"/>
                      </a:lnTo>
                      <a:lnTo>
                        <a:pt x="144094" y="66303"/>
                      </a:lnTo>
                      <a:lnTo>
                        <a:pt x="144094" y="32086"/>
                      </a:lnTo>
                      <a:cubicBezTo>
                        <a:pt x="144094" y="23794"/>
                        <a:pt x="150818" y="17070"/>
                        <a:pt x="159110" y="17070"/>
                      </a:cubicBezTo>
                      <a:lnTo>
                        <a:pt x="159110" y="17070"/>
                      </a:lnTo>
                      <a:cubicBezTo>
                        <a:pt x="167402" y="17070"/>
                        <a:pt x="174126" y="23794"/>
                        <a:pt x="174126" y="32086"/>
                      </a:cubicBezTo>
                      <a:lnTo>
                        <a:pt x="174126" y="32086"/>
                      </a:lnTo>
                      <a:lnTo>
                        <a:pt x="174126" y="66303"/>
                      </a:lnTo>
                      <a:lnTo>
                        <a:pt x="189424" y="66303"/>
                      </a:lnTo>
                      <a:lnTo>
                        <a:pt x="189424" y="32086"/>
                      </a:lnTo>
                      <a:cubicBezTo>
                        <a:pt x="189424" y="23794"/>
                        <a:pt x="196148" y="17070"/>
                        <a:pt x="204440" y="17070"/>
                      </a:cubicBezTo>
                      <a:lnTo>
                        <a:pt x="204440" y="17070"/>
                      </a:lnTo>
                      <a:cubicBezTo>
                        <a:pt x="205976" y="17070"/>
                        <a:pt x="207591" y="17305"/>
                        <a:pt x="208986" y="17728"/>
                      </a:cubicBezTo>
                      <a:lnTo>
                        <a:pt x="208986" y="17728"/>
                      </a:lnTo>
                      <a:lnTo>
                        <a:pt x="208986" y="5439"/>
                      </a:lnTo>
                      <a:lnTo>
                        <a:pt x="205083" y="5439"/>
                      </a:lnTo>
                      <a:lnTo>
                        <a:pt x="205083" y="1207"/>
                      </a:lnTo>
                      <a:lnTo>
                        <a:pt x="208986" y="1207"/>
                      </a:lnTo>
                      <a:lnTo>
                        <a:pt x="208986" y="0"/>
                      </a:lnTo>
                      <a:close/>
                      <a:moveTo>
                        <a:pt x="189832" y="1207"/>
                      </a:moveTo>
                      <a:lnTo>
                        <a:pt x="203766" y="1207"/>
                      </a:lnTo>
                      <a:lnTo>
                        <a:pt x="203766" y="5439"/>
                      </a:lnTo>
                      <a:lnTo>
                        <a:pt x="189832" y="5439"/>
                      </a:lnTo>
                      <a:close/>
                      <a:moveTo>
                        <a:pt x="174581" y="1207"/>
                      </a:moveTo>
                      <a:lnTo>
                        <a:pt x="188515" y="1207"/>
                      </a:lnTo>
                      <a:lnTo>
                        <a:pt x="188515" y="5439"/>
                      </a:lnTo>
                      <a:lnTo>
                        <a:pt x="174581" y="5439"/>
                      </a:lnTo>
                      <a:close/>
                      <a:moveTo>
                        <a:pt x="159314" y="1207"/>
                      </a:moveTo>
                      <a:lnTo>
                        <a:pt x="173264" y="1207"/>
                      </a:lnTo>
                      <a:lnTo>
                        <a:pt x="173264" y="5439"/>
                      </a:lnTo>
                      <a:lnTo>
                        <a:pt x="159314" y="5439"/>
                      </a:lnTo>
                      <a:close/>
                      <a:moveTo>
                        <a:pt x="144063" y="1207"/>
                      </a:moveTo>
                      <a:lnTo>
                        <a:pt x="158013" y="1207"/>
                      </a:lnTo>
                      <a:lnTo>
                        <a:pt x="158013" y="5439"/>
                      </a:lnTo>
                      <a:lnTo>
                        <a:pt x="144063" y="5439"/>
                      </a:lnTo>
                      <a:close/>
                      <a:moveTo>
                        <a:pt x="128812" y="1207"/>
                      </a:moveTo>
                      <a:lnTo>
                        <a:pt x="142762" y="1207"/>
                      </a:lnTo>
                      <a:lnTo>
                        <a:pt x="142762" y="5439"/>
                      </a:lnTo>
                      <a:lnTo>
                        <a:pt x="128812" y="5439"/>
                      </a:lnTo>
                      <a:close/>
                      <a:moveTo>
                        <a:pt x="113560" y="1207"/>
                      </a:moveTo>
                      <a:lnTo>
                        <a:pt x="127511" y="1207"/>
                      </a:lnTo>
                      <a:lnTo>
                        <a:pt x="127511" y="5439"/>
                      </a:lnTo>
                      <a:lnTo>
                        <a:pt x="113560" y="5439"/>
                      </a:lnTo>
                      <a:close/>
                      <a:moveTo>
                        <a:pt x="98309" y="1207"/>
                      </a:moveTo>
                      <a:lnTo>
                        <a:pt x="112259" y="1207"/>
                      </a:lnTo>
                      <a:lnTo>
                        <a:pt x="112259" y="5439"/>
                      </a:lnTo>
                      <a:lnTo>
                        <a:pt x="98309" y="5439"/>
                      </a:lnTo>
                      <a:close/>
                      <a:moveTo>
                        <a:pt x="83058" y="1207"/>
                      </a:moveTo>
                      <a:lnTo>
                        <a:pt x="97008" y="1207"/>
                      </a:lnTo>
                      <a:lnTo>
                        <a:pt x="97008" y="5439"/>
                      </a:lnTo>
                      <a:lnTo>
                        <a:pt x="83058" y="5439"/>
                      </a:lnTo>
                      <a:close/>
                      <a:moveTo>
                        <a:pt x="67807" y="1207"/>
                      </a:moveTo>
                      <a:lnTo>
                        <a:pt x="81757" y="1207"/>
                      </a:lnTo>
                      <a:lnTo>
                        <a:pt x="81757" y="5439"/>
                      </a:lnTo>
                      <a:lnTo>
                        <a:pt x="67807" y="5439"/>
                      </a:lnTo>
                      <a:close/>
                      <a:moveTo>
                        <a:pt x="52556" y="1207"/>
                      </a:moveTo>
                      <a:lnTo>
                        <a:pt x="66490" y="1207"/>
                      </a:lnTo>
                      <a:lnTo>
                        <a:pt x="66490" y="5439"/>
                      </a:lnTo>
                      <a:lnTo>
                        <a:pt x="52556" y="5439"/>
                      </a:lnTo>
                      <a:close/>
                      <a:moveTo>
                        <a:pt x="37305" y="1207"/>
                      </a:moveTo>
                      <a:lnTo>
                        <a:pt x="51239" y="1207"/>
                      </a:lnTo>
                      <a:lnTo>
                        <a:pt x="51239" y="5439"/>
                      </a:lnTo>
                      <a:lnTo>
                        <a:pt x="37305" y="5439"/>
                      </a:lnTo>
                      <a:close/>
                      <a:moveTo>
                        <a:pt x="22038" y="1207"/>
                      </a:moveTo>
                      <a:lnTo>
                        <a:pt x="35988" y="1207"/>
                      </a:lnTo>
                      <a:lnTo>
                        <a:pt x="35988" y="5439"/>
                      </a:lnTo>
                      <a:lnTo>
                        <a:pt x="22038" y="5439"/>
                      </a:lnTo>
                      <a:close/>
                      <a:moveTo>
                        <a:pt x="6787" y="1207"/>
                      </a:moveTo>
                      <a:lnTo>
                        <a:pt x="20737" y="1207"/>
                      </a:lnTo>
                      <a:lnTo>
                        <a:pt x="20737" y="5439"/>
                      </a:lnTo>
                      <a:lnTo>
                        <a:pt x="6787" y="5439"/>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111"/>
                                        </p:tgtEl>
                                        <p:attrNameLst>
                                          <p:attrName>style.visibility</p:attrName>
                                        </p:attrNameLst>
                                      </p:cBhvr>
                                      <p:to>
                                        <p:strVal val="visible"/>
                                      </p:to>
                                    </p:set>
                                    <p:animEffect transition="in" filter="fade">
                                      <p:cBhvr>
                                        <p:cTn id="7" dur="1000"/>
                                        <p:tgtEl>
                                          <p:spTgt spid="1111"/>
                                        </p:tgtEl>
                                      </p:cBhvr>
                                    </p:animEffect>
                                    <p:anim calcmode="lin" valueType="num">
                                      <p:cBhvr>
                                        <p:cTn id="8" dur="1000" fill="hold"/>
                                        <p:tgtEl>
                                          <p:spTgt spid="1111"/>
                                        </p:tgtEl>
                                        <p:attrNameLst>
                                          <p:attrName>ppt_x</p:attrName>
                                        </p:attrNameLst>
                                      </p:cBhvr>
                                      <p:tavLst>
                                        <p:tav tm="0">
                                          <p:val>
                                            <p:strVal val="#ppt_x"/>
                                          </p:val>
                                        </p:tav>
                                        <p:tav tm="100000">
                                          <p:val>
                                            <p:strVal val="#ppt_x"/>
                                          </p:val>
                                        </p:tav>
                                      </p:tavLst>
                                    </p:anim>
                                    <p:anim calcmode="lin" valueType="num">
                                      <p:cBhvr>
                                        <p:cTn id="9" dur="1000" fill="hold"/>
                                        <p:tgtEl>
                                          <p:spTgt spid="1111"/>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1112">
                                            <p:txEl>
                                              <p:pRg st="0" end="0"/>
                                            </p:txEl>
                                          </p:spTgt>
                                        </p:tgtEl>
                                        <p:attrNameLst>
                                          <p:attrName>style.visibility</p:attrName>
                                        </p:attrNameLst>
                                      </p:cBhvr>
                                      <p:to>
                                        <p:strVal val="visible"/>
                                      </p:to>
                                    </p:set>
                                    <p:animEffect transition="in" filter="fade">
                                      <p:cBhvr>
                                        <p:cTn id="13" dur="1000"/>
                                        <p:tgtEl>
                                          <p:spTgt spid="1112">
                                            <p:txEl>
                                              <p:pRg st="0" end="0"/>
                                            </p:txEl>
                                          </p:spTgt>
                                        </p:tgtEl>
                                      </p:cBhvr>
                                    </p:animEffect>
                                    <p:anim calcmode="lin" valueType="num">
                                      <p:cBhvr>
                                        <p:cTn id="14" dur="1000" fill="hold"/>
                                        <p:tgtEl>
                                          <p:spTgt spid="1112">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1112">
                                            <p:txEl>
                                              <p:pRg st="0" end="0"/>
                                            </p:txEl>
                                          </p:spTgt>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2" presetClass="exit" presetSubtype="2" fill="hold" nodeType="afterEffect">
                                  <p:stCondLst>
                                    <p:cond delay="0"/>
                                  </p:stCondLst>
                                  <p:childTnLst>
                                    <p:anim calcmode="lin" valueType="num">
                                      <p:cBhvr additive="base">
                                        <p:cTn id="18" dur="2000"/>
                                        <p:tgtEl>
                                          <p:spTgt spid="1117"/>
                                        </p:tgtEl>
                                        <p:attrNameLst>
                                          <p:attrName>ppt_x</p:attrName>
                                        </p:attrNameLst>
                                      </p:cBhvr>
                                      <p:tavLst>
                                        <p:tav tm="0">
                                          <p:val>
                                            <p:strVal val="ppt_x"/>
                                          </p:val>
                                        </p:tav>
                                        <p:tav tm="100000">
                                          <p:val>
                                            <p:strVal val="1+ppt_w/2"/>
                                          </p:val>
                                        </p:tav>
                                      </p:tavLst>
                                    </p:anim>
                                    <p:anim calcmode="lin" valueType="num">
                                      <p:cBhvr additive="base">
                                        <p:cTn id="19" dur="2000"/>
                                        <p:tgtEl>
                                          <p:spTgt spid="1117"/>
                                        </p:tgtEl>
                                        <p:attrNameLst>
                                          <p:attrName>ppt_y</p:attrName>
                                        </p:attrNameLst>
                                      </p:cBhvr>
                                      <p:tavLst>
                                        <p:tav tm="0">
                                          <p:val>
                                            <p:strVal val="ppt_y"/>
                                          </p:val>
                                        </p:tav>
                                        <p:tav tm="100000">
                                          <p:val>
                                            <p:strVal val="ppt_y"/>
                                          </p:val>
                                        </p:tav>
                                      </p:tavLst>
                                    </p:anim>
                                    <p:set>
                                      <p:cBhvr>
                                        <p:cTn id="20" dur="1" fill="hold">
                                          <p:stCondLst>
                                            <p:cond delay="1999"/>
                                          </p:stCondLst>
                                        </p:cTn>
                                        <p:tgtEl>
                                          <p:spTgt spid="111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1" grpId="0"/>
      <p:bldP spid="1112"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94"/>
        <p:cNvGrpSpPr/>
        <p:nvPr/>
      </p:nvGrpSpPr>
      <p:grpSpPr>
        <a:xfrm>
          <a:off x="0" y="0"/>
          <a:ext cx="0" cy="0"/>
          <a:chOff x="0" y="0"/>
          <a:chExt cx="0" cy="0"/>
        </a:xfrm>
      </p:grpSpPr>
      <p:pic>
        <p:nvPicPr>
          <p:cNvPr id="1361" name="Picture 1360">
            <a:extLst>
              <a:ext uri="{FF2B5EF4-FFF2-40B4-BE49-F238E27FC236}">
                <a16:creationId xmlns:a16="http://schemas.microsoft.com/office/drawing/2014/main" id="{3B1206A9-73D2-826D-281A-50883D15D1AD}"/>
              </a:ext>
            </a:extLst>
          </p:cNvPr>
          <p:cNvPicPr>
            <a:picLocks noChangeAspect="1"/>
          </p:cNvPicPr>
          <p:nvPr/>
        </p:nvPicPr>
        <p:blipFill>
          <a:blip r:embed="rId3"/>
          <a:stretch>
            <a:fillRect/>
          </a:stretch>
        </p:blipFill>
        <p:spPr>
          <a:xfrm>
            <a:off x="7338863" y="731748"/>
            <a:ext cx="6931753" cy="4419983"/>
          </a:xfrm>
          <a:prstGeom prst="rect">
            <a:avLst/>
          </a:prstGeom>
        </p:spPr>
      </p:pic>
      <p:sp>
        <p:nvSpPr>
          <p:cNvPr id="1095" name="Google Shape;1095;p30"/>
          <p:cNvSpPr/>
          <p:nvPr/>
        </p:nvSpPr>
        <p:spPr>
          <a:xfrm>
            <a:off x="340050" y="3140250"/>
            <a:ext cx="8867716" cy="2936625"/>
          </a:xfrm>
          <a:custGeom>
            <a:avLst/>
            <a:gdLst/>
            <a:ahLst/>
            <a:cxnLst/>
            <a:rect l="l" t="t" r="r" b="b"/>
            <a:pathLst>
              <a:path w="208861" h="117465" extrusionOk="0">
                <a:moveTo>
                  <a:pt x="183045" y="1"/>
                </a:moveTo>
                <a:cubicBezTo>
                  <a:pt x="112165" y="1"/>
                  <a:pt x="135646" y="29390"/>
                  <a:pt x="94030" y="29390"/>
                </a:cubicBezTo>
                <a:cubicBezTo>
                  <a:pt x="65942" y="29390"/>
                  <a:pt x="66005" y="6271"/>
                  <a:pt x="37023" y="6271"/>
                </a:cubicBezTo>
                <a:cubicBezTo>
                  <a:pt x="8025" y="6271"/>
                  <a:pt x="0" y="28215"/>
                  <a:pt x="0" y="28215"/>
                </a:cubicBezTo>
                <a:lnTo>
                  <a:pt x="0" y="117464"/>
                </a:lnTo>
                <a:lnTo>
                  <a:pt x="208860" y="117464"/>
                </a:lnTo>
                <a:lnTo>
                  <a:pt x="208860" y="22337"/>
                </a:lnTo>
                <a:cubicBezTo>
                  <a:pt x="208860" y="22337"/>
                  <a:pt x="208860" y="1"/>
                  <a:pt x="183045" y="1"/>
                </a:cubicBezTo>
                <a:close/>
              </a:path>
            </a:pathLst>
          </a:custGeom>
          <a:solidFill>
            <a:srgbClr val="FFFFFF">
              <a:alpha val="410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96" name="Google Shape;1096;p30"/>
          <p:cNvSpPr/>
          <p:nvPr/>
        </p:nvSpPr>
        <p:spPr>
          <a:xfrm>
            <a:off x="-2389416" y="2020756"/>
            <a:ext cx="3953475" cy="3130975"/>
          </a:xfrm>
          <a:custGeom>
            <a:avLst/>
            <a:gdLst/>
            <a:ahLst/>
            <a:cxnLst/>
            <a:rect l="l" t="t" r="r" b="b"/>
            <a:pathLst>
              <a:path w="158139" h="125239" extrusionOk="0">
                <a:moveTo>
                  <a:pt x="0" y="125239"/>
                </a:moveTo>
                <a:lnTo>
                  <a:pt x="158138" y="125239"/>
                </a:lnTo>
                <a:lnTo>
                  <a:pt x="0" y="1"/>
                </a:lnTo>
                <a:close/>
              </a:path>
            </a:pathLst>
          </a:custGeom>
          <a:solidFill>
            <a:srgbClr val="1D9E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7" name="Google Shape;1097;p30"/>
          <p:cNvSpPr/>
          <p:nvPr/>
        </p:nvSpPr>
        <p:spPr>
          <a:xfrm>
            <a:off x="-2151871" y="2188935"/>
            <a:ext cx="1866825" cy="2352350"/>
          </a:xfrm>
          <a:custGeom>
            <a:avLst/>
            <a:gdLst/>
            <a:ahLst/>
            <a:cxnLst/>
            <a:rect l="l" t="t" r="r" b="b"/>
            <a:pathLst>
              <a:path w="74673" h="94094" extrusionOk="0">
                <a:moveTo>
                  <a:pt x="0" y="1"/>
                </a:moveTo>
                <a:cubicBezTo>
                  <a:pt x="0" y="1"/>
                  <a:pt x="784" y="10565"/>
                  <a:pt x="8104" y="15785"/>
                </a:cubicBezTo>
                <a:cubicBezTo>
                  <a:pt x="15408" y="21004"/>
                  <a:pt x="1301" y="24672"/>
                  <a:pt x="8104" y="33027"/>
                </a:cubicBezTo>
                <a:cubicBezTo>
                  <a:pt x="14891" y="41381"/>
                  <a:pt x="32650" y="37494"/>
                  <a:pt x="36317" y="43623"/>
                </a:cubicBezTo>
                <a:cubicBezTo>
                  <a:pt x="39970" y="49751"/>
                  <a:pt x="27132" y="74046"/>
                  <a:pt x="33810" y="83843"/>
                </a:cubicBezTo>
                <a:cubicBezTo>
                  <a:pt x="40487" y="93639"/>
                  <a:pt x="46662" y="94094"/>
                  <a:pt x="46662" y="94094"/>
                </a:cubicBezTo>
                <a:lnTo>
                  <a:pt x="74672" y="59156"/>
                </a:lnTo>
                <a:close/>
              </a:path>
            </a:pathLst>
          </a:custGeom>
          <a:solidFill>
            <a:srgbClr val="FFFFFF">
              <a:alpha val="410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98" name="Google Shape;1098;p30"/>
          <p:cNvGrpSpPr/>
          <p:nvPr/>
        </p:nvGrpSpPr>
        <p:grpSpPr>
          <a:xfrm>
            <a:off x="1941675" y="4364875"/>
            <a:ext cx="853900" cy="770400"/>
            <a:chOff x="4219225" y="4330850"/>
            <a:chExt cx="853900" cy="770400"/>
          </a:xfrm>
          <a:solidFill>
            <a:srgbClr val="38761D"/>
          </a:solidFill>
        </p:grpSpPr>
        <p:grpSp>
          <p:nvGrpSpPr>
            <p:cNvPr id="1099" name="Google Shape;1099;p30"/>
            <p:cNvGrpSpPr/>
            <p:nvPr/>
          </p:nvGrpSpPr>
          <p:grpSpPr>
            <a:xfrm>
              <a:off x="4295625" y="4330850"/>
              <a:ext cx="777500" cy="770400"/>
              <a:chOff x="4295625" y="4330850"/>
              <a:chExt cx="777500" cy="770400"/>
            </a:xfrm>
            <a:grpFill/>
          </p:grpSpPr>
          <p:sp>
            <p:nvSpPr>
              <p:cNvPr id="1100" name="Google Shape;1100;p30"/>
              <p:cNvSpPr/>
              <p:nvPr/>
            </p:nvSpPr>
            <p:spPr>
              <a:xfrm>
                <a:off x="4603250" y="4588300"/>
                <a:ext cx="408325" cy="293525"/>
              </a:xfrm>
              <a:custGeom>
                <a:avLst/>
                <a:gdLst/>
                <a:ahLst/>
                <a:cxnLst/>
                <a:rect l="l" t="t" r="r" b="b"/>
                <a:pathLst>
                  <a:path w="16333" h="11741" extrusionOk="0">
                    <a:moveTo>
                      <a:pt x="8167" y="0"/>
                    </a:moveTo>
                    <a:cubicBezTo>
                      <a:pt x="8167" y="0"/>
                      <a:pt x="5549" y="9185"/>
                      <a:pt x="0" y="9185"/>
                    </a:cubicBezTo>
                    <a:cubicBezTo>
                      <a:pt x="0" y="9185"/>
                      <a:pt x="3260" y="11740"/>
                      <a:pt x="8167" y="11740"/>
                    </a:cubicBezTo>
                    <a:cubicBezTo>
                      <a:pt x="13073" y="11740"/>
                      <a:pt x="16333" y="9185"/>
                      <a:pt x="16333" y="9185"/>
                    </a:cubicBezTo>
                    <a:cubicBezTo>
                      <a:pt x="10784" y="9185"/>
                      <a:pt x="8167" y="0"/>
                      <a:pt x="816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01" name="Google Shape;1101;p30"/>
              <p:cNvGrpSpPr/>
              <p:nvPr/>
            </p:nvGrpSpPr>
            <p:grpSpPr>
              <a:xfrm>
                <a:off x="4295625" y="4330850"/>
                <a:ext cx="777500" cy="770400"/>
                <a:chOff x="4295625" y="4330850"/>
                <a:chExt cx="777500" cy="770400"/>
              </a:xfrm>
              <a:grpFill/>
            </p:grpSpPr>
            <p:sp>
              <p:nvSpPr>
                <p:cNvPr id="1102" name="Google Shape;1102;p30"/>
                <p:cNvSpPr/>
                <p:nvPr/>
              </p:nvSpPr>
              <p:spPr>
                <a:xfrm>
                  <a:off x="4637325" y="4508750"/>
                  <a:ext cx="340550" cy="244925"/>
                </a:xfrm>
                <a:custGeom>
                  <a:avLst/>
                  <a:gdLst/>
                  <a:ahLst/>
                  <a:cxnLst/>
                  <a:rect l="l" t="t" r="r" b="b"/>
                  <a:pathLst>
                    <a:path w="13622" h="9797" extrusionOk="0">
                      <a:moveTo>
                        <a:pt x="6804" y="0"/>
                      </a:moveTo>
                      <a:cubicBezTo>
                        <a:pt x="6804" y="0"/>
                        <a:pt x="4625" y="7665"/>
                        <a:pt x="1" y="7665"/>
                      </a:cubicBezTo>
                      <a:cubicBezTo>
                        <a:pt x="1" y="7665"/>
                        <a:pt x="2713" y="9797"/>
                        <a:pt x="6804" y="9797"/>
                      </a:cubicBezTo>
                      <a:cubicBezTo>
                        <a:pt x="10895" y="9797"/>
                        <a:pt x="13622" y="7665"/>
                        <a:pt x="13622" y="7665"/>
                      </a:cubicBezTo>
                      <a:cubicBezTo>
                        <a:pt x="8998" y="7665"/>
                        <a:pt x="6804" y="0"/>
                        <a:pt x="680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3" name="Google Shape;1103;p30"/>
                <p:cNvSpPr/>
                <p:nvPr/>
              </p:nvSpPr>
              <p:spPr>
                <a:xfrm>
                  <a:off x="4330900" y="4565175"/>
                  <a:ext cx="166175" cy="189675"/>
                </a:xfrm>
                <a:custGeom>
                  <a:avLst/>
                  <a:gdLst/>
                  <a:ahLst/>
                  <a:cxnLst/>
                  <a:rect l="l" t="t" r="r" b="b"/>
                  <a:pathLst>
                    <a:path w="6647" h="7587" extrusionOk="0">
                      <a:moveTo>
                        <a:pt x="3323" y="0"/>
                      </a:moveTo>
                      <a:cubicBezTo>
                        <a:pt x="3323" y="0"/>
                        <a:pt x="2461" y="6850"/>
                        <a:pt x="1" y="6850"/>
                      </a:cubicBezTo>
                      <a:cubicBezTo>
                        <a:pt x="1" y="6850"/>
                        <a:pt x="1286" y="7587"/>
                        <a:pt x="3323" y="7587"/>
                      </a:cubicBezTo>
                      <a:cubicBezTo>
                        <a:pt x="5361" y="7587"/>
                        <a:pt x="6646" y="6850"/>
                        <a:pt x="6646" y="6850"/>
                      </a:cubicBezTo>
                      <a:cubicBezTo>
                        <a:pt x="4186" y="6850"/>
                        <a:pt x="3323" y="0"/>
                        <a:pt x="3323"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04" name="Google Shape;1104;p30"/>
                <p:cNvGrpSpPr/>
                <p:nvPr/>
              </p:nvGrpSpPr>
              <p:grpSpPr>
                <a:xfrm>
                  <a:off x="4295625" y="4330850"/>
                  <a:ext cx="777500" cy="770400"/>
                  <a:chOff x="4295625" y="4330850"/>
                  <a:chExt cx="777500" cy="770400"/>
                </a:xfrm>
                <a:grpFill/>
              </p:grpSpPr>
              <p:sp>
                <p:nvSpPr>
                  <p:cNvPr id="1105" name="Google Shape;1105;p30"/>
                  <p:cNvSpPr/>
                  <p:nvPr/>
                </p:nvSpPr>
                <p:spPr>
                  <a:xfrm>
                    <a:off x="4688275" y="4330850"/>
                    <a:ext cx="238675" cy="272750"/>
                  </a:xfrm>
                  <a:custGeom>
                    <a:avLst/>
                    <a:gdLst/>
                    <a:ahLst/>
                    <a:cxnLst/>
                    <a:rect l="l" t="t" r="r" b="b"/>
                    <a:pathLst>
                      <a:path w="9547" h="10910" extrusionOk="0">
                        <a:moveTo>
                          <a:pt x="4766" y="0"/>
                        </a:moveTo>
                        <a:cubicBezTo>
                          <a:pt x="4766" y="0"/>
                          <a:pt x="3543" y="9843"/>
                          <a:pt x="1" y="9843"/>
                        </a:cubicBezTo>
                        <a:cubicBezTo>
                          <a:pt x="1" y="9843"/>
                          <a:pt x="1850" y="10909"/>
                          <a:pt x="4766" y="10909"/>
                        </a:cubicBezTo>
                        <a:cubicBezTo>
                          <a:pt x="7697" y="10909"/>
                          <a:pt x="9546" y="9843"/>
                          <a:pt x="9546" y="9843"/>
                        </a:cubicBezTo>
                        <a:cubicBezTo>
                          <a:pt x="6004" y="9843"/>
                          <a:pt x="4766" y="0"/>
                          <a:pt x="4766"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6" name="Google Shape;1106;p30"/>
                  <p:cNvSpPr/>
                  <p:nvPr/>
                </p:nvSpPr>
                <p:spPr>
                  <a:xfrm>
                    <a:off x="4513550" y="4699175"/>
                    <a:ext cx="559575" cy="402075"/>
                  </a:xfrm>
                  <a:custGeom>
                    <a:avLst/>
                    <a:gdLst/>
                    <a:ahLst/>
                    <a:cxnLst/>
                    <a:rect l="l" t="t" r="r" b="b"/>
                    <a:pathLst>
                      <a:path w="22383" h="16083" extrusionOk="0">
                        <a:moveTo>
                          <a:pt x="11192" y="1"/>
                        </a:moveTo>
                        <a:cubicBezTo>
                          <a:pt x="11192" y="1"/>
                          <a:pt x="7618" y="12587"/>
                          <a:pt x="0" y="12587"/>
                        </a:cubicBezTo>
                        <a:cubicBezTo>
                          <a:pt x="0" y="12587"/>
                          <a:pt x="4483" y="16083"/>
                          <a:pt x="11192" y="16083"/>
                        </a:cubicBezTo>
                        <a:cubicBezTo>
                          <a:pt x="17916" y="16083"/>
                          <a:pt x="22383" y="12587"/>
                          <a:pt x="22383" y="12587"/>
                        </a:cubicBezTo>
                        <a:cubicBezTo>
                          <a:pt x="14781" y="12587"/>
                          <a:pt x="11192" y="1"/>
                          <a:pt x="1119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7" name="Google Shape;1107;p30"/>
                  <p:cNvSpPr/>
                  <p:nvPr/>
                </p:nvSpPr>
                <p:spPr>
                  <a:xfrm>
                    <a:off x="4295625" y="4689000"/>
                    <a:ext cx="237100" cy="170475"/>
                  </a:xfrm>
                  <a:custGeom>
                    <a:avLst/>
                    <a:gdLst/>
                    <a:ahLst/>
                    <a:cxnLst/>
                    <a:rect l="l" t="t" r="r" b="b"/>
                    <a:pathLst>
                      <a:path w="9484" h="6819" extrusionOk="0">
                        <a:moveTo>
                          <a:pt x="4734" y="0"/>
                        </a:moveTo>
                        <a:cubicBezTo>
                          <a:pt x="4734" y="0"/>
                          <a:pt x="3214" y="5330"/>
                          <a:pt x="1" y="5330"/>
                        </a:cubicBezTo>
                        <a:cubicBezTo>
                          <a:pt x="1" y="5330"/>
                          <a:pt x="1882" y="6819"/>
                          <a:pt x="4734" y="6819"/>
                        </a:cubicBezTo>
                        <a:cubicBezTo>
                          <a:pt x="7587" y="6819"/>
                          <a:pt x="9484" y="5330"/>
                          <a:pt x="9484" y="5330"/>
                        </a:cubicBezTo>
                        <a:cubicBezTo>
                          <a:pt x="6255" y="5330"/>
                          <a:pt x="4734" y="0"/>
                          <a:pt x="473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1108" name="Google Shape;1108;p30"/>
            <p:cNvGrpSpPr/>
            <p:nvPr/>
          </p:nvGrpSpPr>
          <p:grpSpPr>
            <a:xfrm>
              <a:off x="4219225" y="4744250"/>
              <a:ext cx="389525" cy="357000"/>
              <a:chOff x="4219225" y="4744250"/>
              <a:chExt cx="389525" cy="357000"/>
            </a:xfrm>
            <a:grpFill/>
          </p:grpSpPr>
          <p:sp>
            <p:nvSpPr>
              <p:cNvPr id="1109" name="Google Shape;1109;p30"/>
              <p:cNvSpPr/>
              <p:nvPr/>
            </p:nvSpPr>
            <p:spPr>
              <a:xfrm>
                <a:off x="4271725" y="4744250"/>
                <a:ext cx="284525" cy="204175"/>
              </a:xfrm>
              <a:custGeom>
                <a:avLst/>
                <a:gdLst/>
                <a:ahLst/>
                <a:cxnLst/>
                <a:rect l="l" t="t" r="r" b="b"/>
                <a:pathLst>
                  <a:path w="11381" h="8167" extrusionOk="0">
                    <a:moveTo>
                      <a:pt x="5690" y="0"/>
                    </a:moveTo>
                    <a:cubicBezTo>
                      <a:pt x="5690" y="0"/>
                      <a:pt x="3872" y="6396"/>
                      <a:pt x="1" y="6396"/>
                    </a:cubicBezTo>
                    <a:cubicBezTo>
                      <a:pt x="1" y="6396"/>
                      <a:pt x="2273" y="8167"/>
                      <a:pt x="5690" y="8167"/>
                    </a:cubicBezTo>
                    <a:cubicBezTo>
                      <a:pt x="9107" y="8167"/>
                      <a:pt x="11380" y="6396"/>
                      <a:pt x="11380" y="6396"/>
                    </a:cubicBezTo>
                    <a:cubicBezTo>
                      <a:pt x="7509" y="6396"/>
                      <a:pt x="5690" y="0"/>
                      <a:pt x="569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0" name="Google Shape;1110;p30"/>
              <p:cNvSpPr/>
              <p:nvPr/>
            </p:nvSpPr>
            <p:spPr>
              <a:xfrm>
                <a:off x="4219225" y="4821450"/>
                <a:ext cx="389525" cy="279800"/>
              </a:xfrm>
              <a:custGeom>
                <a:avLst/>
                <a:gdLst/>
                <a:ahLst/>
                <a:cxnLst/>
                <a:rect l="l" t="t" r="r" b="b"/>
                <a:pathLst>
                  <a:path w="15581" h="11192" extrusionOk="0">
                    <a:moveTo>
                      <a:pt x="7790" y="0"/>
                    </a:moveTo>
                    <a:cubicBezTo>
                      <a:pt x="7790" y="0"/>
                      <a:pt x="5298" y="8762"/>
                      <a:pt x="0" y="8762"/>
                    </a:cubicBezTo>
                    <a:cubicBezTo>
                      <a:pt x="0" y="8762"/>
                      <a:pt x="3120" y="11192"/>
                      <a:pt x="7790" y="11192"/>
                    </a:cubicBezTo>
                    <a:cubicBezTo>
                      <a:pt x="12461" y="11192"/>
                      <a:pt x="15581" y="8762"/>
                      <a:pt x="15581" y="8762"/>
                    </a:cubicBezTo>
                    <a:cubicBezTo>
                      <a:pt x="10283" y="8762"/>
                      <a:pt x="7790" y="0"/>
                      <a:pt x="779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116" name="Google Shape;1116;p30"/>
          <p:cNvSpPr/>
          <p:nvPr/>
        </p:nvSpPr>
        <p:spPr>
          <a:xfrm>
            <a:off x="7842285" y="924103"/>
            <a:ext cx="1149750" cy="1149725"/>
          </a:xfrm>
          <a:custGeom>
            <a:avLst/>
            <a:gdLst/>
            <a:ahLst/>
            <a:cxnLst/>
            <a:rect l="l" t="t" r="r" b="b"/>
            <a:pathLst>
              <a:path w="45990" h="45989" extrusionOk="0">
                <a:moveTo>
                  <a:pt x="1" y="22995"/>
                </a:moveTo>
                <a:cubicBezTo>
                  <a:pt x="1" y="35691"/>
                  <a:pt x="10299" y="45989"/>
                  <a:pt x="22995" y="45989"/>
                </a:cubicBezTo>
                <a:lnTo>
                  <a:pt x="22995" y="45989"/>
                </a:lnTo>
                <a:cubicBezTo>
                  <a:pt x="35691" y="45989"/>
                  <a:pt x="45989" y="35691"/>
                  <a:pt x="45989" y="22995"/>
                </a:cubicBezTo>
                <a:lnTo>
                  <a:pt x="45989" y="22995"/>
                </a:lnTo>
                <a:cubicBezTo>
                  <a:pt x="45989" y="10298"/>
                  <a:pt x="35691" y="0"/>
                  <a:pt x="22995" y="0"/>
                </a:cubicBezTo>
                <a:lnTo>
                  <a:pt x="22995" y="0"/>
                </a:lnTo>
                <a:cubicBezTo>
                  <a:pt x="10299" y="0"/>
                  <a:pt x="1" y="10298"/>
                  <a:pt x="1" y="22995"/>
                </a:cubicBezTo>
                <a:close/>
              </a:path>
            </a:pathLst>
          </a:custGeom>
          <a:solidFill>
            <a:srgbClr val="0070C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rgbClr val="0070C0"/>
              </a:solidFill>
            </a:endParaRPr>
          </a:p>
        </p:txBody>
      </p:sp>
      <p:sp>
        <p:nvSpPr>
          <p:cNvPr id="1137" name="Google Shape;1137;p30"/>
          <p:cNvSpPr/>
          <p:nvPr/>
        </p:nvSpPr>
        <p:spPr>
          <a:xfrm>
            <a:off x="4305025" y="3983225"/>
            <a:ext cx="4881800" cy="1188925"/>
          </a:xfrm>
          <a:custGeom>
            <a:avLst/>
            <a:gdLst/>
            <a:ahLst/>
            <a:cxnLst/>
            <a:rect l="l" t="t" r="r" b="b"/>
            <a:pathLst>
              <a:path w="195272" h="47557" extrusionOk="0">
                <a:moveTo>
                  <a:pt x="169456" y="6161"/>
                </a:moveTo>
                <a:cubicBezTo>
                  <a:pt x="153343" y="18559"/>
                  <a:pt x="158233" y="14907"/>
                  <a:pt x="149001" y="12290"/>
                </a:cubicBezTo>
                <a:lnTo>
                  <a:pt x="149001" y="12290"/>
                </a:lnTo>
                <a:cubicBezTo>
                  <a:pt x="139753" y="9688"/>
                  <a:pt x="141070" y="6020"/>
                  <a:pt x="130489" y="13340"/>
                </a:cubicBezTo>
                <a:lnTo>
                  <a:pt x="130489" y="13340"/>
                </a:lnTo>
                <a:cubicBezTo>
                  <a:pt x="125160" y="17023"/>
                  <a:pt x="118279" y="16318"/>
                  <a:pt x="111147" y="15628"/>
                </a:cubicBezTo>
                <a:lnTo>
                  <a:pt x="111147" y="15628"/>
                </a:lnTo>
                <a:cubicBezTo>
                  <a:pt x="104125" y="14938"/>
                  <a:pt x="96868" y="14233"/>
                  <a:pt x="90645" y="17760"/>
                </a:cubicBezTo>
                <a:lnTo>
                  <a:pt x="90645" y="17760"/>
                </a:lnTo>
                <a:cubicBezTo>
                  <a:pt x="78106" y="24829"/>
                  <a:pt x="65990" y="32980"/>
                  <a:pt x="62416" y="32494"/>
                </a:cubicBezTo>
                <a:lnTo>
                  <a:pt x="62416" y="32494"/>
                </a:lnTo>
                <a:cubicBezTo>
                  <a:pt x="29515" y="28058"/>
                  <a:pt x="1" y="47557"/>
                  <a:pt x="1" y="47557"/>
                </a:cubicBezTo>
                <a:lnTo>
                  <a:pt x="1" y="47557"/>
                </a:lnTo>
                <a:lnTo>
                  <a:pt x="195271" y="47557"/>
                </a:lnTo>
                <a:lnTo>
                  <a:pt x="195271" y="3935"/>
                </a:lnTo>
                <a:cubicBezTo>
                  <a:pt x="195271" y="3935"/>
                  <a:pt x="191525" y="1"/>
                  <a:pt x="184817" y="1"/>
                </a:cubicBezTo>
                <a:lnTo>
                  <a:pt x="184817" y="1"/>
                </a:lnTo>
                <a:cubicBezTo>
                  <a:pt x="180726" y="1"/>
                  <a:pt x="175553" y="1459"/>
                  <a:pt x="169456" y="6161"/>
                </a:cubicBezTo>
                <a:close/>
              </a:path>
            </a:pathLst>
          </a:custGeom>
          <a:solidFill>
            <a:srgbClr val="638C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rgbClr val="00B0F0"/>
              </a:solidFill>
            </a:endParaRPr>
          </a:p>
        </p:txBody>
      </p:sp>
      <p:grpSp>
        <p:nvGrpSpPr>
          <p:cNvPr id="1138" name="Google Shape;1138;p30"/>
          <p:cNvGrpSpPr/>
          <p:nvPr/>
        </p:nvGrpSpPr>
        <p:grpSpPr>
          <a:xfrm>
            <a:off x="7524150" y="4407050"/>
            <a:ext cx="559600" cy="770400"/>
            <a:chOff x="7524150" y="4330850"/>
            <a:chExt cx="559600" cy="770400"/>
          </a:xfrm>
          <a:solidFill>
            <a:srgbClr val="38761D"/>
          </a:solidFill>
        </p:grpSpPr>
        <p:sp>
          <p:nvSpPr>
            <p:cNvPr id="1139" name="Google Shape;1139;p30"/>
            <p:cNvSpPr/>
            <p:nvPr/>
          </p:nvSpPr>
          <p:spPr>
            <a:xfrm>
              <a:off x="7684825" y="4330850"/>
              <a:ext cx="238275" cy="272750"/>
            </a:xfrm>
            <a:custGeom>
              <a:avLst/>
              <a:gdLst/>
              <a:ahLst/>
              <a:cxnLst/>
              <a:rect l="l" t="t" r="r" b="b"/>
              <a:pathLst>
                <a:path w="9531" h="10910" extrusionOk="0">
                  <a:moveTo>
                    <a:pt x="4765" y="0"/>
                  </a:moveTo>
                  <a:cubicBezTo>
                    <a:pt x="4765" y="0"/>
                    <a:pt x="3527" y="9843"/>
                    <a:pt x="0" y="9843"/>
                  </a:cubicBezTo>
                  <a:cubicBezTo>
                    <a:pt x="0" y="9843"/>
                    <a:pt x="1850" y="10909"/>
                    <a:pt x="4765" y="10909"/>
                  </a:cubicBezTo>
                  <a:cubicBezTo>
                    <a:pt x="7680" y="10909"/>
                    <a:pt x="9530" y="9843"/>
                    <a:pt x="9530" y="9843"/>
                  </a:cubicBezTo>
                  <a:cubicBezTo>
                    <a:pt x="5988" y="9843"/>
                    <a:pt x="4765" y="0"/>
                    <a:pt x="476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0" name="Google Shape;1140;p30"/>
            <p:cNvSpPr/>
            <p:nvPr/>
          </p:nvSpPr>
          <p:spPr>
            <a:xfrm>
              <a:off x="7633475" y="4508750"/>
              <a:ext cx="340950" cy="244925"/>
            </a:xfrm>
            <a:custGeom>
              <a:avLst/>
              <a:gdLst/>
              <a:ahLst/>
              <a:cxnLst/>
              <a:rect l="l" t="t" r="r" b="b"/>
              <a:pathLst>
                <a:path w="13638" h="9797" extrusionOk="0">
                  <a:moveTo>
                    <a:pt x="6819" y="0"/>
                  </a:moveTo>
                  <a:cubicBezTo>
                    <a:pt x="6819" y="0"/>
                    <a:pt x="4640" y="7665"/>
                    <a:pt x="1" y="7665"/>
                  </a:cubicBezTo>
                  <a:cubicBezTo>
                    <a:pt x="1" y="7665"/>
                    <a:pt x="2728" y="9797"/>
                    <a:pt x="6819" y="9797"/>
                  </a:cubicBezTo>
                  <a:cubicBezTo>
                    <a:pt x="10910" y="9797"/>
                    <a:pt x="13637" y="7665"/>
                    <a:pt x="13637" y="7665"/>
                  </a:cubicBezTo>
                  <a:cubicBezTo>
                    <a:pt x="8998" y="7665"/>
                    <a:pt x="6819" y="0"/>
                    <a:pt x="681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1" name="Google Shape;1141;p30"/>
            <p:cNvSpPr/>
            <p:nvPr/>
          </p:nvSpPr>
          <p:spPr>
            <a:xfrm>
              <a:off x="7599775" y="4588300"/>
              <a:ext cx="408350" cy="293525"/>
            </a:xfrm>
            <a:custGeom>
              <a:avLst/>
              <a:gdLst/>
              <a:ahLst/>
              <a:cxnLst/>
              <a:rect l="l" t="t" r="r" b="b"/>
              <a:pathLst>
                <a:path w="16334" h="11741" extrusionOk="0">
                  <a:moveTo>
                    <a:pt x="8167" y="0"/>
                  </a:moveTo>
                  <a:cubicBezTo>
                    <a:pt x="8167" y="0"/>
                    <a:pt x="5549" y="9185"/>
                    <a:pt x="1" y="9185"/>
                  </a:cubicBezTo>
                  <a:cubicBezTo>
                    <a:pt x="1" y="9185"/>
                    <a:pt x="3261" y="11740"/>
                    <a:pt x="8167" y="11740"/>
                  </a:cubicBezTo>
                  <a:cubicBezTo>
                    <a:pt x="13073" y="11740"/>
                    <a:pt x="16333" y="9185"/>
                    <a:pt x="16333" y="9185"/>
                  </a:cubicBezTo>
                  <a:cubicBezTo>
                    <a:pt x="10785" y="9185"/>
                    <a:pt x="8167" y="0"/>
                    <a:pt x="816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2" name="Google Shape;1142;p30"/>
            <p:cNvSpPr/>
            <p:nvPr/>
          </p:nvSpPr>
          <p:spPr>
            <a:xfrm>
              <a:off x="7524150" y="4699175"/>
              <a:ext cx="559600" cy="402075"/>
            </a:xfrm>
            <a:custGeom>
              <a:avLst/>
              <a:gdLst/>
              <a:ahLst/>
              <a:cxnLst/>
              <a:rect l="l" t="t" r="r" b="b"/>
              <a:pathLst>
                <a:path w="22384" h="16083" extrusionOk="0">
                  <a:moveTo>
                    <a:pt x="11192" y="1"/>
                  </a:moveTo>
                  <a:cubicBezTo>
                    <a:pt x="11192" y="1"/>
                    <a:pt x="7603" y="12587"/>
                    <a:pt x="1" y="12587"/>
                  </a:cubicBezTo>
                  <a:cubicBezTo>
                    <a:pt x="1" y="12587"/>
                    <a:pt x="4468" y="16083"/>
                    <a:pt x="11192" y="16083"/>
                  </a:cubicBezTo>
                  <a:cubicBezTo>
                    <a:pt x="17916" y="16083"/>
                    <a:pt x="22384" y="12587"/>
                    <a:pt x="22384" y="12587"/>
                  </a:cubicBezTo>
                  <a:cubicBezTo>
                    <a:pt x="14781" y="12587"/>
                    <a:pt x="11192" y="1"/>
                    <a:pt x="1119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43" name="Google Shape;1143;p30"/>
          <p:cNvGrpSpPr/>
          <p:nvPr/>
        </p:nvGrpSpPr>
        <p:grpSpPr>
          <a:xfrm>
            <a:off x="5354825" y="4641375"/>
            <a:ext cx="389150" cy="536075"/>
            <a:chOff x="5354825" y="4565175"/>
            <a:chExt cx="389150" cy="536075"/>
          </a:xfrm>
          <a:solidFill>
            <a:srgbClr val="38761D"/>
          </a:solidFill>
        </p:grpSpPr>
        <p:sp>
          <p:nvSpPr>
            <p:cNvPr id="1144" name="Google Shape;1144;p30"/>
            <p:cNvSpPr/>
            <p:nvPr/>
          </p:nvSpPr>
          <p:spPr>
            <a:xfrm>
              <a:off x="5466500" y="4565175"/>
              <a:ext cx="165775" cy="189675"/>
            </a:xfrm>
            <a:custGeom>
              <a:avLst/>
              <a:gdLst/>
              <a:ahLst/>
              <a:cxnLst/>
              <a:rect l="l" t="t" r="r" b="b"/>
              <a:pathLst>
                <a:path w="6631" h="7587" extrusionOk="0">
                  <a:moveTo>
                    <a:pt x="3324" y="0"/>
                  </a:moveTo>
                  <a:cubicBezTo>
                    <a:pt x="3324" y="0"/>
                    <a:pt x="2462" y="6850"/>
                    <a:pt x="1" y="6850"/>
                  </a:cubicBezTo>
                  <a:cubicBezTo>
                    <a:pt x="1" y="6850"/>
                    <a:pt x="1286" y="7587"/>
                    <a:pt x="3324" y="7587"/>
                  </a:cubicBezTo>
                  <a:cubicBezTo>
                    <a:pt x="5346" y="7587"/>
                    <a:pt x="6631" y="6850"/>
                    <a:pt x="6631" y="6850"/>
                  </a:cubicBezTo>
                  <a:cubicBezTo>
                    <a:pt x="4170" y="6850"/>
                    <a:pt x="3324" y="0"/>
                    <a:pt x="332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45" name="Google Shape;1145;p30"/>
            <p:cNvGrpSpPr/>
            <p:nvPr/>
          </p:nvGrpSpPr>
          <p:grpSpPr>
            <a:xfrm>
              <a:off x="5354825" y="4689000"/>
              <a:ext cx="389150" cy="412250"/>
              <a:chOff x="5354825" y="4689000"/>
              <a:chExt cx="389150" cy="412250"/>
            </a:xfrm>
            <a:grpFill/>
          </p:grpSpPr>
          <p:sp>
            <p:nvSpPr>
              <p:cNvPr id="1146" name="Google Shape;1146;p30"/>
              <p:cNvSpPr/>
              <p:nvPr/>
            </p:nvSpPr>
            <p:spPr>
              <a:xfrm>
                <a:off x="5430850" y="4689000"/>
                <a:ext cx="237100" cy="170475"/>
              </a:xfrm>
              <a:custGeom>
                <a:avLst/>
                <a:gdLst/>
                <a:ahLst/>
                <a:cxnLst/>
                <a:rect l="l" t="t" r="r" b="b"/>
                <a:pathLst>
                  <a:path w="9484" h="6819" extrusionOk="0">
                    <a:moveTo>
                      <a:pt x="4750" y="0"/>
                    </a:moveTo>
                    <a:cubicBezTo>
                      <a:pt x="4750" y="0"/>
                      <a:pt x="3229" y="5330"/>
                      <a:pt x="0" y="5330"/>
                    </a:cubicBezTo>
                    <a:cubicBezTo>
                      <a:pt x="0" y="5330"/>
                      <a:pt x="1897" y="6819"/>
                      <a:pt x="4750" y="6819"/>
                    </a:cubicBezTo>
                    <a:cubicBezTo>
                      <a:pt x="7587" y="6819"/>
                      <a:pt x="9483" y="5330"/>
                      <a:pt x="9483" y="5330"/>
                    </a:cubicBezTo>
                    <a:cubicBezTo>
                      <a:pt x="6270" y="5330"/>
                      <a:pt x="4750" y="0"/>
                      <a:pt x="475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7" name="Google Shape;1147;p30"/>
              <p:cNvSpPr/>
              <p:nvPr/>
            </p:nvSpPr>
            <p:spPr>
              <a:xfrm>
                <a:off x="5407325" y="4744250"/>
                <a:ext cx="284125" cy="204175"/>
              </a:xfrm>
              <a:custGeom>
                <a:avLst/>
                <a:gdLst/>
                <a:ahLst/>
                <a:cxnLst/>
                <a:rect l="l" t="t" r="r" b="b"/>
                <a:pathLst>
                  <a:path w="11365" h="8167" extrusionOk="0">
                    <a:moveTo>
                      <a:pt x="5691" y="0"/>
                    </a:moveTo>
                    <a:cubicBezTo>
                      <a:pt x="5691" y="0"/>
                      <a:pt x="3857" y="6396"/>
                      <a:pt x="1" y="6396"/>
                    </a:cubicBezTo>
                    <a:cubicBezTo>
                      <a:pt x="1" y="6396"/>
                      <a:pt x="2274" y="8167"/>
                      <a:pt x="5691" y="8167"/>
                    </a:cubicBezTo>
                    <a:cubicBezTo>
                      <a:pt x="9092" y="8167"/>
                      <a:pt x="11365" y="6396"/>
                      <a:pt x="11365" y="6396"/>
                    </a:cubicBezTo>
                    <a:cubicBezTo>
                      <a:pt x="7509" y="6396"/>
                      <a:pt x="5691" y="0"/>
                      <a:pt x="569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30"/>
              <p:cNvSpPr/>
              <p:nvPr/>
            </p:nvSpPr>
            <p:spPr>
              <a:xfrm>
                <a:off x="5354825" y="4821450"/>
                <a:ext cx="389150" cy="279800"/>
              </a:xfrm>
              <a:custGeom>
                <a:avLst/>
                <a:gdLst/>
                <a:ahLst/>
                <a:cxnLst/>
                <a:rect l="l" t="t" r="r" b="b"/>
                <a:pathLst>
                  <a:path w="15566" h="11192" extrusionOk="0">
                    <a:moveTo>
                      <a:pt x="7791" y="0"/>
                    </a:moveTo>
                    <a:cubicBezTo>
                      <a:pt x="7791" y="0"/>
                      <a:pt x="5283" y="8762"/>
                      <a:pt x="1" y="8762"/>
                    </a:cubicBezTo>
                    <a:cubicBezTo>
                      <a:pt x="1" y="8762"/>
                      <a:pt x="3104" y="11192"/>
                      <a:pt x="7791" y="11192"/>
                    </a:cubicBezTo>
                    <a:cubicBezTo>
                      <a:pt x="12462" y="11192"/>
                      <a:pt x="15565" y="8762"/>
                      <a:pt x="15565" y="8762"/>
                    </a:cubicBezTo>
                    <a:cubicBezTo>
                      <a:pt x="10283" y="8762"/>
                      <a:pt x="7791" y="0"/>
                      <a:pt x="779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149" name="Google Shape;1149;p30"/>
          <p:cNvGrpSpPr/>
          <p:nvPr/>
        </p:nvGrpSpPr>
        <p:grpSpPr>
          <a:xfrm>
            <a:off x="4219225" y="4407050"/>
            <a:ext cx="853900" cy="770400"/>
            <a:chOff x="4219225" y="4330850"/>
            <a:chExt cx="853900" cy="770400"/>
          </a:xfrm>
          <a:solidFill>
            <a:srgbClr val="38761D"/>
          </a:solidFill>
        </p:grpSpPr>
        <p:grpSp>
          <p:nvGrpSpPr>
            <p:cNvPr id="1150" name="Google Shape;1150;p30"/>
            <p:cNvGrpSpPr/>
            <p:nvPr/>
          </p:nvGrpSpPr>
          <p:grpSpPr>
            <a:xfrm>
              <a:off x="4295625" y="4330850"/>
              <a:ext cx="777500" cy="770400"/>
              <a:chOff x="4295625" y="4330850"/>
              <a:chExt cx="777500" cy="770400"/>
            </a:xfrm>
            <a:grpFill/>
          </p:grpSpPr>
          <p:sp>
            <p:nvSpPr>
              <p:cNvPr id="1151" name="Google Shape;1151;p30"/>
              <p:cNvSpPr/>
              <p:nvPr/>
            </p:nvSpPr>
            <p:spPr>
              <a:xfrm>
                <a:off x="4603250" y="4588300"/>
                <a:ext cx="408325" cy="293525"/>
              </a:xfrm>
              <a:custGeom>
                <a:avLst/>
                <a:gdLst/>
                <a:ahLst/>
                <a:cxnLst/>
                <a:rect l="l" t="t" r="r" b="b"/>
                <a:pathLst>
                  <a:path w="16333" h="11741" extrusionOk="0">
                    <a:moveTo>
                      <a:pt x="8167" y="0"/>
                    </a:moveTo>
                    <a:cubicBezTo>
                      <a:pt x="8167" y="0"/>
                      <a:pt x="5549" y="9185"/>
                      <a:pt x="0" y="9185"/>
                    </a:cubicBezTo>
                    <a:cubicBezTo>
                      <a:pt x="0" y="9185"/>
                      <a:pt x="3260" y="11740"/>
                      <a:pt x="8167" y="11740"/>
                    </a:cubicBezTo>
                    <a:cubicBezTo>
                      <a:pt x="13073" y="11740"/>
                      <a:pt x="16333" y="9185"/>
                      <a:pt x="16333" y="9185"/>
                    </a:cubicBezTo>
                    <a:cubicBezTo>
                      <a:pt x="10784" y="9185"/>
                      <a:pt x="8167" y="0"/>
                      <a:pt x="816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52" name="Google Shape;1152;p30"/>
              <p:cNvGrpSpPr/>
              <p:nvPr/>
            </p:nvGrpSpPr>
            <p:grpSpPr>
              <a:xfrm>
                <a:off x="4295625" y="4330850"/>
                <a:ext cx="777500" cy="770400"/>
                <a:chOff x="4295625" y="4330850"/>
                <a:chExt cx="777500" cy="770400"/>
              </a:xfrm>
              <a:grpFill/>
            </p:grpSpPr>
            <p:sp>
              <p:nvSpPr>
                <p:cNvPr id="1153" name="Google Shape;1153;p30"/>
                <p:cNvSpPr/>
                <p:nvPr/>
              </p:nvSpPr>
              <p:spPr>
                <a:xfrm>
                  <a:off x="4637325" y="4508750"/>
                  <a:ext cx="340550" cy="244925"/>
                </a:xfrm>
                <a:custGeom>
                  <a:avLst/>
                  <a:gdLst/>
                  <a:ahLst/>
                  <a:cxnLst/>
                  <a:rect l="l" t="t" r="r" b="b"/>
                  <a:pathLst>
                    <a:path w="13622" h="9797" extrusionOk="0">
                      <a:moveTo>
                        <a:pt x="6804" y="0"/>
                      </a:moveTo>
                      <a:cubicBezTo>
                        <a:pt x="6804" y="0"/>
                        <a:pt x="4625" y="7665"/>
                        <a:pt x="1" y="7665"/>
                      </a:cubicBezTo>
                      <a:cubicBezTo>
                        <a:pt x="1" y="7665"/>
                        <a:pt x="2713" y="9797"/>
                        <a:pt x="6804" y="9797"/>
                      </a:cubicBezTo>
                      <a:cubicBezTo>
                        <a:pt x="10895" y="9797"/>
                        <a:pt x="13622" y="7665"/>
                        <a:pt x="13622" y="7665"/>
                      </a:cubicBezTo>
                      <a:cubicBezTo>
                        <a:pt x="8998" y="7665"/>
                        <a:pt x="6804" y="0"/>
                        <a:pt x="680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4" name="Google Shape;1154;p30"/>
                <p:cNvSpPr/>
                <p:nvPr/>
              </p:nvSpPr>
              <p:spPr>
                <a:xfrm>
                  <a:off x="4330900" y="4565175"/>
                  <a:ext cx="166175" cy="189675"/>
                </a:xfrm>
                <a:custGeom>
                  <a:avLst/>
                  <a:gdLst/>
                  <a:ahLst/>
                  <a:cxnLst/>
                  <a:rect l="l" t="t" r="r" b="b"/>
                  <a:pathLst>
                    <a:path w="6647" h="7587" extrusionOk="0">
                      <a:moveTo>
                        <a:pt x="3323" y="0"/>
                      </a:moveTo>
                      <a:cubicBezTo>
                        <a:pt x="3323" y="0"/>
                        <a:pt x="2461" y="6850"/>
                        <a:pt x="1" y="6850"/>
                      </a:cubicBezTo>
                      <a:cubicBezTo>
                        <a:pt x="1" y="6850"/>
                        <a:pt x="1286" y="7587"/>
                        <a:pt x="3323" y="7587"/>
                      </a:cubicBezTo>
                      <a:cubicBezTo>
                        <a:pt x="5361" y="7587"/>
                        <a:pt x="6646" y="6850"/>
                        <a:pt x="6646" y="6850"/>
                      </a:cubicBezTo>
                      <a:cubicBezTo>
                        <a:pt x="4186" y="6850"/>
                        <a:pt x="3323" y="0"/>
                        <a:pt x="3323"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55" name="Google Shape;1155;p30"/>
                <p:cNvGrpSpPr/>
                <p:nvPr/>
              </p:nvGrpSpPr>
              <p:grpSpPr>
                <a:xfrm>
                  <a:off x="4295625" y="4330850"/>
                  <a:ext cx="777500" cy="770400"/>
                  <a:chOff x="4295625" y="4330850"/>
                  <a:chExt cx="777500" cy="770400"/>
                </a:xfrm>
                <a:grpFill/>
              </p:grpSpPr>
              <p:sp>
                <p:nvSpPr>
                  <p:cNvPr id="1156" name="Google Shape;1156;p30"/>
                  <p:cNvSpPr/>
                  <p:nvPr/>
                </p:nvSpPr>
                <p:spPr>
                  <a:xfrm>
                    <a:off x="4688275" y="4330850"/>
                    <a:ext cx="238675" cy="272750"/>
                  </a:xfrm>
                  <a:custGeom>
                    <a:avLst/>
                    <a:gdLst/>
                    <a:ahLst/>
                    <a:cxnLst/>
                    <a:rect l="l" t="t" r="r" b="b"/>
                    <a:pathLst>
                      <a:path w="9547" h="10910" extrusionOk="0">
                        <a:moveTo>
                          <a:pt x="4766" y="0"/>
                        </a:moveTo>
                        <a:cubicBezTo>
                          <a:pt x="4766" y="0"/>
                          <a:pt x="3543" y="9843"/>
                          <a:pt x="1" y="9843"/>
                        </a:cubicBezTo>
                        <a:cubicBezTo>
                          <a:pt x="1" y="9843"/>
                          <a:pt x="1850" y="10909"/>
                          <a:pt x="4766" y="10909"/>
                        </a:cubicBezTo>
                        <a:cubicBezTo>
                          <a:pt x="7697" y="10909"/>
                          <a:pt x="9546" y="9843"/>
                          <a:pt x="9546" y="9843"/>
                        </a:cubicBezTo>
                        <a:cubicBezTo>
                          <a:pt x="6004" y="9843"/>
                          <a:pt x="4766" y="0"/>
                          <a:pt x="4766"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7" name="Google Shape;1157;p30"/>
                  <p:cNvSpPr/>
                  <p:nvPr/>
                </p:nvSpPr>
                <p:spPr>
                  <a:xfrm>
                    <a:off x="4513550" y="4699175"/>
                    <a:ext cx="559575" cy="402075"/>
                  </a:xfrm>
                  <a:custGeom>
                    <a:avLst/>
                    <a:gdLst/>
                    <a:ahLst/>
                    <a:cxnLst/>
                    <a:rect l="l" t="t" r="r" b="b"/>
                    <a:pathLst>
                      <a:path w="22383" h="16083" extrusionOk="0">
                        <a:moveTo>
                          <a:pt x="11192" y="1"/>
                        </a:moveTo>
                        <a:cubicBezTo>
                          <a:pt x="11192" y="1"/>
                          <a:pt x="7618" y="12587"/>
                          <a:pt x="0" y="12587"/>
                        </a:cubicBezTo>
                        <a:cubicBezTo>
                          <a:pt x="0" y="12587"/>
                          <a:pt x="4483" y="16083"/>
                          <a:pt x="11192" y="16083"/>
                        </a:cubicBezTo>
                        <a:cubicBezTo>
                          <a:pt x="17916" y="16083"/>
                          <a:pt x="22383" y="12587"/>
                          <a:pt x="22383" y="12587"/>
                        </a:cubicBezTo>
                        <a:cubicBezTo>
                          <a:pt x="14781" y="12587"/>
                          <a:pt x="11192" y="1"/>
                          <a:pt x="1119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8" name="Google Shape;1158;p30"/>
                  <p:cNvSpPr/>
                  <p:nvPr/>
                </p:nvSpPr>
                <p:spPr>
                  <a:xfrm>
                    <a:off x="4295625" y="4689000"/>
                    <a:ext cx="237100" cy="170475"/>
                  </a:xfrm>
                  <a:custGeom>
                    <a:avLst/>
                    <a:gdLst/>
                    <a:ahLst/>
                    <a:cxnLst/>
                    <a:rect l="l" t="t" r="r" b="b"/>
                    <a:pathLst>
                      <a:path w="9484" h="6819" extrusionOk="0">
                        <a:moveTo>
                          <a:pt x="4734" y="0"/>
                        </a:moveTo>
                        <a:cubicBezTo>
                          <a:pt x="4734" y="0"/>
                          <a:pt x="3214" y="5330"/>
                          <a:pt x="1" y="5330"/>
                        </a:cubicBezTo>
                        <a:cubicBezTo>
                          <a:pt x="1" y="5330"/>
                          <a:pt x="1882" y="6819"/>
                          <a:pt x="4734" y="6819"/>
                        </a:cubicBezTo>
                        <a:cubicBezTo>
                          <a:pt x="7587" y="6819"/>
                          <a:pt x="9484" y="5330"/>
                          <a:pt x="9484" y="5330"/>
                        </a:cubicBezTo>
                        <a:cubicBezTo>
                          <a:pt x="6255" y="5330"/>
                          <a:pt x="4734" y="0"/>
                          <a:pt x="473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1159" name="Google Shape;1159;p30"/>
            <p:cNvGrpSpPr/>
            <p:nvPr/>
          </p:nvGrpSpPr>
          <p:grpSpPr>
            <a:xfrm>
              <a:off x="4219225" y="4744250"/>
              <a:ext cx="389525" cy="357000"/>
              <a:chOff x="4219225" y="4744250"/>
              <a:chExt cx="389525" cy="357000"/>
            </a:xfrm>
            <a:grpFill/>
          </p:grpSpPr>
          <p:sp>
            <p:nvSpPr>
              <p:cNvPr id="1160" name="Google Shape;1160;p30"/>
              <p:cNvSpPr/>
              <p:nvPr/>
            </p:nvSpPr>
            <p:spPr>
              <a:xfrm>
                <a:off x="4271725" y="4744250"/>
                <a:ext cx="284525" cy="204175"/>
              </a:xfrm>
              <a:custGeom>
                <a:avLst/>
                <a:gdLst/>
                <a:ahLst/>
                <a:cxnLst/>
                <a:rect l="l" t="t" r="r" b="b"/>
                <a:pathLst>
                  <a:path w="11381" h="8167" extrusionOk="0">
                    <a:moveTo>
                      <a:pt x="5690" y="0"/>
                    </a:moveTo>
                    <a:cubicBezTo>
                      <a:pt x="5690" y="0"/>
                      <a:pt x="3872" y="6396"/>
                      <a:pt x="1" y="6396"/>
                    </a:cubicBezTo>
                    <a:cubicBezTo>
                      <a:pt x="1" y="6396"/>
                      <a:pt x="2273" y="8167"/>
                      <a:pt x="5690" y="8167"/>
                    </a:cubicBezTo>
                    <a:cubicBezTo>
                      <a:pt x="9107" y="8167"/>
                      <a:pt x="11380" y="6396"/>
                      <a:pt x="11380" y="6396"/>
                    </a:cubicBezTo>
                    <a:cubicBezTo>
                      <a:pt x="7509" y="6396"/>
                      <a:pt x="5690" y="0"/>
                      <a:pt x="569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1" name="Google Shape;1161;p30"/>
              <p:cNvSpPr/>
              <p:nvPr/>
            </p:nvSpPr>
            <p:spPr>
              <a:xfrm>
                <a:off x="4219225" y="4821450"/>
                <a:ext cx="389525" cy="279800"/>
              </a:xfrm>
              <a:custGeom>
                <a:avLst/>
                <a:gdLst/>
                <a:ahLst/>
                <a:cxnLst/>
                <a:rect l="l" t="t" r="r" b="b"/>
                <a:pathLst>
                  <a:path w="15581" h="11192" extrusionOk="0">
                    <a:moveTo>
                      <a:pt x="7790" y="0"/>
                    </a:moveTo>
                    <a:cubicBezTo>
                      <a:pt x="7790" y="0"/>
                      <a:pt x="5298" y="8762"/>
                      <a:pt x="0" y="8762"/>
                    </a:cubicBezTo>
                    <a:cubicBezTo>
                      <a:pt x="0" y="8762"/>
                      <a:pt x="3120" y="11192"/>
                      <a:pt x="7790" y="11192"/>
                    </a:cubicBezTo>
                    <a:cubicBezTo>
                      <a:pt x="12461" y="11192"/>
                      <a:pt x="15581" y="8762"/>
                      <a:pt x="15581" y="8762"/>
                    </a:cubicBezTo>
                    <a:cubicBezTo>
                      <a:pt x="10283" y="8762"/>
                      <a:pt x="7790" y="0"/>
                      <a:pt x="779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162" name="Google Shape;1162;p30"/>
          <p:cNvGrpSpPr/>
          <p:nvPr/>
        </p:nvGrpSpPr>
        <p:grpSpPr>
          <a:xfrm>
            <a:off x="7974400" y="4641375"/>
            <a:ext cx="389125" cy="536075"/>
            <a:chOff x="7974400" y="4565175"/>
            <a:chExt cx="389125" cy="536075"/>
          </a:xfrm>
          <a:solidFill>
            <a:srgbClr val="38761D"/>
          </a:solidFill>
        </p:grpSpPr>
        <p:sp>
          <p:nvSpPr>
            <p:cNvPr id="1163" name="Google Shape;1163;p30"/>
            <p:cNvSpPr/>
            <p:nvPr/>
          </p:nvSpPr>
          <p:spPr>
            <a:xfrm>
              <a:off x="8086075" y="4565175"/>
              <a:ext cx="165775" cy="189675"/>
            </a:xfrm>
            <a:custGeom>
              <a:avLst/>
              <a:gdLst/>
              <a:ahLst/>
              <a:cxnLst/>
              <a:rect l="l" t="t" r="r" b="b"/>
              <a:pathLst>
                <a:path w="6631" h="7587" extrusionOk="0">
                  <a:moveTo>
                    <a:pt x="3308" y="0"/>
                  </a:moveTo>
                  <a:cubicBezTo>
                    <a:pt x="3308" y="0"/>
                    <a:pt x="2461" y="6850"/>
                    <a:pt x="1" y="6850"/>
                  </a:cubicBezTo>
                  <a:cubicBezTo>
                    <a:pt x="1" y="6850"/>
                    <a:pt x="1286" y="7587"/>
                    <a:pt x="3308" y="7587"/>
                  </a:cubicBezTo>
                  <a:cubicBezTo>
                    <a:pt x="5346" y="7587"/>
                    <a:pt x="6631" y="6850"/>
                    <a:pt x="6631" y="6850"/>
                  </a:cubicBezTo>
                  <a:cubicBezTo>
                    <a:pt x="4170" y="6850"/>
                    <a:pt x="3308" y="0"/>
                    <a:pt x="330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4" name="Google Shape;1164;p30"/>
            <p:cNvSpPr/>
            <p:nvPr/>
          </p:nvSpPr>
          <p:spPr>
            <a:xfrm>
              <a:off x="8050425" y="4689000"/>
              <a:ext cx="237100" cy="170475"/>
            </a:xfrm>
            <a:custGeom>
              <a:avLst/>
              <a:gdLst/>
              <a:ahLst/>
              <a:cxnLst/>
              <a:rect l="l" t="t" r="r" b="b"/>
              <a:pathLst>
                <a:path w="9484" h="6819" extrusionOk="0">
                  <a:moveTo>
                    <a:pt x="4734" y="0"/>
                  </a:moveTo>
                  <a:cubicBezTo>
                    <a:pt x="4734" y="0"/>
                    <a:pt x="3213" y="5330"/>
                    <a:pt x="0" y="5330"/>
                  </a:cubicBezTo>
                  <a:cubicBezTo>
                    <a:pt x="0" y="5330"/>
                    <a:pt x="1897" y="6819"/>
                    <a:pt x="4734" y="6819"/>
                  </a:cubicBezTo>
                  <a:cubicBezTo>
                    <a:pt x="7587" y="6819"/>
                    <a:pt x="9483" y="5330"/>
                    <a:pt x="9483" y="5330"/>
                  </a:cubicBezTo>
                  <a:cubicBezTo>
                    <a:pt x="6254" y="5330"/>
                    <a:pt x="4734" y="0"/>
                    <a:pt x="473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5" name="Google Shape;1165;p30"/>
            <p:cNvSpPr/>
            <p:nvPr/>
          </p:nvSpPr>
          <p:spPr>
            <a:xfrm>
              <a:off x="8026900" y="4744250"/>
              <a:ext cx="284125" cy="204175"/>
            </a:xfrm>
            <a:custGeom>
              <a:avLst/>
              <a:gdLst/>
              <a:ahLst/>
              <a:cxnLst/>
              <a:rect l="l" t="t" r="r" b="b"/>
              <a:pathLst>
                <a:path w="11365" h="8167" extrusionOk="0">
                  <a:moveTo>
                    <a:pt x="5675" y="0"/>
                  </a:moveTo>
                  <a:cubicBezTo>
                    <a:pt x="5675" y="0"/>
                    <a:pt x="3857" y="6396"/>
                    <a:pt x="1" y="6396"/>
                  </a:cubicBezTo>
                  <a:cubicBezTo>
                    <a:pt x="1" y="6396"/>
                    <a:pt x="2274" y="8167"/>
                    <a:pt x="5675" y="8167"/>
                  </a:cubicBezTo>
                  <a:cubicBezTo>
                    <a:pt x="9092" y="8167"/>
                    <a:pt x="11365" y="6396"/>
                    <a:pt x="11365" y="6396"/>
                  </a:cubicBezTo>
                  <a:cubicBezTo>
                    <a:pt x="7509" y="6396"/>
                    <a:pt x="5675" y="0"/>
                    <a:pt x="567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6" name="Google Shape;1166;p30"/>
            <p:cNvSpPr/>
            <p:nvPr/>
          </p:nvSpPr>
          <p:spPr>
            <a:xfrm>
              <a:off x="7974400" y="4821450"/>
              <a:ext cx="389125" cy="279800"/>
            </a:xfrm>
            <a:custGeom>
              <a:avLst/>
              <a:gdLst/>
              <a:ahLst/>
              <a:cxnLst/>
              <a:rect l="l" t="t" r="r" b="b"/>
              <a:pathLst>
                <a:path w="15565" h="11192" extrusionOk="0">
                  <a:moveTo>
                    <a:pt x="7775" y="0"/>
                  </a:moveTo>
                  <a:cubicBezTo>
                    <a:pt x="7775" y="0"/>
                    <a:pt x="5283" y="8762"/>
                    <a:pt x="0" y="8762"/>
                  </a:cubicBezTo>
                  <a:cubicBezTo>
                    <a:pt x="0" y="8762"/>
                    <a:pt x="3104" y="11192"/>
                    <a:pt x="7775" y="11192"/>
                  </a:cubicBezTo>
                  <a:cubicBezTo>
                    <a:pt x="12461" y="11192"/>
                    <a:pt x="15565" y="8762"/>
                    <a:pt x="15565" y="8762"/>
                  </a:cubicBezTo>
                  <a:cubicBezTo>
                    <a:pt x="10283" y="8762"/>
                    <a:pt x="7775" y="0"/>
                    <a:pt x="777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67" name="Google Shape;1167;p30"/>
          <p:cNvGrpSpPr/>
          <p:nvPr/>
        </p:nvGrpSpPr>
        <p:grpSpPr>
          <a:xfrm>
            <a:off x="6522575" y="4158200"/>
            <a:ext cx="724950" cy="1019250"/>
            <a:chOff x="6522575" y="4082000"/>
            <a:chExt cx="724950" cy="1019250"/>
          </a:xfrm>
          <a:solidFill>
            <a:srgbClr val="38761D"/>
          </a:solidFill>
        </p:grpSpPr>
        <p:sp>
          <p:nvSpPr>
            <p:cNvPr id="1168" name="Google Shape;1168;p30"/>
            <p:cNvSpPr/>
            <p:nvPr/>
          </p:nvSpPr>
          <p:spPr>
            <a:xfrm>
              <a:off x="6714575" y="4259900"/>
              <a:ext cx="340550" cy="244950"/>
            </a:xfrm>
            <a:custGeom>
              <a:avLst/>
              <a:gdLst/>
              <a:ahLst/>
              <a:cxnLst/>
              <a:rect l="l" t="t" r="r" b="b"/>
              <a:pathLst>
                <a:path w="13622" h="9798" extrusionOk="0">
                  <a:moveTo>
                    <a:pt x="6819" y="1"/>
                  </a:moveTo>
                  <a:cubicBezTo>
                    <a:pt x="6819" y="1"/>
                    <a:pt x="4624" y="7666"/>
                    <a:pt x="0" y="7666"/>
                  </a:cubicBezTo>
                  <a:cubicBezTo>
                    <a:pt x="0" y="7666"/>
                    <a:pt x="2728" y="9797"/>
                    <a:pt x="6819" y="9797"/>
                  </a:cubicBezTo>
                  <a:cubicBezTo>
                    <a:pt x="10910" y="9797"/>
                    <a:pt x="13621" y="7666"/>
                    <a:pt x="13621" y="7666"/>
                  </a:cubicBezTo>
                  <a:cubicBezTo>
                    <a:pt x="8998" y="7666"/>
                    <a:pt x="6819" y="1"/>
                    <a:pt x="681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69" name="Google Shape;1169;p30"/>
            <p:cNvGrpSpPr/>
            <p:nvPr/>
          </p:nvGrpSpPr>
          <p:grpSpPr>
            <a:xfrm>
              <a:off x="6522575" y="4082000"/>
              <a:ext cx="724950" cy="1019250"/>
              <a:chOff x="6522575" y="4082000"/>
              <a:chExt cx="724950" cy="1019250"/>
            </a:xfrm>
            <a:grpFill/>
          </p:grpSpPr>
          <p:sp>
            <p:nvSpPr>
              <p:cNvPr id="1170" name="Google Shape;1170;p30"/>
              <p:cNvSpPr/>
              <p:nvPr/>
            </p:nvSpPr>
            <p:spPr>
              <a:xfrm>
                <a:off x="6765900" y="4082000"/>
                <a:ext cx="238275" cy="272775"/>
              </a:xfrm>
              <a:custGeom>
                <a:avLst/>
                <a:gdLst/>
                <a:ahLst/>
                <a:cxnLst/>
                <a:rect l="l" t="t" r="r" b="b"/>
                <a:pathLst>
                  <a:path w="9531" h="10911" extrusionOk="0">
                    <a:moveTo>
                      <a:pt x="4766" y="1"/>
                    </a:moveTo>
                    <a:cubicBezTo>
                      <a:pt x="4766" y="1"/>
                      <a:pt x="3527" y="9829"/>
                      <a:pt x="1" y="9829"/>
                    </a:cubicBezTo>
                    <a:cubicBezTo>
                      <a:pt x="1" y="9829"/>
                      <a:pt x="1835" y="10910"/>
                      <a:pt x="4766" y="10910"/>
                    </a:cubicBezTo>
                    <a:cubicBezTo>
                      <a:pt x="7681" y="10910"/>
                      <a:pt x="9531" y="9829"/>
                      <a:pt x="9531" y="9829"/>
                    </a:cubicBezTo>
                    <a:cubicBezTo>
                      <a:pt x="5988" y="9829"/>
                      <a:pt x="4766" y="1"/>
                      <a:pt x="4766"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1" name="Google Shape;1171;p30"/>
              <p:cNvSpPr/>
              <p:nvPr/>
            </p:nvSpPr>
            <p:spPr>
              <a:xfrm>
                <a:off x="6680875" y="4339450"/>
                <a:ext cx="408350" cy="293525"/>
              </a:xfrm>
              <a:custGeom>
                <a:avLst/>
                <a:gdLst/>
                <a:ahLst/>
                <a:cxnLst/>
                <a:rect l="l" t="t" r="r" b="b"/>
                <a:pathLst>
                  <a:path w="16334" h="11741" extrusionOk="0">
                    <a:moveTo>
                      <a:pt x="8167" y="1"/>
                    </a:moveTo>
                    <a:cubicBezTo>
                      <a:pt x="8167" y="1"/>
                      <a:pt x="5549" y="9186"/>
                      <a:pt x="0" y="9186"/>
                    </a:cubicBezTo>
                    <a:cubicBezTo>
                      <a:pt x="0" y="9186"/>
                      <a:pt x="3261" y="11741"/>
                      <a:pt x="8167" y="11741"/>
                    </a:cubicBezTo>
                    <a:cubicBezTo>
                      <a:pt x="13073" y="11741"/>
                      <a:pt x="16333" y="9186"/>
                      <a:pt x="16333" y="9186"/>
                    </a:cubicBezTo>
                    <a:cubicBezTo>
                      <a:pt x="10784" y="9186"/>
                      <a:pt x="8167" y="1"/>
                      <a:pt x="816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2" name="Google Shape;1172;p30"/>
              <p:cNvSpPr/>
              <p:nvPr/>
            </p:nvSpPr>
            <p:spPr>
              <a:xfrm>
                <a:off x="6605250" y="4450350"/>
                <a:ext cx="559600" cy="402075"/>
              </a:xfrm>
              <a:custGeom>
                <a:avLst/>
                <a:gdLst/>
                <a:ahLst/>
                <a:cxnLst/>
                <a:rect l="l" t="t" r="r" b="b"/>
                <a:pathLst>
                  <a:path w="22384" h="16083" extrusionOk="0">
                    <a:moveTo>
                      <a:pt x="11192" y="1"/>
                    </a:moveTo>
                    <a:cubicBezTo>
                      <a:pt x="11192" y="1"/>
                      <a:pt x="7602" y="12587"/>
                      <a:pt x="0" y="12587"/>
                    </a:cubicBezTo>
                    <a:cubicBezTo>
                      <a:pt x="0" y="12587"/>
                      <a:pt x="4467" y="16083"/>
                      <a:pt x="11192" y="16083"/>
                    </a:cubicBezTo>
                    <a:cubicBezTo>
                      <a:pt x="17916" y="16083"/>
                      <a:pt x="22383" y="12587"/>
                      <a:pt x="22383" y="12587"/>
                    </a:cubicBezTo>
                    <a:cubicBezTo>
                      <a:pt x="14781" y="12587"/>
                      <a:pt x="11192" y="1"/>
                      <a:pt x="1119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3" name="Google Shape;1173;p30"/>
              <p:cNvSpPr/>
              <p:nvPr/>
            </p:nvSpPr>
            <p:spPr>
              <a:xfrm>
                <a:off x="6522575" y="4580450"/>
                <a:ext cx="724950" cy="520800"/>
              </a:xfrm>
              <a:custGeom>
                <a:avLst/>
                <a:gdLst/>
                <a:ahLst/>
                <a:cxnLst/>
                <a:rect l="l" t="t" r="r" b="b"/>
                <a:pathLst>
                  <a:path w="28998" h="20832" extrusionOk="0">
                    <a:moveTo>
                      <a:pt x="14499" y="1"/>
                    </a:moveTo>
                    <a:cubicBezTo>
                      <a:pt x="14499" y="1"/>
                      <a:pt x="9843" y="16302"/>
                      <a:pt x="0" y="16302"/>
                    </a:cubicBezTo>
                    <a:cubicBezTo>
                      <a:pt x="0" y="16302"/>
                      <a:pt x="5784" y="20832"/>
                      <a:pt x="14499" y="20832"/>
                    </a:cubicBezTo>
                    <a:cubicBezTo>
                      <a:pt x="23198" y="20832"/>
                      <a:pt x="28998" y="16302"/>
                      <a:pt x="28998" y="16302"/>
                    </a:cubicBezTo>
                    <a:cubicBezTo>
                      <a:pt x="19138" y="16302"/>
                      <a:pt x="14499" y="1"/>
                      <a:pt x="1449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174" name="Google Shape;1174;p30"/>
          <p:cNvSpPr/>
          <p:nvPr/>
        </p:nvSpPr>
        <p:spPr>
          <a:xfrm>
            <a:off x="-8925" y="695575"/>
            <a:ext cx="3504800" cy="490625"/>
          </a:xfrm>
          <a:custGeom>
            <a:avLst/>
            <a:gdLst/>
            <a:ahLst/>
            <a:cxnLst/>
            <a:rect l="l" t="t" r="r" b="b"/>
            <a:pathLst>
              <a:path w="140192" h="19625" extrusionOk="0">
                <a:moveTo>
                  <a:pt x="45832" y="2399"/>
                </a:moveTo>
                <a:cubicBezTo>
                  <a:pt x="38057" y="7775"/>
                  <a:pt x="0" y="2399"/>
                  <a:pt x="0" y="2399"/>
                </a:cubicBezTo>
                <a:lnTo>
                  <a:pt x="0" y="2399"/>
                </a:lnTo>
                <a:lnTo>
                  <a:pt x="0" y="19625"/>
                </a:lnTo>
                <a:cubicBezTo>
                  <a:pt x="0" y="19625"/>
                  <a:pt x="58293" y="7242"/>
                  <a:pt x="63418" y="4781"/>
                </a:cubicBezTo>
                <a:lnTo>
                  <a:pt x="63418" y="4781"/>
                </a:lnTo>
                <a:cubicBezTo>
                  <a:pt x="68528" y="2336"/>
                  <a:pt x="140191" y="2399"/>
                  <a:pt x="140191" y="2399"/>
                </a:cubicBezTo>
                <a:lnTo>
                  <a:pt x="140191" y="2399"/>
                </a:lnTo>
                <a:cubicBezTo>
                  <a:pt x="140191" y="2399"/>
                  <a:pt x="101711" y="0"/>
                  <a:pt x="73763" y="0"/>
                </a:cubicBezTo>
                <a:lnTo>
                  <a:pt x="73763" y="0"/>
                </a:lnTo>
                <a:cubicBezTo>
                  <a:pt x="59782" y="0"/>
                  <a:pt x="48434" y="596"/>
                  <a:pt x="45832" y="2399"/>
                </a:cubicBezTo>
                <a:close/>
              </a:path>
            </a:pathLst>
          </a:custGeom>
          <a:solidFill>
            <a:srgbClr val="FFFFFF">
              <a:alpha val="410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5" name="Google Shape;1175;p30"/>
          <p:cNvSpPr/>
          <p:nvPr/>
        </p:nvSpPr>
        <p:spPr>
          <a:xfrm>
            <a:off x="5614225" y="1592525"/>
            <a:ext cx="3572600" cy="500050"/>
          </a:xfrm>
          <a:custGeom>
            <a:avLst/>
            <a:gdLst/>
            <a:ahLst/>
            <a:cxnLst/>
            <a:rect l="l" t="t" r="r" b="b"/>
            <a:pathLst>
              <a:path w="142904" h="20002" extrusionOk="0">
                <a:moveTo>
                  <a:pt x="1" y="2430"/>
                </a:moveTo>
                <a:cubicBezTo>
                  <a:pt x="1" y="2430"/>
                  <a:pt x="73043" y="2383"/>
                  <a:pt x="78263" y="4876"/>
                </a:cubicBezTo>
                <a:lnTo>
                  <a:pt x="78263" y="4876"/>
                </a:lnTo>
                <a:cubicBezTo>
                  <a:pt x="83482" y="7368"/>
                  <a:pt x="142904" y="20001"/>
                  <a:pt x="142904" y="20001"/>
                </a:cubicBezTo>
                <a:lnTo>
                  <a:pt x="142904" y="20001"/>
                </a:lnTo>
                <a:lnTo>
                  <a:pt x="142904" y="2430"/>
                </a:lnTo>
                <a:cubicBezTo>
                  <a:pt x="142904" y="2430"/>
                  <a:pt x="104125" y="7916"/>
                  <a:pt x="96179" y="2430"/>
                </a:cubicBezTo>
                <a:lnTo>
                  <a:pt x="96179" y="2430"/>
                </a:lnTo>
                <a:cubicBezTo>
                  <a:pt x="93530" y="612"/>
                  <a:pt x="81962" y="1"/>
                  <a:pt x="67714" y="1"/>
                </a:cubicBezTo>
                <a:lnTo>
                  <a:pt x="67714" y="1"/>
                </a:lnTo>
                <a:cubicBezTo>
                  <a:pt x="39218" y="1"/>
                  <a:pt x="1" y="2430"/>
                  <a:pt x="1" y="2430"/>
                </a:cubicBezTo>
              </a:path>
            </a:pathLst>
          </a:custGeom>
          <a:solidFill>
            <a:srgbClr val="FFFFFF">
              <a:alpha val="410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6" name="Google Shape;1176;p30"/>
          <p:cNvSpPr/>
          <p:nvPr/>
        </p:nvSpPr>
        <p:spPr>
          <a:xfrm>
            <a:off x="6525300" y="4845350"/>
            <a:ext cx="25" cy="25"/>
          </a:xfrm>
          <a:custGeom>
            <a:avLst/>
            <a:gdLst/>
            <a:ahLst/>
            <a:cxnLst/>
            <a:rect l="l" t="t" r="r" b="b"/>
            <a:pathLst>
              <a:path w="1" h="1" extrusionOk="0">
                <a:moveTo>
                  <a:pt x="1" y="0"/>
                </a:moveTo>
                <a:cubicBezTo>
                  <a:pt x="1" y="0"/>
                  <a:pt x="1" y="0"/>
                  <a:pt x="1" y="0"/>
                </a:cubicBezTo>
                <a:cubicBezTo>
                  <a:pt x="1" y="0"/>
                  <a:pt x="1" y="0"/>
                  <a:pt x="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7" name="Google Shape;1177;p30"/>
          <p:cNvSpPr/>
          <p:nvPr/>
        </p:nvSpPr>
        <p:spPr>
          <a:xfrm>
            <a:off x="6525300" y="4846125"/>
            <a:ext cx="825" cy="4725"/>
          </a:xfrm>
          <a:custGeom>
            <a:avLst/>
            <a:gdLst/>
            <a:ahLst/>
            <a:cxnLst/>
            <a:rect l="l" t="t" r="r" b="b"/>
            <a:pathLst>
              <a:path w="33" h="189" extrusionOk="0">
                <a:moveTo>
                  <a:pt x="32" y="189"/>
                </a:moveTo>
                <a:lnTo>
                  <a:pt x="32" y="189"/>
                </a:lnTo>
                <a:cubicBezTo>
                  <a:pt x="16" y="126"/>
                  <a:pt x="1" y="63"/>
                  <a:pt x="1" y="1"/>
                </a:cubicBezTo>
                <a:cubicBezTo>
                  <a:pt x="1" y="63"/>
                  <a:pt x="16" y="126"/>
                  <a:pt x="32" y="189"/>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8" name="Google Shape;1178;p30"/>
          <p:cNvSpPr/>
          <p:nvPr/>
        </p:nvSpPr>
        <p:spPr>
          <a:xfrm>
            <a:off x="6531575" y="4866125"/>
            <a:ext cx="25" cy="400"/>
          </a:xfrm>
          <a:custGeom>
            <a:avLst/>
            <a:gdLst/>
            <a:ahLst/>
            <a:cxnLst/>
            <a:rect l="l" t="t" r="r" b="b"/>
            <a:pathLst>
              <a:path w="1" h="16" extrusionOk="0">
                <a:moveTo>
                  <a:pt x="1" y="16"/>
                </a:moveTo>
                <a:cubicBezTo>
                  <a:pt x="1" y="16"/>
                  <a:pt x="1" y="0"/>
                  <a:pt x="1" y="0"/>
                </a:cubicBezTo>
                <a:cubicBezTo>
                  <a:pt x="1" y="0"/>
                  <a:pt x="1" y="16"/>
                  <a:pt x="1" y="16"/>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9" name="Google Shape;1179;p30"/>
          <p:cNvSpPr/>
          <p:nvPr/>
        </p:nvSpPr>
        <p:spPr>
          <a:xfrm>
            <a:off x="6530800" y="4864550"/>
            <a:ext cx="400" cy="800"/>
          </a:xfrm>
          <a:custGeom>
            <a:avLst/>
            <a:gdLst/>
            <a:ahLst/>
            <a:cxnLst/>
            <a:rect l="l" t="t" r="r" b="b"/>
            <a:pathLst>
              <a:path w="16" h="32" extrusionOk="0">
                <a:moveTo>
                  <a:pt x="16" y="32"/>
                </a:moveTo>
                <a:cubicBezTo>
                  <a:pt x="0" y="16"/>
                  <a:pt x="0" y="16"/>
                  <a:pt x="0" y="0"/>
                </a:cubicBezTo>
                <a:cubicBezTo>
                  <a:pt x="0" y="16"/>
                  <a:pt x="0" y="16"/>
                  <a:pt x="16" y="32"/>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0" name="Google Shape;1180;p30"/>
          <p:cNvSpPr/>
          <p:nvPr/>
        </p:nvSpPr>
        <p:spPr>
          <a:xfrm>
            <a:off x="6527650" y="4856700"/>
            <a:ext cx="2775" cy="7475"/>
          </a:xfrm>
          <a:custGeom>
            <a:avLst/>
            <a:gdLst/>
            <a:ahLst/>
            <a:cxnLst/>
            <a:rect l="l" t="t" r="r" b="b"/>
            <a:pathLst>
              <a:path w="111" h="299" extrusionOk="0">
                <a:moveTo>
                  <a:pt x="1" y="1"/>
                </a:moveTo>
                <a:cubicBezTo>
                  <a:pt x="32" y="111"/>
                  <a:pt x="63" y="205"/>
                  <a:pt x="111" y="299"/>
                </a:cubicBezTo>
                <a:cubicBezTo>
                  <a:pt x="63" y="205"/>
                  <a:pt x="32" y="111"/>
                  <a:pt x="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81" name="Google Shape;1181;p30"/>
          <p:cNvGrpSpPr/>
          <p:nvPr/>
        </p:nvGrpSpPr>
        <p:grpSpPr>
          <a:xfrm>
            <a:off x="-606525" y="3751312"/>
            <a:ext cx="9800100" cy="1657575"/>
            <a:chOff x="-613275" y="3559275"/>
            <a:chExt cx="9800100" cy="1657575"/>
          </a:xfrm>
          <a:solidFill>
            <a:srgbClr val="002E50"/>
          </a:solidFill>
        </p:grpSpPr>
        <p:sp>
          <p:nvSpPr>
            <p:cNvPr id="1182" name="Google Shape;1182;p30"/>
            <p:cNvSpPr/>
            <p:nvPr/>
          </p:nvSpPr>
          <p:spPr>
            <a:xfrm>
              <a:off x="8699600" y="3962263"/>
              <a:ext cx="444400" cy="1230850"/>
            </a:xfrm>
            <a:custGeom>
              <a:avLst/>
              <a:gdLst/>
              <a:ahLst/>
              <a:cxnLst/>
              <a:rect l="l" t="t" r="r" b="b"/>
              <a:pathLst>
                <a:path w="17776" h="49234" extrusionOk="0">
                  <a:moveTo>
                    <a:pt x="1" y="15017"/>
                  </a:moveTo>
                  <a:lnTo>
                    <a:pt x="1" y="49234"/>
                  </a:lnTo>
                  <a:lnTo>
                    <a:pt x="5487" y="49234"/>
                  </a:lnTo>
                  <a:lnTo>
                    <a:pt x="5487" y="15017"/>
                  </a:lnTo>
                  <a:cubicBezTo>
                    <a:pt x="5487" y="7665"/>
                    <a:pt x="10785" y="1537"/>
                    <a:pt x="17776" y="251"/>
                  </a:cubicBezTo>
                  <a:lnTo>
                    <a:pt x="17776" y="251"/>
                  </a:lnTo>
                  <a:cubicBezTo>
                    <a:pt x="16882" y="79"/>
                    <a:pt x="15957" y="1"/>
                    <a:pt x="15033" y="1"/>
                  </a:cubicBezTo>
                  <a:lnTo>
                    <a:pt x="15033" y="1"/>
                  </a:lnTo>
                  <a:cubicBezTo>
                    <a:pt x="6725" y="1"/>
                    <a:pt x="1" y="6725"/>
                    <a:pt x="1" y="15017"/>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3" name="Google Shape;1183;p30"/>
            <p:cNvSpPr/>
            <p:nvPr/>
          </p:nvSpPr>
          <p:spPr>
            <a:xfrm>
              <a:off x="7566750" y="3962263"/>
              <a:ext cx="444000" cy="1230850"/>
            </a:xfrm>
            <a:custGeom>
              <a:avLst/>
              <a:gdLst/>
              <a:ahLst/>
              <a:cxnLst/>
              <a:rect l="l" t="t" r="r" b="b"/>
              <a:pathLst>
                <a:path w="17760" h="49234" extrusionOk="0">
                  <a:moveTo>
                    <a:pt x="0" y="15017"/>
                  </a:moveTo>
                  <a:lnTo>
                    <a:pt x="0" y="49234"/>
                  </a:lnTo>
                  <a:lnTo>
                    <a:pt x="5486" y="49234"/>
                  </a:lnTo>
                  <a:lnTo>
                    <a:pt x="5486" y="15017"/>
                  </a:lnTo>
                  <a:cubicBezTo>
                    <a:pt x="5486" y="7665"/>
                    <a:pt x="10769" y="1537"/>
                    <a:pt x="17759" y="251"/>
                  </a:cubicBezTo>
                  <a:lnTo>
                    <a:pt x="17759" y="251"/>
                  </a:lnTo>
                  <a:cubicBezTo>
                    <a:pt x="16866" y="79"/>
                    <a:pt x="15957" y="1"/>
                    <a:pt x="15016" y="1"/>
                  </a:cubicBezTo>
                  <a:lnTo>
                    <a:pt x="15016" y="1"/>
                  </a:lnTo>
                  <a:cubicBezTo>
                    <a:pt x="6725" y="1"/>
                    <a:pt x="0" y="6725"/>
                    <a:pt x="0" y="15017"/>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4" name="Google Shape;1184;p30"/>
            <p:cNvSpPr/>
            <p:nvPr/>
          </p:nvSpPr>
          <p:spPr>
            <a:xfrm>
              <a:off x="6433500" y="3962263"/>
              <a:ext cx="444000" cy="1230850"/>
            </a:xfrm>
            <a:custGeom>
              <a:avLst/>
              <a:gdLst/>
              <a:ahLst/>
              <a:cxnLst/>
              <a:rect l="l" t="t" r="r" b="b"/>
              <a:pathLst>
                <a:path w="17760" h="49234" extrusionOk="0">
                  <a:moveTo>
                    <a:pt x="0" y="15017"/>
                  </a:moveTo>
                  <a:lnTo>
                    <a:pt x="0" y="49234"/>
                  </a:lnTo>
                  <a:lnTo>
                    <a:pt x="5486" y="49234"/>
                  </a:lnTo>
                  <a:lnTo>
                    <a:pt x="5486" y="15017"/>
                  </a:lnTo>
                  <a:cubicBezTo>
                    <a:pt x="5486" y="7665"/>
                    <a:pt x="10784" y="1537"/>
                    <a:pt x="17759" y="251"/>
                  </a:cubicBezTo>
                  <a:lnTo>
                    <a:pt x="17759" y="251"/>
                  </a:lnTo>
                  <a:cubicBezTo>
                    <a:pt x="16881" y="79"/>
                    <a:pt x="15957" y="1"/>
                    <a:pt x="15016" y="1"/>
                  </a:cubicBezTo>
                  <a:lnTo>
                    <a:pt x="15016" y="1"/>
                  </a:lnTo>
                  <a:cubicBezTo>
                    <a:pt x="6725" y="1"/>
                    <a:pt x="0" y="6725"/>
                    <a:pt x="0" y="15017"/>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5" name="Google Shape;1185;p30"/>
            <p:cNvSpPr/>
            <p:nvPr/>
          </p:nvSpPr>
          <p:spPr>
            <a:xfrm>
              <a:off x="5300250" y="3962263"/>
              <a:ext cx="444375" cy="1230850"/>
            </a:xfrm>
            <a:custGeom>
              <a:avLst/>
              <a:gdLst/>
              <a:ahLst/>
              <a:cxnLst/>
              <a:rect l="l" t="t" r="r" b="b"/>
              <a:pathLst>
                <a:path w="17775" h="49234" extrusionOk="0">
                  <a:moveTo>
                    <a:pt x="0" y="15017"/>
                  </a:moveTo>
                  <a:lnTo>
                    <a:pt x="0" y="49234"/>
                  </a:lnTo>
                  <a:lnTo>
                    <a:pt x="5486" y="49234"/>
                  </a:lnTo>
                  <a:lnTo>
                    <a:pt x="5486" y="15017"/>
                  </a:lnTo>
                  <a:cubicBezTo>
                    <a:pt x="5486" y="7665"/>
                    <a:pt x="10784" y="1537"/>
                    <a:pt x="17775" y="251"/>
                  </a:cubicBezTo>
                  <a:lnTo>
                    <a:pt x="17775" y="251"/>
                  </a:lnTo>
                  <a:cubicBezTo>
                    <a:pt x="16881" y="79"/>
                    <a:pt x="15957" y="1"/>
                    <a:pt x="15032" y="1"/>
                  </a:cubicBezTo>
                  <a:lnTo>
                    <a:pt x="15032" y="1"/>
                  </a:lnTo>
                  <a:cubicBezTo>
                    <a:pt x="6724" y="1"/>
                    <a:pt x="0" y="6725"/>
                    <a:pt x="0" y="15017"/>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86" name="Google Shape;1186;p30"/>
            <p:cNvGrpSpPr/>
            <p:nvPr/>
          </p:nvGrpSpPr>
          <p:grpSpPr>
            <a:xfrm>
              <a:off x="-613275" y="3559275"/>
              <a:ext cx="9800100" cy="1657575"/>
              <a:chOff x="-613275" y="3443675"/>
              <a:chExt cx="9800100" cy="1657575"/>
            </a:xfrm>
            <a:grpFill/>
          </p:grpSpPr>
          <p:sp>
            <p:nvSpPr>
              <p:cNvPr id="1187" name="Google Shape;1187;p30"/>
              <p:cNvSpPr/>
              <p:nvPr/>
            </p:nvSpPr>
            <p:spPr>
              <a:xfrm>
                <a:off x="3962175" y="3443675"/>
                <a:ext cx="5224650" cy="1657575"/>
              </a:xfrm>
              <a:custGeom>
                <a:avLst/>
                <a:gdLst/>
                <a:ahLst/>
                <a:cxnLst/>
                <a:rect l="l" t="t" r="r" b="b"/>
                <a:pathLst>
                  <a:path w="208986" h="66303" extrusionOk="0">
                    <a:moveTo>
                      <a:pt x="0" y="0"/>
                    </a:moveTo>
                    <a:lnTo>
                      <a:pt x="0" y="1207"/>
                    </a:lnTo>
                    <a:lnTo>
                      <a:pt x="5486" y="1207"/>
                    </a:lnTo>
                    <a:lnTo>
                      <a:pt x="5486" y="5439"/>
                    </a:lnTo>
                    <a:lnTo>
                      <a:pt x="0" y="5439"/>
                    </a:lnTo>
                    <a:lnTo>
                      <a:pt x="0" y="66303"/>
                    </a:lnTo>
                    <a:lnTo>
                      <a:pt x="8104" y="66303"/>
                    </a:lnTo>
                    <a:lnTo>
                      <a:pt x="8104" y="32086"/>
                    </a:lnTo>
                    <a:cubicBezTo>
                      <a:pt x="8104" y="23794"/>
                      <a:pt x="14828" y="17070"/>
                      <a:pt x="23120" y="17070"/>
                    </a:cubicBezTo>
                    <a:lnTo>
                      <a:pt x="23120" y="17070"/>
                    </a:lnTo>
                    <a:cubicBezTo>
                      <a:pt x="31411" y="17070"/>
                      <a:pt x="38136" y="23794"/>
                      <a:pt x="38136" y="32086"/>
                    </a:cubicBezTo>
                    <a:lnTo>
                      <a:pt x="38136" y="32086"/>
                    </a:lnTo>
                    <a:lnTo>
                      <a:pt x="38136" y="66303"/>
                    </a:lnTo>
                    <a:lnTo>
                      <a:pt x="53434" y="66303"/>
                    </a:lnTo>
                    <a:lnTo>
                      <a:pt x="53434" y="32086"/>
                    </a:lnTo>
                    <a:cubicBezTo>
                      <a:pt x="53434" y="23794"/>
                      <a:pt x="60158" y="17070"/>
                      <a:pt x="68450" y="17070"/>
                    </a:cubicBezTo>
                    <a:lnTo>
                      <a:pt x="68450" y="17070"/>
                    </a:lnTo>
                    <a:cubicBezTo>
                      <a:pt x="76741" y="17070"/>
                      <a:pt x="83466" y="23794"/>
                      <a:pt x="83466" y="32086"/>
                    </a:cubicBezTo>
                    <a:lnTo>
                      <a:pt x="83466" y="32086"/>
                    </a:lnTo>
                    <a:lnTo>
                      <a:pt x="83466" y="66303"/>
                    </a:lnTo>
                    <a:lnTo>
                      <a:pt x="98764" y="66303"/>
                    </a:lnTo>
                    <a:lnTo>
                      <a:pt x="98764" y="32086"/>
                    </a:lnTo>
                    <a:cubicBezTo>
                      <a:pt x="98764" y="23794"/>
                      <a:pt x="105488" y="17070"/>
                      <a:pt x="113780" y="17070"/>
                    </a:cubicBezTo>
                    <a:lnTo>
                      <a:pt x="113780" y="17070"/>
                    </a:lnTo>
                    <a:cubicBezTo>
                      <a:pt x="122072" y="17070"/>
                      <a:pt x="128796" y="23794"/>
                      <a:pt x="128796" y="32086"/>
                    </a:cubicBezTo>
                    <a:lnTo>
                      <a:pt x="128796" y="32086"/>
                    </a:lnTo>
                    <a:lnTo>
                      <a:pt x="128796" y="66303"/>
                    </a:lnTo>
                    <a:lnTo>
                      <a:pt x="144094" y="66303"/>
                    </a:lnTo>
                    <a:lnTo>
                      <a:pt x="144094" y="32086"/>
                    </a:lnTo>
                    <a:cubicBezTo>
                      <a:pt x="144094" y="23794"/>
                      <a:pt x="150818" y="17070"/>
                      <a:pt x="159110" y="17070"/>
                    </a:cubicBezTo>
                    <a:lnTo>
                      <a:pt x="159110" y="17070"/>
                    </a:lnTo>
                    <a:cubicBezTo>
                      <a:pt x="167402" y="17070"/>
                      <a:pt x="174126" y="23794"/>
                      <a:pt x="174126" y="32086"/>
                    </a:cubicBezTo>
                    <a:lnTo>
                      <a:pt x="174126" y="32086"/>
                    </a:lnTo>
                    <a:lnTo>
                      <a:pt x="174126" y="66303"/>
                    </a:lnTo>
                    <a:lnTo>
                      <a:pt x="189424" y="66303"/>
                    </a:lnTo>
                    <a:lnTo>
                      <a:pt x="189424" y="32086"/>
                    </a:lnTo>
                    <a:cubicBezTo>
                      <a:pt x="189424" y="23794"/>
                      <a:pt x="196148" y="17070"/>
                      <a:pt x="204440" y="17070"/>
                    </a:cubicBezTo>
                    <a:lnTo>
                      <a:pt x="204440" y="17070"/>
                    </a:lnTo>
                    <a:cubicBezTo>
                      <a:pt x="205976" y="17070"/>
                      <a:pt x="207591" y="17305"/>
                      <a:pt x="208986" y="17728"/>
                    </a:cubicBezTo>
                    <a:lnTo>
                      <a:pt x="208986" y="17728"/>
                    </a:lnTo>
                    <a:lnTo>
                      <a:pt x="208986" y="5439"/>
                    </a:lnTo>
                    <a:lnTo>
                      <a:pt x="205083" y="5439"/>
                    </a:lnTo>
                    <a:lnTo>
                      <a:pt x="205083" y="1207"/>
                    </a:lnTo>
                    <a:lnTo>
                      <a:pt x="208986" y="1207"/>
                    </a:lnTo>
                    <a:lnTo>
                      <a:pt x="208986" y="0"/>
                    </a:lnTo>
                    <a:close/>
                    <a:moveTo>
                      <a:pt x="189832" y="1207"/>
                    </a:moveTo>
                    <a:lnTo>
                      <a:pt x="203766" y="1207"/>
                    </a:lnTo>
                    <a:lnTo>
                      <a:pt x="203766" y="5439"/>
                    </a:lnTo>
                    <a:lnTo>
                      <a:pt x="189832" y="5439"/>
                    </a:lnTo>
                    <a:close/>
                    <a:moveTo>
                      <a:pt x="174581" y="1207"/>
                    </a:moveTo>
                    <a:lnTo>
                      <a:pt x="188515" y="1207"/>
                    </a:lnTo>
                    <a:lnTo>
                      <a:pt x="188515" y="5439"/>
                    </a:lnTo>
                    <a:lnTo>
                      <a:pt x="174581" y="5439"/>
                    </a:lnTo>
                    <a:close/>
                    <a:moveTo>
                      <a:pt x="159314" y="1207"/>
                    </a:moveTo>
                    <a:lnTo>
                      <a:pt x="173264" y="1207"/>
                    </a:lnTo>
                    <a:lnTo>
                      <a:pt x="173264" y="5439"/>
                    </a:lnTo>
                    <a:lnTo>
                      <a:pt x="159314" y="5439"/>
                    </a:lnTo>
                    <a:close/>
                    <a:moveTo>
                      <a:pt x="144063" y="1207"/>
                    </a:moveTo>
                    <a:lnTo>
                      <a:pt x="158013" y="1207"/>
                    </a:lnTo>
                    <a:lnTo>
                      <a:pt x="158013" y="5439"/>
                    </a:lnTo>
                    <a:lnTo>
                      <a:pt x="144063" y="5439"/>
                    </a:lnTo>
                    <a:close/>
                    <a:moveTo>
                      <a:pt x="128812" y="1207"/>
                    </a:moveTo>
                    <a:lnTo>
                      <a:pt x="142762" y="1207"/>
                    </a:lnTo>
                    <a:lnTo>
                      <a:pt x="142762" y="5439"/>
                    </a:lnTo>
                    <a:lnTo>
                      <a:pt x="128812" y="5439"/>
                    </a:lnTo>
                    <a:close/>
                    <a:moveTo>
                      <a:pt x="113560" y="1207"/>
                    </a:moveTo>
                    <a:lnTo>
                      <a:pt x="127511" y="1207"/>
                    </a:lnTo>
                    <a:lnTo>
                      <a:pt x="127511" y="5439"/>
                    </a:lnTo>
                    <a:lnTo>
                      <a:pt x="113560" y="5439"/>
                    </a:lnTo>
                    <a:close/>
                    <a:moveTo>
                      <a:pt x="98309" y="1207"/>
                    </a:moveTo>
                    <a:lnTo>
                      <a:pt x="112259" y="1207"/>
                    </a:lnTo>
                    <a:lnTo>
                      <a:pt x="112259" y="5439"/>
                    </a:lnTo>
                    <a:lnTo>
                      <a:pt x="98309" y="5439"/>
                    </a:lnTo>
                    <a:close/>
                    <a:moveTo>
                      <a:pt x="83058" y="1207"/>
                    </a:moveTo>
                    <a:lnTo>
                      <a:pt x="97008" y="1207"/>
                    </a:lnTo>
                    <a:lnTo>
                      <a:pt x="97008" y="5439"/>
                    </a:lnTo>
                    <a:lnTo>
                      <a:pt x="83058" y="5439"/>
                    </a:lnTo>
                    <a:close/>
                    <a:moveTo>
                      <a:pt x="67807" y="1207"/>
                    </a:moveTo>
                    <a:lnTo>
                      <a:pt x="81757" y="1207"/>
                    </a:lnTo>
                    <a:lnTo>
                      <a:pt x="81757" y="5439"/>
                    </a:lnTo>
                    <a:lnTo>
                      <a:pt x="67807" y="5439"/>
                    </a:lnTo>
                    <a:close/>
                    <a:moveTo>
                      <a:pt x="52556" y="1207"/>
                    </a:moveTo>
                    <a:lnTo>
                      <a:pt x="66490" y="1207"/>
                    </a:lnTo>
                    <a:lnTo>
                      <a:pt x="66490" y="5439"/>
                    </a:lnTo>
                    <a:lnTo>
                      <a:pt x="52556" y="5439"/>
                    </a:lnTo>
                    <a:close/>
                    <a:moveTo>
                      <a:pt x="37305" y="1207"/>
                    </a:moveTo>
                    <a:lnTo>
                      <a:pt x="51239" y="1207"/>
                    </a:lnTo>
                    <a:lnTo>
                      <a:pt x="51239" y="5439"/>
                    </a:lnTo>
                    <a:lnTo>
                      <a:pt x="37305" y="5439"/>
                    </a:lnTo>
                    <a:close/>
                    <a:moveTo>
                      <a:pt x="22038" y="1207"/>
                    </a:moveTo>
                    <a:lnTo>
                      <a:pt x="35988" y="1207"/>
                    </a:lnTo>
                    <a:lnTo>
                      <a:pt x="35988" y="5439"/>
                    </a:lnTo>
                    <a:lnTo>
                      <a:pt x="22038" y="5439"/>
                    </a:lnTo>
                    <a:close/>
                    <a:moveTo>
                      <a:pt x="6787" y="1207"/>
                    </a:moveTo>
                    <a:lnTo>
                      <a:pt x="20737" y="1207"/>
                    </a:lnTo>
                    <a:lnTo>
                      <a:pt x="20737" y="5439"/>
                    </a:lnTo>
                    <a:lnTo>
                      <a:pt x="6787" y="5439"/>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88" name="Google Shape;1188;p30"/>
              <p:cNvGrpSpPr/>
              <p:nvPr/>
            </p:nvGrpSpPr>
            <p:grpSpPr>
              <a:xfrm>
                <a:off x="-613275" y="3443675"/>
                <a:ext cx="5224650" cy="1657575"/>
                <a:chOff x="1161525" y="3805200"/>
                <a:chExt cx="5224650" cy="1657575"/>
              </a:xfrm>
              <a:grpFill/>
            </p:grpSpPr>
            <p:sp>
              <p:nvSpPr>
                <p:cNvPr id="1189" name="Google Shape;1189;p30"/>
                <p:cNvSpPr/>
                <p:nvPr/>
              </p:nvSpPr>
              <p:spPr>
                <a:xfrm>
                  <a:off x="5896325" y="4231925"/>
                  <a:ext cx="444400" cy="1230850"/>
                </a:xfrm>
                <a:custGeom>
                  <a:avLst/>
                  <a:gdLst/>
                  <a:ahLst/>
                  <a:cxnLst/>
                  <a:rect l="l" t="t" r="r" b="b"/>
                  <a:pathLst>
                    <a:path w="17776" h="49234" extrusionOk="0">
                      <a:moveTo>
                        <a:pt x="1" y="15017"/>
                      </a:moveTo>
                      <a:lnTo>
                        <a:pt x="1" y="49234"/>
                      </a:lnTo>
                      <a:lnTo>
                        <a:pt x="5487" y="49234"/>
                      </a:lnTo>
                      <a:lnTo>
                        <a:pt x="5487" y="15017"/>
                      </a:lnTo>
                      <a:cubicBezTo>
                        <a:pt x="5487" y="7665"/>
                        <a:pt x="10785" y="1537"/>
                        <a:pt x="17776" y="251"/>
                      </a:cubicBezTo>
                      <a:lnTo>
                        <a:pt x="17776" y="251"/>
                      </a:lnTo>
                      <a:cubicBezTo>
                        <a:pt x="16882" y="79"/>
                        <a:pt x="15957" y="1"/>
                        <a:pt x="15033" y="1"/>
                      </a:cubicBezTo>
                      <a:lnTo>
                        <a:pt x="15033" y="1"/>
                      </a:lnTo>
                      <a:cubicBezTo>
                        <a:pt x="6725" y="1"/>
                        <a:pt x="1" y="6725"/>
                        <a:pt x="1" y="15017"/>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0" name="Google Shape;1190;p30"/>
                <p:cNvSpPr/>
                <p:nvPr/>
              </p:nvSpPr>
              <p:spPr>
                <a:xfrm>
                  <a:off x="4763475" y="4231925"/>
                  <a:ext cx="444000" cy="1230850"/>
                </a:xfrm>
                <a:custGeom>
                  <a:avLst/>
                  <a:gdLst/>
                  <a:ahLst/>
                  <a:cxnLst/>
                  <a:rect l="l" t="t" r="r" b="b"/>
                  <a:pathLst>
                    <a:path w="17760" h="49234" extrusionOk="0">
                      <a:moveTo>
                        <a:pt x="0" y="15017"/>
                      </a:moveTo>
                      <a:lnTo>
                        <a:pt x="0" y="49234"/>
                      </a:lnTo>
                      <a:lnTo>
                        <a:pt x="5486" y="49234"/>
                      </a:lnTo>
                      <a:lnTo>
                        <a:pt x="5486" y="15017"/>
                      </a:lnTo>
                      <a:cubicBezTo>
                        <a:pt x="5486" y="7665"/>
                        <a:pt x="10769" y="1537"/>
                        <a:pt x="17759" y="251"/>
                      </a:cubicBezTo>
                      <a:lnTo>
                        <a:pt x="17759" y="251"/>
                      </a:lnTo>
                      <a:cubicBezTo>
                        <a:pt x="16866" y="79"/>
                        <a:pt x="15957" y="1"/>
                        <a:pt x="15016" y="1"/>
                      </a:cubicBezTo>
                      <a:lnTo>
                        <a:pt x="15016" y="1"/>
                      </a:lnTo>
                      <a:cubicBezTo>
                        <a:pt x="6725" y="1"/>
                        <a:pt x="0" y="6725"/>
                        <a:pt x="0" y="15017"/>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1" name="Google Shape;1191;p30"/>
                <p:cNvSpPr/>
                <p:nvPr/>
              </p:nvSpPr>
              <p:spPr>
                <a:xfrm>
                  <a:off x="3630225" y="4231925"/>
                  <a:ext cx="444000" cy="1230850"/>
                </a:xfrm>
                <a:custGeom>
                  <a:avLst/>
                  <a:gdLst/>
                  <a:ahLst/>
                  <a:cxnLst/>
                  <a:rect l="l" t="t" r="r" b="b"/>
                  <a:pathLst>
                    <a:path w="17760" h="49234" extrusionOk="0">
                      <a:moveTo>
                        <a:pt x="0" y="15017"/>
                      </a:moveTo>
                      <a:lnTo>
                        <a:pt x="0" y="49234"/>
                      </a:lnTo>
                      <a:lnTo>
                        <a:pt x="5486" y="49234"/>
                      </a:lnTo>
                      <a:lnTo>
                        <a:pt x="5486" y="15017"/>
                      </a:lnTo>
                      <a:cubicBezTo>
                        <a:pt x="5486" y="7665"/>
                        <a:pt x="10784" y="1537"/>
                        <a:pt x="17759" y="251"/>
                      </a:cubicBezTo>
                      <a:lnTo>
                        <a:pt x="17759" y="251"/>
                      </a:lnTo>
                      <a:cubicBezTo>
                        <a:pt x="16881" y="79"/>
                        <a:pt x="15957" y="1"/>
                        <a:pt x="15016" y="1"/>
                      </a:cubicBezTo>
                      <a:lnTo>
                        <a:pt x="15016" y="1"/>
                      </a:lnTo>
                      <a:cubicBezTo>
                        <a:pt x="6725" y="1"/>
                        <a:pt x="0" y="6725"/>
                        <a:pt x="0" y="15017"/>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2" name="Google Shape;1192;p30"/>
                <p:cNvSpPr/>
                <p:nvPr/>
              </p:nvSpPr>
              <p:spPr>
                <a:xfrm>
                  <a:off x="2496975" y="4231925"/>
                  <a:ext cx="444375" cy="1230850"/>
                </a:xfrm>
                <a:custGeom>
                  <a:avLst/>
                  <a:gdLst/>
                  <a:ahLst/>
                  <a:cxnLst/>
                  <a:rect l="l" t="t" r="r" b="b"/>
                  <a:pathLst>
                    <a:path w="17775" h="49234" extrusionOk="0">
                      <a:moveTo>
                        <a:pt x="0" y="15017"/>
                      </a:moveTo>
                      <a:lnTo>
                        <a:pt x="0" y="49234"/>
                      </a:lnTo>
                      <a:lnTo>
                        <a:pt x="5486" y="49234"/>
                      </a:lnTo>
                      <a:lnTo>
                        <a:pt x="5486" y="15017"/>
                      </a:lnTo>
                      <a:cubicBezTo>
                        <a:pt x="5486" y="7665"/>
                        <a:pt x="10784" y="1537"/>
                        <a:pt x="17775" y="251"/>
                      </a:cubicBezTo>
                      <a:lnTo>
                        <a:pt x="17775" y="251"/>
                      </a:lnTo>
                      <a:cubicBezTo>
                        <a:pt x="16881" y="79"/>
                        <a:pt x="15957" y="1"/>
                        <a:pt x="15032" y="1"/>
                      </a:cubicBezTo>
                      <a:lnTo>
                        <a:pt x="15032" y="1"/>
                      </a:lnTo>
                      <a:cubicBezTo>
                        <a:pt x="6724" y="1"/>
                        <a:pt x="0" y="6725"/>
                        <a:pt x="0" y="15017"/>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3" name="Google Shape;1193;p30"/>
                <p:cNvSpPr/>
                <p:nvPr/>
              </p:nvSpPr>
              <p:spPr>
                <a:xfrm>
                  <a:off x="1364100" y="4231925"/>
                  <a:ext cx="444000" cy="1230850"/>
                </a:xfrm>
                <a:custGeom>
                  <a:avLst/>
                  <a:gdLst/>
                  <a:ahLst/>
                  <a:cxnLst/>
                  <a:rect l="l" t="t" r="r" b="b"/>
                  <a:pathLst>
                    <a:path w="17760" h="49234" extrusionOk="0">
                      <a:moveTo>
                        <a:pt x="1" y="15017"/>
                      </a:moveTo>
                      <a:lnTo>
                        <a:pt x="1" y="49234"/>
                      </a:lnTo>
                      <a:lnTo>
                        <a:pt x="5487" y="49234"/>
                      </a:lnTo>
                      <a:lnTo>
                        <a:pt x="5487" y="15017"/>
                      </a:lnTo>
                      <a:cubicBezTo>
                        <a:pt x="5487" y="7665"/>
                        <a:pt x="10769" y="1537"/>
                        <a:pt x="17760" y="251"/>
                      </a:cubicBezTo>
                      <a:lnTo>
                        <a:pt x="17760" y="251"/>
                      </a:lnTo>
                      <a:cubicBezTo>
                        <a:pt x="16866" y="79"/>
                        <a:pt x="15957" y="1"/>
                        <a:pt x="15017" y="1"/>
                      </a:cubicBezTo>
                      <a:lnTo>
                        <a:pt x="15017" y="1"/>
                      </a:lnTo>
                      <a:cubicBezTo>
                        <a:pt x="6725" y="1"/>
                        <a:pt x="1" y="6725"/>
                        <a:pt x="1" y="15017"/>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4" name="Google Shape;1194;p30"/>
                <p:cNvSpPr/>
                <p:nvPr/>
              </p:nvSpPr>
              <p:spPr>
                <a:xfrm>
                  <a:off x="1161525" y="3805200"/>
                  <a:ext cx="5224650" cy="1657575"/>
                </a:xfrm>
                <a:custGeom>
                  <a:avLst/>
                  <a:gdLst/>
                  <a:ahLst/>
                  <a:cxnLst/>
                  <a:rect l="l" t="t" r="r" b="b"/>
                  <a:pathLst>
                    <a:path w="208986" h="66303" extrusionOk="0">
                      <a:moveTo>
                        <a:pt x="0" y="0"/>
                      </a:moveTo>
                      <a:lnTo>
                        <a:pt x="0" y="1207"/>
                      </a:lnTo>
                      <a:lnTo>
                        <a:pt x="5486" y="1207"/>
                      </a:lnTo>
                      <a:lnTo>
                        <a:pt x="5486" y="5439"/>
                      </a:lnTo>
                      <a:lnTo>
                        <a:pt x="0" y="5439"/>
                      </a:lnTo>
                      <a:lnTo>
                        <a:pt x="0" y="66303"/>
                      </a:lnTo>
                      <a:lnTo>
                        <a:pt x="8104" y="66303"/>
                      </a:lnTo>
                      <a:lnTo>
                        <a:pt x="8104" y="32086"/>
                      </a:lnTo>
                      <a:cubicBezTo>
                        <a:pt x="8104" y="23794"/>
                        <a:pt x="14828" y="17070"/>
                        <a:pt x="23120" y="17070"/>
                      </a:cubicBezTo>
                      <a:lnTo>
                        <a:pt x="23120" y="17070"/>
                      </a:lnTo>
                      <a:cubicBezTo>
                        <a:pt x="31411" y="17070"/>
                        <a:pt x="38136" y="23794"/>
                        <a:pt x="38136" y="32086"/>
                      </a:cubicBezTo>
                      <a:lnTo>
                        <a:pt x="38136" y="32086"/>
                      </a:lnTo>
                      <a:lnTo>
                        <a:pt x="38136" y="66303"/>
                      </a:lnTo>
                      <a:lnTo>
                        <a:pt x="53434" y="66303"/>
                      </a:lnTo>
                      <a:lnTo>
                        <a:pt x="53434" y="32086"/>
                      </a:lnTo>
                      <a:cubicBezTo>
                        <a:pt x="53434" y="23794"/>
                        <a:pt x="60158" y="17070"/>
                        <a:pt x="68450" y="17070"/>
                      </a:cubicBezTo>
                      <a:lnTo>
                        <a:pt x="68450" y="17070"/>
                      </a:lnTo>
                      <a:cubicBezTo>
                        <a:pt x="76741" y="17070"/>
                        <a:pt x="83466" y="23794"/>
                        <a:pt x="83466" y="32086"/>
                      </a:cubicBezTo>
                      <a:lnTo>
                        <a:pt x="83466" y="32086"/>
                      </a:lnTo>
                      <a:lnTo>
                        <a:pt x="83466" y="66303"/>
                      </a:lnTo>
                      <a:lnTo>
                        <a:pt x="98764" y="66303"/>
                      </a:lnTo>
                      <a:lnTo>
                        <a:pt x="98764" y="32086"/>
                      </a:lnTo>
                      <a:cubicBezTo>
                        <a:pt x="98764" y="23794"/>
                        <a:pt x="105488" y="17070"/>
                        <a:pt x="113780" y="17070"/>
                      </a:cubicBezTo>
                      <a:lnTo>
                        <a:pt x="113780" y="17070"/>
                      </a:lnTo>
                      <a:cubicBezTo>
                        <a:pt x="122072" y="17070"/>
                        <a:pt x="128796" y="23794"/>
                        <a:pt x="128796" y="32086"/>
                      </a:cubicBezTo>
                      <a:lnTo>
                        <a:pt x="128796" y="32086"/>
                      </a:lnTo>
                      <a:lnTo>
                        <a:pt x="128796" y="66303"/>
                      </a:lnTo>
                      <a:lnTo>
                        <a:pt x="144094" y="66303"/>
                      </a:lnTo>
                      <a:lnTo>
                        <a:pt x="144094" y="32086"/>
                      </a:lnTo>
                      <a:cubicBezTo>
                        <a:pt x="144094" y="23794"/>
                        <a:pt x="150818" y="17070"/>
                        <a:pt x="159110" y="17070"/>
                      </a:cubicBezTo>
                      <a:lnTo>
                        <a:pt x="159110" y="17070"/>
                      </a:lnTo>
                      <a:cubicBezTo>
                        <a:pt x="167402" y="17070"/>
                        <a:pt x="174126" y="23794"/>
                        <a:pt x="174126" y="32086"/>
                      </a:cubicBezTo>
                      <a:lnTo>
                        <a:pt x="174126" y="32086"/>
                      </a:lnTo>
                      <a:lnTo>
                        <a:pt x="174126" y="66303"/>
                      </a:lnTo>
                      <a:lnTo>
                        <a:pt x="189424" y="66303"/>
                      </a:lnTo>
                      <a:lnTo>
                        <a:pt x="189424" y="32086"/>
                      </a:lnTo>
                      <a:cubicBezTo>
                        <a:pt x="189424" y="23794"/>
                        <a:pt x="196148" y="17070"/>
                        <a:pt x="204440" y="17070"/>
                      </a:cubicBezTo>
                      <a:lnTo>
                        <a:pt x="204440" y="17070"/>
                      </a:lnTo>
                      <a:cubicBezTo>
                        <a:pt x="205976" y="17070"/>
                        <a:pt x="207591" y="17305"/>
                        <a:pt x="208986" y="17728"/>
                      </a:cubicBezTo>
                      <a:lnTo>
                        <a:pt x="208986" y="17728"/>
                      </a:lnTo>
                      <a:lnTo>
                        <a:pt x="208986" y="5439"/>
                      </a:lnTo>
                      <a:lnTo>
                        <a:pt x="205083" y="5439"/>
                      </a:lnTo>
                      <a:lnTo>
                        <a:pt x="205083" y="1207"/>
                      </a:lnTo>
                      <a:lnTo>
                        <a:pt x="208986" y="1207"/>
                      </a:lnTo>
                      <a:lnTo>
                        <a:pt x="208986" y="0"/>
                      </a:lnTo>
                      <a:close/>
                      <a:moveTo>
                        <a:pt x="189832" y="1207"/>
                      </a:moveTo>
                      <a:lnTo>
                        <a:pt x="203766" y="1207"/>
                      </a:lnTo>
                      <a:lnTo>
                        <a:pt x="203766" y="5439"/>
                      </a:lnTo>
                      <a:lnTo>
                        <a:pt x="189832" y="5439"/>
                      </a:lnTo>
                      <a:close/>
                      <a:moveTo>
                        <a:pt x="174581" y="1207"/>
                      </a:moveTo>
                      <a:lnTo>
                        <a:pt x="188515" y="1207"/>
                      </a:lnTo>
                      <a:lnTo>
                        <a:pt x="188515" y="5439"/>
                      </a:lnTo>
                      <a:lnTo>
                        <a:pt x="174581" y="5439"/>
                      </a:lnTo>
                      <a:close/>
                      <a:moveTo>
                        <a:pt x="159314" y="1207"/>
                      </a:moveTo>
                      <a:lnTo>
                        <a:pt x="173264" y="1207"/>
                      </a:lnTo>
                      <a:lnTo>
                        <a:pt x="173264" y="5439"/>
                      </a:lnTo>
                      <a:lnTo>
                        <a:pt x="159314" y="5439"/>
                      </a:lnTo>
                      <a:close/>
                      <a:moveTo>
                        <a:pt x="144063" y="1207"/>
                      </a:moveTo>
                      <a:lnTo>
                        <a:pt x="158013" y="1207"/>
                      </a:lnTo>
                      <a:lnTo>
                        <a:pt x="158013" y="5439"/>
                      </a:lnTo>
                      <a:lnTo>
                        <a:pt x="144063" y="5439"/>
                      </a:lnTo>
                      <a:close/>
                      <a:moveTo>
                        <a:pt x="128812" y="1207"/>
                      </a:moveTo>
                      <a:lnTo>
                        <a:pt x="142762" y="1207"/>
                      </a:lnTo>
                      <a:lnTo>
                        <a:pt x="142762" y="5439"/>
                      </a:lnTo>
                      <a:lnTo>
                        <a:pt x="128812" y="5439"/>
                      </a:lnTo>
                      <a:close/>
                      <a:moveTo>
                        <a:pt x="113560" y="1207"/>
                      </a:moveTo>
                      <a:lnTo>
                        <a:pt x="127511" y="1207"/>
                      </a:lnTo>
                      <a:lnTo>
                        <a:pt x="127511" y="5439"/>
                      </a:lnTo>
                      <a:lnTo>
                        <a:pt x="113560" y="5439"/>
                      </a:lnTo>
                      <a:close/>
                      <a:moveTo>
                        <a:pt x="98309" y="1207"/>
                      </a:moveTo>
                      <a:lnTo>
                        <a:pt x="112259" y="1207"/>
                      </a:lnTo>
                      <a:lnTo>
                        <a:pt x="112259" y="5439"/>
                      </a:lnTo>
                      <a:lnTo>
                        <a:pt x="98309" y="5439"/>
                      </a:lnTo>
                      <a:close/>
                      <a:moveTo>
                        <a:pt x="83058" y="1207"/>
                      </a:moveTo>
                      <a:lnTo>
                        <a:pt x="97008" y="1207"/>
                      </a:lnTo>
                      <a:lnTo>
                        <a:pt x="97008" y="5439"/>
                      </a:lnTo>
                      <a:lnTo>
                        <a:pt x="83058" y="5439"/>
                      </a:lnTo>
                      <a:close/>
                      <a:moveTo>
                        <a:pt x="67807" y="1207"/>
                      </a:moveTo>
                      <a:lnTo>
                        <a:pt x="81757" y="1207"/>
                      </a:lnTo>
                      <a:lnTo>
                        <a:pt x="81757" y="5439"/>
                      </a:lnTo>
                      <a:lnTo>
                        <a:pt x="67807" y="5439"/>
                      </a:lnTo>
                      <a:close/>
                      <a:moveTo>
                        <a:pt x="52556" y="1207"/>
                      </a:moveTo>
                      <a:lnTo>
                        <a:pt x="66490" y="1207"/>
                      </a:lnTo>
                      <a:lnTo>
                        <a:pt x="66490" y="5439"/>
                      </a:lnTo>
                      <a:lnTo>
                        <a:pt x="52556" y="5439"/>
                      </a:lnTo>
                      <a:close/>
                      <a:moveTo>
                        <a:pt x="37305" y="1207"/>
                      </a:moveTo>
                      <a:lnTo>
                        <a:pt x="51239" y="1207"/>
                      </a:lnTo>
                      <a:lnTo>
                        <a:pt x="51239" y="5439"/>
                      </a:lnTo>
                      <a:lnTo>
                        <a:pt x="37305" y="5439"/>
                      </a:lnTo>
                      <a:close/>
                      <a:moveTo>
                        <a:pt x="22038" y="1207"/>
                      </a:moveTo>
                      <a:lnTo>
                        <a:pt x="35988" y="1207"/>
                      </a:lnTo>
                      <a:lnTo>
                        <a:pt x="35988" y="5439"/>
                      </a:lnTo>
                      <a:lnTo>
                        <a:pt x="22038" y="5439"/>
                      </a:lnTo>
                      <a:close/>
                      <a:moveTo>
                        <a:pt x="6787" y="1207"/>
                      </a:moveTo>
                      <a:lnTo>
                        <a:pt x="20737" y="1207"/>
                      </a:lnTo>
                      <a:lnTo>
                        <a:pt x="20737" y="5439"/>
                      </a:lnTo>
                      <a:lnTo>
                        <a:pt x="6787" y="5439"/>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
        <p:nvSpPr>
          <p:cNvPr id="6" name="TextBox 5">
            <a:extLst>
              <a:ext uri="{FF2B5EF4-FFF2-40B4-BE49-F238E27FC236}">
                <a16:creationId xmlns:a16="http://schemas.microsoft.com/office/drawing/2014/main" id="{053D6DB9-8C60-DDB9-2D55-95CD08D362A6}"/>
              </a:ext>
            </a:extLst>
          </p:cNvPr>
          <p:cNvSpPr txBox="1"/>
          <p:nvPr/>
        </p:nvSpPr>
        <p:spPr>
          <a:xfrm>
            <a:off x="3049781" y="286046"/>
            <a:ext cx="2970685" cy="584775"/>
          </a:xfrm>
          <a:prstGeom prst="rect">
            <a:avLst/>
          </a:prstGeom>
          <a:noFill/>
        </p:spPr>
        <p:txBody>
          <a:bodyPr wrap="none" rtlCol="0">
            <a:spAutoFit/>
          </a:bodyPr>
          <a:lstStyle/>
          <a:p>
            <a:r>
              <a:rPr lang="en-US" sz="3200" dirty="0">
                <a:solidFill>
                  <a:srgbClr val="002060"/>
                </a:solidFill>
                <a:latin typeface="Aharoni" panose="02010803020104030203" pitchFamily="2" charset="-79"/>
                <a:cs typeface="Aharoni" panose="02010803020104030203" pitchFamily="2" charset="-79"/>
              </a:rPr>
              <a:t>Team Member</a:t>
            </a:r>
          </a:p>
        </p:txBody>
      </p:sp>
      <p:pic>
        <p:nvPicPr>
          <p:cNvPr id="1268" name="Picture 1267" descr="A logo of a globe with a graduation cap&#10;&#10;AI-generated content may be incorrect.">
            <a:extLst>
              <a:ext uri="{FF2B5EF4-FFF2-40B4-BE49-F238E27FC236}">
                <a16:creationId xmlns:a16="http://schemas.microsoft.com/office/drawing/2014/main" id="{7CEA5F82-3DA1-770D-71D9-CE5FF57B3D98}"/>
              </a:ext>
            </a:extLst>
          </p:cNvPr>
          <p:cNvPicPr>
            <a:picLocks noChangeAspect="1"/>
          </p:cNvPicPr>
          <p:nvPr/>
        </p:nvPicPr>
        <p:blipFill>
          <a:blip r:embed="rId4"/>
          <a:stretch>
            <a:fillRect/>
          </a:stretch>
        </p:blipFill>
        <p:spPr>
          <a:xfrm>
            <a:off x="765225" y="316967"/>
            <a:ext cx="798834" cy="669797"/>
          </a:xfrm>
          <a:prstGeom prst="rect">
            <a:avLst/>
          </a:prstGeom>
        </p:spPr>
      </p:pic>
      <p:grpSp>
        <p:nvGrpSpPr>
          <p:cNvPr id="1288" name="Group 1287">
            <a:extLst>
              <a:ext uri="{FF2B5EF4-FFF2-40B4-BE49-F238E27FC236}">
                <a16:creationId xmlns:a16="http://schemas.microsoft.com/office/drawing/2014/main" id="{70A544F4-59BF-EC71-7A06-295F416C69CC}"/>
              </a:ext>
            </a:extLst>
          </p:cNvPr>
          <p:cNvGrpSpPr/>
          <p:nvPr/>
        </p:nvGrpSpPr>
        <p:grpSpPr>
          <a:xfrm>
            <a:off x="768575" y="2775500"/>
            <a:ext cx="7381985" cy="952625"/>
            <a:chOff x="807322" y="3784150"/>
            <a:chExt cx="7381985" cy="952625"/>
          </a:xfrm>
        </p:grpSpPr>
        <p:grpSp>
          <p:nvGrpSpPr>
            <p:cNvPr id="1249" name="Google Shape;1117;p30">
              <a:extLst>
                <a:ext uri="{FF2B5EF4-FFF2-40B4-BE49-F238E27FC236}">
                  <a16:creationId xmlns:a16="http://schemas.microsoft.com/office/drawing/2014/main" id="{4F666BA6-20BD-6B3A-F866-D8557E0866DF}"/>
                </a:ext>
              </a:extLst>
            </p:cNvPr>
            <p:cNvGrpSpPr/>
            <p:nvPr/>
          </p:nvGrpSpPr>
          <p:grpSpPr>
            <a:xfrm>
              <a:off x="815304" y="4374277"/>
              <a:ext cx="3075700" cy="356625"/>
              <a:chOff x="3962175" y="3227750"/>
              <a:chExt cx="3075700" cy="356625"/>
            </a:xfrm>
          </p:grpSpPr>
          <p:sp>
            <p:nvSpPr>
              <p:cNvPr id="1250" name="Google Shape;1118;p30">
                <a:extLst>
                  <a:ext uri="{FF2B5EF4-FFF2-40B4-BE49-F238E27FC236}">
                    <a16:creationId xmlns:a16="http://schemas.microsoft.com/office/drawing/2014/main" id="{E4EC3235-5F46-64AB-A8F0-5D96CA5368CC}"/>
                  </a:ext>
                </a:extLst>
              </p:cNvPr>
              <p:cNvSpPr/>
              <p:nvPr/>
            </p:nvSpPr>
            <p:spPr>
              <a:xfrm>
                <a:off x="3962175" y="3227750"/>
                <a:ext cx="3075700" cy="356625"/>
              </a:xfrm>
              <a:custGeom>
                <a:avLst/>
                <a:gdLst/>
                <a:ahLst/>
                <a:cxnLst/>
                <a:rect l="l" t="t" r="r" b="b"/>
                <a:pathLst>
                  <a:path w="123028" h="14265" extrusionOk="0">
                    <a:moveTo>
                      <a:pt x="114046" y="1"/>
                    </a:moveTo>
                    <a:lnTo>
                      <a:pt x="114046" y="1239"/>
                    </a:lnTo>
                    <a:lnTo>
                      <a:pt x="114579" y="1239"/>
                    </a:lnTo>
                    <a:lnTo>
                      <a:pt x="114579" y="3167"/>
                    </a:lnTo>
                    <a:lnTo>
                      <a:pt x="109877" y="3167"/>
                    </a:lnTo>
                    <a:lnTo>
                      <a:pt x="109877" y="2728"/>
                    </a:lnTo>
                    <a:lnTo>
                      <a:pt x="108984" y="2728"/>
                    </a:lnTo>
                    <a:lnTo>
                      <a:pt x="108984" y="1913"/>
                    </a:lnTo>
                    <a:cubicBezTo>
                      <a:pt x="108984" y="1411"/>
                      <a:pt x="108513" y="1004"/>
                      <a:pt x="107980" y="1098"/>
                    </a:cubicBezTo>
                    <a:lnTo>
                      <a:pt x="107980" y="1098"/>
                    </a:lnTo>
                    <a:cubicBezTo>
                      <a:pt x="107573" y="1161"/>
                      <a:pt x="107291" y="1553"/>
                      <a:pt x="107291" y="1960"/>
                    </a:cubicBezTo>
                    <a:lnTo>
                      <a:pt x="107291" y="1960"/>
                    </a:lnTo>
                    <a:lnTo>
                      <a:pt x="107291" y="2728"/>
                    </a:lnTo>
                    <a:lnTo>
                      <a:pt x="106397" y="2728"/>
                    </a:lnTo>
                    <a:lnTo>
                      <a:pt x="106397" y="3167"/>
                    </a:lnTo>
                    <a:lnTo>
                      <a:pt x="105237" y="3167"/>
                    </a:lnTo>
                    <a:lnTo>
                      <a:pt x="105237" y="1615"/>
                    </a:lnTo>
                    <a:lnTo>
                      <a:pt x="103921" y="1615"/>
                    </a:lnTo>
                    <a:lnTo>
                      <a:pt x="103921" y="3167"/>
                    </a:lnTo>
                    <a:lnTo>
                      <a:pt x="100112" y="3167"/>
                    </a:lnTo>
                    <a:lnTo>
                      <a:pt x="100112" y="1521"/>
                    </a:lnTo>
                    <a:cubicBezTo>
                      <a:pt x="100112" y="675"/>
                      <a:pt x="99438" y="1"/>
                      <a:pt x="98591" y="1"/>
                    </a:cubicBezTo>
                    <a:lnTo>
                      <a:pt x="98591" y="1"/>
                    </a:lnTo>
                    <a:lnTo>
                      <a:pt x="88403" y="1"/>
                    </a:lnTo>
                    <a:cubicBezTo>
                      <a:pt x="87870" y="1"/>
                      <a:pt x="87431" y="440"/>
                      <a:pt x="87463" y="988"/>
                    </a:cubicBezTo>
                    <a:lnTo>
                      <a:pt x="87463" y="988"/>
                    </a:lnTo>
                    <a:cubicBezTo>
                      <a:pt x="87494" y="1490"/>
                      <a:pt x="87949" y="1882"/>
                      <a:pt x="88466" y="1882"/>
                    </a:cubicBezTo>
                    <a:lnTo>
                      <a:pt x="88466" y="1882"/>
                    </a:lnTo>
                    <a:lnTo>
                      <a:pt x="92149" y="1882"/>
                    </a:lnTo>
                    <a:cubicBezTo>
                      <a:pt x="92964" y="1882"/>
                      <a:pt x="93638" y="2540"/>
                      <a:pt x="93638" y="3355"/>
                    </a:cubicBezTo>
                    <a:lnTo>
                      <a:pt x="93638" y="3355"/>
                    </a:lnTo>
                    <a:lnTo>
                      <a:pt x="93638" y="5785"/>
                    </a:lnTo>
                    <a:cubicBezTo>
                      <a:pt x="93638" y="5988"/>
                      <a:pt x="93466" y="6161"/>
                      <a:pt x="93247" y="6161"/>
                    </a:cubicBezTo>
                    <a:lnTo>
                      <a:pt x="93247" y="6161"/>
                    </a:lnTo>
                    <a:lnTo>
                      <a:pt x="88293" y="6161"/>
                    </a:lnTo>
                    <a:cubicBezTo>
                      <a:pt x="87839" y="6161"/>
                      <a:pt x="87463" y="6537"/>
                      <a:pt x="87463" y="6992"/>
                    </a:cubicBezTo>
                    <a:lnTo>
                      <a:pt x="87463" y="6992"/>
                    </a:lnTo>
                    <a:lnTo>
                      <a:pt x="87463" y="9468"/>
                    </a:lnTo>
                    <a:cubicBezTo>
                      <a:pt x="87463" y="10299"/>
                      <a:pt x="87823" y="11036"/>
                      <a:pt x="88403" y="11537"/>
                    </a:cubicBezTo>
                    <a:lnTo>
                      <a:pt x="88403" y="11537"/>
                    </a:lnTo>
                    <a:cubicBezTo>
                      <a:pt x="88388" y="11615"/>
                      <a:pt x="88388" y="11678"/>
                      <a:pt x="88372" y="11741"/>
                    </a:cubicBezTo>
                    <a:lnTo>
                      <a:pt x="88372" y="11741"/>
                    </a:lnTo>
                    <a:lnTo>
                      <a:pt x="85221" y="11741"/>
                    </a:lnTo>
                    <a:lnTo>
                      <a:pt x="85221" y="3512"/>
                    </a:lnTo>
                    <a:cubicBezTo>
                      <a:pt x="85221" y="2430"/>
                      <a:pt x="84359" y="1553"/>
                      <a:pt x="83278" y="1553"/>
                    </a:cubicBezTo>
                    <a:lnTo>
                      <a:pt x="83278" y="1553"/>
                    </a:lnTo>
                    <a:lnTo>
                      <a:pt x="46083" y="1553"/>
                    </a:lnTo>
                    <a:cubicBezTo>
                      <a:pt x="45017" y="1553"/>
                      <a:pt x="44139" y="2430"/>
                      <a:pt x="44139" y="3512"/>
                    </a:cubicBezTo>
                    <a:lnTo>
                      <a:pt x="44139" y="3512"/>
                    </a:lnTo>
                    <a:lnTo>
                      <a:pt x="44139" y="10330"/>
                    </a:lnTo>
                    <a:lnTo>
                      <a:pt x="42211" y="10330"/>
                    </a:lnTo>
                    <a:lnTo>
                      <a:pt x="42211" y="3512"/>
                    </a:lnTo>
                    <a:cubicBezTo>
                      <a:pt x="42211" y="2430"/>
                      <a:pt x="41333" y="1553"/>
                      <a:pt x="40267" y="1553"/>
                    </a:cubicBezTo>
                    <a:lnTo>
                      <a:pt x="40267" y="1553"/>
                    </a:lnTo>
                    <a:lnTo>
                      <a:pt x="3072" y="1553"/>
                    </a:lnTo>
                    <a:cubicBezTo>
                      <a:pt x="2006" y="1553"/>
                      <a:pt x="1129" y="2430"/>
                      <a:pt x="1129" y="3512"/>
                    </a:cubicBezTo>
                    <a:lnTo>
                      <a:pt x="1129" y="3512"/>
                    </a:lnTo>
                    <a:lnTo>
                      <a:pt x="1129" y="10330"/>
                    </a:lnTo>
                    <a:lnTo>
                      <a:pt x="0" y="10330"/>
                    </a:lnTo>
                    <a:lnTo>
                      <a:pt x="0" y="11130"/>
                    </a:lnTo>
                    <a:lnTo>
                      <a:pt x="1129" y="11130"/>
                    </a:lnTo>
                    <a:lnTo>
                      <a:pt x="1129" y="12650"/>
                    </a:lnTo>
                    <a:lnTo>
                      <a:pt x="1865" y="12650"/>
                    </a:lnTo>
                    <a:cubicBezTo>
                      <a:pt x="1865" y="13481"/>
                      <a:pt x="2555" y="14170"/>
                      <a:pt x="3386" y="14170"/>
                    </a:cubicBezTo>
                    <a:lnTo>
                      <a:pt x="3386" y="14170"/>
                    </a:lnTo>
                    <a:cubicBezTo>
                      <a:pt x="4232" y="14170"/>
                      <a:pt x="4906" y="13481"/>
                      <a:pt x="4906" y="12650"/>
                    </a:cubicBezTo>
                    <a:lnTo>
                      <a:pt x="4906" y="12650"/>
                    </a:lnTo>
                    <a:lnTo>
                      <a:pt x="6113" y="12650"/>
                    </a:lnTo>
                    <a:cubicBezTo>
                      <a:pt x="6113" y="13481"/>
                      <a:pt x="6803" y="14170"/>
                      <a:pt x="7633" y="14170"/>
                    </a:cubicBezTo>
                    <a:lnTo>
                      <a:pt x="7633" y="14170"/>
                    </a:lnTo>
                    <a:cubicBezTo>
                      <a:pt x="8480" y="14170"/>
                      <a:pt x="9154" y="13481"/>
                      <a:pt x="9154" y="12650"/>
                    </a:cubicBezTo>
                    <a:lnTo>
                      <a:pt x="9154" y="12650"/>
                    </a:lnTo>
                    <a:lnTo>
                      <a:pt x="33966" y="12650"/>
                    </a:lnTo>
                    <a:cubicBezTo>
                      <a:pt x="33966" y="13481"/>
                      <a:pt x="34640" y="14170"/>
                      <a:pt x="35487" y="14170"/>
                    </a:cubicBezTo>
                    <a:lnTo>
                      <a:pt x="35487" y="14170"/>
                    </a:lnTo>
                    <a:cubicBezTo>
                      <a:pt x="36317" y="14170"/>
                      <a:pt x="37007" y="13481"/>
                      <a:pt x="37007" y="12650"/>
                    </a:cubicBezTo>
                    <a:lnTo>
                      <a:pt x="37007" y="12650"/>
                    </a:lnTo>
                    <a:lnTo>
                      <a:pt x="38198" y="12650"/>
                    </a:lnTo>
                    <a:cubicBezTo>
                      <a:pt x="38198" y="13481"/>
                      <a:pt x="38888" y="14170"/>
                      <a:pt x="39734" y="14170"/>
                    </a:cubicBezTo>
                    <a:lnTo>
                      <a:pt x="39734" y="14170"/>
                    </a:lnTo>
                    <a:cubicBezTo>
                      <a:pt x="40565" y="14170"/>
                      <a:pt x="41255" y="13481"/>
                      <a:pt x="41255" y="12650"/>
                    </a:cubicBezTo>
                    <a:lnTo>
                      <a:pt x="41255" y="12650"/>
                    </a:lnTo>
                    <a:lnTo>
                      <a:pt x="42211" y="12650"/>
                    </a:lnTo>
                    <a:lnTo>
                      <a:pt x="42211" y="11130"/>
                    </a:lnTo>
                    <a:lnTo>
                      <a:pt x="44139" y="11130"/>
                    </a:lnTo>
                    <a:lnTo>
                      <a:pt x="44139" y="12650"/>
                    </a:lnTo>
                    <a:lnTo>
                      <a:pt x="44876" y="12650"/>
                    </a:lnTo>
                    <a:cubicBezTo>
                      <a:pt x="44876" y="13481"/>
                      <a:pt x="45565" y="14170"/>
                      <a:pt x="46412" y="14170"/>
                    </a:cubicBezTo>
                    <a:lnTo>
                      <a:pt x="46412" y="14170"/>
                    </a:lnTo>
                    <a:cubicBezTo>
                      <a:pt x="47242" y="14170"/>
                      <a:pt x="47932" y="13481"/>
                      <a:pt x="47932" y="12650"/>
                    </a:cubicBezTo>
                    <a:lnTo>
                      <a:pt x="47932" y="12650"/>
                    </a:lnTo>
                    <a:lnTo>
                      <a:pt x="49123" y="12650"/>
                    </a:lnTo>
                    <a:cubicBezTo>
                      <a:pt x="49123" y="13481"/>
                      <a:pt x="49813" y="14170"/>
                      <a:pt x="50644" y="14170"/>
                    </a:cubicBezTo>
                    <a:lnTo>
                      <a:pt x="50644" y="14170"/>
                    </a:lnTo>
                    <a:cubicBezTo>
                      <a:pt x="51490" y="14170"/>
                      <a:pt x="52164" y="13481"/>
                      <a:pt x="52164" y="12650"/>
                    </a:cubicBezTo>
                    <a:lnTo>
                      <a:pt x="52164" y="12650"/>
                    </a:lnTo>
                    <a:lnTo>
                      <a:pt x="76977" y="12650"/>
                    </a:lnTo>
                    <a:cubicBezTo>
                      <a:pt x="76977" y="13481"/>
                      <a:pt x="77651" y="14170"/>
                      <a:pt x="78497" y="14170"/>
                    </a:cubicBezTo>
                    <a:lnTo>
                      <a:pt x="78497" y="14170"/>
                    </a:lnTo>
                    <a:cubicBezTo>
                      <a:pt x="79343" y="14170"/>
                      <a:pt x="80017" y="13481"/>
                      <a:pt x="80017" y="12650"/>
                    </a:cubicBezTo>
                    <a:lnTo>
                      <a:pt x="80017" y="12650"/>
                    </a:lnTo>
                    <a:lnTo>
                      <a:pt x="81224" y="12650"/>
                    </a:lnTo>
                    <a:cubicBezTo>
                      <a:pt x="81224" y="13481"/>
                      <a:pt x="81898" y="14170"/>
                      <a:pt x="82745" y="14170"/>
                    </a:cubicBezTo>
                    <a:lnTo>
                      <a:pt x="82745" y="14170"/>
                    </a:lnTo>
                    <a:cubicBezTo>
                      <a:pt x="83575" y="14170"/>
                      <a:pt x="84265" y="13481"/>
                      <a:pt x="84265" y="12650"/>
                    </a:cubicBezTo>
                    <a:lnTo>
                      <a:pt x="84265" y="12650"/>
                    </a:lnTo>
                    <a:lnTo>
                      <a:pt x="88497" y="12650"/>
                    </a:lnTo>
                    <a:cubicBezTo>
                      <a:pt x="88811" y="13528"/>
                      <a:pt x="89657" y="14170"/>
                      <a:pt x="90645" y="14170"/>
                    </a:cubicBezTo>
                    <a:lnTo>
                      <a:pt x="90645" y="14170"/>
                    </a:lnTo>
                    <a:cubicBezTo>
                      <a:pt x="91789" y="14170"/>
                      <a:pt x="92729" y="13340"/>
                      <a:pt x="92902" y="12258"/>
                    </a:cubicBezTo>
                    <a:lnTo>
                      <a:pt x="92902" y="12258"/>
                    </a:lnTo>
                    <a:lnTo>
                      <a:pt x="94939" y="12258"/>
                    </a:lnTo>
                    <a:cubicBezTo>
                      <a:pt x="95174" y="13340"/>
                      <a:pt x="96146" y="14170"/>
                      <a:pt x="97322" y="14170"/>
                    </a:cubicBezTo>
                    <a:lnTo>
                      <a:pt x="97322" y="14170"/>
                    </a:lnTo>
                    <a:cubicBezTo>
                      <a:pt x="98482" y="14170"/>
                      <a:pt x="99454" y="13340"/>
                      <a:pt x="99704" y="12258"/>
                    </a:cubicBezTo>
                    <a:lnTo>
                      <a:pt x="99704" y="12258"/>
                    </a:lnTo>
                    <a:lnTo>
                      <a:pt x="100535" y="12258"/>
                    </a:lnTo>
                    <a:cubicBezTo>
                      <a:pt x="100770" y="13340"/>
                      <a:pt x="101758" y="14170"/>
                      <a:pt x="102918" y="14170"/>
                    </a:cubicBezTo>
                    <a:lnTo>
                      <a:pt x="102918" y="14170"/>
                    </a:lnTo>
                    <a:cubicBezTo>
                      <a:pt x="104093" y="14170"/>
                      <a:pt x="105065" y="13340"/>
                      <a:pt x="105300" y="12258"/>
                    </a:cubicBezTo>
                    <a:lnTo>
                      <a:pt x="105300" y="12258"/>
                    </a:lnTo>
                    <a:lnTo>
                      <a:pt x="106601" y="12258"/>
                    </a:lnTo>
                    <a:cubicBezTo>
                      <a:pt x="106836" y="13340"/>
                      <a:pt x="107808" y="14170"/>
                      <a:pt x="108984" y="14170"/>
                    </a:cubicBezTo>
                    <a:lnTo>
                      <a:pt x="108984" y="14170"/>
                    </a:lnTo>
                    <a:cubicBezTo>
                      <a:pt x="110143" y="14170"/>
                      <a:pt x="111115" y="13340"/>
                      <a:pt x="111366" y="12258"/>
                    </a:cubicBezTo>
                    <a:lnTo>
                      <a:pt x="111366" y="12258"/>
                    </a:lnTo>
                    <a:lnTo>
                      <a:pt x="112197" y="12258"/>
                    </a:lnTo>
                    <a:cubicBezTo>
                      <a:pt x="112448" y="13340"/>
                      <a:pt x="113419" y="14170"/>
                      <a:pt x="114579" y="14170"/>
                    </a:cubicBezTo>
                    <a:lnTo>
                      <a:pt x="114579" y="14170"/>
                    </a:lnTo>
                    <a:cubicBezTo>
                      <a:pt x="115755" y="14170"/>
                      <a:pt x="116727" y="13340"/>
                      <a:pt x="116962" y="12258"/>
                    </a:cubicBezTo>
                    <a:lnTo>
                      <a:pt x="116962" y="12258"/>
                    </a:lnTo>
                    <a:lnTo>
                      <a:pt x="117244" y="12258"/>
                    </a:lnTo>
                    <a:cubicBezTo>
                      <a:pt x="117056" y="12525"/>
                      <a:pt x="116977" y="12854"/>
                      <a:pt x="117056" y="13230"/>
                    </a:cubicBezTo>
                    <a:lnTo>
                      <a:pt x="117056" y="13230"/>
                    </a:lnTo>
                    <a:cubicBezTo>
                      <a:pt x="117166" y="13684"/>
                      <a:pt x="117542" y="14061"/>
                      <a:pt x="118012" y="14139"/>
                    </a:cubicBezTo>
                    <a:lnTo>
                      <a:pt x="118012" y="14139"/>
                    </a:lnTo>
                    <a:cubicBezTo>
                      <a:pt x="118655" y="14264"/>
                      <a:pt x="119219" y="13888"/>
                      <a:pt x="119391" y="13324"/>
                    </a:cubicBezTo>
                    <a:lnTo>
                      <a:pt x="119391" y="13324"/>
                    </a:lnTo>
                    <a:cubicBezTo>
                      <a:pt x="122369" y="13308"/>
                      <a:pt x="123028" y="12556"/>
                      <a:pt x="123028" y="12556"/>
                    </a:cubicBezTo>
                    <a:lnTo>
                      <a:pt x="123028" y="12556"/>
                    </a:lnTo>
                    <a:lnTo>
                      <a:pt x="119783" y="9108"/>
                    </a:lnTo>
                    <a:lnTo>
                      <a:pt x="118749" y="9108"/>
                    </a:lnTo>
                    <a:cubicBezTo>
                      <a:pt x="120128" y="8841"/>
                      <a:pt x="121178" y="7619"/>
                      <a:pt x="121178" y="6161"/>
                    </a:cubicBezTo>
                    <a:lnTo>
                      <a:pt x="121178" y="6161"/>
                    </a:lnTo>
                    <a:cubicBezTo>
                      <a:pt x="121178" y="5330"/>
                      <a:pt x="120849" y="4578"/>
                      <a:pt x="120300" y="4045"/>
                    </a:cubicBezTo>
                    <a:lnTo>
                      <a:pt x="120300" y="4045"/>
                    </a:lnTo>
                    <a:cubicBezTo>
                      <a:pt x="119752" y="3496"/>
                      <a:pt x="118999" y="3167"/>
                      <a:pt x="118184" y="3167"/>
                    </a:cubicBezTo>
                    <a:lnTo>
                      <a:pt x="118184" y="3167"/>
                    </a:lnTo>
                    <a:lnTo>
                      <a:pt x="116068" y="3167"/>
                    </a:lnTo>
                    <a:lnTo>
                      <a:pt x="116068" y="1239"/>
                    </a:lnTo>
                    <a:lnTo>
                      <a:pt x="116601" y="1239"/>
                    </a:lnTo>
                    <a:lnTo>
                      <a:pt x="116601" y="1"/>
                    </a:lnTo>
                    <a:close/>
                    <a:moveTo>
                      <a:pt x="58214" y="11130"/>
                    </a:moveTo>
                    <a:lnTo>
                      <a:pt x="71146" y="11130"/>
                    </a:lnTo>
                    <a:lnTo>
                      <a:pt x="71146" y="11741"/>
                    </a:lnTo>
                    <a:lnTo>
                      <a:pt x="58214" y="11741"/>
                    </a:lnTo>
                    <a:close/>
                    <a:moveTo>
                      <a:pt x="15204" y="11130"/>
                    </a:moveTo>
                    <a:lnTo>
                      <a:pt x="28135" y="11130"/>
                    </a:lnTo>
                    <a:lnTo>
                      <a:pt x="28135" y="11741"/>
                    </a:lnTo>
                    <a:lnTo>
                      <a:pt x="15204" y="11741"/>
                    </a:lnTo>
                    <a:close/>
                  </a:path>
                </a:pathLst>
              </a:custGeom>
              <a:solidFill>
                <a:srgbClr val="0913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51" name="Google Shape;1120;p30">
                <a:extLst>
                  <a:ext uri="{FF2B5EF4-FFF2-40B4-BE49-F238E27FC236}">
                    <a16:creationId xmlns:a16="http://schemas.microsoft.com/office/drawing/2014/main" id="{1610876E-60D4-2A49-753A-52AE50562CE2}"/>
                  </a:ext>
                </a:extLst>
              </p:cNvPr>
              <p:cNvSpPr/>
              <p:nvPr/>
            </p:nvSpPr>
            <p:spPr>
              <a:xfrm>
                <a:off x="5924600" y="3351575"/>
                <a:ext cx="74475" cy="70575"/>
              </a:xfrm>
              <a:custGeom>
                <a:avLst/>
                <a:gdLst/>
                <a:ahLst/>
                <a:cxnLst/>
                <a:rect l="l" t="t" r="r" b="b"/>
                <a:pathLst>
                  <a:path w="2979" h="2823" extrusionOk="0">
                    <a:moveTo>
                      <a:pt x="1050" y="1"/>
                    </a:moveTo>
                    <a:cubicBezTo>
                      <a:pt x="470" y="1"/>
                      <a:pt x="0" y="471"/>
                      <a:pt x="0" y="1051"/>
                    </a:cubicBezTo>
                    <a:lnTo>
                      <a:pt x="0" y="1788"/>
                    </a:lnTo>
                    <a:cubicBezTo>
                      <a:pt x="0" y="2368"/>
                      <a:pt x="470" y="2822"/>
                      <a:pt x="1050" y="2822"/>
                    </a:cubicBezTo>
                    <a:lnTo>
                      <a:pt x="1944" y="2822"/>
                    </a:lnTo>
                    <a:cubicBezTo>
                      <a:pt x="2508" y="2822"/>
                      <a:pt x="2978" y="2368"/>
                      <a:pt x="2978" y="1788"/>
                    </a:cubicBezTo>
                    <a:lnTo>
                      <a:pt x="2978" y="1051"/>
                    </a:lnTo>
                    <a:cubicBezTo>
                      <a:pt x="2978" y="471"/>
                      <a:pt x="2508"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2" name="Google Shape;1121;p30">
                <a:extLst>
                  <a:ext uri="{FF2B5EF4-FFF2-40B4-BE49-F238E27FC236}">
                    <a16:creationId xmlns:a16="http://schemas.microsoft.com/office/drawing/2014/main" id="{BC532B2B-4FD9-7AA1-862D-6C6C6A803450}"/>
                  </a:ext>
                </a:extLst>
              </p:cNvPr>
              <p:cNvSpPr/>
              <p:nvPr/>
            </p:nvSpPr>
            <p:spPr>
              <a:xfrm>
                <a:off x="5812125" y="3351575"/>
                <a:ext cx="74475" cy="70575"/>
              </a:xfrm>
              <a:custGeom>
                <a:avLst/>
                <a:gdLst/>
                <a:ahLst/>
                <a:cxnLst/>
                <a:rect l="l" t="t" r="r" b="b"/>
                <a:pathLst>
                  <a:path w="2979" h="2823" extrusionOk="0">
                    <a:moveTo>
                      <a:pt x="1035" y="1"/>
                    </a:moveTo>
                    <a:cubicBezTo>
                      <a:pt x="455" y="1"/>
                      <a:pt x="0" y="471"/>
                      <a:pt x="0" y="1051"/>
                    </a:cubicBezTo>
                    <a:lnTo>
                      <a:pt x="0" y="1788"/>
                    </a:lnTo>
                    <a:cubicBezTo>
                      <a:pt x="0" y="2368"/>
                      <a:pt x="455" y="2822"/>
                      <a:pt x="1035" y="2822"/>
                    </a:cubicBezTo>
                    <a:lnTo>
                      <a:pt x="1928" y="2822"/>
                    </a:lnTo>
                    <a:cubicBezTo>
                      <a:pt x="2508" y="2822"/>
                      <a:pt x="2979" y="2368"/>
                      <a:pt x="2979" y="1788"/>
                    </a:cubicBezTo>
                    <a:lnTo>
                      <a:pt x="2979" y="1051"/>
                    </a:lnTo>
                    <a:cubicBezTo>
                      <a:pt x="2979" y="471"/>
                      <a:pt x="2508" y="1"/>
                      <a:pt x="192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3" name="Google Shape;1122;p30">
                <a:extLst>
                  <a:ext uri="{FF2B5EF4-FFF2-40B4-BE49-F238E27FC236}">
                    <a16:creationId xmlns:a16="http://schemas.microsoft.com/office/drawing/2014/main" id="{90C4A201-5DB2-FE12-BCB5-B0224ECE47E6}"/>
                  </a:ext>
                </a:extLst>
              </p:cNvPr>
              <p:cNvSpPr/>
              <p:nvPr/>
            </p:nvSpPr>
            <p:spPr>
              <a:xfrm>
                <a:off x="5703575" y="3351575"/>
                <a:ext cx="74475" cy="70575"/>
              </a:xfrm>
              <a:custGeom>
                <a:avLst/>
                <a:gdLst/>
                <a:ahLst/>
                <a:cxnLst/>
                <a:rect l="l" t="t" r="r" b="b"/>
                <a:pathLst>
                  <a:path w="2979" h="2823" extrusionOk="0">
                    <a:moveTo>
                      <a:pt x="1051" y="1"/>
                    </a:moveTo>
                    <a:cubicBezTo>
                      <a:pt x="471" y="1"/>
                      <a:pt x="1" y="471"/>
                      <a:pt x="1" y="1051"/>
                    </a:cubicBezTo>
                    <a:lnTo>
                      <a:pt x="1" y="1788"/>
                    </a:lnTo>
                    <a:cubicBezTo>
                      <a:pt x="1" y="2368"/>
                      <a:pt x="471" y="2822"/>
                      <a:pt x="1051" y="2822"/>
                    </a:cubicBezTo>
                    <a:lnTo>
                      <a:pt x="1944" y="2822"/>
                    </a:lnTo>
                    <a:cubicBezTo>
                      <a:pt x="2524" y="2822"/>
                      <a:pt x="2979" y="2368"/>
                      <a:pt x="2979" y="1788"/>
                    </a:cubicBezTo>
                    <a:lnTo>
                      <a:pt x="2979" y="1051"/>
                    </a:lnTo>
                    <a:cubicBezTo>
                      <a:pt x="2979"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4" name="Google Shape;1123;p30">
                <a:extLst>
                  <a:ext uri="{FF2B5EF4-FFF2-40B4-BE49-F238E27FC236}">
                    <a16:creationId xmlns:a16="http://schemas.microsoft.com/office/drawing/2014/main" id="{9A31B75A-22C0-A074-1534-7C5D02752974}"/>
                  </a:ext>
                </a:extLst>
              </p:cNvPr>
              <p:cNvSpPr/>
              <p:nvPr/>
            </p:nvSpPr>
            <p:spPr>
              <a:xfrm>
                <a:off x="5595425" y="3351575"/>
                <a:ext cx="74475" cy="70575"/>
              </a:xfrm>
              <a:custGeom>
                <a:avLst/>
                <a:gdLst/>
                <a:ahLst/>
                <a:cxnLst/>
                <a:rect l="l" t="t" r="r" b="b"/>
                <a:pathLst>
                  <a:path w="2979" h="2823" extrusionOk="0">
                    <a:moveTo>
                      <a:pt x="1035" y="1"/>
                    </a:moveTo>
                    <a:cubicBezTo>
                      <a:pt x="455" y="1"/>
                      <a:pt x="1" y="471"/>
                      <a:pt x="1" y="1051"/>
                    </a:cubicBezTo>
                    <a:lnTo>
                      <a:pt x="1" y="1788"/>
                    </a:lnTo>
                    <a:cubicBezTo>
                      <a:pt x="1" y="2368"/>
                      <a:pt x="455" y="2822"/>
                      <a:pt x="1035" y="2822"/>
                    </a:cubicBezTo>
                    <a:lnTo>
                      <a:pt x="1929" y="2822"/>
                    </a:lnTo>
                    <a:cubicBezTo>
                      <a:pt x="2508" y="2822"/>
                      <a:pt x="2979" y="2368"/>
                      <a:pt x="2979" y="1788"/>
                    </a:cubicBezTo>
                    <a:lnTo>
                      <a:pt x="2979" y="1051"/>
                    </a:lnTo>
                    <a:cubicBezTo>
                      <a:pt x="2979" y="471"/>
                      <a:pt x="2508" y="1"/>
                      <a:pt x="19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5" name="Google Shape;1124;p30">
                <a:extLst>
                  <a:ext uri="{FF2B5EF4-FFF2-40B4-BE49-F238E27FC236}">
                    <a16:creationId xmlns:a16="http://schemas.microsoft.com/office/drawing/2014/main" id="{F9640E93-258A-EC4E-95AA-2E1D5F930075}"/>
                  </a:ext>
                </a:extLst>
              </p:cNvPr>
              <p:cNvSpPr/>
              <p:nvPr/>
            </p:nvSpPr>
            <p:spPr>
              <a:xfrm>
                <a:off x="5486875" y="3351575"/>
                <a:ext cx="74475" cy="70575"/>
              </a:xfrm>
              <a:custGeom>
                <a:avLst/>
                <a:gdLst/>
                <a:ahLst/>
                <a:cxnLst/>
                <a:rect l="l" t="t" r="r" b="b"/>
                <a:pathLst>
                  <a:path w="2979" h="2823" extrusionOk="0">
                    <a:moveTo>
                      <a:pt x="1051" y="1"/>
                    </a:moveTo>
                    <a:cubicBezTo>
                      <a:pt x="471" y="1"/>
                      <a:pt x="1" y="471"/>
                      <a:pt x="1" y="1051"/>
                    </a:cubicBezTo>
                    <a:lnTo>
                      <a:pt x="1" y="1788"/>
                    </a:lnTo>
                    <a:cubicBezTo>
                      <a:pt x="1" y="2368"/>
                      <a:pt x="471" y="2822"/>
                      <a:pt x="1051" y="2822"/>
                    </a:cubicBezTo>
                    <a:lnTo>
                      <a:pt x="1944" y="2822"/>
                    </a:lnTo>
                    <a:cubicBezTo>
                      <a:pt x="2509" y="2822"/>
                      <a:pt x="2979" y="2368"/>
                      <a:pt x="2979" y="1788"/>
                    </a:cubicBezTo>
                    <a:lnTo>
                      <a:pt x="2979" y="1051"/>
                    </a:lnTo>
                    <a:cubicBezTo>
                      <a:pt x="2979" y="471"/>
                      <a:pt x="2509"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6" name="Google Shape;1125;p30">
                <a:extLst>
                  <a:ext uri="{FF2B5EF4-FFF2-40B4-BE49-F238E27FC236}">
                    <a16:creationId xmlns:a16="http://schemas.microsoft.com/office/drawing/2014/main" id="{ED46A8C4-9996-B9E3-BE2A-CBFBD579C6F3}"/>
                  </a:ext>
                </a:extLst>
              </p:cNvPr>
              <p:cNvSpPr/>
              <p:nvPr/>
            </p:nvSpPr>
            <p:spPr>
              <a:xfrm>
                <a:off x="5378350" y="3351575"/>
                <a:ext cx="74850" cy="70575"/>
              </a:xfrm>
              <a:custGeom>
                <a:avLst/>
                <a:gdLst/>
                <a:ahLst/>
                <a:cxnLst/>
                <a:rect l="l" t="t" r="r" b="b"/>
                <a:pathLst>
                  <a:path w="2994" h="2823" extrusionOk="0">
                    <a:moveTo>
                      <a:pt x="1050" y="1"/>
                    </a:moveTo>
                    <a:cubicBezTo>
                      <a:pt x="470" y="1"/>
                      <a:pt x="0" y="471"/>
                      <a:pt x="0" y="1051"/>
                    </a:cubicBezTo>
                    <a:lnTo>
                      <a:pt x="0" y="1788"/>
                    </a:lnTo>
                    <a:cubicBezTo>
                      <a:pt x="0" y="2368"/>
                      <a:pt x="470" y="2822"/>
                      <a:pt x="1050"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7" name="Google Shape;1126;p30">
                <a:extLst>
                  <a:ext uri="{FF2B5EF4-FFF2-40B4-BE49-F238E27FC236}">
                    <a16:creationId xmlns:a16="http://schemas.microsoft.com/office/drawing/2014/main" id="{C3F779BA-5144-A53A-735A-8C8CBCD0B4EC}"/>
                  </a:ext>
                </a:extLst>
              </p:cNvPr>
              <p:cNvSpPr/>
              <p:nvPr/>
            </p:nvSpPr>
            <p:spPr>
              <a:xfrm>
                <a:off x="5270175" y="3351575"/>
                <a:ext cx="74500" cy="70575"/>
              </a:xfrm>
              <a:custGeom>
                <a:avLst/>
                <a:gdLst/>
                <a:ahLst/>
                <a:cxnLst/>
                <a:rect l="l" t="t" r="r" b="b"/>
                <a:pathLst>
                  <a:path w="2980" h="2823" extrusionOk="0">
                    <a:moveTo>
                      <a:pt x="1051" y="1"/>
                    </a:moveTo>
                    <a:cubicBezTo>
                      <a:pt x="471" y="1"/>
                      <a:pt x="1" y="471"/>
                      <a:pt x="1" y="1051"/>
                    </a:cubicBezTo>
                    <a:lnTo>
                      <a:pt x="1" y="1788"/>
                    </a:lnTo>
                    <a:cubicBezTo>
                      <a:pt x="1" y="2368"/>
                      <a:pt x="471" y="2822"/>
                      <a:pt x="1051" y="2822"/>
                    </a:cubicBezTo>
                    <a:lnTo>
                      <a:pt x="1945" y="2822"/>
                    </a:lnTo>
                    <a:cubicBezTo>
                      <a:pt x="2509" y="2822"/>
                      <a:pt x="2979" y="2368"/>
                      <a:pt x="2979" y="1788"/>
                    </a:cubicBezTo>
                    <a:lnTo>
                      <a:pt x="2979" y="1051"/>
                    </a:lnTo>
                    <a:cubicBezTo>
                      <a:pt x="2979" y="471"/>
                      <a:pt x="2509" y="1"/>
                      <a:pt x="194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8" name="Google Shape;1127;p30">
                <a:extLst>
                  <a:ext uri="{FF2B5EF4-FFF2-40B4-BE49-F238E27FC236}">
                    <a16:creationId xmlns:a16="http://schemas.microsoft.com/office/drawing/2014/main" id="{7D91ABC9-1D1B-564A-FE46-BD3278511ACE}"/>
                  </a:ext>
                </a:extLst>
              </p:cNvPr>
              <p:cNvSpPr/>
              <p:nvPr/>
            </p:nvSpPr>
            <p:spPr>
              <a:xfrm>
                <a:off x="5161650" y="3351575"/>
                <a:ext cx="74850" cy="70575"/>
              </a:xfrm>
              <a:custGeom>
                <a:avLst/>
                <a:gdLst/>
                <a:ahLst/>
                <a:cxnLst/>
                <a:rect l="l" t="t" r="r" b="b"/>
                <a:pathLst>
                  <a:path w="2994" h="2823" extrusionOk="0">
                    <a:moveTo>
                      <a:pt x="1050" y="1"/>
                    </a:moveTo>
                    <a:cubicBezTo>
                      <a:pt x="470" y="1"/>
                      <a:pt x="0" y="471"/>
                      <a:pt x="0" y="1051"/>
                    </a:cubicBezTo>
                    <a:lnTo>
                      <a:pt x="0" y="1788"/>
                    </a:lnTo>
                    <a:cubicBezTo>
                      <a:pt x="0" y="2368"/>
                      <a:pt x="470" y="2822"/>
                      <a:pt x="1050"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9" name="Google Shape;1128;p30">
                <a:extLst>
                  <a:ext uri="{FF2B5EF4-FFF2-40B4-BE49-F238E27FC236}">
                    <a16:creationId xmlns:a16="http://schemas.microsoft.com/office/drawing/2014/main" id="{C81734E3-3429-8B53-7ABC-76B328D7C748}"/>
                  </a:ext>
                </a:extLst>
              </p:cNvPr>
              <p:cNvSpPr/>
              <p:nvPr/>
            </p:nvSpPr>
            <p:spPr>
              <a:xfrm>
                <a:off x="4849325" y="3351575"/>
                <a:ext cx="74475" cy="70575"/>
              </a:xfrm>
              <a:custGeom>
                <a:avLst/>
                <a:gdLst/>
                <a:ahLst/>
                <a:cxnLst/>
                <a:rect l="l" t="t" r="r" b="b"/>
                <a:pathLst>
                  <a:path w="2979" h="2823" extrusionOk="0">
                    <a:moveTo>
                      <a:pt x="1035" y="1"/>
                    </a:moveTo>
                    <a:cubicBezTo>
                      <a:pt x="471" y="1"/>
                      <a:pt x="1" y="471"/>
                      <a:pt x="1" y="1051"/>
                    </a:cubicBezTo>
                    <a:lnTo>
                      <a:pt x="1" y="1788"/>
                    </a:lnTo>
                    <a:cubicBezTo>
                      <a:pt x="1" y="2368"/>
                      <a:pt x="471" y="2822"/>
                      <a:pt x="1035" y="2822"/>
                    </a:cubicBezTo>
                    <a:lnTo>
                      <a:pt x="1929" y="2822"/>
                    </a:lnTo>
                    <a:cubicBezTo>
                      <a:pt x="2509" y="2822"/>
                      <a:pt x="2979" y="2368"/>
                      <a:pt x="2979" y="1788"/>
                    </a:cubicBezTo>
                    <a:lnTo>
                      <a:pt x="2979" y="1051"/>
                    </a:lnTo>
                    <a:cubicBezTo>
                      <a:pt x="2979" y="471"/>
                      <a:pt x="2509" y="1"/>
                      <a:pt x="19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0" name="Google Shape;1129;p30">
                <a:extLst>
                  <a:ext uri="{FF2B5EF4-FFF2-40B4-BE49-F238E27FC236}">
                    <a16:creationId xmlns:a16="http://schemas.microsoft.com/office/drawing/2014/main" id="{856C6C68-5841-939E-0C7D-320EB30A5FA1}"/>
                  </a:ext>
                </a:extLst>
              </p:cNvPr>
              <p:cNvSpPr/>
              <p:nvPr/>
            </p:nvSpPr>
            <p:spPr>
              <a:xfrm>
                <a:off x="4736475" y="3351575"/>
                <a:ext cx="74875" cy="70575"/>
              </a:xfrm>
              <a:custGeom>
                <a:avLst/>
                <a:gdLst/>
                <a:ahLst/>
                <a:cxnLst/>
                <a:rect l="l" t="t" r="r" b="b"/>
                <a:pathLst>
                  <a:path w="2995" h="2823" extrusionOk="0">
                    <a:moveTo>
                      <a:pt x="1051" y="1"/>
                    </a:moveTo>
                    <a:cubicBezTo>
                      <a:pt x="471" y="1"/>
                      <a:pt x="0" y="471"/>
                      <a:pt x="0" y="1051"/>
                    </a:cubicBezTo>
                    <a:lnTo>
                      <a:pt x="0" y="1788"/>
                    </a:lnTo>
                    <a:cubicBezTo>
                      <a:pt x="0" y="2368"/>
                      <a:pt x="471" y="2822"/>
                      <a:pt x="1051"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1" name="Google Shape;1130;p30">
                <a:extLst>
                  <a:ext uri="{FF2B5EF4-FFF2-40B4-BE49-F238E27FC236}">
                    <a16:creationId xmlns:a16="http://schemas.microsoft.com/office/drawing/2014/main" id="{8E414856-548B-FEF3-383D-F3EA811ACF7E}"/>
                  </a:ext>
                </a:extLst>
              </p:cNvPr>
              <p:cNvSpPr/>
              <p:nvPr/>
            </p:nvSpPr>
            <p:spPr>
              <a:xfrm>
                <a:off x="4628325" y="3351575"/>
                <a:ext cx="74475" cy="70575"/>
              </a:xfrm>
              <a:custGeom>
                <a:avLst/>
                <a:gdLst/>
                <a:ahLst/>
                <a:cxnLst/>
                <a:rect l="l" t="t" r="r" b="b"/>
                <a:pathLst>
                  <a:path w="2979" h="2823" extrusionOk="0">
                    <a:moveTo>
                      <a:pt x="1051" y="1"/>
                    </a:moveTo>
                    <a:cubicBezTo>
                      <a:pt x="471" y="1"/>
                      <a:pt x="0" y="471"/>
                      <a:pt x="0" y="1051"/>
                    </a:cubicBezTo>
                    <a:lnTo>
                      <a:pt x="0" y="1788"/>
                    </a:lnTo>
                    <a:cubicBezTo>
                      <a:pt x="0" y="2368"/>
                      <a:pt x="471" y="2822"/>
                      <a:pt x="1051" y="2822"/>
                    </a:cubicBezTo>
                    <a:lnTo>
                      <a:pt x="1944" y="2822"/>
                    </a:lnTo>
                    <a:cubicBezTo>
                      <a:pt x="2508" y="2822"/>
                      <a:pt x="2978" y="2368"/>
                      <a:pt x="2978" y="1788"/>
                    </a:cubicBezTo>
                    <a:lnTo>
                      <a:pt x="2978" y="1051"/>
                    </a:lnTo>
                    <a:cubicBezTo>
                      <a:pt x="2978" y="471"/>
                      <a:pt x="2508"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2" name="Google Shape;1131;p30">
                <a:extLst>
                  <a:ext uri="{FF2B5EF4-FFF2-40B4-BE49-F238E27FC236}">
                    <a16:creationId xmlns:a16="http://schemas.microsoft.com/office/drawing/2014/main" id="{9F6CCAF8-47F9-8B4F-8EA7-9682573B56CA}"/>
                  </a:ext>
                </a:extLst>
              </p:cNvPr>
              <p:cNvSpPr/>
              <p:nvPr/>
            </p:nvSpPr>
            <p:spPr>
              <a:xfrm>
                <a:off x="4519775" y="3351575"/>
                <a:ext cx="74875" cy="70575"/>
              </a:xfrm>
              <a:custGeom>
                <a:avLst/>
                <a:gdLst/>
                <a:ahLst/>
                <a:cxnLst/>
                <a:rect l="l" t="t" r="r" b="b"/>
                <a:pathLst>
                  <a:path w="2995" h="2823" extrusionOk="0">
                    <a:moveTo>
                      <a:pt x="1051" y="1"/>
                    </a:moveTo>
                    <a:cubicBezTo>
                      <a:pt x="471" y="1"/>
                      <a:pt x="1" y="471"/>
                      <a:pt x="1" y="1051"/>
                    </a:cubicBezTo>
                    <a:lnTo>
                      <a:pt x="1" y="1788"/>
                    </a:lnTo>
                    <a:cubicBezTo>
                      <a:pt x="1" y="2368"/>
                      <a:pt x="471" y="2822"/>
                      <a:pt x="1051"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3" name="Google Shape;1132;p30">
                <a:extLst>
                  <a:ext uri="{FF2B5EF4-FFF2-40B4-BE49-F238E27FC236}">
                    <a16:creationId xmlns:a16="http://schemas.microsoft.com/office/drawing/2014/main" id="{2EA54744-BF7B-AC4A-F8E4-7EC9C262C0CA}"/>
                  </a:ext>
                </a:extLst>
              </p:cNvPr>
              <p:cNvSpPr/>
              <p:nvPr/>
            </p:nvSpPr>
            <p:spPr>
              <a:xfrm>
                <a:off x="4411625" y="3351575"/>
                <a:ext cx="74475" cy="70575"/>
              </a:xfrm>
              <a:custGeom>
                <a:avLst/>
                <a:gdLst/>
                <a:ahLst/>
                <a:cxnLst/>
                <a:rect l="l" t="t" r="r" b="b"/>
                <a:pathLst>
                  <a:path w="2979" h="2823" extrusionOk="0">
                    <a:moveTo>
                      <a:pt x="1035" y="1"/>
                    </a:moveTo>
                    <a:cubicBezTo>
                      <a:pt x="471" y="1"/>
                      <a:pt x="0" y="471"/>
                      <a:pt x="0" y="1051"/>
                    </a:cubicBezTo>
                    <a:lnTo>
                      <a:pt x="0" y="1788"/>
                    </a:lnTo>
                    <a:cubicBezTo>
                      <a:pt x="0" y="2368"/>
                      <a:pt x="471" y="2822"/>
                      <a:pt x="1035" y="2822"/>
                    </a:cubicBezTo>
                    <a:lnTo>
                      <a:pt x="1928" y="2822"/>
                    </a:lnTo>
                    <a:cubicBezTo>
                      <a:pt x="2508" y="2822"/>
                      <a:pt x="2979" y="2368"/>
                      <a:pt x="2979" y="1788"/>
                    </a:cubicBezTo>
                    <a:lnTo>
                      <a:pt x="2979" y="1051"/>
                    </a:lnTo>
                    <a:cubicBezTo>
                      <a:pt x="2979" y="471"/>
                      <a:pt x="2508" y="1"/>
                      <a:pt x="192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4" name="Google Shape;1133;p30">
                <a:extLst>
                  <a:ext uri="{FF2B5EF4-FFF2-40B4-BE49-F238E27FC236}">
                    <a16:creationId xmlns:a16="http://schemas.microsoft.com/office/drawing/2014/main" id="{009D4D20-A271-A01C-4F32-3AF19FE51EE2}"/>
                  </a:ext>
                </a:extLst>
              </p:cNvPr>
              <p:cNvSpPr/>
              <p:nvPr/>
            </p:nvSpPr>
            <p:spPr>
              <a:xfrm>
                <a:off x="4303075" y="3351575"/>
                <a:ext cx="74875" cy="70575"/>
              </a:xfrm>
              <a:custGeom>
                <a:avLst/>
                <a:gdLst/>
                <a:ahLst/>
                <a:cxnLst/>
                <a:rect l="l" t="t" r="r" b="b"/>
                <a:pathLst>
                  <a:path w="2995" h="2823" extrusionOk="0">
                    <a:moveTo>
                      <a:pt x="1051" y="1"/>
                    </a:moveTo>
                    <a:cubicBezTo>
                      <a:pt x="471" y="1"/>
                      <a:pt x="1" y="471"/>
                      <a:pt x="1" y="1051"/>
                    </a:cubicBezTo>
                    <a:lnTo>
                      <a:pt x="1" y="1788"/>
                    </a:lnTo>
                    <a:cubicBezTo>
                      <a:pt x="1" y="2368"/>
                      <a:pt x="471" y="2822"/>
                      <a:pt x="1051"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5" name="Google Shape;1134;p30">
                <a:extLst>
                  <a:ext uri="{FF2B5EF4-FFF2-40B4-BE49-F238E27FC236}">
                    <a16:creationId xmlns:a16="http://schemas.microsoft.com/office/drawing/2014/main" id="{62A09F72-4653-CDF5-1E2B-F00FA55575A7}"/>
                  </a:ext>
                </a:extLst>
              </p:cNvPr>
              <p:cNvSpPr/>
              <p:nvPr/>
            </p:nvSpPr>
            <p:spPr>
              <a:xfrm>
                <a:off x="4194925" y="3351575"/>
                <a:ext cx="74475" cy="70575"/>
              </a:xfrm>
              <a:custGeom>
                <a:avLst/>
                <a:gdLst/>
                <a:ahLst/>
                <a:cxnLst/>
                <a:rect l="l" t="t" r="r" b="b"/>
                <a:pathLst>
                  <a:path w="2979" h="2823" extrusionOk="0">
                    <a:moveTo>
                      <a:pt x="1035" y="1"/>
                    </a:moveTo>
                    <a:cubicBezTo>
                      <a:pt x="471" y="1"/>
                      <a:pt x="1" y="471"/>
                      <a:pt x="1" y="1051"/>
                    </a:cubicBezTo>
                    <a:lnTo>
                      <a:pt x="1" y="1788"/>
                    </a:lnTo>
                    <a:cubicBezTo>
                      <a:pt x="1" y="2368"/>
                      <a:pt x="471" y="2822"/>
                      <a:pt x="1035" y="2822"/>
                    </a:cubicBezTo>
                    <a:lnTo>
                      <a:pt x="1928" y="2822"/>
                    </a:lnTo>
                    <a:cubicBezTo>
                      <a:pt x="2508" y="2822"/>
                      <a:pt x="2979" y="2368"/>
                      <a:pt x="2979" y="1788"/>
                    </a:cubicBezTo>
                    <a:lnTo>
                      <a:pt x="2979" y="1051"/>
                    </a:lnTo>
                    <a:cubicBezTo>
                      <a:pt x="2979" y="471"/>
                      <a:pt x="2508" y="1"/>
                      <a:pt x="192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6" name="Google Shape;1135;p30">
                <a:extLst>
                  <a:ext uri="{FF2B5EF4-FFF2-40B4-BE49-F238E27FC236}">
                    <a16:creationId xmlns:a16="http://schemas.microsoft.com/office/drawing/2014/main" id="{0AAFFC8F-7876-E7A7-1DFA-3E9E6AC6B7E4}"/>
                  </a:ext>
                </a:extLst>
              </p:cNvPr>
              <p:cNvSpPr/>
              <p:nvPr/>
            </p:nvSpPr>
            <p:spPr>
              <a:xfrm>
                <a:off x="4086375" y="3351575"/>
                <a:ext cx="74875" cy="70575"/>
              </a:xfrm>
              <a:custGeom>
                <a:avLst/>
                <a:gdLst/>
                <a:ahLst/>
                <a:cxnLst/>
                <a:rect l="l" t="t" r="r" b="b"/>
                <a:pathLst>
                  <a:path w="2995" h="2823" extrusionOk="0">
                    <a:moveTo>
                      <a:pt x="1051" y="1"/>
                    </a:moveTo>
                    <a:cubicBezTo>
                      <a:pt x="471" y="1"/>
                      <a:pt x="1" y="471"/>
                      <a:pt x="1" y="1051"/>
                    </a:cubicBezTo>
                    <a:lnTo>
                      <a:pt x="1" y="1788"/>
                    </a:lnTo>
                    <a:cubicBezTo>
                      <a:pt x="1" y="2368"/>
                      <a:pt x="471" y="2822"/>
                      <a:pt x="1051" y="2822"/>
                    </a:cubicBezTo>
                    <a:lnTo>
                      <a:pt x="1944" y="2822"/>
                    </a:lnTo>
                    <a:cubicBezTo>
                      <a:pt x="2524" y="2822"/>
                      <a:pt x="2995" y="2368"/>
                      <a:pt x="2995" y="1788"/>
                    </a:cubicBezTo>
                    <a:lnTo>
                      <a:pt x="2995" y="1051"/>
                    </a:lnTo>
                    <a:cubicBezTo>
                      <a:pt x="2995"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29" name="Google Shape;1117;p30">
              <a:extLst>
                <a:ext uri="{FF2B5EF4-FFF2-40B4-BE49-F238E27FC236}">
                  <a16:creationId xmlns:a16="http://schemas.microsoft.com/office/drawing/2014/main" id="{B95ACA15-DA08-9906-35B5-733B0CCCA0AD}"/>
                </a:ext>
              </a:extLst>
            </p:cNvPr>
            <p:cNvGrpSpPr/>
            <p:nvPr/>
          </p:nvGrpSpPr>
          <p:grpSpPr>
            <a:xfrm>
              <a:off x="2960366" y="4377994"/>
              <a:ext cx="3075700" cy="356625"/>
              <a:chOff x="3962175" y="3227750"/>
              <a:chExt cx="3075700" cy="356625"/>
            </a:xfrm>
          </p:grpSpPr>
          <p:sp>
            <p:nvSpPr>
              <p:cNvPr id="1230" name="Google Shape;1118;p30">
                <a:extLst>
                  <a:ext uri="{FF2B5EF4-FFF2-40B4-BE49-F238E27FC236}">
                    <a16:creationId xmlns:a16="http://schemas.microsoft.com/office/drawing/2014/main" id="{8C284C91-CEBC-4632-DB90-34C7BAA9D734}"/>
                  </a:ext>
                </a:extLst>
              </p:cNvPr>
              <p:cNvSpPr/>
              <p:nvPr/>
            </p:nvSpPr>
            <p:spPr>
              <a:xfrm>
                <a:off x="3962175" y="3227750"/>
                <a:ext cx="3075700" cy="356625"/>
              </a:xfrm>
              <a:custGeom>
                <a:avLst/>
                <a:gdLst/>
                <a:ahLst/>
                <a:cxnLst/>
                <a:rect l="l" t="t" r="r" b="b"/>
                <a:pathLst>
                  <a:path w="123028" h="14265" extrusionOk="0">
                    <a:moveTo>
                      <a:pt x="114046" y="1"/>
                    </a:moveTo>
                    <a:lnTo>
                      <a:pt x="114046" y="1239"/>
                    </a:lnTo>
                    <a:lnTo>
                      <a:pt x="114579" y="1239"/>
                    </a:lnTo>
                    <a:lnTo>
                      <a:pt x="114579" y="3167"/>
                    </a:lnTo>
                    <a:lnTo>
                      <a:pt x="109877" y="3167"/>
                    </a:lnTo>
                    <a:lnTo>
                      <a:pt x="109877" y="2728"/>
                    </a:lnTo>
                    <a:lnTo>
                      <a:pt x="108984" y="2728"/>
                    </a:lnTo>
                    <a:lnTo>
                      <a:pt x="108984" y="1913"/>
                    </a:lnTo>
                    <a:cubicBezTo>
                      <a:pt x="108984" y="1411"/>
                      <a:pt x="108513" y="1004"/>
                      <a:pt x="107980" y="1098"/>
                    </a:cubicBezTo>
                    <a:lnTo>
                      <a:pt x="107980" y="1098"/>
                    </a:lnTo>
                    <a:cubicBezTo>
                      <a:pt x="107573" y="1161"/>
                      <a:pt x="107291" y="1553"/>
                      <a:pt x="107291" y="1960"/>
                    </a:cubicBezTo>
                    <a:lnTo>
                      <a:pt x="107291" y="1960"/>
                    </a:lnTo>
                    <a:lnTo>
                      <a:pt x="107291" y="2728"/>
                    </a:lnTo>
                    <a:lnTo>
                      <a:pt x="106397" y="2728"/>
                    </a:lnTo>
                    <a:lnTo>
                      <a:pt x="106397" y="3167"/>
                    </a:lnTo>
                    <a:lnTo>
                      <a:pt x="105237" y="3167"/>
                    </a:lnTo>
                    <a:lnTo>
                      <a:pt x="105237" y="1615"/>
                    </a:lnTo>
                    <a:lnTo>
                      <a:pt x="103921" y="1615"/>
                    </a:lnTo>
                    <a:lnTo>
                      <a:pt x="103921" y="3167"/>
                    </a:lnTo>
                    <a:lnTo>
                      <a:pt x="100112" y="3167"/>
                    </a:lnTo>
                    <a:lnTo>
                      <a:pt x="100112" y="1521"/>
                    </a:lnTo>
                    <a:cubicBezTo>
                      <a:pt x="100112" y="675"/>
                      <a:pt x="99438" y="1"/>
                      <a:pt x="98591" y="1"/>
                    </a:cubicBezTo>
                    <a:lnTo>
                      <a:pt x="98591" y="1"/>
                    </a:lnTo>
                    <a:lnTo>
                      <a:pt x="88403" y="1"/>
                    </a:lnTo>
                    <a:cubicBezTo>
                      <a:pt x="87870" y="1"/>
                      <a:pt x="87431" y="440"/>
                      <a:pt x="87463" y="988"/>
                    </a:cubicBezTo>
                    <a:lnTo>
                      <a:pt x="87463" y="988"/>
                    </a:lnTo>
                    <a:cubicBezTo>
                      <a:pt x="87494" y="1490"/>
                      <a:pt x="87949" y="1882"/>
                      <a:pt x="88466" y="1882"/>
                    </a:cubicBezTo>
                    <a:lnTo>
                      <a:pt x="88466" y="1882"/>
                    </a:lnTo>
                    <a:lnTo>
                      <a:pt x="92149" y="1882"/>
                    </a:lnTo>
                    <a:cubicBezTo>
                      <a:pt x="92964" y="1882"/>
                      <a:pt x="93638" y="2540"/>
                      <a:pt x="93638" y="3355"/>
                    </a:cubicBezTo>
                    <a:lnTo>
                      <a:pt x="93638" y="3355"/>
                    </a:lnTo>
                    <a:lnTo>
                      <a:pt x="93638" y="5785"/>
                    </a:lnTo>
                    <a:cubicBezTo>
                      <a:pt x="93638" y="5988"/>
                      <a:pt x="93466" y="6161"/>
                      <a:pt x="93247" y="6161"/>
                    </a:cubicBezTo>
                    <a:lnTo>
                      <a:pt x="93247" y="6161"/>
                    </a:lnTo>
                    <a:lnTo>
                      <a:pt x="88293" y="6161"/>
                    </a:lnTo>
                    <a:cubicBezTo>
                      <a:pt x="87839" y="6161"/>
                      <a:pt x="87463" y="6537"/>
                      <a:pt x="87463" y="6992"/>
                    </a:cubicBezTo>
                    <a:lnTo>
                      <a:pt x="87463" y="6992"/>
                    </a:lnTo>
                    <a:lnTo>
                      <a:pt x="87463" y="9468"/>
                    </a:lnTo>
                    <a:cubicBezTo>
                      <a:pt x="87463" y="10299"/>
                      <a:pt x="87823" y="11036"/>
                      <a:pt x="88403" y="11537"/>
                    </a:cubicBezTo>
                    <a:lnTo>
                      <a:pt x="88403" y="11537"/>
                    </a:lnTo>
                    <a:cubicBezTo>
                      <a:pt x="88388" y="11615"/>
                      <a:pt x="88388" y="11678"/>
                      <a:pt x="88372" y="11741"/>
                    </a:cubicBezTo>
                    <a:lnTo>
                      <a:pt x="88372" y="11741"/>
                    </a:lnTo>
                    <a:lnTo>
                      <a:pt x="85221" y="11741"/>
                    </a:lnTo>
                    <a:lnTo>
                      <a:pt x="85221" y="3512"/>
                    </a:lnTo>
                    <a:cubicBezTo>
                      <a:pt x="85221" y="2430"/>
                      <a:pt x="84359" y="1553"/>
                      <a:pt x="83278" y="1553"/>
                    </a:cubicBezTo>
                    <a:lnTo>
                      <a:pt x="83278" y="1553"/>
                    </a:lnTo>
                    <a:lnTo>
                      <a:pt x="46083" y="1553"/>
                    </a:lnTo>
                    <a:cubicBezTo>
                      <a:pt x="45017" y="1553"/>
                      <a:pt x="44139" y="2430"/>
                      <a:pt x="44139" y="3512"/>
                    </a:cubicBezTo>
                    <a:lnTo>
                      <a:pt x="44139" y="3512"/>
                    </a:lnTo>
                    <a:lnTo>
                      <a:pt x="44139" y="10330"/>
                    </a:lnTo>
                    <a:lnTo>
                      <a:pt x="42211" y="10330"/>
                    </a:lnTo>
                    <a:lnTo>
                      <a:pt x="42211" y="3512"/>
                    </a:lnTo>
                    <a:cubicBezTo>
                      <a:pt x="42211" y="2430"/>
                      <a:pt x="41333" y="1553"/>
                      <a:pt x="40267" y="1553"/>
                    </a:cubicBezTo>
                    <a:lnTo>
                      <a:pt x="40267" y="1553"/>
                    </a:lnTo>
                    <a:lnTo>
                      <a:pt x="3072" y="1553"/>
                    </a:lnTo>
                    <a:cubicBezTo>
                      <a:pt x="2006" y="1553"/>
                      <a:pt x="1129" y="2430"/>
                      <a:pt x="1129" y="3512"/>
                    </a:cubicBezTo>
                    <a:lnTo>
                      <a:pt x="1129" y="3512"/>
                    </a:lnTo>
                    <a:lnTo>
                      <a:pt x="1129" y="10330"/>
                    </a:lnTo>
                    <a:lnTo>
                      <a:pt x="0" y="10330"/>
                    </a:lnTo>
                    <a:lnTo>
                      <a:pt x="0" y="11130"/>
                    </a:lnTo>
                    <a:lnTo>
                      <a:pt x="1129" y="11130"/>
                    </a:lnTo>
                    <a:lnTo>
                      <a:pt x="1129" y="12650"/>
                    </a:lnTo>
                    <a:lnTo>
                      <a:pt x="1865" y="12650"/>
                    </a:lnTo>
                    <a:cubicBezTo>
                      <a:pt x="1865" y="13481"/>
                      <a:pt x="2555" y="14170"/>
                      <a:pt x="3386" y="14170"/>
                    </a:cubicBezTo>
                    <a:lnTo>
                      <a:pt x="3386" y="14170"/>
                    </a:lnTo>
                    <a:cubicBezTo>
                      <a:pt x="4232" y="14170"/>
                      <a:pt x="4906" y="13481"/>
                      <a:pt x="4906" y="12650"/>
                    </a:cubicBezTo>
                    <a:lnTo>
                      <a:pt x="4906" y="12650"/>
                    </a:lnTo>
                    <a:lnTo>
                      <a:pt x="6113" y="12650"/>
                    </a:lnTo>
                    <a:cubicBezTo>
                      <a:pt x="6113" y="13481"/>
                      <a:pt x="6803" y="14170"/>
                      <a:pt x="7633" y="14170"/>
                    </a:cubicBezTo>
                    <a:lnTo>
                      <a:pt x="7633" y="14170"/>
                    </a:lnTo>
                    <a:cubicBezTo>
                      <a:pt x="8480" y="14170"/>
                      <a:pt x="9154" y="13481"/>
                      <a:pt x="9154" y="12650"/>
                    </a:cubicBezTo>
                    <a:lnTo>
                      <a:pt x="9154" y="12650"/>
                    </a:lnTo>
                    <a:lnTo>
                      <a:pt x="33966" y="12650"/>
                    </a:lnTo>
                    <a:cubicBezTo>
                      <a:pt x="33966" y="13481"/>
                      <a:pt x="34640" y="14170"/>
                      <a:pt x="35487" y="14170"/>
                    </a:cubicBezTo>
                    <a:lnTo>
                      <a:pt x="35487" y="14170"/>
                    </a:lnTo>
                    <a:cubicBezTo>
                      <a:pt x="36317" y="14170"/>
                      <a:pt x="37007" y="13481"/>
                      <a:pt x="37007" y="12650"/>
                    </a:cubicBezTo>
                    <a:lnTo>
                      <a:pt x="37007" y="12650"/>
                    </a:lnTo>
                    <a:lnTo>
                      <a:pt x="38198" y="12650"/>
                    </a:lnTo>
                    <a:cubicBezTo>
                      <a:pt x="38198" y="13481"/>
                      <a:pt x="38888" y="14170"/>
                      <a:pt x="39734" y="14170"/>
                    </a:cubicBezTo>
                    <a:lnTo>
                      <a:pt x="39734" y="14170"/>
                    </a:lnTo>
                    <a:cubicBezTo>
                      <a:pt x="40565" y="14170"/>
                      <a:pt x="41255" y="13481"/>
                      <a:pt x="41255" y="12650"/>
                    </a:cubicBezTo>
                    <a:lnTo>
                      <a:pt x="41255" y="12650"/>
                    </a:lnTo>
                    <a:lnTo>
                      <a:pt x="42211" y="12650"/>
                    </a:lnTo>
                    <a:lnTo>
                      <a:pt x="42211" y="11130"/>
                    </a:lnTo>
                    <a:lnTo>
                      <a:pt x="44139" y="11130"/>
                    </a:lnTo>
                    <a:lnTo>
                      <a:pt x="44139" y="12650"/>
                    </a:lnTo>
                    <a:lnTo>
                      <a:pt x="44876" y="12650"/>
                    </a:lnTo>
                    <a:cubicBezTo>
                      <a:pt x="44876" y="13481"/>
                      <a:pt x="45565" y="14170"/>
                      <a:pt x="46412" y="14170"/>
                    </a:cubicBezTo>
                    <a:lnTo>
                      <a:pt x="46412" y="14170"/>
                    </a:lnTo>
                    <a:cubicBezTo>
                      <a:pt x="47242" y="14170"/>
                      <a:pt x="47932" y="13481"/>
                      <a:pt x="47932" y="12650"/>
                    </a:cubicBezTo>
                    <a:lnTo>
                      <a:pt x="47932" y="12650"/>
                    </a:lnTo>
                    <a:lnTo>
                      <a:pt x="49123" y="12650"/>
                    </a:lnTo>
                    <a:cubicBezTo>
                      <a:pt x="49123" y="13481"/>
                      <a:pt x="49813" y="14170"/>
                      <a:pt x="50644" y="14170"/>
                    </a:cubicBezTo>
                    <a:lnTo>
                      <a:pt x="50644" y="14170"/>
                    </a:lnTo>
                    <a:cubicBezTo>
                      <a:pt x="51490" y="14170"/>
                      <a:pt x="52164" y="13481"/>
                      <a:pt x="52164" y="12650"/>
                    </a:cubicBezTo>
                    <a:lnTo>
                      <a:pt x="52164" y="12650"/>
                    </a:lnTo>
                    <a:lnTo>
                      <a:pt x="76977" y="12650"/>
                    </a:lnTo>
                    <a:cubicBezTo>
                      <a:pt x="76977" y="13481"/>
                      <a:pt x="77651" y="14170"/>
                      <a:pt x="78497" y="14170"/>
                    </a:cubicBezTo>
                    <a:lnTo>
                      <a:pt x="78497" y="14170"/>
                    </a:lnTo>
                    <a:cubicBezTo>
                      <a:pt x="79343" y="14170"/>
                      <a:pt x="80017" y="13481"/>
                      <a:pt x="80017" y="12650"/>
                    </a:cubicBezTo>
                    <a:lnTo>
                      <a:pt x="80017" y="12650"/>
                    </a:lnTo>
                    <a:lnTo>
                      <a:pt x="81224" y="12650"/>
                    </a:lnTo>
                    <a:cubicBezTo>
                      <a:pt x="81224" y="13481"/>
                      <a:pt x="81898" y="14170"/>
                      <a:pt x="82745" y="14170"/>
                    </a:cubicBezTo>
                    <a:lnTo>
                      <a:pt x="82745" y="14170"/>
                    </a:lnTo>
                    <a:cubicBezTo>
                      <a:pt x="83575" y="14170"/>
                      <a:pt x="84265" y="13481"/>
                      <a:pt x="84265" y="12650"/>
                    </a:cubicBezTo>
                    <a:lnTo>
                      <a:pt x="84265" y="12650"/>
                    </a:lnTo>
                    <a:lnTo>
                      <a:pt x="88497" y="12650"/>
                    </a:lnTo>
                    <a:cubicBezTo>
                      <a:pt x="88811" y="13528"/>
                      <a:pt x="89657" y="14170"/>
                      <a:pt x="90645" y="14170"/>
                    </a:cubicBezTo>
                    <a:lnTo>
                      <a:pt x="90645" y="14170"/>
                    </a:lnTo>
                    <a:cubicBezTo>
                      <a:pt x="91789" y="14170"/>
                      <a:pt x="92729" y="13340"/>
                      <a:pt x="92902" y="12258"/>
                    </a:cubicBezTo>
                    <a:lnTo>
                      <a:pt x="92902" y="12258"/>
                    </a:lnTo>
                    <a:lnTo>
                      <a:pt x="94939" y="12258"/>
                    </a:lnTo>
                    <a:cubicBezTo>
                      <a:pt x="95174" y="13340"/>
                      <a:pt x="96146" y="14170"/>
                      <a:pt x="97322" y="14170"/>
                    </a:cubicBezTo>
                    <a:lnTo>
                      <a:pt x="97322" y="14170"/>
                    </a:lnTo>
                    <a:cubicBezTo>
                      <a:pt x="98482" y="14170"/>
                      <a:pt x="99454" y="13340"/>
                      <a:pt x="99704" y="12258"/>
                    </a:cubicBezTo>
                    <a:lnTo>
                      <a:pt x="99704" y="12258"/>
                    </a:lnTo>
                    <a:lnTo>
                      <a:pt x="100535" y="12258"/>
                    </a:lnTo>
                    <a:cubicBezTo>
                      <a:pt x="100770" y="13340"/>
                      <a:pt x="101758" y="14170"/>
                      <a:pt x="102918" y="14170"/>
                    </a:cubicBezTo>
                    <a:lnTo>
                      <a:pt x="102918" y="14170"/>
                    </a:lnTo>
                    <a:cubicBezTo>
                      <a:pt x="104093" y="14170"/>
                      <a:pt x="105065" y="13340"/>
                      <a:pt x="105300" y="12258"/>
                    </a:cubicBezTo>
                    <a:lnTo>
                      <a:pt x="105300" y="12258"/>
                    </a:lnTo>
                    <a:lnTo>
                      <a:pt x="106601" y="12258"/>
                    </a:lnTo>
                    <a:cubicBezTo>
                      <a:pt x="106836" y="13340"/>
                      <a:pt x="107808" y="14170"/>
                      <a:pt x="108984" y="14170"/>
                    </a:cubicBezTo>
                    <a:lnTo>
                      <a:pt x="108984" y="14170"/>
                    </a:lnTo>
                    <a:cubicBezTo>
                      <a:pt x="110143" y="14170"/>
                      <a:pt x="111115" y="13340"/>
                      <a:pt x="111366" y="12258"/>
                    </a:cubicBezTo>
                    <a:lnTo>
                      <a:pt x="111366" y="12258"/>
                    </a:lnTo>
                    <a:lnTo>
                      <a:pt x="112197" y="12258"/>
                    </a:lnTo>
                    <a:cubicBezTo>
                      <a:pt x="112448" y="13340"/>
                      <a:pt x="113419" y="14170"/>
                      <a:pt x="114579" y="14170"/>
                    </a:cubicBezTo>
                    <a:lnTo>
                      <a:pt x="114579" y="14170"/>
                    </a:lnTo>
                    <a:cubicBezTo>
                      <a:pt x="115755" y="14170"/>
                      <a:pt x="116727" y="13340"/>
                      <a:pt x="116962" y="12258"/>
                    </a:cubicBezTo>
                    <a:lnTo>
                      <a:pt x="116962" y="12258"/>
                    </a:lnTo>
                    <a:lnTo>
                      <a:pt x="117244" y="12258"/>
                    </a:lnTo>
                    <a:cubicBezTo>
                      <a:pt x="117056" y="12525"/>
                      <a:pt x="116977" y="12854"/>
                      <a:pt x="117056" y="13230"/>
                    </a:cubicBezTo>
                    <a:lnTo>
                      <a:pt x="117056" y="13230"/>
                    </a:lnTo>
                    <a:cubicBezTo>
                      <a:pt x="117166" y="13684"/>
                      <a:pt x="117542" y="14061"/>
                      <a:pt x="118012" y="14139"/>
                    </a:cubicBezTo>
                    <a:lnTo>
                      <a:pt x="118012" y="14139"/>
                    </a:lnTo>
                    <a:cubicBezTo>
                      <a:pt x="118655" y="14264"/>
                      <a:pt x="119219" y="13888"/>
                      <a:pt x="119391" y="13324"/>
                    </a:cubicBezTo>
                    <a:lnTo>
                      <a:pt x="119391" y="13324"/>
                    </a:lnTo>
                    <a:cubicBezTo>
                      <a:pt x="122369" y="13308"/>
                      <a:pt x="123028" y="12556"/>
                      <a:pt x="123028" y="12556"/>
                    </a:cubicBezTo>
                    <a:lnTo>
                      <a:pt x="123028" y="12556"/>
                    </a:lnTo>
                    <a:lnTo>
                      <a:pt x="119783" y="9108"/>
                    </a:lnTo>
                    <a:lnTo>
                      <a:pt x="118749" y="9108"/>
                    </a:lnTo>
                    <a:cubicBezTo>
                      <a:pt x="120128" y="8841"/>
                      <a:pt x="121178" y="7619"/>
                      <a:pt x="121178" y="6161"/>
                    </a:cubicBezTo>
                    <a:lnTo>
                      <a:pt x="121178" y="6161"/>
                    </a:lnTo>
                    <a:cubicBezTo>
                      <a:pt x="121178" y="5330"/>
                      <a:pt x="120849" y="4578"/>
                      <a:pt x="120300" y="4045"/>
                    </a:cubicBezTo>
                    <a:lnTo>
                      <a:pt x="120300" y="4045"/>
                    </a:lnTo>
                    <a:cubicBezTo>
                      <a:pt x="119752" y="3496"/>
                      <a:pt x="118999" y="3167"/>
                      <a:pt x="118184" y="3167"/>
                    </a:cubicBezTo>
                    <a:lnTo>
                      <a:pt x="118184" y="3167"/>
                    </a:lnTo>
                    <a:lnTo>
                      <a:pt x="116068" y="3167"/>
                    </a:lnTo>
                    <a:lnTo>
                      <a:pt x="116068" y="1239"/>
                    </a:lnTo>
                    <a:lnTo>
                      <a:pt x="116601" y="1239"/>
                    </a:lnTo>
                    <a:lnTo>
                      <a:pt x="116601" y="1"/>
                    </a:lnTo>
                    <a:close/>
                    <a:moveTo>
                      <a:pt x="58214" y="11130"/>
                    </a:moveTo>
                    <a:lnTo>
                      <a:pt x="71146" y="11130"/>
                    </a:lnTo>
                    <a:lnTo>
                      <a:pt x="71146" y="11741"/>
                    </a:lnTo>
                    <a:lnTo>
                      <a:pt x="58214" y="11741"/>
                    </a:lnTo>
                    <a:close/>
                    <a:moveTo>
                      <a:pt x="15204" y="11130"/>
                    </a:moveTo>
                    <a:lnTo>
                      <a:pt x="28135" y="11130"/>
                    </a:lnTo>
                    <a:lnTo>
                      <a:pt x="28135" y="11741"/>
                    </a:lnTo>
                    <a:lnTo>
                      <a:pt x="15204" y="11741"/>
                    </a:lnTo>
                    <a:close/>
                  </a:path>
                </a:pathLst>
              </a:custGeom>
              <a:solidFill>
                <a:srgbClr val="0913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32" name="Google Shape;1120;p30">
                <a:extLst>
                  <a:ext uri="{FF2B5EF4-FFF2-40B4-BE49-F238E27FC236}">
                    <a16:creationId xmlns:a16="http://schemas.microsoft.com/office/drawing/2014/main" id="{54AD9927-880E-5105-408E-F8B1608B91A5}"/>
                  </a:ext>
                </a:extLst>
              </p:cNvPr>
              <p:cNvSpPr/>
              <p:nvPr/>
            </p:nvSpPr>
            <p:spPr>
              <a:xfrm>
                <a:off x="5924600" y="3351575"/>
                <a:ext cx="74475" cy="70575"/>
              </a:xfrm>
              <a:custGeom>
                <a:avLst/>
                <a:gdLst/>
                <a:ahLst/>
                <a:cxnLst/>
                <a:rect l="l" t="t" r="r" b="b"/>
                <a:pathLst>
                  <a:path w="2979" h="2823" extrusionOk="0">
                    <a:moveTo>
                      <a:pt x="1050" y="1"/>
                    </a:moveTo>
                    <a:cubicBezTo>
                      <a:pt x="470" y="1"/>
                      <a:pt x="0" y="471"/>
                      <a:pt x="0" y="1051"/>
                    </a:cubicBezTo>
                    <a:lnTo>
                      <a:pt x="0" y="1788"/>
                    </a:lnTo>
                    <a:cubicBezTo>
                      <a:pt x="0" y="2368"/>
                      <a:pt x="470" y="2822"/>
                      <a:pt x="1050" y="2822"/>
                    </a:cubicBezTo>
                    <a:lnTo>
                      <a:pt x="1944" y="2822"/>
                    </a:lnTo>
                    <a:cubicBezTo>
                      <a:pt x="2508" y="2822"/>
                      <a:pt x="2978" y="2368"/>
                      <a:pt x="2978" y="1788"/>
                    </a:cubicBezTo>
                    <a:lnTo>
                      <a:pt x="2978" y="1051"/>
                    </a:lnTo>
                    <a:cubicBezTo>
                      <a:pt x="2978" y="471"/>
                      <a:pt x="2508"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3" name="Google Shape;1121;p30">
                <a:extLst>
                  <a:ext uri="{FF2B5EF4-FFF2-40B4-BE49-F238E27FC236}">
                    <a16:creationId xmlns:a16="http://schemas.microsoft.com/office/drawing/2014/main" id="{084BFD1C-CF56-6CFF-D30B-1940D409E4F8}"/>
                  </a:ext>
                </a:extLst>
              </p:cNvPr>
              <p:cNvSpPr/>
              <p:nvPr/>
            </p:nvSpPr>
            <p:spPr>
              <a:xfrm>
                <a:off x="5812125" y="3351575"/>
                <a:ext cx="74475" cy="70575"/>
              </a:xfrm>
              <a:custGeom>
                <a:avLst/>
                <a:gdLst/>
                <a:ahLst/>
                <a:cxnLst/>
                <a:rect l="l" t="t" r="r" b="b"/>
                <a:pathLst>
                  <a:path w="2979" h="2823" extrusionOk="0">
                    <a:moveTo>
                      <a:pt x="1035" y="1"/>
                    </a:moveTo>
                    <a:cubicBezTo>
                      <a:pt x="455" y="1"/>
                      <a:pt x="0" y="471"/>
                      <a:pt x="0" y="1051"/>
                    </a:cubicBezTo>
                    <a:lnTo>
                      <a:pt x="0" y="1788"/>
                    </a:lnTo>
                    <a:cubicBezTo>
                      <a:pt x="0" y="2368"/>
                      <a:pt x="455" y="2822"/>
                      <a:pt x="1035" y="2822"/>
                    </a:cubicBezTo>
                    <a:lnTo>
                      <a:pt x="1928" y="2822"/>
                    </a:lnTo>
                    <a:cubicBezTo>
                      <a:pt x="2508" y="2822"/>
                      <a:pt x="2979" y="2368"/>
                      <a:pt x="2979" y="1788"/>
                    </a:cubicBezTo>
                    <a:lnTo>
                      <a:pt x="2979" y="1051"/>
                    </a:lnTo>
                    <a:cubicBezTo>
                      <a:pt x="2979" y="471"/>
                      <a:pt x="2508" y="1"/>
                      <a:pt x="192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4" name="Google Shape;1122;p30">
                <a:extLst>
                  <a:ext uri="{FF2B5EF4-FFF2-40B4-BE49-F238E27FC236}">
                    <a16:creationId xmlns:a16="http://schemas.microsoft.com/office/drawing/2014/main" id="{C94435B6-CEDF-50F8-4F36-E2667B0DEED5}"/>
                  </a:ext>
                </a:extLst>
              </p:cNvPr>
              <p:cNvSpPr/>
              <p:nvPr/>
            </p:nvSpPr>
            <p:spPr>
              <a:xfrm>
                <a:off x="5703575" y="3351575"/>
                <a:ext cx="74475" cy="70575"/>
              </a:xfrm>
              <a:custGeom>
                <a:avLst/>
                <a:gdLst/>
                <a:ahLst/>
                <a:cxnLst/>
                <a:rect l="l" t="t" r="r" b="b"/>
                <a:pathLst>
                  <a:path w="2979" h="2823" extrusionOk="0">
                    <a:moveTo>
                      <a:pt x="1051" y="1"/>
                    </a:moveTo>
                    <a:cubicBezTo>
                      <a:pt x="471" y="1"/>
                      <a:pt x="1" y="471"/>
                      <a:pt x="1" y="1051"/>
                    </a:cubicBezTo>
                    <a:lnTo>
                      <a:pt x="1" y="1788"/>
                    </a:lnTo>
                    <a:cubicBezTo>
                      <a:pt x="1" y="2368"/>
                      <a:pt x="471" y="2822"/>
                      <a:pt x="1051" y="2822"/>
                    </a:cubicBezTo>
                    <a:lnTo>
                      <a:pt x="1944" y="2822"/>
                    </a:lnTo>
                    <a:cubicBezTo>
                      <a:pt x="2524" y="2822"/>
                      <a:pt x="2979" y="2368"/>
                      <a:pt x="2979" y="1788"/>
                    </a:cubicBezTo>
                    <a:lnTo>
                      <a:pt x="2979" y="1051"/>
                    </a:lnTo>
                    <a:cubicBezTo>
                      <a:pt x="2979"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5" name="Google Shape;1123;p30">
                <a:extLst>
                  <a:ext uri="{FF2B5EF4-FFF2-40B4-BE49-F238E27FC236}">
                    <a16:creationId xmlns:a16="http://schemas.microsoft.com/office/drawing/2014/main" id="{77428217-F5F2-C382-8C2E-9D4DB4732F3D}"/>
                  </a:ext>
                </a:extLst>
              </p:cNvPr>
              <p:cNvSpPr/>
              <p:nvPr/>
            </p:nvSpPr>
            <p:spPr>
              <a:xfrm>
                <a:off x="5595425" y="3351575"/>
                <a:ext cx="74475" cy="70575"/>
              </a:xfrm>
              <a:custGeom>
                <a:avLst/>
                <a:gdLst/>
                <a:ahLst/>
                <a:cxnLst/>
                <a:rect l="l" t="t" r="r" b="b"/>
                <a:pathLst>
                  <a:path w="2979" h="2823" extrusionOk="0">
                    <a:moveTo>
                      <a:pt x="1035" y="1"/>
                    </a:moveTo>
                    <a:cubicBezTo>
                      <a:pt x="455" y="1"/>
                      <a:pt x="1" y="471"/>
                      <a:pt x="1" y="1051"/>
                    </a:cubicBezTo>
                    <a:lnTo>
                      <a:pt x="1" y="1788"/>
                    </a:lnTo>
                    <a:cubicBezTo>
                      <a:pt x="1" y="2368"/>
                      <a:pt x="455" y="2822"/>
                      <a:pt x="1035" y="2822"/>
                    </a:cubicBezTo>
                    <a:lnTo>
                      <a:pt x="1929" y="2822"/>
                    </a:lnTo>
                    <a:cubicBezTo>
                      <a:pt x="2508" y="2822"/>
                      <a:pt x="2979" y="2368"/>
                      <a:pt x="2979" y="1788"/>
                    </a:cubicBezTo>
                    <a:lnTo>
                      <a:pt x="2979" y="1051"/>
                    </a:lnTo>
                    <a:cubicBezTo>
                      <a:pt x="2979" y="471"/>
                      <a:pt x="2508" y="1"/>
                      <a:pt x="19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6" name="Google Shape;1124;p30">
                <a:extLst>
                  <a:ext uri="{FF2B5EF4-FFF2-40B4-BE49-F238E27FC236}">
                    <a16:creationId xmlns:a16="http://schemas.microsoft.com/office/drawing/2014/main" id="{27BEE03D-7E2A-C9C1-4E53-6A2B5A39843A}"/>
                  </a:ext>
                </a:extLst>
              </p:cNvPr>
              <p:cNvSpPr/>
              <p:nvPr/>
            </p:nvSpPr>
            <p:spPr>
              <a:xfrm>
                <a:off x="5486875" y="3351575"/>
                <a:ext cx="74475" cy="70575"/>
              </a:xfrm>
              <a:custGeom>
                <a:avLst/>
                <a:gdLst/>
                <a:ahLst/>
                <a:cxnLst/>
                <a:rect l="l" t="t" r="r" b="b"/>
                <a:pathLst>
                  <a:path w="2979" h="2823" extrusionOk="0">
                    <a:moveTo>
                      <a:pt x="1051" y="1"/>
                    </a:moveTo>
                    <a:cubicBezTo>
                      <a:pt x="471" y="1"/>
                      <a:pt x="1" y="471"/>
                      <a:pt x="1" y="1051"/>
                    </a:cubicBezTo>
                    <a:lnTo>
                      <a:pt x="1" y="1788"/>
                    </a:lnTo>
                    <a:cubicBezTo>
                      <a:pt x="1" y="2368"/>
                      <a:pt x="471" y="2822"/>
                      <a:pt x="1051" y="2822"/>
                    </a:cubicBezTo>
                    <a:lnTo>
                      <a:pt x="1944" y="2822"/>
                    </a:lnTo>
                    <a:cubicBezTo>
                      <a:pt x="2509" y="2822"/>
                      <a:pt x="2979" y="2368"/>
                      <a:pt x="2979" y="1788"/>
                    </a:cubicBezTo>
                    <a:lnTo>
                      <a:pt x="2979" y="1051"/>
                    </a:lnTo>
                    <a:cubicBezTo>
                      <a:pt x="2979" y="471"/>
                      <a:pt x="2509"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7" name="Google Shape;1125;p30">
                <a:extLst>
                  <a:ext uri="{FF2B5EF4-FFF2-40B4-BE49-F238E27FC236}">
                    <a16:creationId xmlns:a16="http://schemas.microsoft.com/office/drawing/2014/main" id="{7F4FC054-BA68-3E40-FEF3-C22828298089}"/>
                  </a:ext>
                </a:extLst>
              </p:cNvPr>
              <p:cNvSpPr/>
              <p:nvPr/>
            </p:nvSpPr>
            <p:spPr>
              <a:xfrm>
                <a:off x="5378350" y="3351575"/>
                <a:ext cx="74850" cy="70575"/>
              </a:xfrm>
              <a:custGeom>
                <a:avLst/>
                <a:gdLst/>
                <a:ahLst/>
                <a:cxnLst/>
                <a:rect l="l" t="t" r="r" b="b"/>
                <a:pathLst>
                  <a:path w="2994" h="2823" extrusionOk="0">
                    <a:moveTo>
                      <a:pt x="1050" y="1"/>
                    </a:moveTo>
                    <a:cubicBezTo>
                      <a:pt x="470" y="1"/>
                      <a:pt x="0" y="471"/>
                      <a:pt x="0" y="1051"/>
                    </a:cubicBezTo>
                    <a:lnTo>
                      <a:pt x="0" y="1788"/>
                    </a:lnTo>
                    <a:cubicBezTo>
                      <a:pt x="0" y="2368"/>
                      <a:pt x="470" y="2822"/>
                      <a:pt x="1050"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8" name="Google Shape;1126;p30">
                <a:extLst>
                  <a:ext uri="{FF2B5EF4-FFF2-40B4-BE49-F238E27FC236}">
                    <a16:creationId xmlns:a16="http://schemas.microsoft.com/office/drawing/2014/main" id="{8E0582CD-B26B-8783-9CFE-85AF34E4362C}"/>
                  </a:ext>
                </a:extLst>
              </p:cNvPr>
              <p:cNvSpPr/>
              <p:nvPr/>
            </p:nvSpPr>
            <p:spPr>
              <a:xfrm>
                <a:off x="5270175" y="3351575"/>
                <a:ext cx="74500" cy="70575"/>
              </a:xfrm>
              <a:custGeom>
                <a:avLst/>
                <a:gdLst/>
                <a:ahLst/>
                <a:cxnLst/>
                <a:rect l="l" t="t" r="r" b="b"/>
                <a:pathLst>
                  <a:path w="2980" h="2823" extrusionOk="0">
                    <a:moveTo>
                      <a:pt x="1051" y="1"/>
                    </a:moveTo>
                    <a:cubicBezTo>
                      <a:pt x="471" y="1"/>
                      <a:pt x="1" y="471"/>
                      <a:pt x="1" y="1051"/>
                    </a:cubicBezTo>
                    <a:lnTo>
                      <a:pt x="1" y="1788"/>
                    </a:lnTo>
                    <a:cubicBezTo>
                      <a:pt x="1" y="2368"/>
                      <a:pt x="471" y="2822"/>
                      <a:pt x="1051" y="2822"/>
                    </a:cubicBezTo>
                    <a:lnTo>
                      <a:pt x="1945" y="2822"/>
                    </a:lnTo>
                    <a:cubicBezTo>
                      <a:pt x="2509" y="2822"/>
                      <a:pt x="2979" y="2368"/>
                      <a:pt x="2979" y="1788"/>
                    </a:cubicBezTo>
                    <a:lnTo>
                      <a:pt x="2979" y="1051"/>
                    </a:lnTo>
                    <a:cubicBezTo>
                      <a:pt x="2979" y="471"/>
                      <a:pt x="2509" y="1"/>
                      <a:pt x="194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9" name="Google Shape;1127;p30">
                <a:extLst>
                  <a:ext uri="{FF2B5EF4-FFF2-40B4-BE49-F238E27FC236}">
                    <a16:creationId xmlns:a16="http://schemas.microsoft.com/office/drawing/2014/main" id="{88826A66-BEBF-2631-C58E-C30C8C7ED368}"/>
                  </a:ext>
                </a:extLst>
              </p:cNvPr>
              <p:cNvSpPr/>
              <p:nvPr/>
            </p:nvSpPr>
            <p:spPr>
              <a:xfrm>
                <a:off x="5161650" y="3351575"/>
                <a:ext cx="74850" cy="70575"/>
              </a:xfrm>
              <a:custGeom>
                <a:avLst/>
                <a:gdLst/>
                <a:ahLst/>
                <a:cxnLst/>
                <a:rect l="l" t="t" r="r" b="b"/>
                <a:pathLst>
                  <a:path w="2994" h="2823" extrusionOk="0">
                    <a:moveTo>
                      <a:pt x="1050" y="1"/>
                    </a:moveTo>
                    <a:cubicBezTo>
                      <a:pt x="470" y="1"/>
                      <a:pt x="0" y="471"/>
                      <a:pt x="0" y="1051"/>
                    </a:cubicBezTo>
                    <a:lnTo>
                      <a:pt x="0" y="1788"/>
                    </a:lnTo>
                    <a:cubicBezTo>
                      <a:pt x="0" y="2368"/>
                      <a:pt x="470" y="2822"/>
                      <a:pt x="1050"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0" name="Google Shape;1128;p30">
                <a:extLst>
                  <a:ext uri="{FF2B5EF4-FFF2-40B4-BE49-F238E27FC236}">
                    <a16:creationId xmlns:a16="http://schemas.microsoft.com/office/drawing/2014/main" id="{D1E743D5-5028-020D-CE46-BA8533208501}"/>
                  </a:ext>
                </a:extLst>
              </p:cNvPr>
              <p:cNvSpPr/>
              <p:nvPr/>
            </p:nvSpPr>
            <p:spPr>
              <a:xfrm>
                <a:off x="4849325" y="3351575"/>
                <a:ext cx="74475" cy="70575"/>
              </a:xfrm>
              <a:custGeom>
                <a:avLst/>
                <a:gdLst/>
                <a:ahLst/>
                <a:cxnLst/>
                <a:rect l="l" t="t" r="r" b="b"/>
                <a:pathLst>
                  <a:path w="2979" h="2823" extrusionOk="0">
                    <a:moveTo>
                      <a:pt x="1035" y="1"/>
                    </a:moveTo>
                    <a:cubicBezTo>
                      <a:pt x="471" y="1"/>
                      <a:pt x="1" y="471"/>
                      <a:pt x="1" y="1051"/>
                    </a:cubicBezTo>
                    <a:lnTo>
                      <a:pt x="1" y="1788"/>
                    </a:lnTo>
                    <a:cubicBezTo>
                      <a:pt x="1" y="2368"/>
                      <a:pt x="471" y="2822"/>
                      <a:pt x="1035" y="2822"/>
                    </a:cubicBezTo>
                    <a:lnTo>
                      <a:pt x="1929" y="2822"/>
                    </a:lnTo>
                    <a:cubicBezTo>
                      <a:pt x="2509" y="2822"/>
                      <a:pt x="2979" y="2368"/>
                      <a:pt x="2979" y="1788"/>
                    </a:cubicBezTo>
                    <a:lnTo>
                      <a:pt x="2979" y="1051"/>
                    </a:lnTo>
                    <a:cubicBezTo>
                      <a:pt x="2979" y="471"/>
                      <a:pt x="2509" y="1"/>
                      <a:pt x="19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1" name="Google Shape;1129;p30">
                <a:extLst>
                  <a:ext uri="{FF2B5EF4-FFF2-40B4-BE49-F238E27FC236}">
                    <a16:creationId xmlns:a16="http://schemas.microsoft.com/office/drawing/2014/main" id="{3553C996-D1FE-7C34-76E3-8A786C59927C}"/>
                  </a:ext>
                </a:extLst>
              </p:cNvPr>
              <p:cNvSpPr/>
              <p:nvPr/>
            </p:nvSpPr>
            <p:spPr>
              <a:xfrm>
                <a:off x="4736475" y="3351575"/>
                <a:ext cx="74875" cy="70575"/>
              </a:xfrm>
              <a:custGeom>
                <a:avLst/>
                <a:gdLst/>
                <a:ahLst/>
                <a:cxnLst/>
                <a:rect l="l" t="t" r="r" b="b"/>
                <a:pathLst>
                  <a:path w="2995" h="2823" extrusionOk="0">
                    <a:moveTo>
                      <a:pt x="1051" y="1"/>
                    </a:moveTo>
                    <a:cubicBezTo>
                      <a:pt x="471" y="1"/>
                      <a:pt x="0" y="471"/>
                      <a:pt x="0" y="1051"/>
                    </a:cubicBezTo>
                    <a:lnTo>
                      <a:pt x="0" y="1788"/>
                    </a:lnTo>
                    <a:cubicBezTo>
                      <a:pt x="0" y="2368"/>
                      <a:pt x="471" y="2822"/>
                      <a:pt x="1051"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2" name="Google Shape;1130;p30">
                <a:extLst>
                  <a:ext uri="{FF2B5EF4-FFF2-40B4-BE49-F238E27FC236}">
                    <a16:creationId xmlns:a16="http://schemas.microsoft.com/office/drawing/2014/main" id="{C40D78F2-B17B-4053-9685-C4FB0AE1C632}"/>
                  </a:ext>
                </a:extLst>
              </p:cNvPr>
              <p:cNvSpPr/>
              <p:nvPr/>
            </p:nvSpPr>
            <p:spPr>
              <a:xfrm>
                <a:off x="4628325" y="3351575"/>
                <a:ext cx="74475" cy="70575"/>
              </a:xfrm>
              <a:custGeom>
                <a:avLst/>
                <a:gdLst/>
                <a:ahLst/>
                <a:cxnLst/>
                <a:rect l="l" t="t" r="r" b="b"/>
                <a:pathLst>
                  <a:path w="2979" h="2823" extrusionOk="0">
                    <a:moveTo>
                      <a:pt x="1051" y="1"/>
                    </a:moveTo>
                    <a:cubicBezTo>
                      <a:pt x="471" y="1"/>
                      <a:pt x="0" y="471"/>
                      <a:pt x="0" y="1051"/>
                    </a:cubicBezTo>
                    <a:lnTo>
                      <a:pt x="0" y="1788"/>
                    </a:lnTo>
                    <a:cubicBezTo>
                      <a:pt x="0" y="2368"/>
                      <a:pt x="471" y="2822"/>
                      <a:pt x="1051" y="2822"/>
                    </a:cubicBezTo>
                    <a:lnTo>
                      <a:pt x="1944" y="2822"/>
                    </a:lnTo>
                    <a:cubicBezTo>
                      <a:pt x="2508" y="2822"/>
                      <a:pt x="2978" y="2368"/>
                      <a:pt x="2978" y="1788"/>
                    </a:cubicBezTo>
                    <a:lnTo>
                      <a:pt x="2978" y="1051"/>
                    </a:lnTo>
                    <a:cubicBezTo>
                      <a:pt x="2978" y="471"/>
                      <a:pt x="2508"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3" name="Google Shape;1131;p30">
                <a:extLst>
                  <a:ext uri="{FF2B5EF4-FFF2-40B4-BE49-F238E27FC236}">
                    <a16:creationId xmlns:a16="http://schemas.microsoft.com/office/drawing/2014/main" id="{20AA7CA6-4D2F-A976-2FDD-3EC60BB2A756}"/>
                  </a:ext>
                </a:extLst>
              </p:cNvPr>
              <p:cNvSpPr/>
              <p:nvPr/>
            </p:nvSpPr>
            <p:spPr>
              <a:xfrm>
                <a:off x="4519775" y="3351575"/>
                <a:ext cx="74875" cy="70575"/>
              </a:xfrm>
              <a:custGeom>
                <a:avLst/>
                <a:gdLst/>
                <a:ahLst/>
                <a:cxnLst/>
                <a:rect l="l" t="t" r="r" b="b"/>
                <a:pathLst>
                  <a:path w="2995" h="2823" extrusionOk="0">
                    <a:moveTo>
                      <a:pt x="1051" y="1"/>
                    </a:moveTo>
                    <a:cubicBezTo>
                      <a:pt x="471" y="1"/>
                      <a:pt x="1" y="471"/>
                      <a:pt x="1" y="1051"/>
                    </a:cubicBezTo>
                    <a:lnTo>
                      <a:pt x="1" y="1788"/>
                    </a:lnTo>
                    <a:cubicBezTo>
                      <a:pt x="1" y="2368"/>
                      <a:pt x="471" y="2822"/>
                      <a:pt x="1051"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4" name="Google Shape;1132;p30">
                <a:extLst>
                  <a:ext uri="{FF2B5EF4-FFF2-40B4-BE49-F238E27FC236}">
                    <a16:creationId xmlns:a16="http://schemas.microsoft.com/office/drawing/2014/main" id="{F4ED71B1-6B8D-9185-CF86-C89EB1CE75CB}"/>
                  </a:ext>
                </a:extLst>
              </p:cNvPr>
              <p:cNvSpPr/>
              <p:nvPr/>
            </p:nvSpPr>
            <p:spPr>
              <a:xfrm>
                <a:off x="4411625" y="3351575"/>
                <a:ext cx="74475" cy="70575"/>
              </a:xfrm>
              <a:custGeom>
                <a:avLst/>
                <a:gdLst/>
                <a:ahLst/>
                <a:cxnLst/>
                <a:rect l="l" t="t" r="r" b="b"/>
                <a:pathLst>
                  <a:path w="2979" h="2823" extrusionOk="0">
                    <a:moveTo>
                      <a:pt x="1035" y="1"/>
                    </a:moveTo>
                    <a:cubicBezTo>
                      <a:pt x="471" y="1"/>
                      <a:pt x="0" y="471"/>
                      <a:pt x="0" y="1051"/>
                    </a:cubicBezTo>
                    <a:lnTo>
                      <a:pt x="0" y="1788"/>
                    </a:lnTo>
                    <a:cubicBezTo>
                      <a:pt x="0" y="2368"/>
                      <a:pt x="471" y="2822"/>
                      <a:pt x="1035" y="2822"/>
                    </a:cubicBezTo>
                    <a:lnTo>
                      <a:pt x="1928" y="2822"/>
                    </a:lnTo>
                    <a:cubicBezTo>
                      <a:pt x="2508" y="2822"/>
                      <a:pt x="2979" y="2368"/>
                      <a:pt x="2979" y="1788"/>
                    </a:cubicBezTo>
                    <a:lnTo>
                      <a:pt x="2979" y="1051"/>
                    </a:lnTo>
                    <a:cubicBezTo>
                      <a:pt x="2979" y="471"/>
                      <a:pt x="2508" y="1"/>
                      <a:pt x="192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5" name="Google Shape;1133;p30">
                <a:extLst>
                  <a:ext uri="{FF2B5EF4-FFF2-40B4-BE49-F238E27FC236}">
                    <a16:creationId xmlns:a16="http://schemas.microsoft.com/office/drawing/2014/main" id="{462CE26D-0AA5-DB4B-8257-96A790D056F4}"/>
                  </a:ext>
                </a:extLst>
              </p:cNvPr>
              <p:cNvSpPr/>
              <p:nvPr/>
            </p:nvSpPr>
            <p:spPr>
              <a:xfrm>
                <a:off x="4303075" y="3351575"/>
                <a:ext cx="74875" cy="70575"/>
              </a:xfrm>
              <a:custGeom>
                <a:avLst/>
                <a:gdLst/>
                <a:ahLst/>
                <a:cxnLst/>
                <a:rect l="l" t="t" r="r" b="b"/>
                <a:pathLst>
                  <a:path w="2995" h="2823" extrusionOk="0">
                    <a:moveTo>
                      <a:pt x="1051" y="1"/>
                    </a:moveTo>
                    <a:cubicBezTo>
                      <a:pt x="471" y="1"/>
                      <a:pt x="1" y="471"/>
                      <a:pt x="1" y="1051"/>
                    </a:cubicBezTo>
                    <a:lnTo>
                      <a:pt x="1" y="1788"/>
                    </a:lnTo>
                    <a:cubicBezTo>
                      <a:pt x="1" y="2368"/>
                      <a:pt x="471" y="2822"/>
                      <a:pt x="1051"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6" name="Google Shape;1134;p30">
                <a:extLst>
                  <a:ext uri="{FF2B5EF4-FFF2-40B4-BE49-F238E27FC236}">
                    <a16:creationId xmlns:a16="http://schemas.microsoft.com/office/drawing/2014/main" id="{05807FAD-4BC4-7F2A-9E60-AC1CD92DB191}"/>
                  </a:ext>
                </a:extLst>
              </p:cNvPr>
              <p:cNvSpPr/>
              <p:nvPr/>
            </p:nvSpPr>
            <p:spPr>
              <a:xfrm>
                <a:off x="4194925" y="3351575"/>
                <a:ext cx="74475" cy="70575"/>
              </a:xfrm>
              <a:custGeom>
                <a:avLst/>
                <a:gdLst/>
                <a:ahLst/>
                <a:cxnLst/>
                <a:rect l="l" t="t" r="r" b="b"/>
                <a:pathLst>
                  <a:path w="2979" h="2823" extrusionOk="0">
                    <a:moveTo>
                      <a:pt x="1035" y="1"/>
                    </a:moveTo>
                    <a:cubicBezTo>
                      <a:pt x="471" y="1"/>
                      <a:pt x="1" y="471"/>
                      <a:pt x="1" y="1051"/>
                    </a:cubicBezTo>
                    <a:lnTo>
                      <a:pt x="1" y="1788"/>
                    </a:lnTo>
                    <a:cubicBezTo>
                      <a:pt x="1" y="2368"/>
                      <a:pt x="471" y="2822"/>
                      <a:pt x="1035" y="2822"/>
                    </a:cubicBezTo>
                    <a:lnTo>
                      <a:pt x="1928" y="2822"/>
                    </a:lnTo>
                    <a:cubicBezTo>
                      <a:pt x="2508" y="2822"/>
                      <a:pt x="2979" y="2368"/>
                      <a:pt x="2979" y="1788"/>
                    </a:cubicBezTo>
                    <a:lnTo>
                      <a:pt x="2979" y="1051"/>
                    </a:lnTo>
                    <a:cubicBezTo>
                      <a:pt x="2979" y="471"/>
                      <a:pt x="2508" y="1"/>
                      <a:pt x="192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7" name="Google Shape;1135;p30">
                <a:extLst>
                  <a:ext uri="{FF2B5EF4-FFF2-40B4-BE49-F238E27FC236}">
                    <a16:creationId xmlns:a16="http://schemas.microsoft.com/office/drawing/2014/main" id="{87273C6B-4D68-BF46-22C7-FEA68C32114F}"/>
                  </a:ext>
                </a:extLst>
              </p:cNvPr>
              <p:cNvSpPr/>
              <p:nvPr/>
            </p:nvSpPr>
            <p:spPr>
              <a:xfrm>
                <a:off x="4086375" y="3351575"/>
                <a:ext cx="74875" cy="70575"/>
              </a:xfrm>
              <a:custGeom>
                <a:avLst/>
                <a:gdLst/>
                <a:ahLst/>
                <a:cxnLst/>
                <a:rect l="l" t="t" r="r" b="b"/>
                <a:pathLst>
                  <a:path w="2995" h="2823" extrusionOk="0">
                    <a:moveTo>
                      <a:pt x="1051" y="1"/>
                    </a:moveTo>
                    <a:cubicBezTo>
                      <a:pt x="471" y="1"/>
                      <a:pt x="1" y="471"/>
                      <a:pt x="1" y="1051"/>
                    </a:cubicBezTo>
                    <a:lnTo>
                      <a:pt x="1" y="1788"/>
                    </a:lnTo>
                    <a:cubicBezTo>
                      <a:pt x="1" y="2368"/>
                      <a:pt x="471" y="2822"/>
                      <a:pt x="1051" y="2822"/>
                    </a:cubicBezTo>
                    <a:lnTo>
                      <a:pt x="1944" y="2822"/>
                    </a:lnTo>
                    <a:cubicBezTo>
                      <a:pt x="2524" y="2822"/>
                      <a:pt x="2995" y="2368"/>
                      <a:pt x="2995" y="1788"/>
                    </a:cubicBezTo>
                    <a:lnTo>
                      <a:pt x="2995" y="1051"/>
                    </a:lnTo>
                    <a:cubicBezTo>
                      <a:pt x="2995"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17" name="Google Shape;1117;p30"/>
            <p:cNvGrpSpPr/>
            <p:nvPr/>
          </p:nvGrpSpPr>
          <p:grpSpPr>
            <a:xfrm>
              <a:off x="5113607" y="3784150"/>
              <a:ext cx="3075700" cy="952625"/>
              <a:chOff x="3962175" y="2631750"/>
              <a:chExt cx="3075700" cy="952625"/>
            </a:xfrm>
          </p:grpSpPr>
          <p:sp>
            <p:nvSpPr>
              <p:cNvPr id="1118" name="Google Shape;1118;p30"/>
              <p:cNvSpPr/>
              <p:nvPr/>
            </p:nvSpPr>
            <p:spPr>
              <a:xfrm>
                <a:off x="3962175" y="3227750"/>
                <a:ext cx="3075700" cy="356625"/>
              </a:xfrm>
              <a:custGeom>
                <a:avLst/>
                <a:gdLst/>
                <a:ahLst/>
                <a:cxnLst/>
                <a:rect l="l" t="t" r="r" b="b"/>
                <a:pathLst>
                  <a:path w="123028" h="14265" extrusionOk="0">
                    <a:moveTo>
                      <a:pt x="114046" y="1"/>
                    </a:moveTo>
                    <a:lnTo>
                      <a:pt x="114046" y="1239"/>
                    </a:lnTo>
                    <a:lnTo>
                      <a:pt x="114579" y="1239"/>
                    </a:lnTo>
                    <a:lnTo>
                      <a:pt x="114579" y="3167"/>
                    </a:lnTo>
                    <a:lnTo>
                      <a:pt x="109877" y="3167"/>
                    </a:lnTo>
                    <a:lnTo>
                      <a:pt x="109877" y="2728"/>
                    </a:lnTo>
                    <a:lnTo>
                      <a:pt x="108984" y="2728"/>
                    </a:lnTo>
                    <a:lnTo>
                      <a:pt x="108984" y="1913"/>
                    </a:lnTo>
                    <a:cubicBezTo>
                      <a:pt x="108984" y="1411"/>
                      <a:pt x="108513" y="1004"/>
                      <a:pt x="107980" y="1098"/>
                    </a:cubicBezTo>
                    <a:lnTo>
                      <a:pt x="107980" y="1098"/>
                    </a:lnTo>
                    <a:cubicBezTo>
                      <a:pt x="107573" y="1161"/>
                      <a:pt x="107291" y="1553"/>
                      <a:pt x="107291" y="1960"/>
                    </a:cubicBezTo>
                    <a:lnTo>
                      <a:pt x="107291" y="1960"/>
                    </a:lnTo>
                    <a:lnTo>
                      <a:pt x="107291" y="2728"/>
                    </a:lnTo>
                    <a:lnTo>
                      <a:pt x="106397" y="2728"/>
                    </a:lnTo>
                    <a:lnTo>
                      <a:pt x="106397" y="3167"/>
                    </a:lnTo>
                    <a:lnTo>
                      <a:pt x="105237" y="3167"/>
                    </a:lnTo>
                    <a:lnTo>
                      <a:pt x="105237" y="1615"/>
                    </a:lnTo>
                    <a:lnTo>
                      <a:pt x="103921" y="1615"/>
                    </a:lnTo>
                    <a:lnTo>
                      <a:pt x="103921" y="3167"/>
                    </a:lnTo>
                    <a:lnTo>
                      <a:pt x="100112" y="3167"/>
                    </a:lnTo>
                    <a:lnTo>
                      <a:pt x="100112" y="1521"/>
                    </a:lnTo>
                    <a:cubicBezTo>
                      <a:pt x="100112" y="675"/>
                      <a:pt x="99438" y="1"/>
                      <a:pt x="98591" y="1"/>
                    </a:cubicBezTo>
                    <a:lnTo>
                      <a:pt x="98591" y="1"/>
                    </a:lnTo>
                    <a:lnTo>
                      <a:pt x="88403" y="1"/>
                    </a:lnTo>
                    <a:cubicBezTo>
                      <a:pt x="87870" y="1"/>
                      <a:pt x="87431" y="440"/>
                      <a:pt x="87463" y="988"/>
                    </a:cubicBezTo>
                    <a:lnTo>
                      <a:pt x="87463" y="988"/>
                    </a:lnTo>
                    <a:cubicBezTo>
                      <a:pt x="87494" y="1490"/>
                      <a:pt x="87949" y="1882"/>
                      <a:pt x="88466" y="1882"/>
                    </a:cubicBezTo>
                    <a:lnTo>
                      <a:pt x="88466" y="1882"/>
                    </a:lnTo>
                    <a:lnTo>
                      <a:pt x="92149" y="1882"/>
                    </a:lnTo>
                    <a:cubicBezTo>
                      <a:pt x="92964" y="1882"/>
                      <a:pt x="93638" y="2540"/>
                      <a:pt x="93638" y="3355"/>
                    </a:cubicBezTo>
                    <a:lnTo>
                      <a:pt x="93638" y="3355"/>
                    </a:lnTo>
                    <a:lnTo>
                      <a:pt x="93638" y="5785"/>
                    </a:lnTo>
                    <a:cubicBezTo>
                      <a:pt x="93638" y="5988"/>
                      <a:pt x="93466" y="6161"/>
                      <a:pt x="93247" y="6161"/>
                    </a:cubicBezTo>
                    <a:lnTo>
                      <a:pt x="93247" y="6161"/>
                    </a:lnTo>
                    <a:lnTo>
                      <a:pt x="88293" y="6161"/>
                    </a:lnTo>
                    <a:cubicBezTo>
                      <a:pt x="87839" y="6161"/>
                      <a:pt x="87463" y="6537"/>
                      <a:pt x="87463" y="6992"/>
                    </a:cubicBezTo>
                    <a:lnTo>
                      <a:pt x="87463" y="6992"/>
                    </a:lnTo>
                    <a:lnTo>
                      <a:pt x="87463" y="9468"/>
                    </a:lnTo>
                    <a:cubicBezTo>
                      <a:pt x="87463" y="10299"/>
                      <a:pt x="87823" y="11036"/>
                      <a:pt x="88403" y="11537"/>
                    </a:cubicBezTo>
                    <a:lnTo>
                      <a:pt x="88403" y="11537"/>
                    </a:lnTo>
                    <a:cubicBezTo>
                      <a:pt x="88388" y="11615"/>
                      <a:pt x="88388" y="11678"/>
                      <a:pt x="88372" y="11741"/>
                    </a:cubicBezTo>
                    <a:lnTo>
                      <a:pt x="88372" y="11741"/>
                    </a:lnTo>
                    <a:lnTo>
                      <a:pt x="85221" y="11741"/>
                    </a:lnTo>
                    <a:lnTo>
                      <a:pt x="85221" y="3512"/>
                    </a:lnTo>
                    <a:cubicBezTo>
                      <a:pt x="85221" y="2430"/>
                      <a:pt x="84359" y="1553"/>
                      <a:pt x="83278" y="1553"/>
                    </a:cubicBezTo>
                    <a:lnTo>
                      <a:pt x="83278" y="1553"/>
                    </a:lnTo>
                    <a:lnTo>
                      <a:pt x="46083" y="1553"/>
                    </a:lnTo>
                    <a:cubicBezTo>
                      <a:pt x="45017" y="1553"/>
                      <a:pt x="44139" y="2430"/>
                      <a:pt x="44139" y="3512"/>
                    </a:cubicBezTo>
                    <a:lnTo>
                      <a:pt x="44139" y="3512"/>
                    </a:lnTo>
                    <a:lnTo>
                      <a:pt x="44139" y="10330"/>
                    </a:lnTo>
                    <a:lnTo>
                      <a:pt x="42211" y="10330"/>
                    </a:lnTo>
                    <a:lnTo>
                      <a:pt x="42211" y="3512"/>
                    </a:lnTo>
                    <a:cubicBezTo>
                      <a:pt x="42211" y="2430"/>
                      <a:pt x="41333" y="1553"/>
                      <a:pt x="40267" y="1553"/>
                    </a:cubicBezTo>
                    <a:lnTo>
                      <a:pt x="40267" y="1553"/>
                    </a:lnTo>
                    <a:lnTo>
                      <a:pt x="3072" y="1553"/>
                    </a:lnTo>
                    <a:cubicBezTo>
                      <a:pt x="2006" y="1553"/>
                      <a:pt x="1129" y="2430"/>
                      <a:pt x="1129" y="3512"/>
                    </a:cubicBezTo>
                    <a:lnTo>
                      <a:pt x="1129" y="3512"/>
                    </a:lnTo>
                    <a:lnTo>
                      <a:pt x="1129" y="10330"/>
                    </a:lnTo>
                    <a:lnTo>
                      <a:pt x="0" y="10330"/>
                    </a:lnTo>
                    <a:lnTo>
                      <a:pt x="0" y="11130"/>
                    </a:lnTo>
                    <a:lnTo>
                      <a:pt x="1129" y="11130"/>
                    </a:lnTo>
                    <a:lnTo>
                      <a:pt x="1129" y="12650"/>
                    </a:lnTo>
                    <a:lnTo>
                      <a:pt x="1865" y="12650"/>
                    </a:lnTo>
                    <a:cubicBezTo>
                      <a:pt x="1865" y="13481"/>
                      <a:pt x="2555" y="14170"/>
                      <a:pt x="3386" y="14170"/>
                    </a:cubicBezTo>
                    <a:lnTo>
                      <a:pt x="3386" y="14170"/>
                    </a:lnTo>
                    <a:cubicBezTo>
                      <a:pt x="4232" y="14170"/>
                      <a:pt x="4906" y="13481"/>
                      <a:pt x="4906" y="12650"/>
                    </a:cubicBezTo>
                    <a:lnTo>
                      <a:pt x="4906" y="12650"/>
                    </a:lnTo>
                    <a:lnTo>
                      <a:pt x="6113" y="12650"/>
                    </a:lnTo>
                    <a:cubicBezTo>
                      <a:pt x="6113" y="13481"/>
                      <a:pt x="6803" y="14170"/>
                      <a:pt x="7633" y="14170"/>
                    </a:cubicBezTo>
                    <a:lnTo>
                      <a:pt x="7633" y="14170"/>
                    </a:lnTo>
                    <a:cubicBezTo>
                      <a:pt x="8480" y="14170"/>
                      <a:pt x="9154" y="13481"/>
                      <a:pt x="9154" y="12650"/>
                    </a:cubicBezTo>
                    <a:lnTo>
                      <a:pt x="9154" y="12650"/>
                    </a:lnTo>
                    <a:lnTo>
                      <a:pt x="33966" y="12650"/>
                    </a:lnTo>
                    <a:cubicBezTo>
                      <a:pt x="33966" y="13481"/>
                      <a:pt x="34640" y="14170"/>
                      <a:pt x="35487" y="14170"/>
                    </a:cubicBezTo>
                    <a:lnTo>
                      <a:pt x="35487" y="14170"/>
                    </a:lnTo>
                    <a:cubicBezTo>
                      <a:pt x="36317" y="14170"/>
                      <a:pt x="37007" y="13481"/>
                      <a:pt x="37007" y="12650"/>
                    </a:cubicBezTo>
                    <a:lnTo>
                      <a:pt x="37007" y="12650"/>
                    </a:lnTo>
                    <a:lnTo>
                      <a:pt x="38198" y="12650"/>
                    </a:lnTo>
                    <a:cubicBezTo>
                      <a:pt x="38198" y="13481"/>
                      <a:pt x="38888" y="14170"/>
                      <a:pt x="39734" y="14170"/>
                    </a:cubicBezTo>
                    <a:lnTo>
                      <a:pt x="39734" y="14170"/>
                    </a:lnTo>
                    <a:cubicBezTo>
                      <a:pt x="40565" y="14170"/>
                      <a:pt x="41255" y="13481"/>
                      <a:pt x="41255" y="12650"/>
                    </a:cubicBezTo>
                    <a:lnTo>
                      <a:pt x="41255" y="12650"/>
                    </a:lnTo>
                    <a:lnTo>
                      <a:pt x="42211" y="12650"/>
                    </a:lnTo>
                    <a:lnTo>
                      <a:pt x="42211" y="11130"/>
                    </a:lnTo>
                    <a:lnTo>
                      <a:pt x="44139" y="11130"/>
                    </a:lnTo>
                    <a:lnTo>
                      <a:pt x="44139" y="12650"/>
                    </a:lnTo>
                    <a:lnTo>
                      <a:pt x="44876" y="12650"/>
                    </a:lnTo>
                    <a:cubicBezTo>
                      <a:pt x="44876" y="13481"/>
                      <a:pt x="45565" y="14170"/>
                      <a:pt x="46412" y="14170"/>
                    </a:cubicBezTo>
                    <a:lnTo>
                      <a:pt x="46412" y="14170"/>
                    </a:lnTo>
                    <a:cubicBezTo>
                      <a:pt x="47242" y="14170"/>
                      <a:pt x="47932" y="13481"/>
                      <a:pt x="47932" y="12650"/>
                    </a:cubicBezTo>
                    <a:lnTo>
                      <a:pt x="47932" y="12650"/>
                    </a:lnTo>
                    <a:lnTo>
                      <a:pt x="49123" y="12650"/>
                    </a:lnTo>
                    <a:cubicBezTo>
                      <a:pt x="49123" y="13481"/>
                      <a:pt x="49813" y="14170"/>
                      <a:pt x="50644" y="14170"/>
                    </a:cubicBezTo>
                    <a:lnTo>
                      <a:pt x="50644" y="14170"/>
                    </a:lnTo>
                    <a:cubicBezTo>
                      <a:pt x="51490" y="14170"/>
                      <a:pt x="52164" y="13481"/>
                      <a:pt x="52164" y="12650"/>
                    </a:cubicBezTo>
                    <a:lnTo>
                      <a:pt x="52164" y="12650"/>
                    </a:lnTo>
                    <a:lnTo>
                      <a:pt x="76977" y="12650"/>
                    </a:lnTo>
                    <a:cubicBezTo>
                      <a:pt x="76977" y="13481"/>
                      <a:pt x="77651" y="14170"/>
                      <a:pt x="78497" y="14170"/>
                    </a:cubicBezTo>
                    <a:lnTo>
                      <a:pt x="78497" y="14170"/>
                    </a:lnTo>
                    <a:cubicBezTo>
                      <a:pt x="79343" y="14170"/>
                      <a:pt x="80017" y="13481"/>
                      <a:pt x="80017" y="12650"/>
                    </a:cubicBezTo>
                    <a:lnTo>
                      <a:pt x="80017" y="12650"/>
                    </a:lnTo>
                    <a:lnTo>
                      <a:pt x="81224" y="12650"/>
                    </a:lnTo>
                    <a:cubicBezTo>
                      <a:pt x="81224" y="13481"/>
                      <a:pt x="81898" y="14170"/>
                      <a:pt x="82745" y="14170"/>
                    </a:cubicBezTo>
                    <a:lnTo>
                      <a:pt x="82745" y="14170"/>
                    </a:lnTo>
                    <a:cubicBezTo>
                      <a:pt x="83575" y="14170"/>
                      <a:pt x="84265" y="13481"/>
                      <a:pt x="84265" y="12650"/>
                    </a:cubicBezTo>
                    <a:lnTo>
                      <a:pt x="84265" y="12650"/>
                    </a:lnTo>
                    <a:lnTo>
                      <a:pt x="88497" y="12650"/>
                    </a:lnTo>
                    <a:cubicBezTo>
                      <a:pt x="88811" y="13528"/>
                      <a:pt x="89657" y="14170"/>
                      <a:pt x="90645" y="14170"/>
                    </a:cubicBezTo>
                    <a:lnTo>
                      <a:pt x="90645" y="14170"/>
                    </a:lnTo>
                    <a:cubicBezTo>
                      <a:pt x="91789" y="14170"/>
                      <a:pt x="92729" y="13340"/>
                      <a:pt x="92902" y="12258"/>
                    </a:cubicBezTo>
                    <a:lnTo>
                      <a:pt x="92902" y="12258"/>
                    </a:lnTo>
                    <a:lnTo>
                      <a:pt x="94939" y="12258"/>
                    </a:lnTo>
                    <a:cubicBezTo>
                      <a:pt x="95174" y="13340"/>
                      <a:pt x="96146" y="14170"/>
                      <a:pt x="97322" y="14170"/>
                    </a:cubicBezTo>
                    <a:lnTo>
                      <a:pt x="97322" y="14170"/>
                    </a:lnTo>
                    <a:cubicBezTo>
                      <a:pt x="98482" y="14170"/>
                      <a:pt x="99454" y="13340"/>
                      <a:pt x="99704" y="12258"/>
                    </a:cubicBezTo>
                    <a:lnTo>
                      <a:pt x="99704" y="12258"/>
                    </a:lnTo>
                    <a:lnTo>
                      <a:pt x="100535" y="12258"/>
                    </a:lnTo>
                    <a:cubicBezTo>
                      <a:pt x="100770" y="13340"/>
                      <a:pt x="101758" y="14170"/>
                      <a:pt x="102918" y="14170"/>
                    </a:cubicBezTo>
                    <a:lnTo>
                      <a:pt x="102918" y="14170"/>
                    </a:lnTo>
                    <a:cubicBezTo>
                      <a:pt x="104093" y="14170"/>
                      <a:pt x="105065" y="13340"/>
                      <a:pt x="105300" y="12258"/>
                    </a:cubicBezTo>
                    <a:lnTo>
                      <a:pt x="105300" y="12258"/>
                    </a:lnTo>
                    <a:lnTo>
                      <a:pt x="106601" y="12258"/>
                    </a:lnTo>
                    <a:cubicBezTo>
                      <a:pt x="106836" y="13340"/>
                      <a:pt x="107808" y="14170"/>
                      <a:pt x="108984" y="14170"/>
                    </a:cubicBezTo>
                    <a:lnTo>
                      <a:pt x="108984" y="14170"/>
                    </a:lnTo>
                    <a:cubicBezTo>
                      <a:pt x="110143" y="14170"/>
                      <a:pt x="111115" y="13340"/>
                      <a:pt x="111366" y="12258"/>
                    </a:cubicBezTo>
                    <a:lnTo>
                      <a:pt x="111366" y="12258"/>
                    </a:lnTo>
                    <a:lnTo>
                      <a:pt x="112197" y="12258"/>
                    </a:lnTo>
                    <a:cubicBezTo>
                      <a:pt x="112448" y="13340"/>
                      <a:pt x="113419" y="14170"/>
                      <a:pt x="114579" y="14170"/>
                    </a:cubicBezTo>
                    <a:lnTo>
                      <a:pt x="114579" y="14170"/>
                    </a:lnTo>
                    <a:cubicBezTo>
                      <a:pt x="115755" y="14170"/>
                      <a:pt x="116727" y="13340"/>
                      <a:pt x="116962" y="12258"/>
                    </a:cubicBezTo>
                    <a:lnTo>
                      <a:pt x="116962" y="12258"/>
                    </a:lnTo>
                    <a:lnTo>
                      <a:pt x="117244" y="12258"/>
                    </a:lnTo>
                    <a:cubicBezTo>
                      <a:pt x="117056" y="12525"/>
                      <a:pt x="116977" y="12854"/>
                      <a:pt x="117056" y="13230"/>
                    </a:cubicBezTo>
                    <a:lnTo>
                      <a:pt x="117056" y="13230"/>
                    </a:lnTo>
                    <a:cubicBezTo>
                      <a:pt x="117166" y="13684"/>
                      <a:pt x="117542" y="14061"/>
                      <a:pt x="118012" y="14139"/>
                    </a:cubicBezTo>
                    <a:lnTo>
                      <a:pt x="118012" y="14139"/>
                    </a:lnTo>
                    <a:cubicBezTo>
                      <a:pt x="118655" y="14264"/>
                      <a:pt x="119219" y="13888"/>
                      <a:pt x="119391" y="13324"/>
                    </a:cubicBezTo>
                    <a:lnTo>
                      <a:pt x="119391" y="13324"/>
                    </a:lnTo>
                    <a:cubicBezTo>
                      <a:pt x="122369" y="13308"/>
                      <a:pt x="123028" y="12556"/>
                      <a:pt x="123028" y="12556"/>
                    </a:cubicBezTo>
                    <a:lnTo>
                      <a:pt x="123028" y="12556"/>
                    </a:lnTo>
                    <a:lnTo>
                      <a:pt x="119783" y="9108"/>
                    </a:lnTo>
                    <a:lnTo>
                      <a:pt x="118749" y="9108"/>
                    </a:lnTo>
                    <a:cubicBezTo>
                      <a:pt x="120128" y="8841"/>
                      <a:pt x="121178" y="7619"/>
                      <a:pt x="121178" y="6161"/>
                    </a:cubicBezTo>
                    <a:lnTo>
                      <a:pt x="121178" y="6161"/>
                    </a:lnTo>
                    <a:cubicBezTo>
                      <a:pt x="121178" y="5330"/>
                      <a:pt x="120849" y="4578"/>
                      <a:pt x="120300" y="4045"/>
                    </a:cubicBezTo>
                    <a:lnTo>
                      <a:pt x="120300" y="4045"/>
                    </a:lnTo>
                    <a:cubicBezTo>
                      <a:pt x="119752" y="3496"/>
                      <a:pt x="118999" y="3167"/>
                      <a:pt x="118184" y="3167"/>
                    </a:cubicBezTo>
                    <a:lnTo>
                      <a:pt x="118184" y="3167"/>
                    </a:lnTo>
                    <a:lnTo>
                      <a:pt x="116068" y="3167"/>
                    </a:lnTo>
                    <a:lnTo>
                      <a:pt x="116068" y="1239"/>
                    </a:lnTo>
                    <a:lnTo>
                      <a:pt x="116601" y="1239"/>
                    </a:lnTo>
                    <a:lnTo>
                      <a:pt x="116601" y="1"/>
                    </a:lnTo>
                    <a:close/>
                    <a:moveTo>
                      <a:pt x="58214" y="11130"/>
                    </a:moveTo>
                    <a:lnTo>
                      <a:pt x="71146" y="11130"/>
                    </a:lnTo>
                    <a:lnTo>
                      <a:pt x="71146" y="11741"/>
                    </a:lnTo>
                    <a:lnTo>
                      <a:pt x="58214" y="11741"/>
                    </a:lnTo>
                    <a:close/>
                    <a:moveTo>
                      <a:pt x="15204" y="11130"/>
                    </a:moveTo>
                    <a:lnTo>
                      <a:pt x="28135" y="11130"/>
                    </a:lnTo>
                    <a:lnTo>
                      <a:pt x="28135" y="11741"/>
                    </a:lnTo>
                    <a:lnTo>
                      <a:pt x="15204" y="11741"/>
                    </a:lnTo>
                    <a:close/>
                  </a:path>
                </a:pathLst>
              </a:custGeom>
              <a:solidFill>
                <a:srgbClr val="0913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dirty="0"/>
              </a:p>
            </p:txBody>
          </p:sp>
          <p:sp>
            <p:nvSpPr>
              <p:cNvPr id="1119" name="Google Shape;1119;p30"/>
              <p:cNvSpPr/>
              <p:nvPr/>
            </p:nvSpPr>
            <p:spPr>
              <a:xfrm>
                <a:off x="6345450" y="3293600"/>
                <a:ext cx="84275" cy="84275"/>
              </a:xfrm>
              <a:custGeom>
                <a:avLst/>
                <a:gdLst/>
                <a:ahLst/>
                <a:cxnLst/>
                <a:rect l="l" t="t" r="r" b="b"/>
                <a:pathLst>
                  <a:path w="3371" h="3371" extrusionOk="0">
                    <a:moveTo>
                      <a:pt x="1050" y="0"/>
                    </a:moveTo>
                    <a:cubicBezTo>
                      <a:pt x="470" y="0"/>
                      <a:pt x="0" y="470"/>
                      <a:pt x="0" y="1050"/>
                    </a:cubicBezTo>
                    <a:lnTo>
                      <a:pt x="0" y="2320"/>
                    </a:lnTo>
                    <a:cubicBezTo>
                      <a:pt x="0" y="2900"/>
                      <a:pt x="470" y="3370"/>
                      <a:pt x="1050" y="3370"/>
                    </a:cubicBezTo>
                    <a:lnTo>
                      <a:pt x="2320" y="3370"/>
                    </a:lnTo>
                    <a:cubicBezTo>
                      <a:pt x="2900" y="3370"/>
                      <a:pt x="3370" y="2900"/>
                      <a:pt x="3370" y="2320"/>
                    </a:cubicBezTo>
                    <a:lnTo>
                      <a:pt x="3370" y="1050"/>
                    </a:lnTo>
                    <a:cubicBezTo>
                      <a:pt x="3370" y="470"/>
                      <a:pt x="2900" y="0"/>
                      <a:pt x="232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1120" name="Google Shape;1120;p30"/>
              <p:cNvSpPr/>
              <p:nvPr/>
            </p:nvSpPr>
            <p:spPr>
              <a:xfrm>
                <a:off x="5924600" y="3351575"/>
                <a:ext cx="74475" cy="70575"/>
              </a:xfrm>
              <a:custGeom>
                <a:avLst/>
                <a:gdLst/>
                <a:ahLst/>
                <a:cxnLst/>
                <a:rect l="l" t="t" r="r" b="b"/>
                <a:pathLst>
                  <a:path w="2979" h="2823" extrusionOk="0">
                    <a:moveTo>
                      <a:pt x="1050" y="1"/>
                    </a:moveTo>
                    <a:cubicBezTo>
                      <a:pt x="470" y="1"/>
                      <a:pt x="0" y="471"/>
                      <a:pt x="0" y="1051"/>
                    </a:cubicBezTo>
                    <a:lnTo>
                      <a:pt x="0" y="1788"/>
                    </a:lnTo>
                    <a:cubicBezTo>
                      <a:pt x="0" y="2368"/>
                      <a:pt x="470" y="2822"/>
                      <a:pt x="1050" y="2822"/>
                    </a:cubicBezTo>
                    <a:lnTo>
                      <a:pt x="1944" y="2822"/>
                    </a:lnTo>
                    <a:cubicBezTo>
                      <a:pt x="2508" y="2822"/>
                      <a:pt x="2978" y="2368"/>
                      <a:pt x="2978" y="1788"/>
                    </a:cubicBezTo>
                    <a:lnTo>
                      <a:pt x="2978" y="1051"/>
                    </a:lnTo>
                    <a:cubicBezTo>
                      <a:pt x="2978" y="471"/>
                      <a:pt x="2508"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1121" name="Google Shape;1121;p30"/>
              <p:cNvSpPr/>
              <p:nvPr/>
            </p:nvSpPr>
            <p:spPr>
              <a:xfrm>
                <a:off x="5812125" y="3351575"/>
                <a:ext cx="74475" cy="70575"/>
              </a:xfrm>
              <a:custGeom>
                <a:avLst/>
                <a:gdLst/>
                <a:ahLst/>
                <a:cxnLst/>
                <a:rect l="l" t="t" r="r" b="b"/>
                <a:pathLst>
                  <a:path w="2979" h="2823" extrusionOk="0">
                    <a:moveTo>
                      <a:pt x="1035" y="1"/>
                    </a:moveTo>
                    <a:cubicBezTo>
                      <a:pt x="455" y="1"/>
                      <a:pt x="0" y="471"/>
                      <a:pt x="0" y="1051"/>
                    </a:cubicBezTo>
                    <a:lnTo>
                      <a:pt x="0" y="1788"/>
                    </a:lnTo>
                    <a:cubicBezTo>
                      <a:pt x="0" y="2368"/>
                      <a:pt x="455" y="2822"/>
                      <a:pt x="1035" y="2822"/>
                    </a:cubicBezTo>
                    <a:lnTo>
                      <a:pt x="1928" y="2822"/>
                    </a:lnTo>
                    <a:cubicBezTo>
                      <a:pt x="2508" y="2822"/>
                      <a:pt x="2979" y="2368"/>
                      <a:pt x="2979" y="1788"/>
                    </a:cubicBezTo>
                    <a:lnTo>
                      <a:pt x="2979" y="1051"/>
                    </a:lnTo>
                    <a:cubicBezTo>
                      <a:pt x="2979" y="471"/>
                      <a:pt x="2508" y="1"/>
                      <a:pt x="192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1122" name="Google Shape;1122;p30"/>
              <p:cNvSpPr/>
              <p:nvPr/>
            </p:nvSpPr>
            <p:spPr>
              <a:xfrm>
                <a:off x="5703575" y="3351575"/>
                <a:ext cx="74475" cy="70575"/>
              </a:xfrm>
              <a:custGeom>
                <a:avLst/>
                <a:gdLst/>
                <a:ahLst/>
                <a:cxnLst/>
                <a:rect l="l" t="t" r="r" b="b"/>
                <a:pathLst>
                  <a:path w="2979" h="2823" extrusionOk="0">
                    <a:moveTo>
                      <a:pt x="1051" y="1"/>
                    </a:moveTo>
                    <a:cubicBezTo>
                      <a:pt x="471" y="1"/>
                      <a:pt x="1" y="471"/>
                      <a:pt x="1" y="1051"/>
                    </a:cubicBezTo>
                    <a:lnTo>
                      <a:pt x="1" y="1788"/>
                    </a:lnTo>
                    <a:cubicBezTo>
                      <a:pt x="1" y="2368"/>
                      <a:pt x="471" y="2822"/>
                      <a:pt x="1051" y="2822"/>
                    </a:cubicBezTo>
                    <a:lnTo>
                      <a:pt x="1944" y="2822"/>
                    </a:lnTo>
                    <a:cubicBezTo>
                      <a:pt x="2524" y="2822"/>
                      <a:pt x="2979" y="2368"/>
                      <a:pt x="2979" y="1788"/>
                    </a:cubicBezTo>
                    <a:lnTo>
                      <a:pt x="2979" y="1051"/>
                    </a:lnTo>
                    <a:cubicBezTo>
                      <a:pt x="2979"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1123" name="Google Shape;1123;p30"/>
              <p:cNvSpPr/>
              <p:nvPr/>
            </p:nvSpPr>
            <p:spPr>
              <a:xfrm>
                <a:off x="5595425" y="3351575"/>
                <a:ext cx="74475" cy="70575"/>
              </a:xfrm>
              <a:custGeom>
                <a:avLst/>
                <a:gdLst/>
                <a:ahLst/>
                <a:cxnLst/>
                <a:rect l="l" t="t" r="r" b="b"/>
                <a:pathLst>
                  <a:path w="2979" h="2823" extrusionOk="0">
                    <a:moveTo>
                      <a:pt x="1035" y="1"/>
                    </a:moveTo>
                    <a:cubicBezTo>
                      <a:pt x="455" y="1"/>
                      <a:pt x="1" y="471"/>
                      <a:pt x="1" y="1051"/>
                    </a:cubicBezTo>
                    <a:lnTo>
                      <a:pt x="1" y="1788"/>
                    </a:lnTo>
                    <a:cubicBezTo>
                      <a:pt x="1" y="2368"/>
                      <a:pt x="455" y="2822"/>
                      <a:pt x="1035" y="2822"/>
                    </a:cubicBezTo>
                    <a:lnTo>
                      <a:pt x="1929" y="2822"/>
                    </a:lnTo>
                    <a:cubicBezTo>
                      <a:pt x="2508" y="2822"/>
                      <a:pt x="2979" y="2368"/>
                      <a:pt x="2979" y="1788"/>
                    </a:cubicBezTo>
                    <a:lnTo>
                      <a:pt x="2979" y="1051"/>
                    </a:lnTo>
                    <a:cubicBezTo>
                      <a:pt x="2979" y="471"/>
                      <a:pt x="2508" y="1"/>
                      <a:pt x="19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1124" name="Google Shape;1124;p30"/>
              <p:cNvSpPr/>
              <p:nvPr/>
            </p:nvSpPr>
            <p:spPr>
              <a:xfrm>
                <a:off x="5486875" y="3351575"/>
                <a:ext cx="74475" cy="70575"/>
              </a:xfrm>
              <a:custGeom>
                <a:avLst/>
                <a:gdLst/>
                <a:ahLst/>
                <a:cxnLst/>
                <a:rect l="l" t="t" r="r" b="b"/>
                <a:pathLst>
                  <a:path w="2979" h="2823" extrusionOk="0">
                    <a:moveTo>
                      <a:pt x="1051" y="1"/>
                    </a:moveTo>
                    <a:cubicBezTo>
                      <a:pt x="471" y="1"/>
                      <a:pt x="1" y="471"/>
                      <a:pt x="1" y="1051"/>
                    </a:cubicBezTo>
                    <a:lnTo>
                      <a:pt x="1" y="1788"/>
                    </a:lnTo>
                    <a:cubicBezTo>
                      <a:pt x="1" y="2368"/>
                      <a:pt x="471" y="2822"/>
                      <a:pt x="1051" y="2822"/>
                    </a:cubicBezTo>
                    <a:lnTo>
                      <a:pt x="1944" y="2822"/>
                    </a:lnTo>
                    <a:cubicBezTo>
                      <a:pt x="2509" y="2822"/>
                      <a:pt x="2979" y="2368"/>
                      <a:pt x="2979" y="1788"/>
                    </a:cubicBezTo>
                    <a:lnTo>
                      <a:pt x="2979" y="1051"/>
                    </a:lnTo>
                    <a:cubicBezTo>
                      <a:pt x="2979" y="471"/>
                      <a:pt x="2509"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1125" name="Google Shape;1125;p30"/>
              <p:cNvSpPr/>
              <p:nvPr/>
            </p:nvSpPr>
            <p:spPr>
              <a:xfrm>
                <a:off x="5378350" y="3351575"/>
                <a:ext cx="74850" cy="70575"/>
              </a:xfrm>
              <a:custGeom>
                <a:avLst/>
                <a:gdLst/>
                <a:ahLst/>
                <a:cxnLst/>
                <a:rect l="l" t="t" r="r" b="b"/>
                <a:pathLst>
                  <a:path w="2994" h="2823" extrusionOk="0">
                    <a:moveTo>
                      <a:pt x="1050" y="1"/>
                    </a:moveTo>
                    <a:cubicBezTo>
                      <a:pt x="470" y="1"/>
                      <a:pt x="0" y="471"/>
                      <a:pt x="0" y="1051"/>
                    </a:cubicBezTo>
                    <a:lnTo>
                      <a:pt x="0" y="1788"/>
                    </a:lnTo>
                    <a:cubicBezTo>
                      <a:pt x="0" y="2368"/>
                      <a:pt x="470" y="2822"/>
                      <a:pt x="1050"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1126" name="Google Shape;1126;p30"/>
              <p:cNvSpPr/>
              <p:nvPr/>
            </p:nvSpPr>
            <p:spPr>
              <a:xfrm>
                <a:off x="5270175" y="3351575"/>
                <a:ext cx="74500" cy="70575"/>
              </a:xfrm>
              <a:custGeom>
                <a:avLst/>
                <a:gdLst/>
                <a:ahLst/>
                <a:cxnLst/>
                <a:rect l="l" t="t" r="r" b="b"/>
                <a:pathLst>
                  <a:path w="2980" h="2823" extrusionOk="0">
                    <a:moveTo>
                      <a:pt x="1051" y="1"/>
                    </a:moveTo>
                    <a:cubicBezTo>
                      <a:pt x="471" y="1"/>
                      <a:pt x="1" y="471"/>
                      <a:pt x="1" y="1051"/>
                    </a:cubicBezTo>
                    <a:lnTo>
                      <a:pt x="1" y="1788"/>
                    </a:lnTo>
                    <a:cubicBezTo>
                      <a:pt x="1" y="2368"/>
                      <a:pt x="471" y="2822"/>
                      <a:pt x="1051" y="2822"/>
                    </a:cubicBezTo>
                    <a:lnTo>
                      <a:pt x="1945" y="2822"/>
                    </a:lnTo>
                    <a:cubicBezTo>
                      <a:pt x="2509" y="2822"/>
                      <a:pt x="2979" y="2368"/>
                      <a:pt x="2979" y="1788"/>
                    </a:cubicBezTo>
                    <a:lnTo>
                      <a:pt x="2979" y="1051"/>
                    </a:lnTo>
                    <a:cubicBezTo>
                      <a:pt x="2979" y="471"/>
                      <a:pt x="2509" y="1"/>
                      <a:pt x="194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1127" name="Google Shape;1127;p30"/>
              <p:cNvSpPr/>
              <p:nvPr/>
            </p:nvSpPr>
            <p:spPr>
              <a:xfrm>
                <a:off x="5161650" y="3351575"/>
                <a:ext cx="74850" cy="70575"/>
              </a:xfrm>
              <a:custGeom>
                <a:avLst/>
                <a:gdLst/>
                <a:ahLst/>
                <a:cxnLst/>
                <a:rect l="l" t="t" r="r" b="b"/>
                <a:pathLst>
                  <a:path w="2994" h="2823" extrusionOk="0">
                    <a:moveTo>
                      <a:pt x="1050" y="1"/>
                    </a:moveTo>
                    <a:cubicBezTo>
                      <a:pt x="470" y="1"/>
                      <a:pt x="0" y="471"/>
                      <a:pt x="0" y="1051"/>
                    </a:cubicBezTo>
                    <a:lnTo>
                      <a:pt x="0" y="1788"/>
                    </a:lnTo>
                    <a:cubicBezTo>
                      <a:pt x="0" y="2368"/>
                      <a:pt x="470" y="2822"/>
                      <a:pt x="1050"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1128" name="Google Shape;1128;p30"/>
              <p:cNvSpPr/>
              <p:nvPr/>
            </p:nvSpPr>
            <p:spPr>
              <a:xfrm>
                <a:off x="4849325" y="3351575"/>
                <a:ext cx="74475" cy="70575"/>
              </a:xfrm>
              <a:custGeom>
                <a:avLst/>
                <a:gdLst/>
                <a:ahLst/>
                <a:cxnLst/>
                <a:rect l="l" t="t" r="r" b="b"/>
                <a:pathLst>
                  <a:path w="2979" h="2823" extrusionOk="0">
                    <a:moveTo>
                      <a:pt x="1035" y="1"/>
                    </a:moveTo>
                    <a:cubicBezTo>
                      <a:pt x="471" y="1"/>
                      <a:pt x="1" y="471"/>
                      <a:pt x="1" y="1051"/>
                    </a:cubicBezTo>
                    <a:lnTo>
                      <a:pt x="1" y="1788"/>
                    </a:lnTo>
                    <a:cubicBezTo>
                      <a:pt x="1" y="2368"/>
                      <a:pt x="471" y="2822"/>
                      <a:pt x="1035" y="2822"/>
                    </a:cubicBezTo>
                    <a:lnTo>
                      <a:pt x="1929" y="2822"/>
                    </a:lnTo>
                    <a:cubicBezTo>
                      <a:pt x="2509" y="2822"/>
                      <a:pt x="2979" y="2368"/>
                      <a:pt x="2979" y="1788"/>
                    </a:cubicBezTo>
                    <a:lnTo>
                      <a:pt x="2979" y="1051"/>
                    </a:lnTo>
                    <a:cubicBezTo>
                      <a:pt x="2979" y="471"/>
                      <a:pt x="2509" y="1"/>
                      <a:pt x="19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1129" name="Google Shape;1129;p30"/>
              <p:cNvSpPr/>
              <p:nvPr/>
            </p:nvSpPr>
            <p:spPr>
              <a:xfrm>
                <a:off x="4736475" y="3351575"/>
                <a:ext cx="74875" cy="70575"/>
              </a:xfrm>
              <a:custGeom>
                <a:avLst/>
                <a:gdLst/>
                <a:ahLst/>
                <a:cxnLst/>
                <a:rect l="l" t="t" r="r" b="b"/>
                <a:pathLst>
                  <a:path w="2995" h="2823" extrusionOk="0">
                    <a:moveTo>
                      <a:pt x="1051" y="1"/>
                    </a:moveTo>
                    <a:cubicBezTo>
                      <a:pt x="471" y="1"/>
                      <a:pt x="0" y="471"/>
                      <a:pt x="0" y="1051"/>
                    </a:cubicBezTo>
                    <a:lnTo>
                      <a:pt x="0" y="1788"/>
                    </a:lnTo>
                    <a:cubicBezTo>
                      <a:pt x="0" y="2368"/>
                      <a:pt x="471" y="2822"/>
                      <a:pt x="1051"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1130" name="Google Shape;1130;p30"/>
              <p:cNvSpPr/>
              <p:nvPr/>
            </p:nvSpPr>
            <p:spPr>
              <a:xfrm>
                <a:off x="4628325" y="3351575"/>
                <a:ext cx="74475" cy="70575"/>
              </a:xfrm>
              <a:custGeom>
                <a:avLst/>
                <a:gdLst/>
                <a:ahLst/>
                <a:cxnLst/>
                <a:rect l="l" t="t" r="r" b="b"/>
                <a:pathLst>
                  <a:path w="2979" h="2823" extrusionOk="0">
                    <a:moveTo>
                      <a:pt x="1051" y="1"/>
                    </a:moveTo>
                    <a:cubicBezTo>
                      <a:pt x="471" y="1"/>
                      <a:pt x="0" y="471"/>
                      <a:pt x="0" y="1051"/>
                    </a:cubicBezTo>
                    <a:lnTo>
                      <a:pt x="0" y="1788"/>
                    </a:lnTo>
                    <a:cubicBezTo>
                      <a:pt x="0" y="2368"/>
                      <a:pt x="471" y="2822"/>
                      <a:pt x="1051" y="2822"/>
                    </a:cubicBezTo>
                    <a:lnTo>
                      <a:pt x="1944" y="2822"/>
                    </a:lnTo>
                    <a:cubicBezTo>
                      <a:pt x="2508" y="2822"/>
                      <a:pt x="2978" y="2368"/>
                      <a:pt x="2978" y="1788"/>
                    </a:cubicBezTo>
                    <a:lnTo>
                      <a:pt x="2978" y="1051"/>
                    </a:lnTo>
                    <a:cubicBezTo>
                      <a:pt x="2978" y="471"/>
                      <a:pt x="2508"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1131" name="Google Shape;1131;p30"/>
              <p:cNvSpPr/>
              <p:nvPr/>
            </p:nvSpPr>
            <p:spPr>
              <a:xfrm>
                <a:off x="4519775" y="3351575"/>
                <a:ext cx="74875" cy="70575"/>
              </a:xfrm>
              <a:custGeom>
                <a:avLst/>
                <a:gdLst/>
                <a:ahLst/>
                <a:cxnLst/>
                <a:rect l="l" t="t" r="r" b="b"/>
                <a:pathLst>
                  <a:path w="2995" h="2823" extrusionOk="0">
                    <a:moveTo>
                      <a:pt x="1051" y="1"/>
                    </a:moveTo>
                    <a:cubicBezTo>
                      <a:pt x="471" y="1"/>
                      <a:pt x="1" y="471"/>
                      <a:pt x="1" y="1051"/>
                    </a:cubicBezTo>
                    <a:lnTo>
                      <a:pt x="1" y="1788"/>
                    </a:lnTo>
                    <a:cubicBezTo>
                      <a:pt x="1" y="2368"/>
                      <a:pt x="471" y="2822"/>
                      <a:pt x="1051"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1132" name="Google Shape;1132;p30"/>
              <p:cNvSpPr/>
              <p:nvPr/>
            </p:nvSpPr>
            <p:spPr>
              <a:xfrm>
                <a:off x="4411625" y="3351575"/>
                <a:ext cx="74475" cy="70575"/>
              </a:xfrm>
              <a:custGeom>
                <a:avLst/>
                <a:gdLst/>
                <a:ahLst/>
                <a:cxnLst/>
                <a:rect l="l" t="t" r="r" b="b"/>
                <a:pathLst>
                  <a:path w="2979" h="2823" extrusionOk="0">
                    <a:moveTo>
                      <a:pt x="1035" y="1"/>
                    </a:moveTo>
                    <a:cubicBezTo>
                      <a:pt x="471" y="1"/>
                      <a:pt x="0" y="471"/>
                      <a:pt x="0" y="1051"/>
                    </a:cubicBezTo>
                    <a:lnTo>
                      <a:pt x="0" y="1788"/>
                    </a:lnTo>
                    <a:cubicBezTo>
                      <a:pt x="0" y="2368"/>
                      <a:pt x="471" y="2822"/>
                      <a:pt x="1035" y="2822"/>
                    </a:cubicBezTo>
                    <a:lnTo>
                      <a:pt x="1928" y="2822"/>
                    </a:lnTo>
                    <a:cubicBezTo>
                      <a:pt x="2508" y="2822"/>
                      <a:pt x="2979" y="2368"/>
                      <a:pt x="2979" y="1788"/>
                    </a:cubicBezTo>
                    <a:lnTo>
                      <a:pt x="2979" y="1051"/>
                    </a:lnTo>
                    <a:cubicBezTo>
                      <a:pt x="2979" y="471"/>
                      <a:pt x="2508" y="1"/>
                      <a:pt x="192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1133" name="Google Shape;1133;p30"/>
              <p:cNvSpPr/>
              <p:nvPr/>
            </p:nvSpPr>
            <p:spPr>
              <a:xfrm>
                <a:off x="4303075" y="3351575"/>
                <a:ext cx="74875" cy="70575"/>
              </a:xfrm>
              <a:custGeom>
                <a:avLst/>
                <a:gdLst/>
                <a:ahLst/>
                <a:cxnLst/>
                <a:rect l="l" t="t" r="r" b="b"/>
                <a:pathLst>
                  <a:path w="2995" h="2823" extrusionOk="0">
                    <a:moveTo>
                      <a:pt x="1051" y="1"/>
                    </a:moveTo>
                    <a:cubicBezTo>
                      <a:pt x="471" y="1"/>
                      <a:pt x="1" y="471"/>
                      <a:pt x="1" y="1051"/>
                    </a:cubicBezTo>
                    <a:lnTo>
                      <a:pt x="1" y="1788"/>
                    </a:lnTo>
                    <a:cubicBezTo>
                      <a:pt x="1" y="2368"/>
                      <a:pt x="471" y="2822"/>
                      <a:pt x="1051"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1134" name="Google Shape;1134;p30"/>
              <p:cNvSpPr/>
              <p:nvPr/>
            </p:nvSpPr>
            <p:spPr>
              <a:xfrm>
                <a:off x="4194925" y="3351575"/>
                <a:ext cx="74475" cy="70575"/>
              </a:xfrm>
              <a:custGeom>
                <a:avLst/>
                <a:gdLst/>
                <a:ahLst/>
                <a:cxnLst/>
                <a:rect l="l" t="t" r="r" b="b"/>
                <a:pathLst>
                  <a:path w="2979" h="2823" extrusionOk="0">
                    <a:moveTo>
                      <a:pt x="1035" y="1"/>
                    </a:moveTo>
                    <a:cubicBezTo>
                      <a:pt x="471" y="1"/>
                      <a:pt x="1" y="471"/>
                      <a:pt x="1" y="1051"/>
                    </a:cubicBezTo>
                    <a:lnTo>
                      <a:pt x="1" y="1788"/>
                    </a:lnTo>
                    <a:cubicBezTo>
                      <a:pt x="1" y="2368"/>
                      <a:pt x="471" y="2822"/>
                      <a:pt x="1035" y="2822"/>
                    </a:cubicBezTo>
                    <a:lnTo>
                      <a:pt x="1928" y="2822"/>
                    </a:lnTo>
                    <a:cubicBezTo>
                      <a:pt x="2508" y="2822"/>
                      <a:pt x="2979" y="2368"/>
                      <a:pt x="2979" y="1788"/>
                    </a:cubicBezTo>
                    <a:lnTo>
                      <a:pt x="2979" y="1051"/>
                    </a:lnTo>
                    <a:cubicBezTo>
                      <a:pt x="2979" y="471"/>
                      <a:pt x="2508" y="1"/>
                      <a:pt x="192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1135" name="Google Shape;1135;p30"/>
              <p:cNvSpPr/>
              <p:nvPr/>
            </p:nvSpPr>
            <p:spPr>
              <a:xfrm>
                <a:off x="4086375" y="3351575"/>
                <a:ext cx="74875" cy="70575"/>
              </a:xfrm>
              <a:custGeom>
                <a:avLst/>
                <a:gdLst/>
                <a:ahLst/>
                <a:cxnLst/>
                <a:rect l="l" t="t" r="r" b="b"/>
                <a:pathLst>
                  <a:path w="2995" h="2823" extrusionOk="0">
                    <a:moveTo>
                      <a:pt x="1051" y="1"/>
                    </a:moveTo>
                    <a:cubicBezTo>
                      <a:pt x="471" y="1"/>
                      <a:pt x="1" y="471"/>
                      <a:pt x="1" y="1051"/>
                    </a:cubicBezTo>
                    <a:lnTo>
                      <a:pt x="1" y="1788"/>
                    </a:lnTo>
                    <a:cubicBezTo>
                      <a:pt x="1" y="2368"/>
                      <a:pt x="471" y="2822"/>
                      <a:pt x="1051" y="2822"/>
                    </a:cubicBezTo>
                    <a:lnTo>
                      <a:pt x="1944" y="2822"/>
                    </a:lnTo>
                    <a:cubicBezTo>
                      <a:pt x="2524" y="2822"/>
                      <a:pt x="2995" y="2368"/>
                      <a:pt x="2995" y="1788"/>
                    </a:cubicBezTo>
                    <a:lnTo>
                      <a:pt x="2995" y="1051"/>
                    </a:lnTo>
                    <a:cubicBezTo>
                      <a:pt x="2995"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1136" name="Google Shape;1136;p30"/>
              <p:cNvSpPr/>
              <p:nvPr/>
            </p:nvSpPr>
            <p:spPr>
              <a:xfrm>
                <a:off x="4570325" y="2631750"/>
                <a:ext cx="2293575" cy="582700"/>
              </a:xfrm>
              <a:custGeom>
                <a:avLst/>
                <a:gdLst/>
                <a:ahLst/>
                <a:cxnLst/>
                <a:rect l="l" t="t" r="r" b="b"/>
                <a:pathLst>
                  <a:path w="91743" h="23308" extrusionOk="0">
                    <a:moveTo>
                      <a:pt x="23857" y="188"/>
                    </a:moveTo>
                    <a:cubicBezTo>
                      <a:pt x="21694" y="658"/>
                      <a:pt x="19813" y="1944"/>
                      <a:pt x="17854" y="2947"/>
                    </a:cubicBezTo>
                    <a:lnTo>
                      <a:pt x="17854" y="2947"/>
                    </a:lnTo>
                    <a:cubicBezTo>
                      <a:pt x="15001" y="4420"/>
                      <a:pt x="11835" y="5376"/>
                      <a:pt x="8637" y="5282"/>
                    </a:cubicBezTo>
                    <a:lnTo>
                      <a:pt x="8637" y="5282"/>
                    </a:lnTo>
                    <a:cubicBezTo>
                      <a:pt x="5440" y="5204"/>
                      <a:pt x="2211" y="4013"/>
                      <a:pt x="1" y="1709"/>
                    </a:cubicBezTo>
                    <a:lnTo>
                      <a:pt x="1" y="1709"/>
                    </a:lnTo>
                    <a:cubicBezTo>
                      <a:pt x="251" y="3339"/>
                      <a:pt x="1458" y="4467"/>
                      <a:pt x="2963" y="5173"/>
                    </a:cubicBezTo>
                    <a:lnTo>
                      <a:pt x="2963" y="5173"/>
                    </a:lnTo>
                    <a:cubicBezTo>
                      <a:pt x="6082" y="6615"/>
                      <a:pt x="9672" y="7022"/>
                      <a:pt x="13026" y="6286"/>
                    </a:cubicBezTo>
                    <a:lnTo>
                      <a:pt x="13026" y="6286"/>
                    </a:lnTo>
                    <a:cubicBezTo>
                      <a:pt x="15910" y="5643"/>
                      <a:pt x="18559" y="4232"/>
                      <a:pt x="21365" y="3323"/>
                    </a:cubicBezTo>
                    <a:lnTo>
                      <a:pt x="21365" y="3323"/>
                    </a:lnTo>
                    <a:cubicBezTo>
                      <a:pt x="24170" y="2414"/>
                      <a:pt x="27384" y="2069"/>
                      <a:pt x="29954" y="3511"/>
                    </a:cubicBezTo>
                    <a:lnTo>
                      <a:pt x="29954" y="3511"/>
                    </a:lnTo>
                    <a:cubicBezTo>
                      <a:pt x="31804" y="4546"/>
                      <a:pt x="33058" y="6364"/>
                      <a:pt x="34735" y="7649"/>
                    </a:cubicBezTo>
                    <a:lnTo>
                      <a:pt x="34735" y="7649"/>
                    </a:lnTo>
                    <a:cubicBezTo>
                      <a:pt x="39108" y="11051"/>
                      <a:pt x="45440" y="10330"/>
                      <a:pt x="50629" y="8386"/>
                    </a:cubicBezTo>
                    <a:lnTo>
                      <a:pt x="50629" y="8386"/>
                    </a:lnTo>
                    <a:cubicBezTo>
                      <a:pt x="52274" y="7775"/>
                      <a:pt x="53905" y="7038"/>
                      <a:pt x="55644" y="6803"/>
                    </a:cubicBezTo>
                    <a:lnTo>
                      <a:pt x="55644" y="6803"/>
                    </a:lnTo>
                    <a:cubicBezTo>
                      <a:pt x="57384" y="6552"/>
                      <a:pt x="59312" y="6897"/>
                      <a:pt x="60550" y="8135"/>
                    </a:cubicBezTo>
                    <a:lnTo>
                      <a:pt x="60550" y="8135"/>
                    </a:lnTo>
                    <a:cubicBezTo>
                      <a:pt x="61851" y="9452"/>
                      <a:pt x="62149" y="11489"/>
                      <a:pt x="63340" y="12916"/>
                    </a:cubicBezTo>
                    <a:lnTo>
                      <a:pt x="63340" y="12916"/>
                    </a:lnTo>
                    <a:cubicBezTo>
                      <a:pt x="64516" y="14326"/>
                      <a:pt x="66413" y="14922"/>
                      <a:pt x="68231" y="15126"/>
                    </a:cubicBezTo>
                    <a:lnTo>
                      <a:pt x="68231" y="15126"/>
                    </a:lnTo>
                    <a:cubicBezTo>
                      <a:pt x="73215" y="15690"/>
                      <a:pt x="76648" y="12571"/>
                      <a:pt x="81397" y="12383"/>
                    </a:cubicBezTo>
                    <a:lnTo>
                      <a:pt x="81397" y="12383"/>
                    </a:lnTo>
                    <a:cubicBezTo>
                      <a:pt x="83200" y="12305"/>
                      <a:pt x="85081" y="12712"/>
                      <a:pt x="86476" y="13841"/>
                    </a:cubicBezTo>
                    <a:lnTo>
                      <a:pt x="86476" y="13841"/>
                    </a:lnTo>
                    <a:cubicBezTo>
                      <a:pt x="87479" y="14656"/>
                      <a:pt x="88169" y="15800"/>
                      <a:pt x="88796" y="16944"/>
                    </a:cubicBezTo>
                    <a:lnTo>
                      <a:pt x="88796" y="16944"/>
                    </a:lnTo>
                    <a:cubicBezTo>
                      <a:pt x="89877" y="18935"/>
                      <a:pt x="90833" y="21051"/>
                      <a:pt x="91225" y="23292"/>
                    </a:cubicBezTo>
                    <a:lnTo>
                      <a:pt x="91225" y="23292"/>
                    </a:lnTo>
                    <a:lnTo>
                      <a:pt x="91398" y="23308"/>
                    </a:lnTo>
                    <a:cubicBezTo>
                      <a:pt x="91742" y="20048"/>
                      <a:pt x="91492" y="16631"/>
                      <a:pt x="89940" y="13747"/>
                    </a:cubicBezTo>
                    <a:lnTo>
                      <a:pt x="89940" y="13747"/>
                    </a:lnTo>
                    <a:cubicBezTo>
                      <a:pt x="88388" y="10862"/>
                      <a:pt x="85332" y="8637"/>
                      <a:pt x="82056" y="8746"/>
                    </a:cubicBezTo>
                    <a:lnTo>
                      <a:pt x="82056" y="8746"/>
                    </a:lnTo>
                    <a:cubicBezTo>
                      <a:pt x="79846" y="8809"/>
                      <a:pt x="77808" y="9891"/>
                      <a:pt x="75723" y="10643"/>
                    </a:cubicBezTo>
                    <a:lnTo>
                      <a:pt x="75723" y="10643"/>
                    </a:lnTo>
                    <a:cubicBezTo>
                      <a:pt x="73544" y="11411"/>
                      <a:pt x="71240" y="11819"/>
                      <a:pt x="68936" y="11850"/>
                    </a:cubicBezTo>
                    <a:lnTo>
                      <a:pt x="68936" y="11850"/>
                    </a:lnTo>
                    <a:cubicBezTo>
                      <a:pt x="67745" y="11881"/>
                      <a:pt x="66491" y="11787"/>
                      <a:pt x="65425" y="11223"/>
                    </a:cubicBezTo>
                    <a:lnTo>
                      <a:pt x="65425" y="11223"/>
                    </a:lnTo>
                    <a:cubicBezTo>
                      <a:pt x="63654" y="10314"/>
                      <a:pt x="62714" y="8370"/>
                      <a:pt x="61334" y="6944"/>
                    </a:cubicBezTo>
                    <a:lnTo>
                      <a:pt x="61334" y="6944"/>
                    </a:lnTo>
                    <a:cubicBezTo>
                      <a:pt x="57839" y="3370"/>
                      <a:pt x="51977" y="3574"/>
                      <a:pt x="47243" y="5188"/>
                    </a:cubicBezTo>
                    <a:lnTo>
                      <a:pt x="47243" y="5188"/>
                    </a:lnTo>
                    <a:cubicBezTo>
                      <a:pt x="45064" y="5925"/>
                      <a:pt x="42838" y="6913"/>
                      <a:pt x="40581" y="6521"/>
                    </a:cubicBezTo>
                    <a:lnTo>
                      <a:pt x="40581" y="6521"/>
                    </a:lnTo>
                    <a:cubicBezTo>
                      <a:pt x="39030" y="6239"/>
                      <a:pt x="37682" y="5345"/>
                      <a:pt x="36381" y="4452"/>
                    </a:cubicBezTo>
                    <a:lnTo>
                      <a:pt x="36381" y="4452"/>
                    </a:lnTo>
                    <a:cubicBezTo>
                      <a:pt x="33152" y="2273"/>
                      <a:pt x="29515" y="0"/>
                      <a:pt x="25738" y="0"/>
                    </a:cubicBezTo>
                    <a:lnTo>
                      <a:pt x="25738" y="0"/>
                    </a:lnTo>
                    <a:cubicBezTo>
                      <a:pt x="25111" y="0"/>
                      <a:pt x="24484" y="63"/>
                      <a:pt x="23857" y="188"/>
                    </a:cubicBezTo>
                  </a:path>
                </a:pathLst>
              </a:custGeom>
              <a:solidFill>
                <a:srgbClr val="FFFFFF">
                  <a:alpha val="410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grpSp>
        <p:sp>
          <p:nvSpPr>
            <p:cNvPr id="1280" name="TextBox 1279">
              <a:extLst>
                <a:ext uri="{FF2B5EF4-FFF2-40B4-BE49-F238E27FC236}">
                  <a16:creationId xmlns:a16="http://schemas.microsoft.com/office/drawing/2014/main" id="{F10845EF-1FC9-D788-3F67-082CCB9C1C31}"/>
                </a:ext>
              </a:extLst>
            </p:cNvPr>
            <p:cNvSpPr txBox="1"/>
            <p:nvPr/>
          </p:nvSpPr>
          <p:spPr>
            <a:xfrm>
              <a:off x="6148047" y="4068149"/>
              <a:ext cx="1116011" cy="276999"/>
            </a:xfrm>
            <a:prstGeom prst="rect">
              <a:avLst/>
            </a:prstGeom>
            <a:noFill/>
          </p:spPr>
          <p:txBody>
            <a:bodyPr wrap="none" rtlCol="0">
              <a:spAutoFit/>
            </a:bodyPr>
            <a:lstStyle/>
            <a:p>
              <a:pPr lvl="0"/>
              <a:r>
                <a:rPr lang="en-US" sz="1200" b="1" i="1" dirty="0"/>
                <a:t>Ahmed Saad</a:t>
              </a:r>
            </a:p>
          </p:txBody>
        </p:sp>
        <p:sp>
          <p:nvSpPr>
            <p:cNvPr id="1281" name="TextBox 1280">
              <a:extLst>
                <a:ext uri="{FF2B5EF4-FFF2-40B4-BE49-F238E27FC236}">
                  <a16:creationId xmlns:a16="http://schemas.microsoft.com/office/drawing/2014/main" id="{16844D82-ED58-0884-D157-B1C60C5933CE}"/>
                </a:ext>
              </a:extLst>
            </p:cNvPr>
            <p:cNvSpPr txBox="1"/>
            <p:nvPr/>
          </p:nvSpPr>
          <p:spPr>
            <a:xfrm>
              <a:off x="3024287" y="4068149"/>
              <a:ext cx="950901" cy="276999"/>
            </a:xfrm>
            <a:prstGeom prst="rect">
              <a:avLst/>
            </a:prstGeom>
            <a:noFill/>
          </p:spPr>
          <p:txBody>
            <a:bodyPr wrap="none" rtlCol="0">
              <a:spAutoFit/>
            </a:bodyPr>
            <a:lstStyle/>
            <a:p>
              <a:r>
                <a:rPr lang="en-US" sz="1200" b="1" i="1" dirty="0"/>
                <a:t>Sara samy</a:t>
              </a:r>
            </a:p>
          </p:txBody>
        </p:sp>
        <p:sp>
          <p:nvSpPr>
            <p:cNvPr id="1282" name="TextBox 1281">
              <a:extLst>
                <a:ext uri="{FF2B5EF4-FFF2-40B4-BE49-F238E27FC236}">
                  <a16:creationId xmlns:a16="http://schemas.microsoft.com/office/drawing/2014/main" id="{91C3BFCA-814E-C4F1-4FEF-56DB4CD48512}"/>
                </a:ext>
              </a:extLst>
            </p:cNvPr>
            <p:cNvSpPr txBox="1"/>
            <p:nvPr/>
          </p:nvSpPr>
          <p:spPr>
            <a:xfrm>
              <a:off x="1806411" y="4056113"/>
              <a:ext cx="1141659" cy="276999"/>
            </a:xfrm>
            <a:prstGeom prst="rect">
              <a:avLst/>
            </a:prstGeom>
            <a:noFill/>
          </p:spPr>
          <p:txBody>
            <a:bodyPr wrap="none" rtlCol="0">
              <a:spAutoFit/>
            </a:bodyPr>
            <a:lstStyle/>
            <a:p>
              <a:pPr lvl="0"/>
              <a:r>
                <a:rPr lang="en-US" sz="1200" b="1" i="1" dirty="0"/>
                <a:t>George Ayad</a:t>
              </a:r>
            </a:p>
          </p:txBody>
        </p:sp>
        <p:sp>
          <p:nvSpPr>
            <p:cNvPr id="1283" name="TextBox 1282">
              <a:extLst>
                <a:ext uri="{FF2B5EF4-FFF2-40B4-BE49-F238E27FC236}">
                  <a16:creationId xmlns:a16="http://schemas.microsoft.com/office/drawing/2014/main" id="{FAE0F7BF-9F47-2813-A6C8-6AE5981C2B3E}"/>
                </a:ext>
              </a:extLst>
            </p:cNvPr>
            <p:cNvSpPr txBox="1"/>
            <p:nvPr/>
          </p:nvSpPr>
          <p:spPr>
            <a:xfrm>
              <a:off x="807322" y="4056114"/>
              <a:ext cx="997389" cy="276999"/>
            </a:xfrm>
            <a:prstGeom prst="rect">
              <a:avLst/>
            </a:prstGeom>
            <a:noFill/>
          </p:spPr>
          <p:txBody>
            <a:bodyPr wrap="none" rtlCol="0">
              <a:spAutoFit/>
            </a:bodyPr>
            <a:lstStyle/>
            <a:p>
              <a:pPr lvl="0"/>
              <a:r>
                <a:rPr lang="en-US" sz="1200" b="1" i="1" dirty="0"/>
                <a:t>Dina Sherif</a:t>
              </a:r>
            </a:p>
          </p:txBody>
        </p:sp>
        <p:sp>
          <p:nvSpPr>
            <p:cNvPr id="1285" name="TextBox 1284">
              <a:extLst>
                <a:ext uri="{FF2B5EF4-FFF2-40B4-BE49-F238E27FC236}">
                  <a16:creationId xmlns:a16="http://schemas.microsoft.com/office/drawing/2014/main" id="{5D2F7587-2740-69B8-0047-F56DD5ADCA30}"/>
                </a:ext>
              </a:extLst>
            </p:cNvPr>
            <p:cNvSpPr txBox="1"/>
            <p:nvPr/>
          </p:nvSpPr>
          <p:spPr>
            <a:xfrm>
              <a:off x="5143560" y="4070099"/>
              <a:ext cx="1082348" cy="276999"/>
            </a:xfrm>
            <a:prstGeom prst="rect">
              <a:avLst/>
            </a:prstGeom>
            <a:noFill/>
          </p:spPr>
          <p:txBody>
            <a:bodyPr wrap="none" rtlCol="0">
              <a:spAutoFit/>
            </a:bodyPr>
            <a:lstStyle/>
            <a:p>
              <a:pPr lvl="0"/>
              <a:r>
                <a:rPr lang="en-US" sz="1200" b="1" i="1" dirty="0"/>
                <a:t>Hoda Gamal</a:t>
              </a:r>
            </a:p>
          </p:txBody>
        </p:sp>
        <p:sp>
          <p:nvSpPr>
            <p:cNvPr id="1287" name="TextBox 1286">
              <a:extLst>
                <a:ext uri="{FF2B5EF4-FFF2-40B4-BE49-F238E27FC236}">
                  <a16:creationId xmlns:a16="http://schemas.microsoft.com/office/drawing/2014/main" id="{EFC975AE-9A99-4578-947B-C78A7E6A1726}"/>
                </a:ext>
              </a:extLst>
            </p:cNvPr>
            <p:cNvSpPr txBox="1"/>
            <p:nvPr/>
          </p:nvSpPr>
          <p:spPr>
            <a:xfrm>
              <a:off x="4067237" y="4081657"/>
              <a:ext cx="1127232" cy="276999"/>
            </a:xfrm>
            <a:prstGeom prst="rect">
              <a:avLst/>
            </a:prstGeom>
            <a:noFill/>
          </p:spPr>
          <p:txBody>
            <a:bodyPr wrap="none" rtlCol="0">
              <a:spAutoFit/>
            </a:bodyPr>
            <a:lstStyle/>
            <a:p>
              <a:pPr marL="0" indent="0"/>
              <a:r>
                <a:rPr lang="en-US" sz="1200" b="1" i="1" dirty="0">
                  <a:latin typeface="Montserrat SemiBold" panose="00000700000000000000" pitchFamily="2" charset="0"/>
                  <a:ea typeface="Crimson Pro Bold" pitchFamily="34" charset="-122"/>
                  <a:cs typeface="Crimson Pro Bold" pitchFamily="34" charset="-120"/>
                </a:rPr>
                <a:t>Marwa Adel</a:t>
              </a:r>
              <a:endParaRPr lang="en-US" sz="1200" i="1" dirty="0">
                <a:latin typeface="Montserrat SemiBold" panose="00000700000000000000" pitchFamily="2" charset="0"/>
              </a:endParaRPr>
            </a:p>
          </p:txBody>
        </p:sp>
      </p:grpSp>
      <p:grpSp>
        <p:nvGrpSpPr>
          <p:cNvPr id="1295" name="Group 1294">
            <a:extLst>
              <a:ext uri="{FF2B5EF4-FFF2-40B4-BE49-F238E27FC236}">
                <a16:creationId xmlns:a16="http://schemas.microsoft.com/office/drawing/2014/main" id="{F02B7B8A-8DBA-5C18-4411-5D35F38CD2FE}"/>
              </a:ext>
            </a:extLst>
          </p:cNvPr>
          <p:cNvGrpSpPr/>
          <p:nvPr/>
        </p:nvGrpSpPr>
        <p:grpSpPr>
          <a:xfrm>
            <a:off x="1929457" y="1310883"/>
            <a:ext cx="5307843" cy="1401000"/>
            <a:chOff x="1929457" y="1291998"/>
            <a:chExt cx="5307843" cy="1401000"/>
          </a:xfrm>
        </p:grpSpPr>
        <p:grpSp>
          <p:nvGrpSpPr>
            <p:cNvPr id="1293" name="Group 1292">
              <a:extLst>
                <a:ext uri="{FF2B5EF4-FFF2-40B4-BE49-F238E27FC236}">
                  <a16:creationId xmlns:a16="http://schemas.microsoft.com/office/drawing/2014/main" id="{89B84E51-0E83-1102-4248-3140C96F3E08}"/>
                </a:ext>
              </a:extLst>
            </p:cNvPr>
            <p:cNvGrpSpPr/>
            <p:nvPr/>
          </p:nvGrpSpPr>
          <p:grpSpPr>
            <a:xfrm>
              <a:off x="1929457" y="1300990"/>
              <a:ext cx="1538002" cy="598828"/>
              <a:chOff x="1647157" y="1359856"/>
              <a:chExt cx="1538002" cy="598828"/>
            </a:xfrm>
          </p:grpSpPr>
          <p:sp>
            <p:nvSpPr>
              <p:cNvPr id="1289" name="TextBox 1288">
                <a:extLst>
                  <a:ext uri="{FF2B5EF4-FFF2-40B4-BE49-F238E27FC236}">
                    <a16:creationId xmlns:a16="http://schemas.microsoft.com/office/drawing/2014/main" id="{20607482-217D-FD47-BEB6-BA367DAA2E96}"/>
                  </a:ext>
                </a:extLst>
              </p:cNvPr>
              <p:cNvSpPr txBox="1"/>
              <p:nvPr/>
            </p:nvSpPr>
            <p:spPr>
              <a:xfrm>
                <a:off x="1647157" y="1359856"/>
                <a:ext cx="1350050" cy="584775"/>
              </a:xfrm>
              <a:prstGeom prst="rect">
                <a:avLst/>
              </a:prstGeom>
              <a:noFill/>
            </p:spPr>
            <p:txBody>
              <a:bodyPr wrap="none" rtlCol="0">
                <a:spAutoFit/>
              </a:bodyPr>
              <a:lstStyle/>
              <a:p>
                <a:r>
                  <a:rPr lang="en-US" sz="2400" dirty="0">
                    <a:solidFill>
                      <a:srgbClr val="002060"/>
                    </a:solidFill>
                    <a:latin typeface="Aharoni" panose="02010803020104030203" pitchFamily="2" charset="-79"/>
                    <a:cs typeface="Aharoni" panose="02010803020104030203" pitchFamily="2" charset="-79"/>
                  </a:rPr>
                  <a:t>Round</a:t>
                </a:r>
                <a:r>
                  <a:rPr lang="en-US" sz="3200" dirty="0">
                    <a:solidFill>
                      <a:srgbClr val="002060"/>
                    </a:solidFill>
                    <a:latin typeface="Aharoni" panose="02010803020104030203" pitchFamily="2" charset="-79"/>
                    <a:cs typeface="Aharoni" panose="02010803020104030203" pitchFamily="2" charset="-79"/>
                  </a:rPr>
                  <a:t> :</a:t>
                </a:r>
              </a:p>
            </p:txBody>
          </p:sp>
          <p:sp>
            <p:nvSpPr>
              <p:cNvPr id="1291" name="TextBox 1290">
                <a:extLst>
                  <a:ext uri="{FF2B5EF4-FFF2-40B4-BE49-F238E27FC236}">
                    <a16:creationId xmlns:a16="http://schemas.microsoft.com/office/drawing/2014/main" id="{28681DFD-FC91-2587-846A-7B7C03C81004}"/>
                  </a:ext>
                </a:extLst>
              </p:cNvPr>
              <p:cNvSpPr txBox="1"/>
              <p:nvPr/>
            </p:nvSpPr>
            <p:spPr>
              <a:xfrm>
                <a:off x="2830575" y="1373909"/>
                <a:ext cx="354584" cy="584775"/>
              </a:xfrm>
              <a:prstGeom prst="rect">
                <a:avLst/>
              </a:prstGeom>
              <a:noFill/>
            </p:spPr>
            <p:txBody>
              <a:bodyPr wrap="none" rtlCol="0">
                <a:spAutoFit/>
              </a:bodyPr>
              <a:lstStyle/>
              <a:p>
                <a:r>
                  <a:rPr lang="en-US" sz="3200" dirty="0">
                    <a:solidFill>
                      <a:srgbClr val="0070C0"/>
                    </a:solidFill>
                    <a:latin typeface="Aharoni" panose="02010803020104030203" pitchFamily="2" charset="-79"/>
                    <a:cs typeface="Aharoni" panose="02010803020104030203" pitchFamily="2" charset="-79"/>
                  </a:rPr>
                  <a:t>2</a:t>
                </a:r>
              </a:p>
            </p:txBody>
          </p:sp>
        </p:grpSp>
        <p:grpSp>
          <p:nvGrpSpPr>
            <p:cNvPr id="1294" name="Group 1293">
              <a:extLst>
                <a:ext uri="{FF2B5EF4-FFF2-40B4-BE49-F238E27FC236}">
                  <a16:creationId xmlns:a16="http://schemas.microsoft.com/office/drawing/2014/main" id="{414218F2-2B0A-2901-E89F-A519E542FE3E}"/>
                </a:ext>
              </a:extLst>
            </p:cNvPr>
            <p:cNvGrpSpPr/>
            <p:nvPr/>
          </p:nvGrpSpPr>
          <p:grpSpPr>
            <a:xfrm>
              <a:off x="1974483" y="1291998"/>
              <a:ext cx="5262817" cy="1401000"/>
              <a:chOff x="1939618" y="1359255"/>
              <a:chExt cx="5262817" cy="1401000"/>
            </a:xfrm>
          </p:grpSpPr>
          <p:sp>
            <p:nvSpPr>
              <p:cNvPr id="1290" name="TextBox 1289">
                <a:extLst>
                  <a:ext uri="{FF2B5EF4-FFF2-40B4-BE49-F238E27FC236}">
                    <a16:creationId xmlns:a16="http://schemas.microsoft.com/office/drawing/2014/main" id="{C74FF672-5B81-2576-3B6F-23975A3145B2}"/>
                  </a:ext>
                </a:extLst>
              </p:cNvPr>
              <p:cNvSpPr txBox="1"/>
              <p:nvPr/>
            </p:nvSpPr>
            <p:spPr>
              <a:xfrm>
                <a:off x="4111555" y="1359255"/>
                <a:ext cx="1342034" cy="584775"/>
              </a:xfrm>
              <a:prstGeom prst="rect">
                <a:avLst/>
              </a:prstGeom>
              <a:noFill/>
            </p:spPr>
            <p:txBody>
              <a:bodyPr wrap="none" rtlCol="0">
                <a:spAutoFit/>
              </a:bodyPr>
              <a:lstStyle/>
              <a:p>
                <a:r>
                  <a:rPr lang="en-US" sz="2400" dirty="0">
                    <a:solidFill>
                      <a:srgbClr val="002060"/>
                    </a:solidFill>
                    <a:latin typeface="Aharoni" panose="02010803020104030203" pitchFamily="2" charset="-79"/>
                    <a:cs typeface="Aharoni" panose="02010803020104030203" pitchFamily="2" charset="-79"/>
                  </a:rPr>
                  <a:t>Group</a:t>
                </a:r>
                <a:r>
                  <a:rPr lang="en-US" sz="3200" dirty="0">
                    <a:solidFill>
                      <a:srgbClr val="002060"/>
                    </a:solidFill>
                    <a:latin typeface="Aharoni" panose="02010803020104030203" pitchFamily="2" charset="-79"/>
                    <a:cs typeface="Aharoni" panose="02010803020104030203" pitchFamily="2" charset="-79"/>
                  </a:rPr>
                  <a:t> :</a:t>
                </a:r>
              </a:p>
            </p:txBody>
          </p:sp>
          <p:sp>
            <p:nvSpPr>
              <p:cNvPr id="1292" name="TextBox 1291">
                <a:extLst>
                  <a:ext uri="{FF2B5EF4-FFF2-40B4-BE49-F238E27FC236}">
                    <a16:creationId xmlns:a16="http://schemas.microsoft.com/office/drawing/2014/main" id="{7F4FA97B-E66E-4342-A3AA-AE74B58E2146}"/>
                  </a:ext>
                </a:extLst>
              </p:cNvPr>
              <p:cNvSpPr txBox="1"/>
              <p:nvPr/>
            </p:nvSpPr>
            <p:spPr>
              <a:xfrm>
                <a:off x="5296144" y="1505162"/>
                <a:ext cx="1906291" cy="400110"/>
              </a:xfrm>
              <a:prstGeom prst="rect">
                <a:avLst/>
              </a:prstGeom>
              <a:noFill/>
            </p:spPr>
            <p:txBody>
              <a:bodyPr wrap="none" rtlCol="0">
                <a:spAutoFit/>
              </a:bodyPr>
              <a:lstStyle/>
              <a:p>
                <a:r>
                  <a:rPr lang="en-US" sz="2000" dirty="0">
                    <a:solidFill>
                      <a:srgbClr val="0070C0"/>
                    </a:solidFill>
                    <a:latin typeface="Montserrat ExtraBold" panose="00000900000000000000" pitchFamily="2" charset="0"/>
                  </a:rPr>
                  <a:t>CAI2_AT1_G6</a:t>
                </a:r>
                <a:endParaRPr lang="en-US" sz="2000" dirty="0">
                  <a:solidFill>
                    <a:srgbClr val="0070C0"/>
                  </a:solidFill>
                  <a:latin typeface="Aharoni" panose="02010803020104030203" pitchFamily="2" charset="-79"/>
                  <a:cs typeface="Aharoni" panose="02010803020104030203" pitchFamily="2" charset="-79"/>
                </a:endParaRPr>
              </a:p>
            </p:txBody>
          </p:sp>
          <p:sp>
            <p:nvSpPr>
              <p:cNvPr id="1296" name="TextBox 1295">
                <a:extLst>
                  <a:ext uri="{FF2B5EF4-FFF2-40B4-BE49-F238E27FC236}">
                    <a16:creationId xmlns:a16="http://schemas.microsoft.com/office/drawing/2014/main" id="{B7A55AEF-A27E-6CD9-E130-8F2521439E7B}"/>
                  </a:ext>
                </a:extLst>
              </p:cNvPr>
              <p:cNvSpPr txBox="1"/>
              <p:nvPr/>
            </p:nvSpPr>
            <p:spPr>
              <a:xfrm>
                <a:off x="1939618" y="2175480"/>
                <a:ext cx="2467342" cy="584775"/>
              </a:xfrm>
              <a:prstGeom prst="rect">
                <a:avLst/>
              </a:prstGeom>
              <a:noFill/>
            </p:spPr>
            <p:txBody>
              <a:bodyPr wrap="none" rtlCol="0">
                <a:spAutoFit/>
              </a:bodyPr>
              <a:lstStyle/>
              <a:p>
                <a:pPr algn="ctr"/>
                <a:r>
                  <a:rPr lang="en-US" sz="2400" dirty="0">
                    <a:solidFill>
                      <a:srgbClr val="002060"/>
                    </a:solidFill>
                    <a:latin typeface="Montserrat ExtraBold" panose="00000900000000000000" pitchFamily="2" charset="0"/>
                  </a:rPr>
                  <a:t>Supervision</a:t>
                </a:r>
                <a:r>
                  <a:rPr lang="en-US" sz="3200" dirty="0">
                    <a:solidFill>
                      <a:srgbClr val="002060"/>
                    </a:solidFill>
                    <a:latin typeface="Montserrat ExtraBold" panose="00000900000000000000" pitchFamily="2" charset="0"/>
                  </a:rPr>
                  <a:t> </a:t>
                </a:r>
                <a:r>
                  <a:rPr lang="en-US" sz="2400" dirty="0">
                    <a:solidFill>
                      <a:srgbClr val="002060"/>
                    </a:solidFill>
                    <a:latin typeface="Montserrat ExtraBold" panose="00000900000000000000" pitchFamily="2" charset="0"/>
                  </a:rPr>
                  <a:t>:</a:t>
                </a:r>
                <a:r>
                  <a:rPr lang="en-US" sz="3200" dirty="0">
                    <a:solidFill>
                      <a:srgbClr val="002060"/>
                    </a:solidFill>
                    <a:latin typeface="Montserrat ExtraBold" panose="00000900000000000000" pitchFamily="2" charset="0"/>
                  </a:rPr>
                  <a:t> </a:t>
                </a:r>
              </a:p>
            </p:txBody>
          </p:sp>
          <p:sp>
            <p:nvSpPr>
              <p:cNvPr id="1297" name="TextBox 1296">
                <a:extLst>
                  <a:ext uri="{FF2B5EF4-FFF2-40B4-BE49-F238E27FC236}">
                    <a16:creationId xmlns:a16="http://schemas.microsoft.com/office/drawing/2014/main" id="{A1200CDC-35D9-C760-41B7-F9C28EC3B024}"/>
                  </a:ext>
                </a:extLst>
              </p:cNvPr>
              <p:cNvSpPr txBox="1"/>
              <p:nvPr/>
            </p:nvSpPr>
            <p:spPr>
              <a:xfrm>
                <a:off x="4211375" y="2297444"/>
                <a:ext cx="2715807" cy="400110"/>
              </a:xfrm>
              <a:prstGeom prst="rect">
                <a:avLst/>
              </a:prstGeom>
              <a:noFill/>
            </p:spPr>
            <p:txBody>
              <a:bodyPr wrap="none" rtlCol="0">
                <a:spAutoFit/>
              </a:bodyPr>
              <a:lstStyle/>
              <a:p>
                <a:pPr algn="ctr"/>
                <a:r>
                  <a:rPr lang="en-US" sz="2000" dirty="0">
                    <a:solidFill>
                      <a:srgbClr val="00B0F0"/>
                    </a:solidFill>
                    <a:latin typeface="Montserrat ExtraBold" panose="00000900000000000000" pitchFamily="2" charset="0"/>
                  </a:rPr>
                  <a:t>Eng.</a:t>
                </a:r>
                <a:r>
                  <a:rPr lang="ar-EG" sz="2000" dirty="0">
                    <a:solidFill>
                      <a:srgbClr val="00B0F0"/>
                    </a:solidFill>
                    <a:latin typeface="Montserrat ExtraBold" panose="00000900000000000000" pitchFamily="2" charset="0"/>
                  </a:rPr>
                  <a:t> </a:t>
                </a:r>
                <a:r>
                  <a:rPr lang="en-US" sz="2000" dirty="0">
                    <a:solidFill>
                      <a:srgbClr val="00B0F0"/>
                    </a:solidFill>
                    <a:latin typeface="Montserrat ExtraBold" panose="00000900000000000000" pitchFamily="2" charset="0"/>
                  </a:rPr>
                  <a:t>Ahmed Samir</a:t>
                </a:r>
              </a:p>
            </p:txBody>
          </p:sp>
        </p:grpSp>
      </p:grpSp>
    </p:spTree>
    <p:extLst>
      <p:ext uri="{BB962C8B-B14F-4D97-AF65-F5344CB8AC3E}">
        <p14:creationId xmlns:p14="http://schemas.microsoft.com/office/powerpoint/2010/main" val="296225125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500"/>
                                  </p:stCondLst>
                                  <p:childTnLst>
                                    <p:set>
                                      <p:cBhvr>
                                        <p:cTn id="6" dur="1" fill="hold">
                                          <p:stCondLst>
                                            <p:cond delay="0"/>
                                          </p:stCondLst>
                                        </p:cTn>
                                        <p:tgtEl>
                                          <p:spTgt spid="1288"/>
                                        </p:tgtEl>
                                        <p:attrNameLst>
                                          <p:attrName>style.visibility</p:attrName>
                                        </p:attrNameLst>
                                      </p:cBhvr>
                                      <p:to>
                                        <p:strVal val="visible"/>
                                      </p:to>
                                    </p:set>
                                    <p:anim calcmode="lin" valueType="num">
                                      <p:cBhvr additive="base">
                                        <p:cTn id="7" dur="1000" fill="hold"/>
                                        <p:tgtEl>
                                          <p:spTgt spid="1288"/>
                                        </p:tgtEl>
                                        <p:attrNameLst>
                                          <p:attrName>ppt_x</p:attrName>
                                        </p:attrNameLst>
                                      </p:cBhvr>
                                      <p:tavLst>
                                        <p:tav tm="0">
                                          <p:val>
                                            <p:strVal val="0-#ppt_w/2"/>
                                          </p:val>
                                        </p:tav>
                                        <p:tav tm="100000">
                                          <p:val>
                                            <p:strVal val="#ppt_x"/>
                                          </p:val>
                                        </p:tav>
                                      </p:tavLst>
                                    </p:anim>
                                    <p:anim calcmode="lin" valueType="num">
                                      <p:cBhvr additive="base">
                                        <p:cTn id="8" dur="1000" fill="hold"/>
                                        <p:tgtEl>
                                          <p:spTgt spid="1288"/>
                                        </p:tgtEl>
                                        <p:attrNameLst>
                                          <p:attrName>ppt_y</p:attrName>
                                        </p:attrNameLst>
                                      </p:cBhvr>
                                      <p:tavLst>
                                        <p:tav tm="0">
                                          <p:val>
                                            <p:strVal val="#ppt_y"/>
                                          </p:val>
                                        </p:tav>
                                        <p:tav tm="100000">
                                          <p:val>
                                            <p:strVal val="#ppt_y"/>
                                          </p:val>
                                        </p:tav>
                                      </p:tavLst>
                                    </p:anim>
                                  </p:childTnLst>
                                </p:cTn>
                              </p:par>
                            </p:childTnLst>
                          </p:cTn>
                        </p:par>
                        <p:par>
                          <p:cTn id="9" fill="hold">
                            <p:stCondLst>
                              <p:cond delay="1500"/>
                            </p:stCondLst>
                            <p:childTnLst>
                              <p:par>
                                <p:cTn id="10" presetID="10" presetClass="entr" presetSubtype="0" fill="hold" nodeType="afterEffect">
                                  <p:stCondLst>
                                    <p:cond delay="0"/>
                                  </p:stCondLst>
                                  <p:childTnLst>
                                    <p:set>
                                      <p:cBhvr>
                                        <p:cTn id="11" dur="1" fill="hold">
                                          <p:stCondLst>
                                            <p:cond delay="0"/>
                                          </p:stCondLst>
                                        </p:cTn>
                                        <p:tgtEl>
                                          <p:spTgt spid="1295"/>
                                        </p:tgtEl>
                                        <p:attrNameLst>
                                          <p:attrName>style.visibility</p:attrName>
                                        </p:attrNameLst>
                                      </p:cBhvr>
                                      <p:to>
                                        <p:strVal val="visible"/>
                                      </p:to>
                                    </p:set>
                                    <p:animEffect transition="in" filter="fade">
                                      <p:cBhvr>
                                        <p:cTn id="12" dur="500"/>
                                        <p:tgtEl>
                                          <p:spTgt spid="1295"/>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xit" presetSubtype="2" fill="hold" nodeType="clickEffect">
                                  <p:stCondLst>
                                    <p:cond delay="0"/>
                                  </p:stCondLst>
                                  <p:childTnLst>
                                    <p:anim calcmode="lin" valueType="num">
                                      <p:cBhvr additive="base">
                                        <p:cTn id="16" dur="1000"/>
                                        <p:tgtEl>
                                          <p:spTgt spid="1288"/>
                                        </p:tgtEl>
                                        <p:attrNameLst>
                                          <p:attrName>ppt_x</p:attrName>
                                        </p:attrNameLst>
                                      </p:cBhvr>
                                      <p:tavLst>
                                        <p:tav tm="0">
                                          <p:val>
                                            <p:strVal val="ppt_x"/>
                                          </p:val>
                                        </p:tav>
                                        <p:tav tm="100000">
                                          <p:val>
                                            <p:strVal val="1+ppt_w/2"/>
                                          </p:val>
                                        </p:tav>
                                      </p:tavLst>
                                    </p:anim>
                                    <p:anim calcmode="lin" valueType="num">
                                      <p:cBhvr additive="base">
                                        <p:cTn id="17" dur="1000"/>
                                        <p:tgtEl>
                                          <p:spTgt spid="1288"/>
                                        </p:tgtEl>
                                        <p:attrNameLst>
                                          <p:attrName>ppt_y</p:attrName>
                                        </p:attrNameLst>
                                      </p:cBhvr>
                                      <p:tavLst>
                                        <p:tav tm="0">
                                          <p:val>
                                            <p:strVal val="ppt_y"/>
                                          </p:val>
                                        </p:tav>
                                        <p:tav tm="100000">
                                          <p:val>
                                            <p:strVal val="ppt_y"/>
                                          </p:val>
                                        </p:tav>
                                      </p:tavLst>
                                    </p:anim>
                                    <p:set>
                                      <p:cBhvr>
                                        <p:cTn id="18" dur="1" fill="hold">
                                          <p:stCondLst>
                                            <p:cond delay="999"/>
                                          </p:stCondLst>
                                        </p:cTn>
                                        <p:tgtEl>
                                          <p:spTgt spid="128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EBEB">
                <a:alpha val="100000"/>
              </a:srgbClr>
            </a:gs>
            <a:gs pos="100000">
              <a:srgbClr val="B2D4A8">
                <a:alpha val="100000"/>
              </a:srgbClr>
            </a:gs>
          </a:gsLst>
          <a:lin ang="5400012"/>
        </a:gradFill>
        <a:effectLst/>
      </p:bgPr>
    </p:bg>
    <p:spTree>
      <p:nvGrpSpPr>
        <p:cNvPr id="1" name=""/>
        <p:cNvGrpSpPr/>
        <p:nvPr/>
      </p:nvGrpSpPr>
      <p:grpSpPr>
        <a:xfrm>
          <a:off x="0" y="0"/>
          <a:ext cx="0" cy="0"/>
          <a:chOff x="0" y="0"/>
          <a:chExt cx="0" cy="0"/>
        </a:xfrm>
      </p:grpSpPr>
      <p:sp>
        <p:nvSpPr>
          <p:cNvPr id="2" name="Freeform 2"/>
          <p:cNvSpPr/>
          <p:nvPr/>
        </p:nvSpPr>
        <p:spPr>
          <a:xfrm>
            <a:off x="-173206" y="3885977"/>
            <a:ext cx="5820894" cy="988500"/>
          </a:xfrm>
          <a:custGeom>
            <a:avLst/>
            <a:gdLst/>
            <a:ahLst/>
            <a:cxnLst/>
            <a:rect l="l" t="t" r="r" b="b"/>
            <a:pathLst>
              <a:path w="11641788" h="1977000">
                <a:moveTo>
                  <a:pt x="0" y="0"/>
                </a:moveTo>
                <a:lnTo>
                  <a:pt x="11641788" y="0"/>
                </a:lnTo>
                <a:lnTo>
                  <a:pt x="11641788" y="1977000"/>
                </a:lnTo>
                <a:lnTo>
                  <a:pt x="0" y="19770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grpSp>
        <p:nvGrpSpPr>
          <p:cNvPr id="3" name="Group 3"/>
          <p:cNvGrpSpPr/>
          <p:nvPr/>
        </p:nvGrpSpPr>
        <p:grpSpPr>
          <a:xfrm>
            <a:off x="-83800" y="4182800"/>
            <a:ext cx="4226815" cy="717800"/>
            <a:chOff x="0" y="0"/>
            <a:chExt cx="11271507" cy="1914133"/>
          </a:xfrm>
        </p:grpSpPr>
        <p:sp>
          <p:nvSpPr>
            <p:cNvPr id="4" name="Freeform 4"/>
            <p:cNvSpPr/>
            <p:nvPr/>
          </p:nvSpPr>
          <p:spPr>
            <a:xfrm>
              <a:off x="0" y="0"/>
              <a:ext cx="11271504" cy="1914017"/>
            </a:xfrm>
            <a:custGeom>
              <a:avLst/>
              <a:gdLst/>
              <a:ahLst/>
              <a:cxnLst/>
              <a:rect l="l" t="t" r="r" b="b"/>
              <a:pathLst>
                <a:path w="11271504" h="1914017">
                  <a:moveTo>
                    <a:pt x="0" y="214122"/>
                  </a:moveTo>
                  <a:cubicBezTo>
                    <a:pt x="0" y="214122"/>
                    <a:pt x="749046" y="0"/>
                    <a:pt x="1595501" y="0"/>
                  </a:cubicBezTo>
                  <a:cubicBezTo>
                    <a:pt x="2443861" y="0"/>
                    <a:pt x="3043174" y="291211"/>
                    <a:pt x="3342640" y="306070"/>
                  </a:cubicBezTo>
                  <a:cubicBezTo>
                    <a:pt x="3642106" y="320929"/>
                    <a:pt x="4147947" y="276225"/>
                    <a:pt x="4563618" y="429387"/>
                  </a:cubicBezTo>
                  <a:cubicBezTo>
                    <a:pt x="4977384" y="582422"/>
                    <a:pt x="4784598" y="628396"/>
                    <a:pt x="5353939" y="643382"/>
                  </a:cubicBezTo>
                  <a:cubicBezTo>
                    <a:pt x="5923280" y="658368"/>
                    <a:pt x="6425057" y="888619"/>
                    <a:pt x="6876415" y="1117600"/>
                  </a:cubicBezTo>
                  <a:cubicBezTo>
                    <a:pt x="7327773" y="1347851"/>
                    <a:pt x="7642352" y="1532001"/>
                    <a:pt x="8372602" y="1532001"/>
                  </a:cubicBezTo>
                  <a:cubicBezTo>
                    <a:pt x="9102852" y="1532001"/>
                    <a:pt x="10323957" y="1731137"/>
                    <a:pt x="10601072" y="1792097"/>
                  </a:cubicBezTo>
                  <a:cubicBezTo>
                    <a:pt x="10878186" y="1853057"/>
                    <a:pt x="11271504" y="1914017"/>
                    <a:pt x="11271504" y="1914017"/>
                  </a:cubicBezTo>
                  <a:lnTo>
                    <a:pt x="299593" y="1914017"/>
                  </a:lnTo>
                  <a:close/>
                </a:path>
              </a:pathLst>
            </a:custGeom>
            <a:solidFill>
              <a:srgbClr val="638C50"/>
            </a:solidFill>
          </p:spPr>
          <p:txBody>
            <a:bodyPr/>
            <a:lstStyle/>
            <a:p>
              <a:endParaRPr lang="en-US"/>
            </a:p>
          </p:txBody>
        </p:sp>
      </p:grpSp>
      <p:sp>
        <p:nvSpPr>
          <p:cNvPr id="5" name="Freeform 5"/>
          <p:cNvSpPr/>
          <p:nvPr/>
        </p:nvSpPr>
        <p:spPr>
          <a:xfrm>
            <a:off x="-277150" y="4902900"/>
            <a:ext cx="8483374" cy="709400"/>
          </a:xfrm>
          <a:custGeom>
            <a:avLst/>
            <a:gdLst/>
            <a:ahLst/>
            <a:cxnLst/>
            <a:rect l="l" t="t" r="r" b="b"/>
            <a:pathLst>
              <a:path w="16966748" h="1418800">
                <a:moveTo>
                  <a:pt x="0" y="0"/>
                </a:moveTo>
                <a:lnTo>
                  <a:pt x="16966748" y="0"/>
                </a:lnTo>
                <a:lnTo>
                  <a:pt x="16966748" y="1418800"/>
                </a:lnTo>
                <a:lnTo>
                  <a:pt x="0" y="141880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6" name="Freeform 6"/>
          <p:cNvSpPr/>
          <p:nvPr/>
        </p:nvSpPr>
        <p:spPr>
          <a:xfrm>
            <a:off x="5541063" y="4853100"/>
            <a:ext cx="610000" cy="361725"/>
          </a:xfrm>
          <a:custGeom>
            <a:avLst/>
            <a:gdLst/>
            <a:ahLst/>
            <a:cxnLst/>
            <a:rect l="l" t="t" r="r" b="b"/>
            <a:pathLst>
              <a:path w="1220000" h="723450">
                <a:moveTo>
                  <a:pt x="0" y="0"/>
                </a:moveTo>
                <a:lnTo>
                  <a:pt x="1220000" y="0"/>
                </a:lnTo>
                <a:lnTo>
                  <a:pt x="1220000" y="723450"/>
                </a:lnTo>
                <a:lnTo>
                  <a:pt x="0" y="72345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a:p>
        </p:txBody>
      </p:sp>
      <p:grpSp>
        <p:nvGrpSpPr>
          <p:cNvPr id="8" name="Group 8"/>
          <p:cNvGrpSpPr/>
          <p:nvPr/>
        </p:nvGrpSpPr>
        <p:grpSpPr>
          <a:xfrm>
            <a:off x="5304438" y="4971650"/>
            <a:ext cx="382725" cy="250175"/>
            <a:chOff x="0" y="0"/>
            <a:chExt cx="1020600" cy="667133"/>
          </a:xfrm>
        </p:grpSpPr>
        <p:sp>
          <p:nvSpPr>
            <p:cNvPr id="9" name="Freeform 9"/>
            <p:cNvSpPr/>
            <p:nvPr/>
          </p:nvSpPr>
          <p:spPr>
            <a:xfrm>
              <a:off x="127" y="0"/>
              <a:ext cx="1020572" cy="667004"/>
            </a:xfrm>
            <a:custGeom>
              <a:avLst/>
              <a:gdLst/>
              <a:ahLst/>
              <a:cxnLst/>
              <a:rect l="l" t="t" r="r" b="b"/>
              <a:pathLst>
                <a:path w="1020572" h="667004">
                  <a:moveTo>
                    <a:pt x="126873" y="491617"/>
                  </a:moveTo>
                  <a:cubicBezTo>
                    <a:pt x="14859" y="389509"/>
                    <a:pt x="0" y="667004"/>
                    <a:pt x="0" y="667004"/>
                  </a:cubicBezTo>
                  <a:lnTo>
                    <a:pt x="988187" y="650875"/>
                  </a:lnTo>
                  <a:cubicBezTo>
                    <a:pt x="988187" y="650875"/>
                    <a:pt x="1020572" y="414401"/>
                    <a:pt x="959612" y="479171"/>
                  </a:cubicBezTo>
                  <a:cubicBezTo>
                    <a:pt x="899922" y="543814"/>
                    <a:pt x="868807" y="552577"/>
                    <a:pt x="868807" y="404495"/>
                  </a:cubicBezTo>
                  <a:cubicBezTo>
                    <a:pt x="868807" y="257683"/>
                    <a:pt x="765556" y="277622"/>
                    <a:pt x="709422" y="379603"/>
                  </a:cubicBezTo>
                  <a:cubicBezTo>
                    <a:pt x="652272" y="481711"/>
                    <a:pt x="738124" y="219075"/>
                    <a:pt x="608584" y="170561"/>
                  </a:cubicBezTo>
                  <a:cubicBezTo>
                    <a:pt x="471678" y="119507"/>
                    <a:pt x="486664" y="397002"/>
                    <a:pt x="440563" y="404495"/>
                  </a:cubicBezTo>
                  <a:cubicBezTo>
                    <a:pt x="322326" y="425704"/>
                    <a:pt x="578612" y="0"/>
                    <a:pt x="304800" y="0"/>
                  </a:cubicBezTo>
                  <a:cubicBezTo>
                    <a:pt x="105791" y="0"/>
                    <a:pt x="237617" y="594995"/>
                    <a:pt x="126873" y="491617"/>
                  </a:cubicBezTo>
                </a:path>
              </a:pathLst>
            </a:custGeom>
            <a:solidFill>
              <a:srgbClr val="7A9E6A"/>
            </a:solidFill>
          </p:spPr>
          <p:txBody>
            <a:bodyPr/>
            <a:lstStyle/>
            <a:p>
              <a:endParaRPr lang="en-US"/>
            </a:p>
          </p:txBody>
        </p:sp>
      </p:grpSp>
      <p:grpSp>
        <p:nvGrpSpPr>
          <p:cNvPr id="11" name="Group 11"/>
          <p:cNvGrpSpPr/>
          <p:nvPr/>
        </p:nvGrpSpPr>
        <p:grpSpPr>
          <a:xfrm>
            <a:off x="7727825" y="347300"/>
            <a:ext cx="840230" cy="840196"/>
            <a:chOff x="0" y="0"/>
            <a:chExt cx="2240613" cy="2240523"/>
          </a:xfrm>
        </p:grpSpPr>
        <p:sp>
          <p:nvSpPr>
            <p:cNvPr id="12" name="Freeform 12"/>
            <p:cNvSpPr/>
            <p:nvPr/>
          </p:nvSpPr>
          <p:spPr>
            <a:xfrm>
              <a:off x="127" y="127"/>
              <a:ext cx="2240534" cy="2240407"/>
            </a:xfrm>
            <a:custGeom>
              <a:avLst/>
              <a:gdLst/>
              <a:ahLst/>
              <a:cxnLst/>
              <a:rect l="l" t="t" r="r" b="b"/>
              <a:pathLst>
                <a:path w="2240534" h="2240407">
                  <a:moveTo>
                    <a:pt x="1120140" y="0"/>
                  </a:moveTo>
                  <a:cubicBezTo>
                    <a:pt x="501904" y="0"/>
                    <a:pt x="0" y="501904"/>
                    <a:pt x="0" y="1120140"/>
                  </a:cubicBezTo>
                  <a:cubicBezTo>
                    <a:pt x="0" y="1738376"/>
                    <a:pt x="501904" y="2240407"/>
                    <a:pt x="1120267" y="2240407"/>
                  </a:cubicBezTo>
                  <a:cubicBezTo>
                    <a:pt x="1738630" y="2240407"/>
                    <a:pt x="2240534" y="1738376"/>
                    <a:pt x="2240534" y="1120140"/>
                  </a:cubicBezTo>
                  <a:cubicBezTo>
                    <a:pt x="2240534" y="501904"/>
                    <a:pt x="1738376" y="0"/>
                    <a:pt x="1120140" y="0"/>
                  </a:cubicBezTo>
                  <a:close/>
                </a:path>
              </a:pathLst>
            </a:custGeom>
            <a:solidFill>
              <a:srgbClr val="7A9E6A"/>
            </a:solidFill>
          </p:spPr>
          <p:txBody>
            <a:bodyPr/>
            <a:lstStyle/>
            <a:p>
              <a:endParaRPr lang="en-US"/>
            </a:p>
          </p:txBody>
        </p:sp>
      </p:grpSp>
      <p:grpSp>
        <p:nvGrpSpPr>
          <p:cNvPr id="13" name="Group 13"/>
          <p:cNvGrpSpPr/>
          <p:nvPr/>
        </p:nvGrpSpPr>
        <p:grpSpPr>
          <a:xfrm>
            <a:off x="-2032005" y="-51094"/>
            <a:ext cx="10828625" cy="1112950"/>
            <a:chOff x="0" y="0"/>
            <a:chExt cx="28876333" cy="2967867"/>
          </a:xfrm>
        </p:grpSpPr>
        <p:sp>
          <p:nvSpPr>
            <p:cNvPr id="14" name="Freeform 14"/>
            <p:cNvSpPr/>
            <p:nvPr/>
          </p:nvSpPr>
          <p:spPr>
            <a:xfrm>
              <a:off x="0" y="127"/>
              <a:ext cx="28876371" cy="2967609"/>
            </a:xfrm>
            <a:custGeom>
              <a:avLst/>
              <a:gdLst/>
              <a:ahLst/>
              <a:cxnLst/>
              <a:rect l="l" t="t" r="r" b="b"/>
              <a:pathLst>
                <a:path w="28876371" h="2967609">
                  <a:moveTo>
                    <a:pt x="28876371" y="0"/>
                  </a:moveTo>
                  <a:cubicBezTo>
                    <a:pt x="28876371" y="0"/>
                    <a:pt x="19633057" y="1069975"/>
                    <a:pt x="19350101" y="1069975"/>
                  </a:cubicBezTo>
                  <a:cubicBezTo>
                    <a:pt x="19068542" y="1069975"/>
                    <a:pt x="9494647" y="699008"/>
                    <a:pt x="9494647" y="699008"/>
                  </a:cubicBezTo>
                  <a:lnTo>
                    <a:pt x="0" y="1069975"/>
                  </a:lnTo>
                  <a:lnTo>
                    <a:pt x="0" y="1961261"/>
                  </a:lnTo>
                  <a:cubicBezTo>
                    <a:pt x="167132" y="1946783"/>
                    <a:pt x="501777" y="1940306"/>
                    <a:pt x="945642" y="1940306"/>
                  </a:cubicBezTo>
                  <a:cubicBezTo>
                    <a:pt x="3059049" y="1940306"/>
                    <a:pt x="7648575" y="2086610"/>
                    <a:pt x="8414512" y="2205736"/>
                  </a:cubicBezTo>
                  <a:cubicBezTo>
                    <a:pt x="9332468" y="2348738"/>
                    <a:pt x="20547456" y="2967609"/>
                    <a:pt x="20940776" y="2967609"/>
                  </a:cubicBezTo>
                  <a:cubicBezTo>
                    <a:pt x="20944078" y="2967609"/>
                    <a:pt x="20946618" y="2967482"/>
                    <a:pt x="20948269" y="2967482"/>
                  </a:cubicBezTo>
                  <a:cubicBezTo>
                    <a:pt x="21163407" y="2955925"/>
                    <a:pt x="28876244" y="1238123"/>
                    <a:pt x="28876244" y="1238123"/>
                  </a:cubicBezTo>
                  <a:lnTo>
                    <a:pt x="28876244" y="0"/>
                  </a:lnTo>
                  <a:close/>
                </a:path>
              </a:pathLst>
            </a:custGeom>
            <a:solidFill>
              <a:srgbClr val="FFFFFF">
                <a:alpha val="16863"/>
              </a:srgbClr>
            </a:solidFill>
          </p:spPr>
          <p:txBody>
            <a:bodyPr/>
            <a:lstStyle/>
            <a:p>
              <a:endParaRPr lang="en-US"/>
            </a:p>
          </p:txBody>
        </p:sp>
      </p:grpSp>
      <p:grpSp>
        <p:nvGrpSpPr>
          <p:cNvPr id="28" name="Group 28"/>
          <p:cNvGrpSpPr/>
          <p:nvPr/>
        </p:nvGrpSpPr>
        <p:grpSpPr>
          <a:xfrm>
            <a:off x="6638025" y="5131575"/>
            <a:ext cx="225450" cy="266525"/>
            <a:chOff x="0" y="0"/>
            <a:chExt cx="601200" cy="710733"/>
          </a:xfrm>
        </p:grpSpPr>
        <p:sp>
          <p:nvSpPr>
            <p:cNvPr id="29" name="Freeform 29"/>
            <p:cNvSpPr/>
            <p:nvPr/>
          </p:nvSpPr>
          <p:spPr>
            <a:xfrm>
              <a:off x="127" y="127"/>
              <a:ext cx="600964" cy="710565"/>
            </a:xfrm>
            <a:custGeom>
              <a:avLst/>
              <a:gdLst/>
              <a:ahLst/>
              <a:cxnLst/>
              <a:rect l="l" t="t" r="r" b="b"/>
              <a:pathLst>
                <a:path w="600964" h="710565">
                  <a:moveTo>
                    <a:pt x="0" y="710565"/>
                  </a:moveTo>
                  <a:lnTo>
                    <a:pt x="600964" y="710565"/>
                  </a:lnTo>
                  <a:lnTo>
                    <a:pt x="600964" y="0"/>
                  </a:lnTo>
                  <a:lnTo>
                    <a:pt x="0" y="0"/>
                  </a:lnTo>
                  <a:close/>
                </a:path>
              </a:pathLst>
            </a:custGeom>
            <a:solidFill>
              <a:srgbClr val="033B6A"/>
            </a:solidFill>
          </p:spPr>
          <p:txBody>
            <a:bodyPr/>
            <a:lstStyle/>
            <a:p>
              <a:endParaRPr lang="en-US"/>
            </a:p>
          </p:txBody>
        </p:sp>
      </p:grpSp>
      <p:grpSp>
        <p:nvGrpSpPr>
          <p:cNvPr id="30" name="Group 30"/>
          <p:cNvGrpSpPr/>
          <p:nvPr/>
        </p:nvGrpSpPr>
        <p:grpSpPr>
          <a:xfrm>
            <a:off x="6709900" y="4473175"/>
            <a:ext cx="72825" cy="792553"/>
            <a:chOff x="0" y="0"/>
            <a:chExt cx="194200" cy="2113475"/>
          </a:xfrm>
        </p:grpSpPr>
        <p:sp>
          <p:nvSpPr>
            <p:cNvPr id="31" name="Freeform 31"/>
            <p:cNvSpPr/>
            <p:nvPr/>
          </p:nvSpPr>
          <p:spPr>
            <a:xfrm>
              <a:off x="127" y="0"/>
              <a:ext cx="194056" cy="2113534"/>
            </a:xfrm>
            <a:custGeom>
              <a:avLst/>
              <a:gdLst/>
              <a:ahLst/>
              <a:cxnLst/>
              <a:rect l="l" t="t" r="r" b="b"/>
              <a:pathLst>
                <a:path w="194056" h="2113534">
                  <a:moveTo>
                    <a:pt x="0" y="2113534"/>
                  </a:moveTo>
                  <a:lnTo>
                    <a:pt x="194056" y="2113534"/>
                  </a:lnTo>
                  <a:lnTo>
                    <a:pt x="194056" y="0"/>
                  </a:lnTo>
                  <a:lnTo>
                    <a:pt x="0" y="0"/>
                  </a:lnTo>
                  <a:close/>
                </a:path>
              </a:pathLst>
            </a:custGeom>
            <a:solidFill>
              <a:srgbClr val="033B6A"/>
            </a:solidFill>
          </p:spPr>
          <p:txBody>
            <a:bodyPr/>
            <a:lstStyle/>
            <a:p>
              <a:endParaRPr lang="en-US"/>
            </a:p>
          </p:txBody>
        </p:sp>
      </p:grpSp>
      <p:sp>
        <p:nvSpPr>
          <p:cNvPr id="32" name="Freeform 32"/>
          <p:cNvSpPr/>
          <p:nvPr/>
        </p:nvSpPr>
        <p:spPr>
          <a:xfrm>
            <a:off x="5855850" y="3492550"/>
            <a:ext cx="3625540" cy="2207975"/>
          </a:xfrm>
          <a:custGeom>
            <a:avLst/>
            <a:gdLst/>
            <a:ahLst/>
            <a:cxnLst/>
            <a:rect l="l" t="t" r="r" b="b"/>
            <a:pathLst>
              <a:path w="7251080" h="4415950">
                <a:moveTo>
                  <a:pt x="0" y="0"/>
                </a:moveTo>
                <a:lnTo>
                  <a:pt x="7251080" y="0"/>
                </a:lnTo>
                <a:lnTo>
                  <a:pt x="7251080" y="4415950"/>
                </a:lnTo>
                <a:lnTo>
                  <a:pt x="0" y="4415950"/>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US"/>
          </a:p>
        </p:txBody>
      </p:sp>
      <p:sp>
        <p:nvSpPr>
          <p:cNvPr id="33" name="Freeform 33"/>
          <p:cNvSpPr/>
          <p:nvPr/>
        </p:nvSpPr>
        <p:spPr>
          <a:xfrm>
            <a:off x="6401152" y="3798225"/>
            <a:ext cx="2867400" cy="1881300"/>
          </a:xfrm>
          <a:custGeom>
            <a:avLst/>
            <a:gdLst/>
            <a:ahLst/>
            <a:cxnLst/>
            <a:rect l="l" t="t" r="r" b="b"/>
            <a:pathLst>
              <a:path w="5734800" h="3762600">
                <a:moveTo>
                  <a:pt x="0" y="0"/>
                </a:moveTo>
                <a:lnTo>
                  <a:pt x="5734800" y="0"/>
                </a:lnTo>
                <a:lnTo>
                  <a:pt x="5734800" y="3762600"/>
                </a:lnTo>
                <a:lnTo>
                  <a:pt x="0" y="3762600"/>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en-US"/>
          </a:p>
        </p:txBody>
      </p:sp>
      <p:grpSp>
        <p:nvGrpSpPr>
          <p:cNvPr id="34" name="Group 34"/>
          <p:cNvGrpSpPr/>
          <p:nvPr/>
        </p:nvGrpSpPr>
        <p:grpSpPr>
          <a:xfrm>
            <a:off x="5687175" y="2404975"/>
            <a:ext cx="3572600" cy="500050"/>
            <a:chOff x="0" y="0"/>
            <a:chExt cx="9526933" cy="1333467"/>
          </a:xfrm>
        </p:grpSpPr>
        <p:sp>
          <p:nvSpPr>
            <p:cNvPr id="35" name="Freeform 35"/>
            <p:cNvSpPr/>
            <p:nvPr/>
          </p:nvSpPr>
          <p:spPr>
            <a:xfrm>
              <a:off x="127" y="127"/>
              <a:ext cx="9526778" cy="1333373"/>
            </a:xfrm>
            <a:custGeom>
              <a:avLst/>
              <a:gdLst/>
              <a:ahLst/>
              <a:cxnLst/>
              <a:rect l="l" t="t" r="r" b="b"/>
              <a:pathLst>
                <a:path w="9526778" h="1333373">
                  <a:moveTo>
                    <a:pt x="0" y="161925"/>
                  </a:moveTo>
                  <a:cubicBezTo>
                    <a:pt x="0" y="161925"/>
                    <a:pt x="4869434" y="158750"/>
                    <a:pt x="5217414" y="324993"/>
                  </a:cubicBezTo>
                  <a:cubicBezTo>
                    <a:pt x="5565394" y="491236"/>
                    <a:pt x="9526778" y="1333373"/>
                    <a:pt x="9526778" y="1333373"/>
                  </a:cubicBezTo>
                  <a:lnTo>
                    <a:pt x="9526778" y="161925"/>
                  </a:lnTo>
                  <a:cubicBezTo>
                    <a:pt x="9526778" y="161925"/>
                    <a:pt x="6941566" y="527685"/>
                    <a:pt x="6411722" y="161925"/>
                  </a:cubicBezTo>
                  <a:cubicBezTo>
                    <a:pt x="6235192" y="40640"/>
                    <a:pt x="5464048" y="0"/>
                    <a:pt x="4514088" y="0"/>
                  </a:cubicBezTo>
                  <a:cubicBezTo>
                    <a:pt x="2614422" y="0"/>
                    <a:pt x="0" y="161925"/>
                    <a:pt x="0" y="161925"/>
                  </a:cubicBezTo>
                </a:path>
              </a:pathLst>
            </a:custGeom>
            <a:solidFill>
              <a:srgbClr val="FFFFFF">
                <a:alpha val="16863"/>
              </a:srgbClr>
            </a:solidFill>
          </p:spPr>
          <p:txBody>
            <a:bodyPr/>
            <a:lstStyle/>
            <a:p>
              <a:endParaRPr lang="en-US"/>
            </a:p>
          </p:txBody>
        </p:sp>
      </p:grpSp>
      <p:sp>
        <p:nvSpPr>
          <p:cNvPr id="37" name="Freeform 37"/>
          <p:cNvSpPr/>
          <p:nvPr/>
        </p:nvSpPr>
        <p:spPr>
          <a:xfrm>
            <a:off x="6484868" y="303061"/>
            <a:ext cx="260654" cy="236427"/>
          </a:xfrm>
          <a:custGeom>
            <a:avLst/>
            <a:gdLst/>
            <a:ahLst/>
            <a:cxnLst/>
            <a:rect l="l" t="t" r="r" b="b"/>
            <a:pathLst>
              <a:path w="521307" h="472854">
                <a:moveTo>
                  <a:pt x="0" y="0"/>
                </a:moveTo>
                <a:lnTo>
                  <a:pt x="521306" y="0"/>
                </a:lnTo>
                <a:lnTo>
                  <a:pt x="521306" y="472854"/>
                </a:lnTo>
                <a:lnTo>
                  <a:pt x="0" y="472854"/>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txBody>
          <a:bodyPr/>
          <a:lstStyle/>
          <a:p>
            <a:endParaRPr lang="en-US"/>
          </a:p>
        </p:txBody>
      </p:sp>
      <p:sp>
        <p:nvSpPr>
          <p:cNvPr id="38" name="Freeform 38"/>
          <p:cNvSpPr/>
          <p:nvPr/>
        </p:nvSpPr>
        <p:spPr>
          <a:xfrm>
            <a:off x="7850916" y="1644155"/>
            <a:ext cx="260654" cy="236427"/>
          </a:xfrm>
          <a:custGeom>
            <a:avLst/>
            <a:gdLst/>
            <a:ahLst/>
            <a:cxnLst/>
            <a:rect l="l" t="t" r="r" b="b"/>
            <a:pathLst>
              <a:path w="521307" h="472854">
                <a:moveTo>
                  <a:pt x="0" y="0"/>
                </a:moveTo>
                <a:lnTo>
                  <a:pt x="521306" y="0"/>
                </a:lnTo>
                <a:lnTo>
                  <a:pt x="521306" y="472854"/>
                </a:lnTo>
                <a:lnTo>
                  <a:pt x="0" y="472854"/>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txBody>
          <a:bodyPr/>
          <a:lstStyle/>
          <a:p>
            <a:endParaRPr lang="en-US"/>
          </a:p>
        </p:txBody>
      </p:sp>
      <p:sp>
        <p:nvSpPr>
          <p:cNvPr id="60" name="Google Shape;1214;p32">
            <a:extLst>
              <a:ext uri="{FF2B5EF4-FFF2-40B4-BE49-F238E27FC236}">
                <a16:creationId xmlns:a16="http://schemas.microsoft.com/office/drawing/2014/main" id="{98160032-2C64-BDAF-D370-1D61AB637392}"/>
              </a:ext>
            </a:extLst>
          </p:cNvPr>
          <p:cNvSpPr/>
          <p:nvPr/>
        </p:nvSpPr>
        <p:spPr>
          <a:xfrm>
            <a:off x="7727825" y="347300"/>
            <a:ext cx="840230" cy="840196"/>
          </a:xfrm>
          <a:custGeom>
            <a:avLst/>
            <a:gdLst/>
            <a:ahLst/>
            <a:cxnLst/>
            <a:rect l="l" t="t" r="r" b="b"/>
            <a:pathLst>
              <a:path w="25166" h="25165" extrusionOk="0">
                <a:moveTo>
                  <a:pt x="12583" y="1"/>
                </a:moveTo>
                <a:cubicBezTo>
                  <a:pt x="5638" y="1"/>
                  <a:pt x="1" y="5638"/>
                  <a:pt x="1" y="12583"/>
                </a:cubicBezTo>
                <a:cubicBezTo>
                  <a:pt x="1" y="19527"/>
                  <a:pt x="5638" y="25165"/>
                  <a:pt x="12583" y="25165"/>
                </a:cubicBezTo>
                <a:cubicBezTo>
                  <a:pt x="19527" y="25165"/>
                  <a:pt x="25165" y="19527"/>
                  <a:pt x="25165" y="12583"/>
                </a:cubicBezTo>
                <a:cubicBezTo>
                  <a:pt x="25165" y="5638"/>
                  <a:pt x="19527" y="1"/>
                  <a:pt x="12583" y="1"/>
                </a:cubicBezTo>
                <a:close/>
              </a:path>
            </a:pathLst>
          </a:custGeom>
          <a:solidFill>
            <a:srgbClr val="0070C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1217;p32">
            <a:extLst>
              <a:ext uri="{FF2B5EF4-FFF2-40B4-BE49-F238E27FC236}">
                <a16:creationId xmlns:a16="http://schemas.microsoft.com/office/drawing/2014/main" id="{7F18AA98-3CD5-534A-197C-D2705D4B3227}"/>
              </a:ext>
            </a:extLst>
          </p:cNvPr>
          <p:cNvSpPr txBox="1">
            <a:spLocks/>
          </p:cNvSpPr>
          <p:nvPr/>
        </p:nvSpPr>
        <p:spPr>
          <a:xfrm flipH="1">
            <a:off x="616258" y="1362377"/>
            <a:ext cx="648600" cy="451200"/>
          </a:xfrm>
          <a:prstGeom prst="rect">
            <a:avLst/>
          </a:prstGeom>
        </p:spPr>
        <p:txBody>
          <a:bodyPr spcFirstLastPara="1" wrap="square" lIns="91425" tIns="91425" rIns="91425" bIns="91425" anchor="ctr" anchorCtr="0">
            <a:noAutofit/>
          </a:bodyPr>
          <a:lstStyle>
            <a:lvl1pPr algn="ctr" defTabSz="457200" rtl="0" eaLnBrk="1" latinLnBrk="0" hangingPunct="1">
              <a:spcBef>
                <a:spcPct val="0"/>
              </a:spcBef>
              <a:buNone/>
              <a:defRPr sz="2200" kern="1200">
                <a:solidFill>
                  <a:schemeClr val="tx1"/>
                </a:solidFill>
                <a:latin typeface="+mj-lt"/>
                <a:ea typeface="+mj-ea"/>
                <a:cs typeface="+mj-cs"/>
              </a:defRPr>
            </a:lvl1pPr>
          </a:lstStyle>
          <a:p>
            <a:pPr>
              <a:spcBef>
                <a:spcPts val="0"/>
              </a:spcBef>
              <a:buClrTx/>
              <a:buFontTx/>
            </a:pPr>
            <a:r>
              <a:rPr lang="en" sz="3000" i="1" dirty="0">
                <a:solidFill>
                  <a:srgbClr val="002060"/>
                </a:solidFill>
                <a:latin typeface="Bakbak One"/>
                <a:ea typeface="Bakbak One"/>
                <a:cs typeface="Bakbak One"/>
                <a:sym typeface="Bakbak One"/>
              </a:rPr>
              <a:t>01</a:t>
            </a:r>
          </a:p>
        </p:txBody>
      </p:sp>
      <p:sp>
        <p:nvSpPr>
          <p:cNvPr id="62" name="Google Shape;1218;p32">
            <a:extLst>
              <a:ext uri="{FF2B5EF4-FFF2-40B4-BE49-F238E27FC236}">
                <a16:creationId xmlns:a16="http://schemas.microsoft.com/office/drawing/2014/main" id="{32019EA6-60B4-1D17-C386-EB4844F45C39}"/>
              </a:ext>
            </a:extLst>
          </p:cNvPr>
          <p:cNvSpPr txBox="1">
            <a:spLocks/>
          </p:cNvSpPr>
          <p:nvPr/>
        </p:nvSpPr>
        <p:spPr>
          <a:xfrm flipH="1">
            <a:off x="1148391" y="1475232"/>
            <a:ext cx="2320660" cy="371400"/>
          </a:xfrm>
          <a:prstGeom prst="rect">
            <a:avLst/>
          </a:prstGeom>
        </p:spPr>
        <p:txBody>
          <a:bodyPr spcFirstLastPara="1" wrap="square" lIns="91425" tIns="91425" rIns="91425" bIns="91425" anchor="b" anchorCtr="0">
            <a:noAutofit/>
          </a:bodyPr>
          <a:lstStyle>
            <a:lvl1pPr marL="171450" indent="-171450" algn="l" defTabSz="457200" rtl="0" eaLnBrk="1" latinLnBrk="0" hangingPunct="1">
              <a:spcBef>
                <a:spcPct val="20000"/>
              </a:spcBef>
              <a:buFont typeface="Arial" pitchFamily="34" charset="0"/>
              <a:buChar char="•"/>
              <a:defRPr sz="1600" kern="1200">
                <a:solidFill>
                  <a:schemeClr val="tx1"/>
                </a:solidFill>
                <a:latin typeface="+mn-lt"/>
                <a:ea typeface="+mn-ea"/>
                <a:cs typeface="+mn-cs"/>
              </a:defRPr>
            </a:lvl1pPr>
            <a:lvl2pPr marL="371475" indent="-142875" algn="l" defTabSz="457200" rtl="0" eaLnBrk="1" latinLnBrk="0" hangingPunct="1">
              <a:spcBef>
                <a:spcPct val="20000"/>
              </a:spcBef>
              <a:buFont typeface="Arial" pitchFamily="34" charset="0"/>
              <a:buChar char="–"/>
              <a:defRPr sz="1400" kern="1200">
                <a:solidFill>
                  <a:schemeClr val="tx1"/>
                </a:solidFill>
                <a:latin typeface="+mn-lt"/>
                <a:ea typeface="+mn-ea"/>
                <a:cs typeface="+mn-cs"/>
              </a:defRPr>
            </a:lvl2pPr>
            <a:lvl3pPr marL="571500" indent="-114300" algn="l" defTabSz="457200" rtl="0" eaLnBrk="1" latinLnBrk="0" hangingPunct="1">
              <a:spcBef>
                <a:spcPct val="20000"/>
              </a:spcBef>
              <a:buFont typeface="Arial" pitchFamily="34" charset="0"/>
              <a:buChar char="•"/>
              <a:defRPr sz="1200" kern="1200">
                <a:solidFill>
                  <a:schemeClr val="tx1"/>
                </a:solidFill>
                <a:latin typeface="+mn-lt"/>
                <a:ea typeface="+mn-ea"/>
                <a:cs typeface="+mn-cs"/>
              </a:defRPr>
            </a:lvl3pPr>
            <a:lvl4pPr marL="800100" indent="-114300" algn="l" defTabSz="457200" rtl="0" eaLnBrk="1" latinLnBrk="0" hangingPunct="1">
              <a:spcBef>
                <a:spcPct val="20000"/>
              </a:spcBef>
              <a:buFont typeface="Arial" pitchFamily="34" charset="0"/>
              <a:buChar char="–"/>
              <a:defRPr sz="1000" kern="1200">
                <a:solidFill>
                  <a:schemeClr val="tx1"/>
                </a:solidFill>
                <a:latin typeface="+mn-lt"/>
                <a:ea typeface="+mn-ea"/>
                <a:cs typeface="+mn-cs"/>
              </a:defRPr>
            </a:lvl4pPr>
            <a:lvl5pPr marL="1028700" indent="-114300" algn="l" defTabSz="457200" rtl="0" eaLnBrk="1" latinLnBrk="0" hangingPunct="1">
              <a:spcBef>
                <a:spcPct val="20000"/>
              </a:spcBef>
              <a:buFont typeface="Arial" pitchFamily="34" charset="0"/>
              <a:buChar char="»"/>
              <a:defRPr sz="1000" kern="1200">
                <a:solidFill>
                  <a:schemeClr val="tx1"/>
                </a:solidFill>
                <a:latin typeface="+mn-lt"/>
                <a:ea typeface="+mn-ea"/>
                <a:cs typeface="+mn-cs"/>
              </a:defRPr>
            </a:lvl5pPr>
            <a:lvl6pPr marL="1257300" indent="-114300" algn="l" defTabSz="457200" rtl="0" eaLnBrk="1" latinLnBrk="0" hangingPunct="1">
              <a:spcBef>
                <a:spcPct val="20000"/>
              </a:spcBef>
              <a:buFont typeface="Arial" pitchFamily="34" charset="0"/>
              <a:buChar char="•"/>
              <a:defRPr sz="1000" kern="1200">
                <a:solidFill>
                  <a:schemeClr val="tx1"/>
                </a:solidFill>
                <a:latin typeface="+mn-lt"/>
                <a:ea typeface="+mn-ea"/>
                <a:cs typeface="+mn-cs"/>
              </a:defRPr>
            </a:lvl6pPr>
            <a:lvl7pPr marL="1485900" indent="-114300" algn="l" defTabSz="457200" rtl="0" eaLnBrk="1" latinLnBrk="0" hangingPunct="1">
              <a:spcBef>
                <a:spcPct val="20000"/>
              </a:spcBef>
              <a:buFont typeface="Arial" pitchFamily="34" charset="0"/>
              <a:buChar char="•"/>
              <a:defRPr sz="1000" kern="1200">
                <a:solidFill>
                  <a:schemeClr val="tx1"/>
                </a:solidFill>
                <a:latin typeface="+mn-lt"/>
                <a:ea typeface="+mn-ea"/>
                <a:cs typeface="+mn-cs"/>
              </a:defRPr>
            </a:lvl7pPr>
            <a:lvl8pPr marL="1714500" indent="-114300" algn="l" defTabSz="457200" rtl="0" eaLnBrk="1" latinLnBrk="0" hangingPunct="1">
              <a:spcBef>
                <a:spcPct val="20000"/>
              </a:spcBef>
              <a:buFont typeface="Arial" pitchFamily="34" charset="0"/>
              <a:buChar char="•"/>
              <a:defRPr sz="1000" kern="1200">
                <a:solidFill>
                  <a:schemeClr val="tx1"/>
                </a:solidFill>
                <a:latin typeface="+mn-lt"/>
                <a:ea typeface="+mn-ea"/>
                <a:cs typeface="+mn-cs"/>
              </a:defRPr>
            </a:lvl8pPr>
            <a:lvl9pPr marL="1943100" indent="-114300" algn="l" defTabSz="457200" rtl="0" eaLnBrk="1" latinLnBrk="0" hangingPunct="1">
              <a:spcBef>
                <a:spcPct val="20000"/>
              </a:spcBef>
              <a:buFont typeface="Arial" pitchFamily="34" charset="0"/>
              <a:buChar char="•"/>
              <a:defRPr sz="1000" kern="1200">
                <a:solidFill>
                  <a:schemeClr val="tx1"/>
                </a:solidFill>
                <a:latin typeface="+mn-lt"/>
                <a:ea typeface="+mn-ea"/>
                <a:cs typeface="+mn-cs"/>
              </a:defRPr>
            </a:lvl9pPr>
          </a:lstStyle>
          <a:p>
            <a:pPr marL="0" lvl="4" indent="0">
              <a:buClrTx/>
              <a:buNone/>
            </a:pPr>
            <a:r>
              <a:rPr lang="en-US" sz="1800" dirty="0">
                <a:solidFill>
                  <a:srgbClr val="0070C0"/>
                </a:solidFill>
                <a:latin typeface="Montserrat SemiBold" panose="00000700000000000000" pitchFamily="2" charset="0"/>
                <a:ea typeface="Raleway"/>
                <a:cs typeface="Raleway"/>
              </a:rPr>
              <a:t>Data</a:t>
            </a:r>
            <a:r>
              <a:rPr lang="en-US" sz="1600" dirty="0">
                <a:solidFill>
                  <a:srgbClr val="0070C0"/>
                </a:solidFill>
                <a:latin typeface="Montserrat SemiBold" panose="00000700000000000000" pitchFamily="2" charset="0"/>
              </a:rPr>
              <a:t> </a:t>
            </a:r>
            <a:r>
              <a:rPr lang="en-US" sz="1800" dirty="0">
                <a:solidFill>
                  <a:srgbClr val="0070C0"/>
                </a:solidFill>
                <a:latin typeface="Montserrat SemiBold" panose="00000700000000000000" pitchFamily="2" charset="0"/>
                <a:ea typeface="Raleway"/>
                <a:cs typeface="Raleway"/>
              </a:rPr>
              <a:t>Exploration</a:t>
            </a:r>
            <a:r>
              <a:rPr lang="en-US" sz="1600" dirty="0">
                <a:solidFill>
                  <a:srgbClr val="0070C0"/>
                </a:solidFill>
                <a:latin typeface="Montserrat SemiBold" panose="00000700000000000000" pitchFamily="2" charset="0"/>
              </a:rPr>
              <a:t> </a:t>
            </a:r>
          </a:p>
        </p:txBody>
      </p:sp>
      <p:sp>
        <p:nvSpPr>
          <p:cNvPr id="63" name="Google Shape;1221;p32">
            <a:extLst>
              <a:ext uri="{FF2B5EF4-FFF2-40B4-BE49-F238E27FC236}">
                <a16:creationId xmlns:a16="http://schemas.microsoft.com/office/drawing/2014/main" id="{E4008A92-0CDD-F84B-0D91-B392D9EF8C5A}"/>
              </a:ext>
            </a:extLst>
          </p:cNvPr>
          <p:cNvSpPr txBox="1">
            <a:spLocks/>
          </p:cNvSpPr>
          <p:nvPr/>
        </p:nvSpPr>
        <p:spPr>
          <a:xfrm flipH="1">
            <a:off x="6728348" y="1416796"/>
            <a:ext cx="1938300" cy="371400"/>
          </a:xfrm>
          <a:prstGeom prst="rect">
            <a:avLst/>
          </a:prstGeom>
        </p:spPr>
        <p:txBody>
          <a:bodyPr spcFirstLastPara="1" wrap="square" lIns="91425" tIns="91425" rIns="91425" bIns="91425" anchor="b" anchorCtr="0">
            <a:noAutofit/>
          </a:bodyPr>
          <a:lstStyle>
            <a:lvl1pPr marL="171450" indent="-171450" algn="l" defTabSz="457200" rtl="0" eaLnBrk="1" latinLnBrk="0" hangingPunct="1">
              <a:spcBef>
                <a:spcPct val="20000"/>
              </a:spcBef>
              <a:buFont typeface="Arial" pitchFamily="34" charset="0"/>
              <a:buChar char="•"/>
              <a:defRPr sz="1600" kern="1200">
                <a:solidFill>
                  <a:schemeClr val="tx1"/>
                </a:solidFill>
                <a:latin typeface="+mn-lt"/>
                <a:ea typeface="+mn-ea"/>
                <a:cs typeface="+mn-cs"/>
              </a:defRPr>
            </a:lvl1pPr>
            <a:lvl2pPr marL="371475" indent="-142875" algn="l" defTabSz="457200" rtl="0" eaLnBrk="1" latinLnBrk="0" hangingPunct="1">
              <a:spcBef>
                <a:spcPct val="20000"/>
              </a:spcBef>
              <a:buFont typeface="Arial" pitchFamily="34" charset="0"/>
              <a:buChar char="–"/>
              <a:defRPr sz="1400" kern="1200">
                <a:solidFill>
                  <a:schemeClr val="tx1"/>
                </a:solidFill>
                <a:latin typeface="+mn-lt"/>
                <a:ea typeface="+mn-ea"/>
                <a:cs typeface="+mn-cs"/>
              </a:defRPr>
            </a:lvl2pPr>
            <a:lvl3pPr marL="571500" indent="-114300" algn="l" defTabSz="457200" rtl="0" eaLnBrk="1" latinLnBrk="0" hangingPunct="1">
              <a:spcBef>
                <a:spcPct val="20000"/>
              </a:spcBef>
              <a:buFont typeface="Arial" pitchFamily="34" charset="0"/>
              <a:buChar char="•"/>
              <a:defRPr sz="1200" kern="1200">
                <a:solidFill>
                  <a:schemeClr val="tx1"/>
                </a:solidFill>
                <a:latin typeface="+mn-lt"/>
                <a:ea typeface="+mn-ea"/>
                <a:cs typeface="+mn-cs"/>
              </a:defRPr>
            </a:lvl3pPr>
            <a:lvl4pPr marL="800100" indent="-114300" algn="l" defTabSz="457200" rtl="0" eaLnBrk="1" latinLnBrk="0" hangingPunct="1">
              <a:spcBef>
                <a:spcPct val="20000"/>
              </a:spcBef>
              <a:buFont typeface="Arial" pitchFamily="34" charset="0"/>
              <a:buChar char="–"/>
              <a:defRPr sz="1000" kern="1200">
                <a:solidFill>
                  <a:schemeClr val="tx1"/>
                </a:solidFill>
                <a:latin typeface="+mn-lt"/>
                <a:ea typeface="+mn-ea"/>
                <a:cs typeface="+mn-cs"/>
              </a:defRPr>
            </a:lvl4pPr>
            <a:lvl5pPr marL="1028700" indent="-114300" algn="l" defTabSz="457200" rtl="0" eaLnBrk="1" latinLnBrk="0" hangingPunct="1">
              <a:spcBef>
                <a:spcPct val="20000"/>
              </a:spcBef>
              <a:buFont typeface="Arial" pitchFamily="34" charset="0"/>
              <a:buChar char="»"/>
              <a:defRPr sz="1000" kern="1200">
                <a:solidFill>
                  <a:schemeClr val="tx1"/>
                </a:solidFill>
                <a:latin typeface="+mn-lt"/>
                <a:ea typeface="+mn-ea"/>
                <a:cs typeface="+mn-cs"/>
              </a:defRPr>
            </a:lvl5pPr>
            <a:lvl6pPr marL="1257300" indent="-114300" algn="l" defTabSz="457200" rtl="0" eaLnBrk="1" latinLnBrk="0" hangingPunct="1">
              <a:spcBef>
                <a:spcPct val="20000"/>
              </a:spcBef>
              <a:buFont typeface="Arial" pitchFamily="34" charset="0"/>
              <a:buChar char="•"/>
              <a:defRPr sz="1000" kern="1200">
                <a:solidFill>
                  <a:schemeClr val="tx1"/>
                </a:solidFill>
                <a:latin typeface="+mn-lt"/>
                <a:ea typeface="+mn-ea"/>
                <a:cs typeface="+mn-cs"/>
              </a:defRPr>
            </a:lvl6pPr>
            <a:lvl7pPr marL="1485900" indent="-114300" algn="l" defTabSz="457200" rtl="0" eaLnBrk="1" latinLnBrk="0" hangingPunct="1">
              <a:spcBef>
                <a:spcPct val="20000"/>
              </a:spcBef>
              <a:buFont typeface="Arial" pitchFamily="34" charset="0"/>
              <a:buChar char="•"/>
              <a:defRPr sz="1000" kern="1200">
                <a:solidFill>
                  <a:schemeClr val="tx1"/>
                </a:solidFill>
                <a:latin typeface="+mn-lt"/>
                <a:ea typeface="+mn-ea"/>
                <a:cs typeface="+mn-cs"/>
              </a:defRPr>
            </a:lvl7pPr>
            <a:lvl8pPr marL="1714500" indent="-114300" algn="l" defTabSz="457200" rtl="0" eaLnBrk="1" latinLnBrk="0" hangingPunct="1">
              <a:spcBef>
                <a:spcPct val="20000"/>
              </a:spcBef>
              <a:buFont typeface="Arial" pitchFamily="34" charset="0"/>
              <a:buChar char="•"/>
              <a:defRPr sz="1000" kern="1200">
                <a:solidFill>
                  <a:schemeClr val="tx1"/>
                </a:solidFill>
                <a:latin typeface="+mn-lt"/>
                <a:ea typeface="+mn-ea"/>
                <a:cs typeface="+mn-cs"/>
              </a:defRPr>
            </a:lvl8pPr>
            <a:lvl9pPr marL="1943100" indent="-114300" algn="l" defTabSz="457200" rtl="0" eaLnBrk="1" latinLnBrk="0" hangingPunct="1">
              <a:spcBef>
                <a:spcPct val="20000"/>
              </a:spcBef>
              <a:buFont typeface="Arial" pitchFamily="34" charset="0"/>
              <a:buChar char="•"/>
              <a:defRPr sz="1000" kern="1200">
                <a:solidFill>
                  <a:schemeClr val="tx1"/>
                </a:solidFill>
                <a:latin typeface="+mn-lt"/>
                <a:ea typeface="+mn-ea"/>
                <a:cs typeface="+mn-cs"/>
              </a:defRPr>
            </a:lvl9pPr>
          </a:lstStyle>
          <a:p>
            <a:pPr marL="0" indent="0">
              <a:buClrTx/>
              <a:buNone/>
            </a:pPr>
            <a:r>
              <a:rPr lang="en-US" sz="1800" dirty="0">
                <a:solidFill>
                  <a:srgbClr val="0070C0"/>
                </a:solidFill>
                <a:latin typeface="Montserrat SemiBold" panose="00000700000000000000" pitchFamily="2" charset="0"/>
                <a:ea typeface="Raleway"/>
                <a:cs typeface="Raleway"/>
                <a:sym typeface="Raleway"/>
              </a:rPr>
              <a:t>Data</a:t>
            </a:r>
            <a:r>
              <a:rPr lang="en-US" dirty="0">
                <a:solidFill>
                  <a:srgbClr val="0070C0"/>
                </a:solidFill>
                <a:latin typeface="Montserrat SemiBold" panose="00000700000000000000" pitchFamily="2" charset="0"/>
                <a:ea typeface="Raleway"/>
                <a:cs typeface="Raleway"/>
                <a:sym typeface="Raleway"/>
              </a:rPr>
              <a:t> </a:t>
            </a:r>
            <a:r>
              <a:rPr lang="en-US" sz="1800" dirty="0">
                <a:solidFill>
                  <a:srgbClr val="0070C0"/>
                </a:solidFill>
                <a:latin typeface="Montserrat SemiBold" panose="00000700000000000000" pitchFamily="2" charset="0"/>
                <a:ea typeface="Raleway"/>
                <a:cs typeface="Raleway"/>
                <a:sym typeface="Raleway"/>
              </a:rPr>
              <a:t>Cleaning</a:t>
            </a:r>
            <a:r>
              <a:rPr lang="en-US" dirty="0">
                <a:solidFill>
                  <a:srgbClr val="0070C0"/>
                </a:solidFill>
              </a:rPr>
              <a:t> </a:t>
            </a:r>
          </a:p>
        </p:txBody>
      </p:sp>
      <p:sp>
        <p:nvSpPr>
          <p:cNvPr id="64" name="Google Shape;1220;p32">
            <a:extLst>
              <a:ext uri="{FF2B5EF4-FFF2-40B4-BE49-F238E27FC236}">
                <a16:creationId xmlns:a16="http://schemas.microsoft.com/office/drawing/2014/main" id="{68351F03-6CDA-9619-254F-C76C6BA66691}"/>
              </a:ext>
            </a:extLst>
          </p:cNvPr>
          <p:cNvSpPr txBox="1">
            <a:spLocks/>
          </p:cNvSpPr>
          <p:nvPr/>
        </p:nvSpPr>
        <p:spPr>
          <a:xfrm flipH="1">
            <a:off x="6122164" y="1291141"/>
            <a:ext cx="648600" cy="451200"/>
          </a:xfrm>
          <a:prstGeom prst="rect">
            <a:avLst/>
          </a:prstGeom>
        </p:spPr>
        <p:txBody>
          <a:bodyPr spcFirstLastPara="1" wrap="square" lIns="91425" tIns="91425" rIns="91425" bIns="91425" anchor="ctr" anchorCtr="0">
            <a:noAutofit/>
          </a:bodyPr>
          <a:lstStyle>
            <a:lvl1pPr algn="ctr" defTabSz="457200" rtl="0" eaLnBrk="1" latinLnBrk="0" hangingPunct="1">
              <a:spcBef>
                <a:spcPct val="0"/>
              </a:spcBef>
              <a:buNone/>
              <a:defRPr sz="2200" kern="1200">
                <a:solidFill>
                  <a:schemeClr val="tx1"/>
                </a:solidFill>
                <a:latin typeface="+mj-lt"/>
                <a:ea typeface="+mj-ea"/>
                <a:cs typeface="+mj-cs"/>
              </a:defRPr>
            </a:lvl1pPr>
          </a:lstStyle>
          <a:p>
            <a:pPr>
              <a:spcBef>
                <a:spcPts val="0"/>
              </a:spcBef>
              <a:buClrTx/>
              <a:buFontTx/>
            </a:pPr>
            <a:r>
              <a:rPr lang="en" sz="3000" i="1" dirty="0">
                <a:solidFill>
                  <a:srgbClr val="002060"/>
                </a:solidFill>
                <a:latin typeface="Bakbak One"/>
                <a:ea typeface="Bakbak One"/>
                <a:cs typeface="Bakbak One"/>
                <a:sym typeface="Bakbak One"/>
              </a:rPr>
              <a:t>03</a:t>
            </a:r>
          </a:p>
        </p:txBody>
      </p:sp>
      <p:sp>
        <p:nvSpPr>
          <p:cNvPr id="65" name="Google Shape;1224;p32">
            <a:extLst>
              <a:ext uri="{FF2B5EF4-FFF2-40B4-BE49-F238E27FC236}">
                <a16:creationId xmlns:a16="http://schemas.microsoft.com/office/drawing/2014/main" id="{731C2200-F15A-12A2-5DE1-AD8BCBA528B5}"/>
              </a:ext>
            </a:extLst>
          </p:cNvPr>
          <p:cNvSpPr txBox="1">
            <a:spLocks/>
          </p:cNvSpPr>
          <p:nvPr/>
        </p:nvSpPr>
        <p:spPr>
          <a:xfrm>
            <a:off x="4085681" y="1421699"/>
            <a:ext cx="2054825" cy="371400"/>
          </a:xfrm>
          <a:prstGeom prst="rect">
            <a:avLst/>
          </a:prstGeom>
        </p:spPr>
        <p:txBody>
          <a:bodyPr spcFirstLastPara="1" wrap="square" lIns="91425" tIns="91425" rIns="91425" bIns="91425" anchor="b" anchorCtr="0">
            <a:noAutofit/>
          </a:bodyPr>
          <a:lstStyle>
            <a:lvl1pPr marL="171450" indent="-171450" algn="l" defTabSz="457200" rtl="0" eaLnBrk="1" latinLnBrk="0" hangingPunct="1">
              <a:spcBef>
                <a:spcPct val="20000"/>
              </a:spcBef>
              <a:buFont typeface="Arial" pitchFamily="34" charset="0"/>
              <a:buChar char="•"/>
              <a:defRPr sz="1600" kern="1200">
                <a:solidFill>
                  <a:schemeClr val="tx1"/>
                </a:solidFill>
                <a:latin typeface="+mn-lt"/>
                <a:ea typeface="+mn-ea"/>
                <a:cs typeface="+mn-cs"/>
              </a:defRPr>
            </a:lvl1pPr>
            <a:lvl2pPr marL="371475" indent="-142875" algn="l" defTabSz="457200" rtl="0" eaLnBrk="1" latinLnBrk="0" hangingPunct="1">
              <a:spcBef>
                <a:spcPct val="20000"/>
              </a:spcBef>
              <a:buFont typeface="Arial" pitchFamily="34" charset="0"/>
              <a:buChar char="–"/>
              <a:defRPr sz="1400" kern="1200">
                <a:solidFill>
                  <a:schemeClr val="tx1"/>
                </a:solidFill>
                <a:latin typeface="+mn-lt"/>
                <a:ea typeface="+mn-ea"/>
                <a:cs typeface="+mn-cs"/>
              </a:defRPr>
            </a:lvl2pPr>
            <a:lvl3pPr marL="571500" indent="-114300" algn="l" defTabSz="457200" rtl="0" eaLnBrk="1" latinLnBrk="0" hangingPunct="1">
              <a:spcBef>
                <a:spcPct val="20000"/>
              </a:spcBef>
              <a:buFont typeface="Arial" pitchFamily="34" charset="0"/>
              <a:buChar char="•"/>
              <a:defRPr sz="1200" kern="1200">
                <a:solidFill>
                  <a:schemeClr val="tx1"/>
                </a:solidFill>
                <a:latin typeface="+mn-lt"/>
                <a:ea typeface="+mn-ea"/>
                <a:cs typeface="+mn-cs"/>
              </a:defRPr>
            </a:lvl3pPr>
            <a:lvl4pPr marL="800100" indent="-114300" algn="l" defTabSz="457200" rtl="0" eaLnBrk="1" latinLnBrk="0" hangingPunct="1">
              <a:spcBef>
                <a:spcPct val="20000"/>
              </a:spcBef>
              <a:buFont typeface="Arial" pitchFamily="34" charset="0"/>
              <a:buChar char="–"/>
              <a:defRPr sz="1000" kern="1200">
                <a:solidFill>
                  <a:schemeClr val="tx1"/>
                </a:solidFill>
                <a:latin typeface="+mn-lt"/>
                <a:ea typeface="+mn-ea"/>
                <a:cs typeface="+mn-cs"/>
              </a:defRPr>
            </a:lvl4pPr>
            <a:lvl5pPr marL="1028700" indent="-114300" algn="l" defTabSz="457200" rtl="0" eaLnBrk="1" latinLnBrk="0" hangingPunct="1">
              <a:spcBef>
                <a:spcPct val="20000"/>
              </a:spcBef>
              <a:buFont typeface="Arial" pitchFamily="34" charset="0"/>
              <a:buChar char="»"/>
              <a:defRPr sz="1000" kern="1200">
                <a:solidFill>
                  <a:schemeClr val="tx1"/>
                </a:solidFill>
                <a:latin typeface="+mn-lt"/>
                <a:ea typeface="+mn-ea"/>
                <a:cs typeface="+mn-cs"/>
              </a:defRPr>
            </a:lvl5pPr>
            <a:lvl6pPr marL="1257300" indent="-114300" algn="l" defTabSz="457200" rtl="0" eaLnBrk="1" latinLnBrk="0" hangingPunct="1">
              <a:spcBef>
                <a:spcPct val="20000"/>
              </a:spcBef>
              <a:buFont typeface="Arial" pitchFamily="34" charset="0"/>
              <a:buChar char="•"/>
              <a:defRPr sz="1000" kern="1200">
                <a:solidFill>
                  <a:schemeClr val="tx1"/>
                </a:solidFill>
                <a:latin typeface="+mn-lt"/>
                <a:ea typeface="+mn-ea"/>
                <a:cs typeface="+mn-cs"/>
              </a:defRPr>
            </a:lvl6pPr>
            <a:lvl7pPr marL="1485900" indent="-114300" algn="l" defTabSz="457200" rtl="0" eaLnBrk="1" latinLnBrk="0" hangingPunct="1">
              <a:spcBef>
                <a:spcPct val="20000"/>
              </a:spcBef>
              <a:buFont typeface="Arial" pitchFamily="34" charset="0"/>
              <a:buChar char="•"/>
              <a:defRPr sz="1000" kern="1200">
                <a:solidFill>
                  <a:schemeClr val="tx1"/>
                </a:solidFill>
                <a:latin typeface="+mn-lt"/>
                <a:ea typeface="+mn-ea"/>
                <a:cs typeface="+mn-cs"/>
              </a:defRPr>
            </a:lvl7pPr>
            <a:lvl8pPr marL="1714500" indent="-114300" algn="l" defTabSz="457200" rtl="0" eaLnBrk="1" latinLnBrk="0" hangingPunct="1">
              <a:spcBef>
                <a:spcPct val="20000"/>
              </a:spcBef>
              <a:buFont typeface="Arial" pitchFamily="34" charset="0"/>
              <a:buChar char="•"/>
              <a:defRPr sz="1000" kern="1200">
                <a:solidFill>
                  <a:schemeClr val="tx1"/>
                </a:solidFill>
                <a:latin typeface="+mn-lt"/>
                <a:ea typeface="+mn-ea"/>
                <a:cs typeface="+mn-cs"/>
              </a:defRPr>
            </a:lvl8pPr>
            <a:lvl9pPr marL="1943100" indent="-114300" algn="l" defTabSz="457200" rtl="0" eaLnBrk="1" latinLnBrk="0" hangingPunct="1">
              <a:spcBef>
                <a:spcPct val="20000"/>
              </a:spcBef>
              <a:buFont typeface="Arial" pitchFamily="34" charset="0"/>
              <a:buChar char="•"/>
              <a:defRPr sz="1000" kern="1200">
                <a:solidFill>
                  <a:schemeClr val="tx1"/>
                </a:solidFill>
                <a:latin typeface="+mn-lt"/>
                <a:ea typeface="+mn-ea"/>
                <a:cs typeface="+mn-cs"/>
              </a:defRPr>
            </a:lvl9pPr>
          </a:lstStyle>
          <a:p>
            <a:pPr marL="0" indent="0">
              <a:buClrTx/>
              <a:buNone/>
            </a:pPr>
            <a:r>
              <a:rPr lang="en-US" sz="1800" dirty="0">
                <a:solidFill>
                  <a:srgbClr val="0070C0"/>
                </a:solidFill>
                <a:latin typeface="Montserrat SemiBold" panose="00000700000000000000" pitchFamily="2" charset="0"/>
                <a:ea typeface="Raleway"/>
                <a:cs typeface="Raleway"/>
                <a:sym typeface="Raleway"/>
              </a:rPr>
              <a:t>Data</a:t>
            </a:r>
            <a:r>
              <a:rPr lang="en-US" dirty="0">
                <a:solidFill>
                  <a:srgbClr val="0070C0"/>
                </a:solidFill>
                <a:latin typeface="Montserrat SemiBold" panose="00000700000000000000" pitchFamily="2" charset="0"/>
                <a:ea typeface="Raleway"/>
                <a:cs typeface="Raleway"/>
                <a:sym typeface="Raleway"/>
              </a:rPr>
              <a:t> </a:t>
            </a:r>
            <a:r>
              <a:rPr lang="en-US" sz="1800" dirty="0">
                <a:solidFill>
                  <a:srgbClr val="0070C0"/>
                </a:solidFill>
                <a:latin typeface="Montserrat SemiBold" panose="00000700000000000000" pitchFamily="2" charset="0"/>
                <a:ea typeface="Raleway"/>
                <a:cs typeface="Raleway"/>
                <a:sym typeface="Raleway"/>
              </a:rPr>
              <a:t>Modeling</a:t>
            </a:r>
            <a:r>
              <a:rPr lang="en-US" dirty="0">
                <a:solidFill>
                  <a:srgbClr val="0070C0"/>
                </a:solidFill>
              </a:rPr>
              <a:t> </a:t>
            </a:r>
          </a:p>
        </p:txBody>
      </p:sp>
      <p:sp>
        <p:nvSpPr>
          <p:cNvPr id="66" name="Google Shape;1227;p32">
            <a:extLst>
              <a:ext uri="{FF2B5EF4-FFF2-40B4-BE49-F238E27FC236}">
                <a16:creationId xmlns:a16="http://schemas.microsoft.com/office/drawing/2014/main" id="{304EFDFA-40F7-2FAF-1219-5686CF4D5428}"/>
              </a:ext>
            </a:extLst>
          </p:cNvPr>
          <p:cNvSpPr txBox="1">
            <a:spLocks/>
          </p:cNvSpPr>
          <p:nvPr/>
        </p:nvSpPr>
        <p:spPr>
          <a:xfrm>
            <a:off x="1217936" y="2125910"/>
            <a:ext cx="3729153" cy="371400"/>
          </a:xfrm>
          <a:prstGeom prst="rect">
            <a:avLst/>
          </a:prstGeom>
        </p:spPr>
        <p:txBody>
          <a:bodyPr spcFirstLastPara="1" wrap="square" lIns="91425" tIns="91425" rIns="91425" bIns="91425" anchor="b" anchorCtr="0">
            <a:noAutofit/>
          </a:bodyPr>
          <a:lstStyle>
            <a:lvl1pPr marL="171450" indent="-171450" algn="l" defTabSz="457200" rtl="0" eaLnBrk="1" latinLnBrk="0" hangingPunct="1">
              <a:spcBef>
                <a:spcPct val="20000"/>
              </a:spcBef>
              <a:buFont typeface="Arial" pitchFamily="34" charset="0"/>
              <a:buChar char="•"/>
              <a:defRPr sz="1600" kern="1200">
                <a:solidFill>
                  <a:schemeClr val="tx1"/>
                </a:solidFill>
                <a:latin typeface="+mn-lt"/>
                <a:ea typeface="+mn-ea"/>
                <a:cs typeface="+mn-cs"/>
              </a:defRPr>
            </a:lvl1pPr>
            <a:lvl2pPr marL="371475" indent="-142875" algn="l" defTabSz="457200" rtl="0" eaLnBrk="1" latinLnBrk="0" hangingPunct="1">
              <a:spcBef>
                <a:spcPct val="20000"/>
              </a:spcBef>
              <a:buFont typeface="Arial" pitchFamily="34" charset="0"/>
              <a:buChar char="–"/>
              <a:defRPr sz="1400" kern="1200">
                <a:solidFill>
                  <a:schemeClr val="tx1"/>
                </a:solidFill>
                <a:latin typeface="+mn-lt"/>
                <a:ea typeface="+mn-ea"/>
                <a:cs typeface="+mn-cs"/>
              </a:defRPr>
            </a:lvl2pPr>
            <a:lvl3pPr marL="571500" indent="-114300" algn="l" defTabSz="457200" rtl="0" eaLnBrk="1" latinLnBrk="0" hangingPunct="1">
              <a:spcBef>
                <a:spcPct val="20000"/>
              </a:spcBef>
              <a:buFont typeface="Arial" pitchFamily="34" charset="0"/>
              <a:buChar char="•"/>
              <a:defRPr sz="1200" kern="1200">
                <a:solidFill>
                  <a:schemeClr val="tx1"/>
                </a:solidFill>
                <a:latin typeface="+mn-lt"/>
                <a:ea typeface="+mn-ea"/>
                <a:cs typeface="+mn-cs"/>
              </a:defRPr>
            </a:lvl3pPr>
            <a:lvl4pPr marL="800100" indent="-114300" algn="l" defTabSz="457200" rtl="0" eaLnBrk="1" latinLnBrk="0" hangingPunct="1">
              <a:spcBef>
                <a:spcPct val="20000"/>
              </a:spcBef>
              <a:buFont typeface="Arial" pitchFamily="34" charset="0"/>
              <a:buChar char="–"/>
              <a:defRPr sz="1000" kern="1200">
                <a:solidFill>
                  <a:schemeClr val="tx1"/>
                </a:solidFill>
                <a:latin typeface="+mn-lt"/>
                <a:ea typeface="+mn-ea"/>
                <a:cs typeface="+mn-cs"/>
              </a:defRPr>
            </a:lvl4pPr>
            <a:lvl5pPr marL="1028700" indent="-114300" algn="l" defTabSz="457200" rtl="0" eaLnBrk="1" latinLnBrk="0" hangingPunct="1">
              <a:spcBef>
                <a:spcPct val="20000"/>
              </a:spcBef>
              <a:buFont typeface="Arial" pitchFamily="34" charset="0"/>
              <a:buChar char="»"/>
              <a:defRPr sz="1000" kern="1200">
                <a:solidFill>
                  <a:schemeClr val="tx1"/>
                </a:solidFill>
                <a:latin typeface="+mn-lt"/>
                <a:ea typeface="+mn-ea"/>
                <a:cs typeface="+mn-cs"/>
              </a:defRPr>
            </a:lvl5pPr>
            <a:lvl6pPr marL="1257300" indent="-114300" algn="l" defTabSz="457200" rtl="0" eaLnBrk="1" latinLnBrk="0" hangingPunct="1">
              <a:spcBef>
                <a:spcPct val="20000"/>
              </a:spcBef>
              <a:buFont typeface="Arial" pitchFamily="34" charset="0"/>
              <a:buChar char="•"/>
              <a:defRPr sz="1000" kern="1200">
                <a:solidFill>
                  <a:schemeClr val="tx1"/>
                </a:solidFill>
                <a:latin typeface="+mn-lt"/>
                <a:ea typeface="+mn-ea"/>
                <a:cs typeface="+mn-cs"/>
              </a:defRPr>
            </a:lvl6pPr>
            <a:lvl7pPr marL="1485900" indent="-114300" algn="l" defTabSz="457200" rtl="0" eaLnBrk="1" latinLnBrk="0" hangingPunct="1">
              <a:spcBef>
                <a:spcPct val="20000"/>
              </a:spcBef>
              <a:buFont typeface="Arial" pitchFamily="34" charset="0"/>
              <a:buChar char="•"/>
              <a:defRPr sz="1000" kern="1200">
                <a:solidFill>
                  <a:schemeClr val="tx1"/>
                </a:solidFill>
                <a:latin typeface="+mn-lt"/>
                <a:ea typeface="+mn-ea"/>
                <a:cs typeface="+mn-cs"/>
              </a:defRPr>
            </a:lvl7pPr>
            <a:lvl8pPr marL="1714500" indent="-114300" algn="l" defTabSz="457200" rtl="0" eaLnBrk="1" latinLnBrk="0" hangingPunct="1">
              <a:spcBef>
                <a:spcPct val="20000"/>
              </a:spcBef>
              <a:buFont typeface="Arial" pitchFamily="34" charset="0"/>
              <a:buChar char="•"/>
              <a:defRPr sz="1000" kern="1200">
                <a:solidFill>
                  <a:schemeClr val="tx1"/>
                </a:solidFill>
                <a:latin typeface="+mn-lt"/>
                <a:ea typeface="+mn-ea"/>
                <a:cs typeface="+mn-cs"/>
              </a:defRPr>
            </a:lvl8pPr>
            <a:lvl9pPr marL="1943100" indent="-114300" algn="l" defTabSz="457200" rtl="0" eaLnBrk="1" latinLnBrk="0" hangingPunct="1">
              <a:spcBef>
                <a:spcPct val="20000"/>
              </a:spcBef>
              <a:buFont typeface="Arial" pitchFamily="34" charset="0"/>
              <a:buChar char="•"/>
              <a:defRPr sz="1000" kern="1200">
                <a:solidFill>
                  <a:schemeClr val="tx1"/>
                </a:solidFill>
                <a:latin typeface="+mn-lt"/>
                <a:ea typeface="+mn-ea"/>
                <a:cs typeface="+mn-cs"/>
              </a:defRPr>
            </a:lvl9pPr>
          </a:lstStyle>
          <a:p>
            <a:pPr marL="0" indent="0">
              <a:buClrTx/>
              <a:buNone/>
            </a:pPr>
            <a:r>
              <a:rPr lang="en-US" sz="1800" dirty="0">
                <a:solidFill>
                  <a:srgbClr val="0070C0"/>
                </a:solidFill>
                <a:latin typeface="Montserrat SemiBold" panose="00000700000000000000" pitchFamily="2" charset="0"/>
                <a:ea typeface="Raleway"/>
                <a:cs typeface="Raleway"/>
                <a:sym typeface="Raleway"/>
              </a:rPr>
              <a:t>Analysis</a:t>
            </a:r>
            <a:r>
              <a:rPr lang="en-US" dirty="0">
                <a:solidFill>
                  <a:srgbClr val="0070C0"/>
                </a:solidFill>
                <a:latin typeface="Montserrat SemiBold" panose="00000700000000000000" pitchFamily="2" charset="0"/>
                <a:ea typeface="Raleway"/>
                <a:cs typeface="Raleway"/>
                <a:sym typeface="Raleway"/>
              </a:rPr>
              <a:t> </a:t>
            </a:r>
            <a:r>
              <a:rPr lang="en-US" sz="1800" dirty="0">
                <a:solidFill>
                  <a:srgbClr val="0070C0"/>
                </a:solidFill>
                <a:latin typeface="Montserrat SemiBold" panose="00000700000000000000" pitchFamily="2" charset="0"/>
                <a:ea typeface="Raleway"/>
                <a:cs typeface="Raleway"/>
                <a:sym typeface="Raleway"/>
              </a:rPr>
              <a:t>Questions</a:t>
            </a:r>
            <a:r>
              <a:rPr lang="en-US" dirty="0">
                <a:solidFill>
                  <a:srgbClr val="0070C0"/>
                </a:solidFill>
                <a:latin typeface="Montserrat SemiBold" panose="00000700000000000000" pitchFamily="2" charset="0"/>
                <a:ea typeface="Raleway"/>
                <a:cs typeface="Raleway"/>
                <a:sym typeface="Raleway"/>
              </a:rPr>
              <a:t> &amp; </a:t>
            </a:r>
            <a:r>
              <a:rPr lang="en-US" sz="1800" dirty="0">
                <a:solidFill>
                  <a:srgbClr val="0070C0"/>
                </a:solidFill>
                <a:latin typeface="Montserrat SemiBold" panose="00000700000000000000" pitchFamily="2" charset="0"/>
                <a:ea typeface="Raleway"/>
                <a:cs typeface="Raleway"/>
                <a:sym typeface="Raleway"/>
              </a:rPr>
              <a:t>Answers</a:t>
            </a:r>
          </a:p>
        </p:txBody>
      </p:sp>
      <p:sp>
        <p:nvSpPr>
          <p:cNvPr id="67" name="Google Shape;1223;p32">
            <a:extLst>
              <a:ext uri="{FF2B5EF4-FFF2-40B4-BE49-F238E27FC236}">
                <a16:creationId xmlns:a16="http://schemas.microsoft.com/office/drawing/2014/main" id="{CA247AA4-6ADA-5B0D-E62E-ACF9E1543B3C}"/>
              </a:ext>
            </a:extLst>
          </p:cNvPr>
          <p:cNvSpPr txBox="1">
            <a:spLocks/>
          </p:cNvSpPr>
          <p:nvPr/>
        </p:nvSpPr>
        <p:spPr>
          <a:xfrm>
            <a:off x="3382308" y="1323313"/>
            <a:ext cx="648600" cy="451200"/>
          </a:xfrm>
          <a:prstGeom prst="rect">
            <a:avLst/>
          </a:prstGeom>
        </p:spPr>
        <p:txBody>
          <a:bodyPr spcFirstLastPara="1" wrap="square" lIns="91425" tIns="91425" rIns="91425" bIns="91425" anchor="ctr" anchorCtr="0">
            <a:noAutofit/>
          </a:bodyPr>
          <a:lstStyle>
            <a:lvl1pPr algn="ctr" defTabSz="457200" rtl="0" eaLnBrk="1" latinLnBrk="0" hangingPunct="1">
              <a:spcBef>
                <a:spcPct val="0"/>
              </a:spcBef>
              <a:buNone/>
              <a:defRPr sz="2200" kern="1200">
                <a:solidFill>
                  <a:schemeClr val="tx1"/>
                </a:solidFill>
                <a:latin typeface="+mj-lt"/>
                <a:ea typeface="+mj-ea"/>
                <a:cs typeface="+mj-cs"/>
              </a:defRPr>
            </a:lvl1pPr>
          </a:lstStyle>
          <a:p>
            <a:pPr>
              <a:spcBef>
                <a:spcPts val="0"/>
              </a:spcBef>
              <a:buClrTx/>
              <a:buFontTx/>
            </a:pPr>
            <a:r>
              <a:rPr lang="en" sz="3000" i="1" dirty="0">
                <a:solidFill>
                  <a:srgbClr val="002060"/>
                </a:solidFill>
                <a:latin typeface="Bakbak One"/>
                <a:ea typeface="Bakbak One"/>
                <a:cs typeface="Bakbak One"/>
              </a:rPr>
              <a:t>02</a:t>
            </a:r>
          </a:p>
        </p:txBody>
      </p:sp>
      <p:sp>
        <p:nvSpPr>
          <p:cNvPr id="68" name="Google Shape;1226;p32">
            <a:extLst>
              <a:ext uri="{FF2B5EF4-FFF2-40B4-BE49-F238E27FC236}">
                <a16:creationId xmlns:a16="http://schemas.microsoft.com/office/drawing/2014/main" id="{6A93E16F-B9A6-A556-0760-AA4FCC733E1F}"/>
              </a:ext>
            </a:extLst>
          </p:cNvPr>
          <p:cNvSpPr txBox="1">
            <a:spLocks/>
          </p:cNvSpPr>
          <p:nvPr/>
        </p:nvSpPr>
        <p:spPr>
          <a:xfrm>
            <a:off x="506712" y="2076533"/>
            <a:ext cx="648600" cy="451200"/>
          </a:xfrm>
          <a:prstGeom prst="rect">
            <a:avLst/>
          </a:prstGeom>
        </p:spPr>
        <p:txBody>
          <a:bodyPr spcFirstLastPara="1" wrap="square" lIns="91425" tIns="91425" rIns="91425" bIns="91425" anchor="ctr" anchorCtr="0">
            <a:noAutofit/>
          </a:bodyPr>
          <a:lstStyle>
            <a:lvl1pPr algn="ctr" defTabSz="457200" rtl="0" eaLnBrk="1" latinLnBrk="0" hangingPunct="1">
              <a:spcBef>
                <a:spcPct val="0"/>
              </a:spcBef>
              <a:buNone/>
              <a:defRPr sz="2200" kern="1200">
                <a:solidFill>
                  <a:schemeClr val="tx1"/>
                </a:solidFill>
                <a:latin typeface="+mj-lt"/>
                <a:ea typeface="+mj-ea"/>
                <a:cs typeface="+mj-cs"/>
              </a:defRPr>
            </a:lvl1pPr>
          </a:lstStyle>
          <a:p>
            <a:pPr>
              <a:spcBef>
                <a:spcPts val="0"/>
              </a:spcBef>
              <a:buClrTx/>
              <a:buFontTx/>
            </a:pPr>
            <a:r>
              <a:rPr lang="en" sz="3000" i="1" dirty="0">
                <a:solidFill>
                  <a:srgbClr val="002060"/>
                </a:solidFill>
                <a:latin typeface="Bakbak One"/>
                <a:ea typeface="Bakbak One"/>
                <a:cs typeface="Bakbak One"/>
              </a:rPr>
              <a:t>04</a:t>
            </a:r>
          </a:p>
        </p:txBody>
      </p:sp>
      <p:sp>
        <p:nvSpPr>
          <p:cNvPr id="69" name="Google Shape;1216;p32">
            <a:extLst>
              <a:ext uri="{FF2B5EF4-FFF2-40B4-BE49-F238E27FC236}">
                <a16:creationId xmlns:a16="http://schemas.microsoft.com/office/drawing/2014/main" id="{D275B754-3425-4F1E-C042-5583D3535DD6}"/>
              </a:ext>
            </a:extLst>
          </p:cNvPr>
          <p:cNvSpPr txBox="1">
            <a:spLocks/>
          </p:cNvSpPr>
          <p:nvPr/>
        </p:nvSpPr>
        <p:spPr>
          <a:xfrm>
            <a:off x="713225" y="539500"/>
            <a:ext cx="7717500" cy="572700"/>
          </a:xfrm>
          <a:prstGeom prst="rect">
            <a:avLst/>
          </a:prstGeom>
        </p:spPr>
        <p:txBody>
          <a:bodyPr spcFirstLastPara="1" wrap="square" lIns="91425" tIns="91425" rIns="91425" bIns="91425" anchor="t" anchorCtr="0">
            <a:noAutofit/>
          </a:bodyPr>
          <a:lstStyle>
            <a:lvl1pPr algn="ctr" defTabSz="457200" rtl="0" eaLnBrk="1" latinLnBrk="0" hangingPunct="1">
              <a:spcBef>
                <a:spcPct val="0"/>
              </a:spcBef>
              <a:buNone/>
              <a:defRPr sz="2200" kern="1200">
                <a:solidFill>
                  <a:schemeClr val="tx1"/>
                </a:solidFill>
                <a:latin typeface="+mj-lt"/>
                <a:ea typeface="+mj-ea"/>
                <a:cs typeface="+mj-cs"/>
              </a:defRPr>
            </a:lvl1pPr>
          </a:lstStyle>
          <a:p>
            <a:pPr algn="l">
              <a:spcBef>
                <a:spcPts val="0"/>
              </a:spcBef>
              <a:buClrTx/>
              <a:buFontTx/>
            </a:pPr>
            <a:r>
              <a:rPr lang="en-US" sz="2800" dirty="0">
                <a:solidFill>
                  <a:srgbClr val="002060"/>
                </a:solidFill>
                <a:latin typeface="Bakbak One"/>
                <a:ea typeface="Bakbak One"/>
                <a:cs typeface="Bakbak One"/>
              </a:rPr>
              <a:t>Table</a:t>
            </a:r>
            <a:r>
              <a:rPr lang="en-US" dirty="0">
                <a:solidFill>
                  <a:srgbClr val="002060"/>
                </a:solidFill>
              </a:rPr>
              <a:t> </a:t>
            </a:r>
            <a:r>
              <a:rPr lang="en-US" sz="2800" dirty="0">
                <a:solidFill>
                  <a:srgbClr val="002060"/>
                </a:solidFill>
                <a:latin typeface="Bakbak One"/>
                <a:ea typeface="Bakbak One"/>
                <a:cs typeface="Bakbak One"/>
              </a:rPr>
              <a:t>of</a:t>
            </a:r>
            <a:r>
              <a:rPr lang="en-US" dirty="0">
                <a:solidFill>
                  <a:srgbClr val="002060"/>
                </a:solidFill>
              </a:rPr>
              <a:t> </a:t>
            </a:r>
            <a:r>
              <a:rPr lang="en-US" sz="2800" dirty="0">
                <a:solidFill>
                  <a:srgbClr val="002060"/>
                </a:solidFill>
                <a:latin typeface="Bakbak One"/>
                <a:ea typeface="Bakbak One"/>
                <a:cs typeface="Bakbak One"/>
                <a:sym typeface="Bakbak One"/>
              </a:rPr>
              <a:t>contents</a:t>
            </a:r>
          </a:p>
        </p:txBody>
      </p:sp>
      <p:sp>
        <p:nvSpPr>
          <p:cNvPr id="72" name="Google Shape;1233;p32">
            <a:extLst>
              <a:ext uri="{FF2B5EF4-FFF2-40B4-BE49-F238E27FC236}">
                <a16:creationId xmlns:a16="http://schemas.microsoft.com/office/drawing/2014/main" id="{FC834A77-C2A4-5EB7-5851-6C7FBABA7156}"/>
              </a:ext>
            </a:extLst>
          </p:cNvPr>
          <p:cNvSpPr/>
          <p:nvPr/>
        </p:nvSpPr>
        <p:spPr>
          <a:xfrm>
            <a:off x="5687175" y="2404975"/>
            <a:ext cx="3572600" cy="500050"/>
          </a:xfrm>
          <a:custGeom>
            <a:avLst/>
            <a:gdLst/>
            <a:ahLst/>
            <a:cxnLst/>
            <a:rect l="l" t="t" r="r" b="b"/>
            <a:pathLst>
              <a:path w="142904" h="20002" extrusionOk="0">
                <a:moveTo>
                  <a:pt x="1" y="2430"/>
                </a:moveTo>
                <a:cubicBezTo>
                  <a:pt x="1" y="2430"/>
                  <a:pt x="73043" y="2383"/>
                  <a:pt x="78263" y="4876"/>
                </a:cubicBezTo>
                <a:lnTo>
                  <a:pt x="78263" y="4876"/>
                </a:lnTo>
                <a:cubicBezTo>
                  <a:pt x="83482" y="7368"/>
                  <a:pt x="142904" y="20001"/>
                  <a:pt x="142904" y="20001"/>
                </a:cubicBezTo>
                <a:lnTo>
                  <a:pt x="142904" y="20001"/>
                </a:lnTo>
                <a:lnTo>
                  <a:pt x="142904" y="2430"/>
                </a:lnTo>
                <a:cubicBezTo>
                  <a:pt x="142904" y="2430"/>
                  <a:pt x="104125" y="7916"/>
                  <a:pt x="96179" y="2430"/>
                </a:cubicBezTo>
                <a:lnTo>
                  <a:pt x="96179" y="2430"/>
                </a:lnTo>
                <a:cubicBezTo>
                  <a:pt x="93530" y="612"/>
                  <a:pt x="81962" y="1"/>
                  <a:pt x="67714" y="1"/>
                </a:cubicBezTo>
                <a:lnTo>
                  <a:pt x="67714" y="1"/>
                </a:lnTo>
                <a:cubicBezTo>
                  <a:pt x="39218" y="1"/>
                  <a:pt x="1" y="2430"/>
                  <a:pt x="1" y="2430"/>
                </a:cubicBezTo>
              </a:path>
            </a:pathLst>
          </a:custGeom>
          <a:solidFill>
            <a:srgbClr val="FFFFFF">
              <a:alpha val="410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1241;p32">
            <a:extLst>
              <a:ext uri="{FF2B5EF4-FFF2-40B4-BE49-F238E27FC236}">
                <a16:creationId xmlns:a16="http://schemas.microsoft.com/office/drawing/2014/main" id="{088E26E6-A5CF-8780-87F3-9CE8D3C72F42}"/>
              </a:ext>
            </a:extLst>
          </p:cNvPr>
          <p:cNvSpPr/>
          <p:nvPr/>
        </p:nvSpPr>
        <p:spPr>
          <a:xfrm rot="19368752" flipH="1">
            <a:off x="6494993" y="364085"/>
            <a:ext cx="240403" cy="114379"/>
          </a:xfrm>
          <a:custGeom>
            <a:avLst/>
            <a:gdLst/>
            <a:ahLst/>
            <a:cxnLst/>
            <a:rect l="l" t="t" r="r" b="b"/>
            <a:pathLst>
              <a:path w="2560" h="1218" extrusionOk="0">
                <a:moveTo>
                  <a:pt x="2192" y="116"/>
                </a:moveTo>
                <a:cubicBezTo>
                  <a:pt x="2088" y="169"/>
                  <a:pt x="1972" y="231"/>
                  <a:pt x="1867" y="305"/>
                </a:cubicBezTo>
                <a:lnTo>
                  <a:pt x="1867" y="305"/>
                </a:lnTo>
                <a:cubicBezTo>
                  <a:pt x="1762" y="378"/>
                  <a:pt x="1668" y="462"/>
                  <a:pt x="1574" y="557"/>
                </a:cubicBezTo>
                <a:lnTo>
                  <a:pt x="1574" y="557"/>
                </a:lnTo>
                <a:cubicBezTo>
                  <a:pt x="1521" y="598"/>
                  <a:pt x="1479" y="651"/>
                  <a:pt x="1437" y="714"/>
                </a:cubicBezTo>
                <a:lnTo>
                  <a:pt x="1437" y="714"/>
                </a:lnTo>
                <a:cubicBezTo>
                  <a:pt x="1354" y="661"/>
                  <a:pt x="1280" y="630"/>
                  <a:pt x="1207" y="609"/>
                </a:cubicBezTo>
                <a:lnTo>
                  <a:pt x="1207" y="609"/>
                </a:lnTo>
                <a:cubicBezTo>
                  <a:pt x="1070" y="557"/>
                  <a:pt x="934" y="525"/>
                  <a:pt x="798" y="515"/>
                </a:cubicBezTo>
                <a:lnTo>
                  <a:pt x="798" y="515"/>
                </a:lnTo>
                <a:cubicBezTo>
                  <a:pt x="672" y="494"/>
                  <a:pt x="536" y="494"/>
                  <a:pt x="399" y="494"/>
                </a:cubicBezTo>
                <a:lnTo>
                  <a:pt x="399" y="494"/>
                </a:lnTo>
                <a:cubicBezTo>
                  <a:pt x="263" y="504"/>
                  <a:pt x="137" y="515"/>
                  <a:pt x="1" y="546"/>
                </a:cubicBezTo>
                <a:lnTo>
                  <a:pt x="1" y="546"/>
                </a:lnTo>
                <a:cubicBezTo>
                  <a:pt x="252" y="630"/>
                  <a:pt x="504" y="703"/>
                  <a:pt x="745" y="787"/>
                </a:cubicBezTo>
                <a:lnTo>
                  <a:pt x="745" y="787"/>
                </a:lnTo>
                <a:cubicBezTo>
                  <a:pt x="861" y="829"/>
                  <a:pt x="976" y="861"/>
                  <a:pt x="1081" y="913"/>
                </a:cubicBezTo>
                <a:lnTo>
                  <a:pt x="1081" y="913"/>
                </a:lnTo>
                <a:cubicBezTo>
                  <a:pt x="1186" y="965"/>
                  <a:pt x="1291" y="1018"/>
                  <a:pt x="1364" y="1081"/>
                </a:cubicBezTo>
                <a:lnTo>
                  <a:pt x="1364" y="1081"/>
                </a:lnTo>
                <a:lnTo>
                  <a:pt x="1521" y="1217"/>
                </a:lnTo>
                <a:lnTo>
                  <a:pt x="1626" y="1039"/>
                </a:lnTo>
                <a:cubicBezTo>
                  <a:pt x="1731" y="861"/>
                  <a:pt x="1888" y="682"/>
                  <a:pt x="2046" y="504"/>
                </a:cubicBezTo>
                <a:lnTo>
                  <a:pt x="2046" y="504"/>
                </a:lnTo>
                <a:cubicBezTo>
                  <a:pt x="2203" y="336"/>
                  <a:pt x="2371" y="169"/>
                  <a:pt x="2559" y="1"/>
                </a:cubicBezTo>
                <a:lnTo>
                  <a:pt x="2559" y="1"/>
                </a:lnTo>
                <a:cubicBezTo>
                  <a:pt x="2434" y="11"/>
                  <a:pt x="2308" y="64"/>
                  <a:pt x="2192" y="116"/>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1242;p32">
            <a:extLst>
              <a:ext uri="{FF2B5EF4-FFF2-40B4-BE49-F238E27FC236}">
                <a16:creationId xmlns:a16="http://schemas.microsoft.com/office/drawing/2014/main" id="{5C852D28-9987-9522-9A4D-6AF49164FA10}"/>
              </a:ext>
            </a:extLst>
          </p:cNvPr>
          <p:cNvSpPr/>
          <p:nvPr/>
        </p:nvSpPr>
        <p:spPr>
          <a:xfrm rot="19368752" flipH="1">
            <a:off x="4599016" y="898309"/>
            <a:ext cx="240403" cy="114379"/>
          </a:xfrm>
          <a:custGeom>
            <a:avLst/>
            <a:gdLst/>
            <a:ahLst/>
            <a:cxnLst/>
            <a:rect l="l" t="t" r="r" b="b"/>
            <a:pathLst>
              <a:path w="2560" h="1218" extrusionOk="0">
                <a:moveTo>
                  <a:pt x="2192" y="116"/>
                </a:moveTo>
                <a:cubicBezTo>
                  <a:pt x="2088" y="169"/>
                  <a:pt x="1972" y="231"/>
                  <a:pt x="1867" y="305"/>
                </a:cubicBezTo>
                <a:lnTo>
                  <a:pt x="1867" y="305"/>
                </a:lnTo>
                <a:cubicBezTo>
                  <a:pt x="1762" y="378"/>
                  <a:pt x="1668" y="462"/>
                  <a:pt x="1574" y="557"/>
                </a:cubicBezTo>
                <a:lnTo>
                  <a:pt x="1574" y="557"/>
                </a:lnTo>
                <a:cubicBezTo>
                  <a:pt x="1521" y="598"/>
                  <a:pt x="1479" y="651"/>
                  <a:pt x="1437" y="714"/>
                </a:cubicBezTo>
                <a:lnTo>
                  <a:pt x="1437" y="714"/>
                </a:lnTo>
                <a:cubicBezTo>
                  <a:pt x="1354" y="661"/>
                  <a:pt x="1280" y="630"/>
                  <a:pt x="1207" y="609"/>
                </a:cubicBezTo>
                <a:lnTo>
                  <a:pt x="1207" y="609"/>
                </a:lnTo>
                <a:cubicBezTo>
                  <a:pt x="1070" y="557"/>
                  <a:pt x="934" y="525"/>
                  <a:pt x="798" y="515"/>
                </a:cubicBezTo>
                <a:lnTo>
                  <a:pt x="798" y="515"/>
                </a:lnTo>
                <a:cubicBezTo>
                  <a:pt x="672" y="494"/>
                  <a:pt x="536" y="494"/>
                  <a:pt x="399" y="494"/>
                </a:cubicBezTo>
                <a:lnTo>
                  <a:pt x="399" y="494"/>
                </a:lnTo>
                <a:cubicBezTo>
                  <a:pt x="263" y="504"/>
                  <a:pt x="137" y="515"/>
                  <a:pt x="1" y="546"/>
                </a:cubicBezTo>
                <a:lnTo>
                  <a:pt x="1" y="546"/>
                </a:lnTo>
                <a:cubicBezTo>
                  <a:pt x="252" y="630"/>
                  <a:pt x="504" y="703"/>
                  <a:pt x="745" y="787"/>
                </a:cubicBezTo>
                <a:lnTo>
                  <a:pt x="745" y="787"/>
                </a:lnTo>
                <a:cubicBezTo>
                  <a:pt x="861" y="829"/>
                  <a:pt x="976" y="861"/>
                  <a:pt x="1081" y="913"/>
                </a:cubicBezTo>
                <a:lnTo>
                  <a:pt x="1081" y="913"/>
                </a:lnTo>
                <a:cubicBezTo>
                  <a:pt x="1186" y="965"/>
                  <a:pt x="1291" y="1018"/>
                  <a:pt x="1364" y="1081"/>
                </a:cubicBezTo>
                <a:lnTo>
                  <a:pt x="1364" y="1081"/>
                </a:lnTo>
                <a:lnTo>
                  <a:pt x="1521" y="1217"/>
                </a:lnTo>
                <a:lnTo>
                  <a:pt x="1626" y="1039"/>
                </a:lnTo>
                <a:cubicBezTo>
                  <a:pt x="1731" y="861"/>
                  <a:pt x="1888" y="682"/>
                  <a:pt x="2046" y="504"/>
                </a:cubicBezTo>
                <a:lnTo>
                  <a:pt x="2046" y="504"/>
                </a:lnTo>
                <a:cubicBezTo>
                  <a:pt x="2203" y="336"/>
                  <a:pt x="2371" y="169"/>
                  <a:pt x="2559" y="1"/>
                </a:cubicBezTo>
                <a:lnTo>
                  <a:pt x="2559" y="1"/>
                </a:lnTo>
                <a:cubicBezTo>
                  <a:pt x="2434" y="11"/>
                  <a:pt x="2308" y="64"/>
                  <a:pt x="2192" y="116"/>
                </a:cubicBezTo>
                <a:close/>
              </a:path>
            </a:pathLst>
          </a:custGeom>
          <a:solidFill>
            <a:schemeClr val="bg2">
              <a:lumMod val="1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1226;p32">
            <a:extLst>
              <a:ext uri="{FF2B5EF4-FFF2-40B4-BE49-F238E27FC236}">
                <a16:creationId xmlns:a16="http://schemas.microsoft.com/office/drawing/2014/main" id="{4BCB824A-FA92-FC7B-2268-267D8B4372A1}"/>
              </a:ext>
            </a:extLst>
          </p:cNvPr>
          <p:cNvSpPr txBox="1">
            <a:spLocks/>
          </p:cNvSpPr>
          <p:nvPr/>
        </p:nvSpPr>
        <p:spPr>
          <a:xfrm>
            <a:off x="5047973" y="2043823"/>
            <a:ext cx="648600" cy="4512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2800"/>
              <a:buFont typeface="Bakbak One"/>
              <a:buNone/>
              <a:defRPr sz="3000" b="0" i="1" u="none" strike="noStrike" cap="none">
                <a:solidFill>
                  <a:schemeClr val="dk1"/>
                </a:solidFill>
                <a:latin typeface="Bakbak One"/>
                <a:ea typeface="Bakbak One"/>
                <a:cs typeface="Bakbak One"/>
                <a:sym typeface="Bakbak One"/>
              </a:defRPr>
            </a:lvl1pPr>
            <a:lvl2pPr marR="0" lvl="1" algn="ctr" rtl="0">
              <a:lnSpc>
                <a:spcPct val="100000"/>
              </a:lnSpc>
              <a:spcBef>
                <a:spcPts val="0"/>
              </a:spcBef>
              <a:spcAft>
                <a:spcPts val="0"/>
              </a:spcAft>
              <a:buClr>
                <a:schemeClr val="dk2"/>
              </a:buClr>
              <a:buSzPts val="3200"/>
              <a:buFont typeface="Bakbak One"/>
              <a:buNone/>
              <a:defRPr sz="3200" b="0" i="0" u="none" strike="noStrike" cap="none">
                <a:solidFill>
                  <a:schemeClr val="dk2"/>
                </a:solidFill>
                <a:latin typeface="Bakbak One"/>
                <a:ea typeface="Bakbak One"/>
                <a:cs typeface="Bakbak One"/>
                <a:sym typeface="Bakbak One"/>
              </a:defRPr>
            </a:lvl2pPr>
            <a:lvl3pPr marR="0" lvl="2" algn="ctr" rtl="0">
              <a:lnSpc>
                <a:spcPct val="100000"/>
              </a:lnSpc>
              <a:spcBef>
                <a:spcPts val="0"/>
              </a:spcBef>
              <a:spcAft>
                <a:spcPts val="0"/>
              </a:spcAft>
              <a:buClr>
                <a:schemeClr val="dk2"/>
              </a:buClr>
              <a:buSzPts val="3200"/>
              <a:buFont typeface="Bakbak One"/>
              <a:buNone/>
              <a:defRPr sz="3200" b="0" i="0" u="none" strike="noStrike" cap="none">
                <a:solidFill>
                  <a:schemeClr val="dk2"/>
                </a:solidFill>
                <a:latin typeface="Bakbak One"/>
                <a:ea typeface="Bakbak One"/>
                <a:cs typeface="Bakbak One"/>
                <a:sym typeface="Bakbak One"/>
              </a:defRPr>
            </a:lvl3pPr>
            <a:lvl4pPr marR="0" lvl="3" algn="ctr" rtl="0">
              <a:lnSpc>
                <a:spcPct val="100000"/>
              </a:lnSpc>
              <a:spcBef>
                <a:spcPts val="0"/>
              </a:spcBef>
              <a:spcAft>
                <a:spcPts val="0"/>
              </a:spcAft>
              <a:buClr>
                <a:schemeClr val="dk2"/>
              </a:buClr>
              <a:buSzPts val="3200"/>
              <a:buFont typeface="Bakbak One"/>
              <a:buNone/>
              <a:defRPr sz="3200" b="0" i="0" u="none" strike="noStrike" cap="none">
                <a:solidFill>
                  <a:schemeClr val="dk2"/>
                </a:solidFill>
                <a:latin typeface="Bakbak One"/>
                <a:ea typeface="Bakbak One"/>
                <a:cs typeface="Bakbak One"/>
                <a:sym typeface="Bakbak One"/>
              </a:defRPr>
            </a:lvl4pPr>
            <a:lvl5pPr marR="0" lvl="4" algn="ctr" rtl="0">
              <a:lnSpc>
                <a:spcPct val="100000"/>
              </a:lnSpc>
              <a:spcBef>
                <a:spcPts val="0"/>
              </a:spcBef>
              <a:spcAft>
                <a:spcPts val="0"/>
              </a:spcAft>
              <a:buClr>
                <a:schemeClr val="dk2"/>
              </a:buClr>
              <a:buSzPts val="3200"/>
              <a:buFont typeface="Bakbak One"/>
              <a:buNone/>
              <a:defRPr sz="3200" b="0" i="0" u="none" strike="noStrike" cap="none">
                <a:solidFill>
                  <a:schemeClr val="dk2"/>
                </a:solidFill>
                <a:latin typeface="Bakbak One"/>
                <a:ea typeface="Bakbak One"/>
                <a:cs typeface="Bakbak One"/>
                <a:sym typeface="Bakbak One"/>
              </a:defRPr>
            </a:lvl5pPr>
            <a:lvl6pPr marR="0" lvl="5" algn="ctr" rtl="0">
              <a:lnSpc>
                <a:spcPct val="100000"/>
              </a:lnSpc>
              <a:spcBef>
                <a:spcPts val="0"/>
              </a:spcBef>
              <a:spcAft>
                <a:spcPts val="0"/>
              </a:spcAft>
              <a:buClr>
                <a:schemeClr val="dk2"/>
              </a:buClr>
              <a:buSzPts val="3200"/>
              <a:buFont typeface="Bakbak One"/>
              <a:buNone/>
              <a:defRPr sz="3200" b="0" i="0" u="none" strike="noStrike" cap="none">
                <a:solidFill>
                  <a:schemeClr val="dk2"/>
                </a:solidFill>
                <a:latin typeface="Bakbak One"/>
                <a:ea typeface="Bakbak One"/>
                <a:cs typeface="Bakbak One"/>
                <a:sym typeface="Bakbak One"/>
              </a:defRPr>
            </a:lvl6pPr>
            <a:lvl7pPr marR="0" lvl="6" algn="ctr" rtl="0">
              <a:lnSpc>
                <a:spcPct val="100000"/>
              </a:lnSpc>
              <a:spcBef>
                <a:spcPts val="0"/>
              </a:spcBef>
              <a:spcAft>
                <a:spcPts val="0"/>
              </a:spcAft>
              <a:buClr>
                <a:schemeClr val="dk2"/>
              </a:buClr>
              <a:buSzPts val="3200"/>
              <a:buFont typeface="Bakbak One"/>
              <a:buNone/>
              <a:defRPr sz="3200" b="0" i="0" u="none" strike="noStrike" cap="none">
                <a:solidFill>
                  <a:schemeClr val="dk2"/>
                </a:solidFill>
                <a:latin typeface="Bakbak One"/>
                <a:ea typeface="Bakbak One"/>
                <a:cs typeface="Bakbak One"/>
                <a:sym typeface="Bakbak One"/>
              </a:defRPr>
            </a:lvl7pPr>
            <a:lvl8pPr marR="0" lvl="7" algn="ctr" rtl="0">
              <a:lnSpc>
                <a:spcPct val="100000"/>
              </a:lnSpc>
              <a:spcBef>
                <a:spcPts val="0"/>
              </a:spcBef>
              <a:spcAft>
                <a:spcPts val="0"/>
              </a:spcAft>
              <a:buClr>
                <a:schemeClr val="dk2"/>
              </a:buClr>
              <a:buSzPts val="3200"/>
              <a:buFont typeface="Bakbak One"/>
              <a:buNone/>
              <a:defRPr sz="3200" b="0" i="0" u="none" strike="noStrike" cap="none">
                <a:solidFill>
                  <a:schemeClr val="dk2"/>
                </a:solidFill>
                <a:latin typeface="Bakbak One"/>
                <a:ea typeface="Bakbak One"/>
                <a:cs typeface="Bakbak One"/>
                <a:sym typeface="Bakbak One"/>
              </a:defRPr>
            </a:lvl8pPr>
            <a:lvl9pPr marR="0" lvl="8" algn="ctr" rtl="0">
              <a:lnSpc>
                <a:spcPct val="100000"/>
              </a:lnSpc>
              <a:spcBef>
                <a:spcPts val="0"/>
              </a:spcBef>
              <a:spcAft>
                <a:spcPts val="0"/>
              </a:spcAft>
              <a:buClr>
                <a:schemeClr val="dk2"/>
              </a:buClr>
              <a:buSzPts val="3200"/>
              <a:buFont typeface="Bakbak One"/>
              <a:buNone/>
              <a:defRPr sz="3200" b="0" i="0" u="none" strike="noStrike" cap="none">
                <a:solidFill>
                  <a:schemeClr val="dk2"/>
                </a:solidFill>
                <a:latin typeface="Bakbak One"/>
                <a:ea typeface="Bakbak One"/>
                <a:cs typeface="Bakbak One"/>
                <a:sym typeface="Bakbak One"/>
              </a:defRPr>
            </a:lvl9pPr>
          </a:lstStyle>
          <a:p>
            <a:r>
              <a:rPr lang="en" dirty="0">
                <a:solidFill>
                  <a:srgbClr val="002060"/>
                </a:solidFill>
              </a:rPr>
              <a:t>05</a:t>
            </a:r>
          </a:p>
        </p:txBody>
      </p:sp>
      <p:sp>
        <p:nvSpPr>
          <p:cNvPr id="76" name="Google Shape;1227;p32">
            <a:extLst>
              <a:ext uri="{FF2B5EF4-FFF2-40B4-BE49-F238E27FC236}">
                <a16:creationId xmlns:a16="http://schemas.microsoft.com/office/drawing/2014/main" id="{975DB0AB-3EC4-CAA3-8EF8-0BA92E6D6418}"/>
              </a:ext>
            </a:extLst>
          </p:cNvPr>
          <p:cNvSpPr txBox="1">
            <a:spLocks/>
          </p:cNvSpPr>
          <p:nvPr/>
        </p:nvSpPr>
        <p:spPr>
          <a:xfrm>
            <a:off x="5646044" y="2157807"/>
            <a:ext cx="1938300" cy="371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1"/>
              </a:buClr>
              <a:buSzPts val="1800"/>
              <a:buFont typeface="Abel"/>
              <a:buNone/>
              <a:defRPr sz="1800" b="0" i="0" u="none" strike="noStrike" cap="none">
                <a:solidFill>
                  <a:schemeClr val="accent2"/>
                </a:solidFill>
                <a:latin typeface="Bakbak One"/>
                <a:ea typeface="Bakbak One"/>
                <a:cs typeface="Bakbak One"/>
                <a:sym typeface="Bakbak One"/>
              </a:defRPr>
            </a:lvl1pPr>
            <a:lvl2pPr marL="914400" marR="0" lvl="1" indent="-317500" algn="l" rtl="0">
              <a:lnSpc>
                <a:spcPct val="100000"/>
              </a:lnSpc>
              <a:spcBef>
                <a:spcPts val="0"/>
              </a:spcBef>
              <a:spcAft>
                <a:spcPts val="0"/>
              </a:spcAft>
              <a:buClr>
                <a:schemeClr val="dk1"/>
              </a:buClr>
              <a:buSzPts val="1400"/>
              <a:buFont typeface="Abel"/>
              <a:buNone/>
              <a:defRPr sz="1400" b="0" i="0" u="none" strike="noStrike" cap="none">
                <a:solidFill>
                  <a:schemeClr val="accent2"/>
                </a:solidFill>
                <a:latin typeface="Bakbak One"/>
                <a:ea typeface="Bakbak One"/>
                <a:cs typeface="Bakbak One"/>
                <a:sym typeface="Bakbak One"/>
              </a:defRPr>
            </a:lvl2pPr>
            <a:lvl3pPr marL="1371600" marR="0" lvl="2" indent="-317500" algn="l" rtl="0">
              <a:lnSpc>
                <a:spcPct val="100000"/>
              </a:lnSpc>
              <a:spcBef>
                <a:spcPts val="0"/>
              </a:spcBef>
              <a:spcAft>
                <a:spcPts val="0"/>
              </a:spcAft>
              <a:buClr>
                <a:schemeClr val="dk1"/>
              </a:buClr>
              <a:buSzPts val="1400"/>
              <a:buFont typeface="Abel"/>
              <a:buNone/>
              <a:defRPr sz="1400" b="0" i="0" u="none" strike="noStrike" cap="none">
                <a:solidFill>
                  <a:schemeClr val="accent2"/>
                </a:solidFill>
                <a:latin typeface="Bakbak One"/>
                <a:ea typeface="Bakbak One"/>
                <a:cs typeface="Bakbak One"/>
                <a:sym typeface="Bakbak One"/>
              </a:defRPr>
            </a:lvl3pPr>
            <a:lvl4pPr marL="1828800" marR="0" lvl="3" indent="-317500" algn="l" rtl="0">
              <a:lnSpc>
                <a:spcPct val="100000"/>
              </a:lnSpc>
              <a:spcBef>
                <a:spcPts val="0"/>
              </a:spcBef>
              <a:spcAft>
                <a:spcPts val="0"/>
              </a:spcAft>
              <a:buClr>
                <a:schemeClr val="dk1"/>
              </a:buClr>
              <a:buSzPts val="1400"/>
              <a:buFont typeface="Abel"/>
              <a:buNone/>
              <a:defRPr sz="1400" b="0" i="0" u="none" strike="noStrike" cap="none">
                <a:solidFill>
                  <a:schemeClr val="accent2"/>
                </a:solidFill>
                <a:latin typeface="Bakbak One"/>
                <a:ea typeface="Bakbak One"/>
                <a:cs typeface="Bakbak One"/>
                <a:sym typeface="Bakbak One"/>
              </a:defRPr>
            </a:lvl4pPr>
            <a:lvl5pPr marL="2286000" marR="0" lvl="4" indent="-317500" algn="l" rtl="0">
              <a:lnSpc>
                <a:spcPct val="100000"/>
              </a:lnSpc>
              <a:spcBef>
                <a:spcPts val="0"/>
              </a:spcBef>
              <a:spcAft>
                <a:spcPts val="0"/>
              </a:spcAft>
              <a:buClr>
                <a:schemeClr val="dk1"/>
              </a:buClr>
              <a:buSzPts val="1400"/>
              <a:buFont typeface="Abel"/>
              <a:buNone/>
              <a:defRPr sz="1400" b="0" i="0" u="none" strike="noStrike" cap="none">
                <a:solidFill>
                  <a:schemeClr val="accent2"/>
                </a:solidFill>
                <a:latin typeface="Bakbak One"/>
                <a:ea typeface="Bakbak One"/>
                <a:cs typeface="Bakbak One"/>
                <a:sym typeface="Bakbak One"/>
              </a:defRPr>
            </a:lvl5pPr>
            <a:lvl6pPr marL="2743200" marR="0" lvl="5" indent="-317500" algn="l" rtl="0">
              <a:lnSpc>
                <a:spcPct val="100000"/>
              </a:lnSpc>
              <a:spcBef>
                <a:spcPts val="0"/>
              </a:spcBef>
              <a:spcAft>
                <a:spcPts val="0"/>
              </a:spcAft>
              <a:buClr>
                <a:schemeClr val="dk1"/>
              </a:buClr>
              <a:buSzPts val="1400"/>
              <a:buFont typeface="Abel"/>
              <a:buNone/>
              <a:defRPr sz="1400" b="0" i="0" u="none" strike="noStrike" cap="none">
                <a:solidFill>
                  <a:schemeClr val="accent2"/>
                </a:solidFill>
                <a:latin typeface="Bakbak One"/>
                <a:ea typeface="Bakbak One"/>
                <a:cs typeface="Bakbak One"/>
                <a:sym typeface="Bakbak One"/>
              </a:defRPr>
            </a:lvl6pPr>
            <a:lvl7pPr marL="3200400" marR="0" lvl="6" indent="-317500" algn="l" rtl="0">
              <a:lnSpc>
                <a:spcPct val="100000"/>
              </a:lnSpc>
              <a:spcBef>
                <a:spcPts val="0"/>
              </a:spcBef>
              <a:spcAft>
                <a:spcPts val="0"/>
              </a:spcAft>
              <a:buClr>
                <a:schemeClr val="dk1"/>
              </a:buClr>
              <a:buSzPts val="1400"/>
              <a:buFont typeface="Abel"/>
              <a:buNone/>
              <a:defRPr sz="1400" b="0" i="0" u="none" strike="noStrike" cap="none">
                <a:solidFill>
                  <a:schemeClr val="accent2"/>
                </a:solidFill>
                <a:latin typeface="Bakbak One"/>
                <a:ea typeface="Bakbak One"/>
                <a:cs typeface="Bakbak One"/>
                <a:sym typeface="Bakbak One"/>
              </a:defRPr>
            </a:lvl7pPr>
            <a:lvl8pPr marL="3657600" marR="0" lvl="7" indent="-317500" algn="l" rtl="0">
              <a:lnSpc>
                <a:spcPct val="100000"/>
              </a:lnSpc>
              <a:spcBef>
                <a:spcPts val="0"/>
              </a:spcBef>
              <a:spcAft>
                <a:spcPts val="0"/>
              </a:spcAft>
              <a:buClr>
                <a:schemeClr val="dk1"/>
              </a:buClr>
              <a:buSzPts val="1400"/>
              <a:buFont typeface="Abel"/>
              <a:buNone/>
              <a:defRPr sz="1400" b="0" i="0" u="none" strike="noStrike" cap="none">
                <a:solidFill>
                  <a:schemeClr val="accent2"/>
                </a:solidFill>
                <a:latin typeface="Bakbak One"/>
                <a:ea typeface="Bakbak One"/>
                <a:cs typeface="Bakbak One"/>
                <a:sym typeface="Bakbak One"/>
              </a:defRPr>
            </a:lvl8pPr>
            <a:lvl9pPr marL="4114800" marR="0" lvl="8" indent="-317500" algn="l" rtl="0">
              <a:lnSpc>
                <a:spcPct val="100000"/>
              </a:lnSpc>
              <a:spcBef>
                <a:spcPts val="0"/>
              </a:spcBef>
              <a:spcAft>
                <a:spcPts val="0"/>
              </a:spcAft>
              <a:buClr>
                <a:schemeClr val="dk1"/>
              </a:buClr>
              <a:buSzPts val="1400"/>
              <a:buFont typeface="Abel"/>
              <a:buNone/>
              <a:defRPr sz="1400" b="0" i="0" u="none" strike="noStrike" cap="none">
                <a:solidFill>
                  <a:schemeClr val="accent2"/>
                </a:solidFill>
                <a:latin typeface="Bakbak One"/>
                <a:ea typeface="Bakbak One"/>
                <a:cs typeface="Bakbak One"/>
                <a:sym typeface="Bakbak One"/>
              </a:defRPr>
            </a:lvl9pPr>
          </a:lstStyle>
          <a:p>
            <a:pPr marL="0" indent="0"/>
            <a:r>
              <a:rPr lang="en-US" kern="1200" dirty="0">
                <a:solidFill>
                  <a:srgbClr val="0070C0"/>
                </a:solidFill>
                <a:latin typeface="Montserrat SemiBold" panose="00000700000000000000" pitchFamily="2" charset="0"/>
                <a:ea typeface="Raleway"/>
                <a:cs typeface="Raleway"/>
                <a:sym typeface="Raleway"/>
              </a:rPr>
              <a:t>Forecasting</a:t>
            </a:r>
            <a:endParaRPr lang="en-US" kern="1200" dirty="0">
              <a:solidFill>
                <a:srgbClr val="0070C0"/>
              </a:solidFill>
              <a:latin typeface="Montserrat SemiBold" panose="00000700000000000000" pitchFamily="2" charset="0"/>
              <a:ea typeface="Raleway"/>
              <a:cs typeface="Raleway"/>
              <a:sym typeface="Arial"/>
            </a:endParaRPr>
          </a:p>
        </p:txBody>
      </p:sp>
      <p:sp>
        <p:nvSpPr>
          <p:cNvPr id="77" name="Google Shape;1226;p32">
            <a:extLst>
              <a:ext uri="{FF2B5EF4-FFF2-40B4-BE49-F238E27FC236}">
                <a16:creationId xmlns:a16="http://schemas.microsoft.com/office/drawing/2014/main" id="{430B2F2F-8EF4-0C09-9FF1-3E3EC16AE924}"/>
              </a:ext>
            </a:extLst>
          </p:cNvPr>
          <p:cNvSpPr txBox="1">
            <a:spLocks/>
          </p:cNvSpPr>
          <p:nvPr/>
        </p:nvSpPr>
        <p:spPr>
          <a:xfrm>
            <a:off x="429826" y="2729739"/>
            <a:ext cx="648600" cy="4512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2800"/>
              <a:buFont typeface="Bakbak One"/>
              <a:buNone/>
              <a:defRPr sz="3000" b="0" i="1" u="none" strike="noStrike" cap="none">
                <a:solidFill>
                  <a:schemeClr val="dk1"/>
                </a:solidFill>
                <a:latin typeface="Bakbak One"/>
                <a:ea typeface="Bakbak One"/>
                <a:cs typeface="Bakbak One"/>
                <a:sym typeface="Bakbak One"/>
              </a:defRPr>
            </a:lvl1pPr>
            <a:lvl2pPr marR="0" lvl="1" algn="ctr" rtl="0">
              <a:lnSpc>
                <a:spcPct val="100000"/>
              </a:lnSpc>
              <a:spcBef>
                <a:spcPts val="0"/>
              </a:spcBef>
              <a:spcAft>
                <a:spcPts val="0"/>
              </a:spcAft>
              <a:buClr>
                <a:schemeClr val="dk2"/>
              </a:buClr>
              <a:buSzPts val="3200"/>
              <a:buFont typeface="Bakbak One"/>
              <a:buNone/>
              <a:defRPr sz="3200" b="0" i="0" u="none" strike="noStrike" cap="none">
                <a:solidFill>
                  <a:schemeClr val="dk2"/>
                </a:solidFill>
                <a:latin typeface="Bakbak One"/>
                <a:ea typeface="Bakbak One"/>
                <a:cs typeface="Bakbak One"/>
                <a:sym typeface="Bakbak One"/>
              </a:defRPr>
            </a:lvl2pPr>
            <a:lvl3pPr marR="0" lvl="2" algn="ctr" rtl="0">
              <a:lnSpc>
                <a:spcPct val="100000"/>
              </a:lnSpc>
              <a:spcBef>
                <a:spcPts val="0"/>
              </a:spcBef>
              <a:spcAft>
                <a:spcPts val="0"/>
              </a:spcAft>
              <a:buClr>
                <a:schemeClr val="dk2"/>
              </a:buClr>
              <a:buSzPts val="3200"/>
              <a:buFont typeface="Bakbak One"/>
              <a:buNone/>
              <a:defRPr sz="3200" b="0" i="0" u="none" strike="noStrike" cap="none">
                <a:solidFill>
                  <a:schemeClr val="dk2"/>
                </a:solidFill>
                <a:latin typeface="Bakbak One"/>
                <a:ea typeface="Bakbak One"/>
                <a:cs typeface="Bakbak One"/>
                <a:sym typeface="Bakbak One"/>
              </a:defRPr>
            </a:lvl3pPr>
            <a:lvl4pPr marR="0" lvl="3" algn="ctr" rtl="0">
              <a:lnSpc>
                <a:spcPct val="100000"/>
              </a:lnSpc>
              <a:spcBef>
                <a:spcPts val="0"/>
              </a:spcBef>
              <a:spcAft>
                <a:spcPts val="0"/>
              </a:spcAft>
              <a:buClr>
                <a:schemeClr val="dk2"/>
              </a:buClr>
              <a:buSzPts val="3200"/>
              <a:buFont typeface="Bakbak One"/>
              <a:buNone/>
              <a:defRPr sz="3200" b="0" i="0" u="none" strike="noStrike" cap="none">
                <a:solidFill>
                  <a:schemeClr val="dk2"/>
                </a:solidFill>
                <a:latin typeface="Bakbak One"/>
                <a:ea typeface="Bakbak One"/>
                <a:cs typeface="Bakbak One"/>
                <a:sym typeface="Bakbak One"/>
              </a:defRPr>
            </a:lvl4pPr>
            <a:lvl5pPr marR="0" lvl="4" algn="ctr" rtl="0">
              <a:lnSpc>
                <a:spcPct val="100000"/>
              </a:lnSpc>
              <a:spcBef>
                <a:spcPts val="0"/>
              </a:spcBef>
              <a:spcAft>
                <a:spcPts val="0"/>
              </a:spcAft>
              <a:buClr>
                <a:schemeClr val="dk2"/>
              </a:buClr>
              <a:buSzPts val="3200"/>
              <a:buFont typeface="Bakbak One"/>
              <a:buNone/>
              <a:defRPr sz="3200" b="0" i="0" u="none" strike="noStrike" cap="none">
                <a:solidFill>
                  <a:schemeClr val="dk2"/>
                </a:solidFill>
                <a:latin typeface="Bakbak One"/>
                <a:ea typeface="Bakbak One"/>
                <a:cs typeface="Bakbak One"/>
                <a:sym typeface="Bakbak One"/>
              </a:defRPr>
            </a:lvl5pPr>
            <a:lvl6pPr marR="0" lvl="5" algn="ctr" rtl="0">
              <a:lnSpc>
                <a:spcPct val="100000"/>
              </a:lnSpc>
              <a:spcBef>
                <a:spcPts val="0"/>
              </a:spcBef>
              <a:spcAft>
                <a:spcPts val="0"/>
              </a:spcAft>
              <a:buClr>
                <a:schemeClr val="dk2"/>
              </a:buClr>
              <a:buSzPts val="3200"/>
              <a:buFont typeface="Bakbak One"/>
              <a:buNone/>
              <a:defRPr sz="3200" b="0" i="0" u="none" strike="noStrike" cap="none">
                <a:solidFill>
                  <a:schemeClr val="dk2"/>
                </a:solidFill>
                <a:latin typeface="Bakbak One"/>
                <a:ea typeface="Bakbak One"/>
                <a:cs typeface="Bakbak One"/>
                <a:sym typeface="Bakbak One"/>
              </a:defRPr>
            </a:lvl6pPr>
            <a:lvl7pPr marR="0" lvl="6" algn="ctr" rtl="0">
              <a:lnSpc>
                <a:spcPct val="100000"/>
              </a:lnSpc>
              <a:spcBef>
                <a:spcPts val="0"/>
              </a:spcBef>
              <a:spcAft>
                <a:spcPts val="0"/>
              </a:spcAft>
              <a:buClr>
                <a:schemeClr val="dk2"/>
              </a:buClr>
              <a:buSzPts val="3200"/>
              <a:buFont typeface="Bakbak One"/>
              <a:buNone/>
              <a:defRPr sz="3200" b="0" i="0" u="none" strike="noStrike" cap="none">
                <a:solidFill>
                  <a:schemeClr val="dk2"/>
                </a:solidFill>
                <a:latin typeface="Bakbak One"/>
                <a:ea typeface="Bakbak One"/>
                <a:cs typeface="Bakbak One"/>
                <a:sym typeface="Bakbak One"/>
              </a:defRPr>
            </a:lvl7pPr>
            <a:lvl8pPr marR="0" lvl="7" algn="ctr" rtl="0">
              <a:lnSpc>
                <a:spcPct val="100000"/>
              </a:lnSpc>
              <a:spcBef>
                <a:spcPts val="0"/>
              </a:spcBef>
              <a:spcAft>
                <a:spcPts val="0"/>
              </a:spcAft>
              <a:buClr>
                <a:schemeClr val="dk2"/>
              </a:buClr>
              <a:buSzPts val="3200"/>
              <a:buFont typeface="Bakbak One"/>
              <a:buNone/>
              <a:defRPr sz="3200" b="0" i="0" u="none" strike="noStrike" cap="none">
                <a:solidFill>
                  <a:schemeClr val="dk2"/>
                </a:solidFill>
                <a:latin typeface="Bakbak One"/>
                <a:ea typeface="Bakbak One"/>
                <a:cs typeface="Bakbak One"/>
                <a:sym typeface="Bakbak One"/>
              </a:defRPr>
            </a:lvl8pPr>
            <a:lvl9pPr marR="0" lvl="8" algn="ctr" rtl="0">
              <a:lnSpc>
                <a:spcPct val="100000"/>
              </a:lnSpc>
              <a:spcBef>
                <a:spcPts val="0"/>
              </a:spcBef>
              <a:spcAft>
                <a:spcPts val="0"/>
              </a:spcAft>
              <a:buClr>
                <a:schemeClr val="dk2"/>
              </a:buClr>
              <a:buSzPts val="3200"/>
              <a:buFont typeface="Bakbak One"/>
              <a:buNone/>
              <a:defRPr sz="3200" b="0" i="0" u="none" strike="noStrike" cap="none">
                <a:solidFill>
                  <a:schemeClr val="dk2"/>
                </a:solidFill>
                <a:latin typeface="Bakbak One"/>
                <a:ea typeface="Bakbak One"/>
                <a:cs typeface="Bakbak One"/>
                <a:sym typeface="Bakbak One"/>
              </a:defRPr>
            </a:lvl9pPr>
          </a:lstStyle>
          <a:p>
            <a:r>
              <a:rPr lang="en" dirty="0">
                <a:solidFill>
                  <a:srgbClr val="002060"/>
                </a:solidFill>
              </a:rPr>
              <a:t>06</a:t>
            </a:r>
          </a:p>
        </p:txBody>
      </p:sp>
      <p:sp>
        <p:nvSpPr>
          <p:cNvPr id="78" name="Google Shape;1227;p32">
            <a:extLst>
              <a:ext uri="{FF2B5EF4-FFF2-40B4-BE49-F238E27FC236}">
                <a16:creationId xmlns:a16="http://schemas.microsoft.com/office/drawing/2014/main" id="{765F2788-1418-06ED-E699-B6BB6357F64B}"/>
              </a:ext>
            </a:extLst>
          </p:cNvPr>
          <p:cNvSpPr txBox="1">
            <a:spLocks/>
          </p:cNvSpPr>
          <p:nvPr/>
        </p:nvSpPr>
        <p:spPr>
          <a:xfrm>
            <a:off x="1131526" y="2798166"/>
            <a:ext cx="3130722" cy="371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1"/>
              </a:buClr>
              <a:buSzPts val="1800"/>
              <a:buFont typeface="Abel"/>
              <a:buNone/>
              <a:defRPr sz="1800" b="0" i="0" u="none" strike="noStrike" cap="none">
                <a:solidFill>
                  <a:schemeClr val="accent2"/>
                </a:solidFill>
                <a:latin typeface="Bakbak One"/>
                <a:ea typeface="Bakbak One"/>
                <a:cs typeface="Bakbak One"/>
                <a:sym typeface="Bakbak One"/>
              </a:defRPr>
            </a:lvl1pPr>
            <a:lvl2pPr marL="914400" marR="0" lvl="1" indent="-317500" algn="l" rtl="0">
              <a:lnSpc>
                <a:spcPct val="100000"/>
              </a:lnSpc>
              <a:spcBef>
                <a:spcPts val="0"/>
              </a:spcBef>
              <a:spcAft>
                <a:spcPts val="0"/>
              </a:spcAft>
              <a:buClr>
                <a:schemeClr val="dk1"/>
              </a:buClr>
              <a:buSzPts val="1400"/>
              <a:buFont typeface="Abel"/>
              <a:buNone/>
              <a:defRPr sz="1400" b="0" i="0" u="none" strike="noStrike" cap="none">
                <a:solidFill>
                  <a:schemeClr val="accent2"/>
                </a:solidFill>
                <a:latin typeface="Bakbak One"/>
                <a:ea typeface="Bakbak One"/>
                <a:cs typeface="Bakbak One"/>
                <a:sym typeface="Bakbak One"/>
              </a:defRPr>
            </a:lvl2pPr>
            <a:lvl3pPr marL="1371600" marR="0" lvl="2" indent="-317500" algn="l" rtl="0">
              <a:lnSpc>
                <a:spcPct val="100000"/>
              </a:lnSpc>
              <a:spcBef>
                <a:spcPts val="0"/>
              </a:spcBef>
              <a:spcAft>
                <a:spcPts val="0"/>
              </a:spcAft>
              <a:buClr>
                <a:schemeClr val="dk1"/>
              </a:buClr>
              <a:buSzPts val="1400"/>
              <a:buFont typeface="Abel"/>
              <a:buNone/>
              <a:defRPr sz="1400" b="0" i="0" u="none" strike="noStrike" cap="none">
                <a:solidFill>
                  <a:schemeClr val="accent2"/>
                </a:solidFill>
                <a:latin typeface="Bakbak One"/>
                <a:ea typeface="Bakbak One"/>
                <a:cs typeface="Bakbak One"/>
                <a:sym typeface="Bakbak One"/>
              </a:defRPr>
            </a:lvl3pPr>
            <a:lvl4pPr marL="1828800" marR="0" lvl="3" indent="-317500" algn="l" rtl="0">
              <a:lnSpc>
                <a:spcPct val="100000"/>
              </a:lnSpc>
              <a:spcBef>
                <a:spcPts val="0"/>
              </a:spcBef>
              <a:spcAft>
                <a:spcPts val="0"/>
              </a:spcAft>
              <a:buClr>
                <a:schemeClr val="dk1"/>
              </a:buClr>
              <a:buSzPts val="1400"/>
              <a:buFont typeface="Abel"/>
              <a:buNone/>
              <a:defRPr sz="1400" b="0" i="0" u="none" strike="noStrike" cap="none">
                <a:solidFill>
                  <a:schemeClr val="accent2"/>
                </a:solidFill>
                <a:latin typeface="Bakbak One"/>
                <a:ea typeface="Bakbak One"/>
                <a:cs typeface="Bakbak One"/>
                <a:sym typeface="Bakbak One"/>
              </a:defRPr>
            </a:lvl4pPr>
            <a:lvl5pPr marL="2286000" marR="0" lvl="4" indent="-317500" algn="l" rtl="0">
              <a:lnSpc>
                <a:spcPct val="100000"/>
              </a:lnSpc>
              <a:spcBef>
                <a:spcPts val="0"/>
              </a:spcBef>
              <a:spcAft>
                <a:spcPts val="0"/>
              </a:spcAft>
              <a:buClr>
                <a:schemeClr val="dk1"/>
              </a:buClr>
              <a:buSzPts val="1400"/>
              <a:buFont typeface="Abel"/>
              <a:buNone/>
              <a:defRPr sz="1400" b="0" i="0" u="none" strike="noStrike" cap="none">
                <a:solidFill>
                  <a:schemeClr val="accent2"/>
                </a:solidFill>
                <a:latin typeface="Bakbak One"/>
                <a:ea typeface="Bakbak One"/>
                <a:cs typeface="Bakbak One"/>
                <a:sym typeface="Bakbak One"/>
              </a:defRPr>
            </a:lvl5pPr>
            <a:lvl6pPr marL="2743200" marR="0" lvl="5" indent="-317500" algn="l" rtl="0">
              <a:lnSpc>
                <a:spcPct val="100000"/>
              </a:lnSpc>
              <a:spcBef>
                <a:spcPts val="0"/>
              </a:spcBef>
              <a:spcAft>
                <a:spcPts val="0"/>
              </a:spcAft>
              <a:buClr>
                <a:schemeClr val="dk1"/>
              </a:buClr>
              <a:buSzPts val="1400"/>
              <a:buFont typeface="Abel"/>
              <a:buNone/>
              <a:defRPr sz="1400" b="0" i="0" u="none" strike="noStrike" cap="none">
                <a:solidFill>
                  <a:schemeClr val="accent2"/>
                </a:solidFill>
                <a:latin typeface="Bakbak One"/>
                <a:ea typeface="Bakbak One"/>
                <a:cs typeface="Bakbak One"/>
                <a:sym typeface="Bakbak One"/>
              </a:defRPr>
            </a:lvl6pPr>
            <a:lvl7pPr marL="3200400" marR="0" lvl="6" indent="-317500" algn="l" rtl="0">
              <a:lnSpc>
                <a:spcPct val="100000"/>
              </a:lnSpc>
              <a:spcBef>
                <a:spcPts val="0"/>
              </a:spcBef>
              <a:spcAft>
                <a:spcPts val="0"/>
              </a:spcAft>
              <a:buClr>
                <a:schemeClr val="dk1"/>
              </a:buClr>
              <a:buSzPts val="1400"/>
              <a:buFont typeface="Abel"/>
              <a:buNone/>
              <a:defRPr sz="1400" b="0" i="0" u="none" strike="noStrike" cap="none">
                <a:solidFill>
                  <a:schemeClr val="accent2"/>
                </a:solidFill>
                <a:latin typeface="Bakbak One"/>
                <a:ea typeface="Bakbak One"/>
                <a:cs typeface="Bakbak One"/>
                <a:sym typeface="Bakbak One"/>
              </a:defRPr>
            </a:lvl7pPr>
            <a:lvl8pPr marL="3657600" marR="0" lvl="7" indent="-317500" algn="l" rtl="0">
              <a:lnSpc>
                <a:spcPct val="100000"/>
              </a:lnSpc>
              <a:spcBef>
                <a:spcPts val="0"/>
              </a:spcBef>
              <a:spcAft>
                <a:spcPts val="0"/>
              </a:spcAft>
              <a:buClr>
                <a:schemeClr val="dk1"/>
              </a:buClr>
              <a:buSzPts val="1400"/>
              <a:buFont typeface="Abel"/>
              <a:buNone/>
              <a:defRPr sz="1400" b="0" i="0" u="none" strike="noStrike" cap="none">
                <a:solidFill>
                  <a:schemeClr val="accent2"/>
                </a:solidFill>
                <a:latin typeface="Bakbak One"/>
                <a:ea typeface="Bakbak One"/>
                <a:cs typeface="Bakbak One"/>
                <a:sym typeface="Bakbak One"/>
              </a:defRPr>
            </a:lvl8pPr>
            <a:lvl9pPr marL="4114800" marR="0" lvl="8" indent="-317500" algn="l" rtl="0">
              <a:lnSpc>
                <a:spcPct val="100000"/>
              </a:lnSpc>
              <a:spcBef>
                <a:spcPts val="0"/>
              </a:spcBef>
              <a:spcAft>
                <a:spcPts val="0"/>
              </a:spcAft>
              <a:buClr>
                <a:schemeClr val="dk1"/>
              </a:buClr>
              <a:buSzPts val="1400"/>
              <a:buFont typeface="Abel"/>
              <a:buNone/>
              <a:defRPr sz="1400" b="0" i="0" u="none" strike="noStrike" cap="none">
                <a:solidFill>
                  <a:schemeClr val="accent2"/>
                </a:solidFill>
                <a:latin typeface="Bakbak One"/>
                <a:ea typeface="Bakbak One"/>
                <a:cs typeface="Bakbak One"/>
                <a:sym typeface="Bakbak One"/>
              </a:defRPr>
            </a:lvl9pPr>
          </a:lstStyle>
          <a:p>
            <a:pPr marL="0" indent="0"/>
            <a:r>
              <a:rPr lang="en-US" dirty="0">
                <a:solidFill>
                  <a:srgbClr val="0070C0"/>
                </a:solidFill>
                <a:latin typeface="Montserrat SemiBold" panose="00000700000000000000" pitchFamily="2" charset="0"/>
                <a:ea typeface="Raleway"/>
                <a:cs typeface="Raleway"/>
                <a:sym typeface="Raleway"/>
              </a:rPr>
              <a:t>Visualization Dashboard</a:t>
            </a:r>
            <a:endParaRPr lang="en-US" dirty="0">
              <a:solidFill>
                <a:srgbClr val="0070C0"/>
              </a:solidFill>
            </a:endParaRPr>
          </a:p>
        </p:txBody>
      </p:sp>
      <p:sp>
        <p:nvSpPr>
          <p:cNvPr id="79" name="Google Shape;1226;p32">
            <a:extLst>
              <a:ext uri="{FF2B5EF4-FFF2-40B4-BE49-F238E27FC236}">
                <a16:creationId xmlns:a16="http://schemas.microsoft.com/office/drawing/2014/main" id="{B672B257-4B25-07B6-9A58-6417EFE0CF85}"/>
              </a:ext>
            </a:extLst>
          </p:cNvPr>
          <p:cNvSpPr txBox="1">
            <a:spLocks/>
          </p:cNvSpPr>
          <p:nvPr/>
        </p:nvSpPr>
        <p:spPr>
          <a:xfrm>
            <a:off x="4882544" y="2718626"/>
            <a:ext cx="648600" cy="4512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2800"/>
              <a:buFont typeface="Bakbak One"/>
              <a:buNone/>
              <a:defRPr sz="3000" b="0" i="1" u="none" strike="noStrike" cap="none">
                <a:solidFill>
                  <a:schemeClr val="dk1"/>
                </a:solidFill>
                <a:latin typeface="Bakbak One"/>
                <a:ea typeface="Bakbak One"/>
                <a:cs typeface="Bakbak One"/>
                <a:sym typeface="Bakbak One"/>
              </a:defRPr>
            </a:lvl1pPr>
            <a:lvl2pPr marR="0" lvl="1" algn="ctr" rtl="0">
              <a:lnSpc>
                <a:spcPct val="100000"/>
              </a:lnSpc>
              <a:spcBef>
                <a:spcPts val="0"/>
              </a:spcBef>
              <a:spcAft>
                <a:spcPts val="0"/>
              </a:spcAft>
              <a:buClr>
                <a:schemeClr val="dk2"/>
              </a:buClr>
              <a:buSzPts val="3200"/>
              <a:buFont typeface="Bakbak One"/>
              <a:buNone/>
              <a:defRPr sz="3200" b="0" i="0" u="none" strike="noStrike" cap="none">
                <a:solidFill>
                  <a:schemeClr val="dk2"/>
                </a:solidFill>
                <a:latin typeface="Bakbak One"/>
                <a:ea typeface="Bakbak One"/>
                <a:cs typeface="Bakbak One"/>
                <a:sym typeface="Bakbak One"/>
              </a:defRPr>
            </a:lvl2pPr>
            <a:lvl3pPr marR="0" lvl="2" algn="ctr" rtl="0">
              <a:lnSpc>
                <a:spcPct val="100000"/>
              </a:lnSpc>
              <a:spcBef>
                <a:spcPts val="0"/>
              </a:spcBef>
              <a:spcAft>
                <a:spcPts val="0"/>
              </a:spcAft>
              <a:buClr>
                <a:schemeClr val="dk2"/>
              </a:buClr>
              <a:buSzPts val="3200"/>
              <a:buFont typeface="Bakbak One"/>
              <a:buNone/>
              <a:defRPr sz="3200" b="0" i="0" u="none" strike="noStrike" cap="none">
                <a:solidFill>
                  <a:schemeClr val="dk2"/>
                </a:solidFill>
                <a:latin typeface="Bakbak One"/>
                <a:ea typeface="Bakbak One"/>
                <a:cs typeface="Bakbak One"/>
                <a:sym typeface="Bakbak One"/>
              </a:defRPr>
            </a:lvl3pPr>
            <a:lvl4pPr marR="0" lvl="3" algn="ctr" rtl="0">
              <a:lnSpc>
                <a:spcPct val="100000"/>
              </a:lnSpc>
              <a:spcBef>
                <a:spcPts val="0"/>
              </a:spcBef>
              <a:spcAft>
                <a:spcPts val="0"/>
              </a:spcAft>
              <a:buClr>
                <a:schemeClr val="dk2"/>
              </a:buClr>
              <a:buSzPts val="3200"/>
              <a:buFont typeface="Bakbak One"/>
              <a:buNone/>
              <a:defRPr sz="3200" b="0" i="0" u="none" strike="noStrike" cap="none">
                <a:solidFill>
                  <a:schemeClr val="dk2"/>
                </a:solidFill>
                <a:latin typeface="Bakbak One"/>
                <a:ea typeface="Bakbak One"/>
                <a:cs typeface="Bakbak One"/>
                <a:sym typeface="Bakbak One"/>
              </a:defRPr>
            </a:lvl4pPr>
            <a:lvl5pPr marR="0" lvl="4" algn="ctr" rtl="0">
              <a:lnSpc>
                <a:spcPct val="100000"/>
              </a:lnSpc>
              <a:spcBef>
                <a:spcPts val="0"/>
              </a:spcBef>
              <a:spcAft>
                <a:spcPts val="0"/>
              </a:spcAft>
              <a:buClr>
                <a:schemeClr val="dk2"/>
              </a:buClr>
              <a:buSzPts val="3200"/>
              <a:buFont typeface="Bakbak One"/>
              <a:buNone/>
              <a:defRPr sz="3200" b="0" i="0" u="none" strike="noStrike" cap="none">
                <a:solidFill>
                  <a:schemeClr val="dk2"/>
                </a:solidFill>
                <a:latin typeface="Bakbak One"/>
                <a:ea typeface="Bakbak One"/>
                <a:cs typeface="Bakbak One"/>
                <a:sym typeface="Bakbak One"/>
              </a:defRPr>
            </a:lvl5pPr>
            <a:lvl6pPr marR="0" lvl="5" algn="ctr" rtl="0">
              <a:lnSpc>
                <a:spcPct val="100000"/>
              </a:lnSpc>
              <a:spcBef>
                <a:spcPts val="0"/>
              </a:spcBef>
              <a:spcAft>
                <a:spcPts val="0"/>
              </a:spcAft>
              <a:buClr>
                <a:schemeClr val="dk2"/>
              </a:buClr>
              <a:buSzPts val="3200"/>
              <a:buFont typeface="Bakbak One"/>
              <a:buNone/>
              <a:defRPr sz="3200" b="0" i="0" u="none" strike="noStrike" cap="none">
                <a:solidFill>
                  <a:schemeClr val="dk2"/>
                </a:solidFill>
                <a:latin typeface="Bakbak One"/>
                <a:ea typeface="Bakbak One"/>
                <a:cs typeface="Bakbak One"/>
                <a:sym typeface="Bakbak One"/>
              </a:defRPr>
            </a:lvl6pPr>
            <a:lvl7pPr marR="0" lvl="6" algn="ctr" rtl="0">
              <a:lnSpc>
                <a:spcPct val="100000"/>
              </a:lnSpc>
              <a:spcBef>
                <a:spcPts val="0"/>
              </a:spcBef>
              <a:spcAft>
                <a:spcPts val="0"/>
              </a:spcAft>
              <a:buClr>
                <a:schemeClr val="dk2"/>
              </a:buClr>
              <a:buSzPts val="3200"/>
              <a:buFont typeface="Bakbak One"/>
              <a:buNone/>
              <a:defRPr sz="3200" b="0" i="0" u="none" strike="noStrike" cap="none">
                <a:solidFill>
                  <a:schemeClr val="dk2"/>
                </a:solidFill>
                <a:latin typeface="Bakbak One"/>
                <a:ea typeface="Bakbak One"/>
                <a:cs typeface="Bakbak One"/>
                <a:sym typeface="Bakbak One"/>
              </a:defRPr>
            </a:lvl7pPr>
            <a:lvl8pPr marR="0" lvl="7" algn="ctr" rtl="0">
              <a:lnSpc>
                <a:spcPct val="100000"/>
              </a:lnSpc>
              <a:spcBef>
                <a:spcPts val="0"/>
              </a:spcBef>
              <a:spcAft>
                <a:spcPts val="0"/>
              </a:spcAft>
              <a:buClr>
                <a:schemeClr val="dk2"/>
              </a:buClr>
              <a:buSzPts val="3200"/>
              <a:buFont typeface="Bakbak One"/>
              <a:buNone/>
              <a:defRPr sz="3200" b="0" i="0" u="none" strike="noStrike" cap="none">
                <a:solidFill>
                  <a:schemeClr val="dk2"/>
                </a:solidFill>
                <a:latin typeface="Bakbak One"/>
                <a:ea typeface="Bakbak One"/>
                <a:cs typeface="Bakbak One"/>
                <a:sym typeface="Bakbak One"/>
              </a:defRPr>
            </a:lvl8pPr>
            <a:lvl9pPr marR="0" lvl="8" algn="ctr" rtl="0">
              <a:lnSpc>
                <a:spcPct val="100000"/>
              </a:lnSpc>
              <a:spcBef>
                <a:spcPts val="0"/>
              </a:spcBef>
              <a:spcAft>
                <a:spcPts val="0"/>
              </a:spcAft>
              <a:buClr>
                <a:schemeClr val="dk2"/>
              </a:buClr>
              <a:buSzPts val="3200"/>
              <a:buFont typeface="Bakbak One"/>
              <a:buNone/>
              <a:defRPr sz="3200" b="0" i="0" u="none" strike="noStrike" cap="none">
                <a:solidFill>
                  <a:schemeClr val="dk2"/>
                </a:solidFill>
                <a:latin typeface="Bakbak One"/>
                <a:ea typeface="Bakbak One"/>
                <a:cs typeface="Bakbak One"/>
                <a:sym typeface="Bakbak One"/>
              </a:defRPr>
            </a:lvl9pPr>
          </a:lstStyle>
          <a:p>
            <a:r>
              <a:rPr lang="en" dirty="0">
                <a:solidFill>
                  <a:srgbClr val="002060"/>
                </a:solidFill>
              </a:rPr>
              <a:t>07</a:t>
            </a:r>
          </a:p>
        </p:txBody>
      </p:sp>
      <p:sp>
        <p:nvSpPr>
          <p:cNvPr id="80" name="Google Shape;1227;p32">
            <a:extLst>
              <a:ext uri="{FF2B5EF4-FFF2-40B4-BE49-F238E27FC236}">
                <a16:creationId xmlns:a16="http://schemas.microsoft.com/office/drawing/2014/main" id="{CBABF2A7-A06C-92B8-3AB6-7A99EFB0F984}"/>
              </a:ext>
            </a:extLst>
          </p:cNvPr>
          <p:cNvSpPr txBox="1">
            <a:spLocks/>
          </p:cNvSpPr>
          <p:nvPr/>
        </p:nvSpPr>
        <p:spPr>
          <a:xfrm>
            <a:off x="5565194" y="2796578"/>
            <a:ext cx="2353042" cy="371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1"/>
              </a:buClr>
              <a:buSzPts val="1800"/>
              <a:buFont typeface="Abel"/>
              <a:buNone/>
              <a:defRPr sz="1800" b="0" i="0" u="none" strike="noStrike" cap="none">
                <a:solidFill>
                  <a:schemeClr val="accent2"/>
                </a:solidFill>
                <a:latin typeface="Bakbak One"/>
                <a:ea typeface="Bakbak One"/>
                <a:cs typeface="Bakbak One"/>
                <a:sym typeface="Bakbak One"/>
              </a:defRPr>
            </a:lvl1pPr>
            <a:lvl2pPr marL="914400" marR="0" lvl="1" indent="-317500" algn="l" rtl="0">
              <a:lnSpc>
                <a:spcPct val="100000"/>
              </a:lnSpc>
              <a:spcBef>
                <a:spcPts val="0"/>
              </a:spcBef>
              <a:spcAft>
                <a:spcPts val="0"/>
              </a:spcAft>
              <a:buClr>
                <a:schemeClr val="dk1"/>
              </a:buClr>
              <a:buSzPts val="1400"/>
              <a:buFont typeface="Abel"/>
              <a:buNone/>
              <a:defRPr sz="1400" b="0" i="0" u="none" strike="noStrike" cap="none">
                <a:solidFill>
                  <a:schemeClr val="accent2"/>
                </a:solidFill>
                <a:latin typeface="Bakbak One"/>
                <a:ea typeface="Bakbak One"/>
                <a:cs typeface="Bakbak One"/>
                <a:sym typeface="Bakbak One"/>
              </a:defRPr>
            </a:lvl2pPr>
            <a:lvl3pPr marL="1371600" marR="0" lvl="2" indent="-317500" algn="l" rtl="0">
              <a:lnSpc>
                <a:spcPct val="100000"/>
              </a:lnSpc>
              <a:spcBef>
                <a:spcPts val="0"/>
              </a:spcBef>
              <a:spcAft>
                <a:spcPts val="0"/>
              </a:spcAft>
              <a:buClr>
                <a:schemeClr val="dk1"/>
              </a:buClr>
              <a:buSzPts val="1400"/>
              <a:buFont typeface="Abel"/>
              <a:buNone/>
              <a:defRPr sz="1400" b="0" i="0" u="none" strike="noStrike" cap="none">
                <a:solidFill>
                  <a:schemeClr val="accent2"/>
                </a:solidFill>
                <a:latin typeface="Bakbak One"/>
                <a:ea typeface="Bakbak One"/>
                <a:cs typeface="Bakbak One"/>
                <a:sym typeface="Bakbak One"/>
              </a:defRPr>
            </a:lvl3pPr>
            <a:lvl4pPr marL="1828800" marR="0" lvl="3" indent="-317500" algn="l" rtl="0">
              <a:lnSpc>
                <a:spcPct val="100000"/>
              </a:lnSpc>
              <a:spcBef>
                <a:spcPts val="0"/>
              </a:spcBef>
              <a:spcAft>
                <a:spcPts val="0"/>
              </a:spcAft>
              <a:buClr>
                <a:schemeClr val="dk1"/>
              </a:buClr>
              <a:buSzPts val="1400"/>
              <a:buFont typeface="Abel"/>
              <a:buNone/>
              <a:defRPr sz="1400" b="0" i="0" u="none" strike="noStrike" cap="none">
                <a:solidFill>
                  <a:schemeClr val="accent2"/>
                </a:solidFill>
                <a:latin typeface="Bakbak One"/>
                <a:ea typeface="Bakbak One"/>
                <a:cs typeface="Bakbak One"/>
                <a:sym typeface="Bakbak One"/>
              </a:defRPr>
            </a:lvl4pPr>
            <a:lvl5pPr marL="2286000" marR="0" lvl="4" indent="-317500" algn="l" rtl="0">
              <a:lnSpc>
                <a:spcPct val="100000"/>
              </a:lnSpc>
              <a:spcBef>
                <a:spcPts val="0"/>
              </a:spcBef>
              <a:spcAft>
                <a:spcPts val="0"/>
              </a:spcAft>
              <a:buClr>
                <a:schemeClr val="dk1"/>
              </a:buClr>
              <a:buSzPts val="1400"/>
              <a:buFont typeface="Abel"/>
              <a:buNone/>
              <a:defRPr sz="1400" b="0" i="0" u="none" strike="noStrike" cap="none">
                <a:solidFill>
                  <a:schemeClr val="accent2"/>
                </a:solidFill>
                <a:latin typeface="Bakbak One"/>
                <a:ea typeface="Bakbak One"/>
                <a:cs typeface="Bakbak One"/>
                <a:sym typeface="Bakbak One"/>
              </a:defRPr>
            </a:lvl5pPr>
            <a:lvl6pPr marL="2743200" marR="0" lvl="5" indent="-317500" algn="l" rtl="0">
              <a:lnSpc>
                <a:spcPct val="100000"/>
              </a:lnSpc>
              <a:spcBef>
                <a:spcPts val="0"/>
              </a:spcBef>
              <a:spcAft>
                <a:spcPts val="0"/>
              </a:spcAft>
              <a:buClr>
                <a:schemeClr val="dk1"/>
              </a:buClr>
              <a:buSzPts val="1400"/>
              <a:buFont typeface="Abel"/>
              <a:buNone/>
              <a:defRPr sz="1400" b="0" i="0" u="none" strike="noStrike" cap="none">
                <a:solidFill>
                  <a:schemeClr val="accent2"/>
                </a:solidFill>
                <a:latin typeface="Bakbak One"/>
                <a:ea typeface="Bakbak One"/>
                <a:cs typeface="Bakbak One"/>
                <a:sym typeface="Bakbak One"/>
              </a:defRPr>
            </a:lvl6pPr>
            <a:lvl7pPr marL="3200400" marR="0" lvl="6" indent="-317500" algn="l" rtl="0">
              <a:lnSpc>
                <a:spcPct val="100000"/>
              </a:lnSpc>
              <a:spcBef>
                <a:spcPts val="0"/>
              </a:spcBef>
              <a:spcAft>
                <a:spcPts val="0"/>
              </a:spcAft>
              <a:buClr>
                <a:schemeClr val="dk1"/>
              </a:buClr>
              <a:buSzPts val="1400"/>
              <a:buFont typeface="Abel"/>
              <a:buNone/>
              <a:defRPr sz="1400" b="0" i="0" u="none" strike="noStrike" cap="none">
                <a:solidFill>
                  <a:schemeClr val="accent2"/>
                </a:solidFill>
                <a:latin typeface="Bakbak One"/>
                <a:ea typeface="Bakbak One"/>
                <a:cs typeface="Bakbak One"/>
                <a:sym typeface="Bakbak One"/>
              </a:defRPr>
            </a:lvl7pPr>
            <a:lvl8pPr marL="3657600" marR="0" lvl="7" indent="-317500" algn="l" rtl="0">
              <a:lnSpc>
                <a:spcPct val="100000"/>
              </a:lnSpc>
              <a:spcBef>
                <a:spcPts val="0"/>
              </a:spcBef>
              <a:spcAft>
                <a:spcPts val="0"/>
              </a:spcAft>
              <a:buClr>
                <a:schemeClr val="dk1"/>
              </a:buClr>
              <a:buSzPts val="1400"/>
              <a:buFont typeface="Abel"/>
              <a:buNone/>
              <a:defRPr sz="1400" b="0" i="0" u="none" strike="noStrike" cap="none">
                <a:solidFill>
                  <a:schemeClr val="accent2"/>
                </a:solidFill>
                <a:latin typeface="Bakbak One"/>
                <a:ea typeface="Bakbak One"/>
                <a:cs typeface="Bakbak One"/>
                <a:sym typeface="Bakbak One"/>
              </a:defRPr>
            </a:lvl8pPr>
            <a:lvl9pPr marL="4114800" marR="0" lvl="8" indent="-317500" algn="l" rtl="0">
              <a:lnSpc>
                <a:spcPct val="100000"/>
              </a:lnSpc>
              <a:spcBef>
                <a:spcPts val="0"/>
              </a:spcBef>
              <a:spcAft>
                <a:spcPts val="0"/>
              </a:spcAft>
              <a:buClr>
                <a:schemeClr val="dk1"/>
              </a:buClr>
              <a:buSzPts val="1400"/>
              <a:buFont typeface="Abel"/>
              <a:buNone/>
              <a:defRPr sz="1400" b="0" i="0" u="none" strike="noStrike" cap="none">
                <a:solidFill>
                  <a:schemeClr val="accent2"/>
                </a:solidFill>
                <a:latin typeface="Bakbak One"/>
                <a:ea typeface="Bakbak One"/>
                <a:cs typeface="Bakbak One"/>
                <a:sym typeface="Bakbak One"/>
              </a:defRPr>
            </a:lvl9pPr>
          </a:lstStyle>
          <a:p>
            <a:pPr marL="0" indent="0"/>
            <a:r>
              <a:rPr lang="en-US" dirty="0">
                <a:solidFill>
                  <a:srgbClr val="0070C0"/>
                </a:solidFill>
                <a:latin typeface="Montserrat SemiBold" panose="00000700000000000000" pitchFamily="2" charset="0"/>
                <a:ea typeface="Raleway"/>
                <a:cs typeface="Raleway"/>
                <a:sym typeface="Raleway"/>
              </a:rPr>
              <a:t>Recommendation</a:t>
            </a:r>
            <a:endParaRPr lang="en-US" dirty="0">
              <a:solidFill>
                <a:srgbClr val="0070C0"/>
              </a:solidFill>
            </a:endParaRPr>
          </a:p>
        </p:txBody>
      </p:sp>
      <p:grpSp>
        <p:nvGrpSpPr>
          <p:cNvPr id="81" name="Group 80">
            <a:extLst>
              <a:ext uri="{FF2B5EF4-FFF2-40B4-BE49-F238E27FC236}">
                <a16:creationId xmlns:a16="http://schemas.microsoft.com/office/drawing/2014/main" id="{E276F384-F9ED-E4FA-E895-8AE5DDBE39A3}"/>
              </a:ext>
            </a:extLst>
          </p:cNvPr>
          <p:cNvGrpSpPr/>
          <p:nvPr/>
        </p:nvGrpSpPr>
        <p:grpSpPr>
          <a:xfrm>
            <a:off x="-1035903" y="3586718"/>
            <a:ext cx="10689115" cy="1398634"/>
            <a:chOff x="-560725" y="3877505"/>
            <a:chExt cx="9669188" cy="1398634"/>
          </a:xfrm>
          <a:solidFill>
            <a:srgbClr val="002E50"/>
          </a:solidFill>
        </p:grpSpPr>
        <p:grpSp>
          <p:nvGrpSpPr>
            <p:cNvPr id="82" name="Google Shape;2208;p48">
              <a:extLst>
                <a:ext uri="{FF2B5EF4-FFF2-40B4-BE49-F238E27FC236}">
                  <a16:creationId xmlns:a16="http://schemas.microsoft.com/office/drawing/2014/main" id="{819786B2-AE6B-B024-BD50-AF0713E2A178}"/>
                </a:ext>
              </a:extLst>
            </p:cNvPr>
            <p:cNvGrpSpPr/>
            <p:nvPr/>
          </p:nvGrpSpPr>
          <p:grpSpPr>
            <a:xfrm>
              <a:off x="-560725" y="3877505"/>
              <a:ext cx="9194843" cy="559600"/>
              <a:chOff x="-139125" y="3868275"/>
              <a:chExt cx="9194843" cy="559600"/>
            </a:xfrm>
            <a:grpFill/>
          </p:grpSpPr>
          <p:sp>
            <p:nvSpPr>
              <p:cNvPr id="94" name="Google Shape;2209;p48">
                <a:extLst>
                  <a:ext uri="{FF2B5EF4-FFF2-40B4-BE49-F238E27FC236}">
                    <a16:creationId xmlns:a16="http://schemas.microsoft.com/office/drawing/2014/main" id="{FC92CF49-E8E6-7F6B-BA35-6BAD8C12EF8D}"/>
                  </a:ext>
                </a:extLst>
              </p:cNvPr>
              <p:cNvSpPr/>
              <p:nvPr/>
            </p:nvSpPr>
            <p:spPr>
              <a:xfrm>
                <a:off x="-139125" y="3868275"/>
                <a:ext cx="9194843" cy="351450"/>
              </a:xfrm>
              <a:custGeom>
                <a:avLst/>
                <a:gdLst/>
                <a:ahLst/>
                <a:cxnLst/>
                <a:rect l="l" t="t" r="r" b="b"/>
                <a:pathLst>
                  <a:path w="219946" h="14058" extrusionOk="0">
                    <a:moveTo>
                      <a:pt x="0" y="12956"/>
                    </a:moveTo>
                    <a:lnTo>
                      <a:pt x="0" y="14058"/>
                    </a:lnTo>
                    <a:lnTo>
                      <a:pt x="219946" y="1102"/>
                    </a:lnTo>
                    <a:lnTo>
                      <a:pt x="219946"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02E50"/>
                  </a:solidFill>
                </a:endParaRPr>
              </a:p>
            </p:txBody>
          </p:sp>
          <p:sp>
            <p:nvSpPr>
              <p:cNvPr id="95" name="Google Shape;2210;p48">
                <a:extLst>
                  <a:ext uri="{FF2B5EF4-FFF2-40B4-BE49-F238E27FC236}">
                    <a16:creationId xmlns:a16="http://schemas.microsoft.com/office/drawing/2014/main" id="{F3A0642A-5E22-A6B1-6C18-50C22A792736}"/>
                  </a:ext>
                </a:extLst>
              </p:cNvPr>
              <p:cNvSpPr/>
              <p:nvPr/>
            </p:nvSpPr>
            <p:spPr>
              <a:xfrm>
                <a:off x="125427" y="4182825"/>
                <a:ext cx="34406" cy="245050"/>
              </a:xfrm>
              <a:custGeom>
                <a:avLst/>
                <a:gdLst/>
                <a:ahLst/>
                <a:cxnLst/>
                <a:rect l="l" t="t" r="r" b="b"/>
                <a:pathLst>
                  <a:path w="823" h="9802" extrusionOk="0">
                    <a:moveTo>
                      <a:pt x="1" y="9802"/>
                    </a:moveTo>
                    <a:lnTo>
                      <a:pt x="822" y="9802"/>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02E50"/>
                  </a:solidFill>
                </a:endParaRPr>
              </a:p>
            </p:txBody>
          </p:sp>
          <p:sp>
            <p:nvSpPr>
              <p:cNvPr id="96" name="Google Shape;2211;p48">
                <a:extLst>
                  <a:ext uri="{FF2B5EF4-FFF2-40B4-BE49-F238E27FC236}">
                    <a16:creationId xmlns:a16="http://schemas.microsoft.com/office/drawing/2014/main" id="{9EDD8D5E-99ED-41C6-9463-BE3C0F35A609}"/>
                  </a:ext>
                </a:extLst>
              </p:cNvPr>
              <p:cNvSpPr/>
              <p:nvPr/>
            </p:nvSpPr>
            <p:spPr>
              <a:xfrm>
                <a:off x="336927" y="4176300"/>
                <a:ext cx="34406" cy="244575"/>
              </a:xfrm>
              <a:custGeom>
                <a:avLst/>
                <a:gdLst/>
                <a:ahLst/>
                <a:cxnLst/>
                <a:rect l="l" t="t" r="r" b="b"/>
                <a:pathLst>
                  <a:path w="823" h="9783" extrusionOk="0">
                    <a:moveTo>
                      <a:pt x="1" y="9783"/>
                    </a:moveTo>
                    <a:lnTo>
                      <a:pt x="822" y="9783"/>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02E50"/>
                  </a:solidFill>
                </a:endParaRPr>
              </a:p>
            </p:txBody>
          </p:sp>
          <p:sp>
            <p:nvSpPr>
              <p:cNvPr id="97" name="Google Shape;2212;p48">
                <a:extLst>
                  <a:ext uri="{FF2B5EF4-FFF2-40B4-BE49-F238E27FC236}">
                    <a16:creationId xmlns:a16="http://schemas.microsoft.com/office/drawing/2014/main" id="{4C9DD920-F55C-6465-0948-7A849DBF7638}"/>
                  </a:ext>
                </a:extLst>
              </p:cNvPr>
              <p:cNvSpPr/>
              <p:nvPr/>
            </p:nvSpPr>
            <p:spPr>
              <a:xfrm>
                <a:off x="548427" y="4169300"/>
                <a:ext cx="33611" cy="245050"/>
              </a:xfrm>
              <a:custGeom>
                <a:avLst/>
                <a:gdLst/>
                <a:ahLst/>
                <a:cxnLst/>
                <a:rect l="l" t="t" r="r" b="b"/>
                <a:pathLst>
                  <a:path w="804" h="9802" extrusionOk="0">
                    <a:moveTo>
                      <a:pt x="1" y="9801"/>
                    </a:moveTo>
                    <a:lnTo>
                      <a:pt x="803" y="9801"/>
                    </a:lnTo>
                    <a:lnTo>
                      <a:pt x="80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02E50"/>
                  </a:solidFill>
                </a:endParaRPr>
              </a:p>
            </p:txBody>
          </p:sp>
          <p:sp>
            <p:nvSpPr>
              <p:cNvPr id="98" name="Google Shape;2213;p48">
                <a:extLst>
                  <a:ext uri="{FF2B5EF4-FFF2-40B4-BE49-F238E27FC236}">
                    <a16:creationId xmlns:a16="http://schemas.microsoft.com/office/drawing/2014/main" id="{1C6C6A3C-FF71-1EDF-163A-3AD66E3571CA}"/>
                  </a:ext>
                </a:extLst>
              </p:cNvPr>
              <p:cNvSpPr/>
              <p:nvPr/>
            </p:nvSpPr>
            <p:spPr>
              <a:xfrm>
                <a:off x="759174" y="4162300"/>
                <a:ext cx="34364" cy="245050"/>
              </a:xfrm>
              <a:custGeom>
                <a:avLst/>
                <a:gdLst/>
                <a:ahLst/>
                <a:cxnLst/>
                <a:rect l="l" t="t" r="r" b="b"/>
                <a:pathLst>
                  <a:path w="822" h="9802" extrusionOk="0">
                    <a:moveTo>
                      <a:pt x="0" y="9801"/>
                    </a:moveTo>
                    <a:lnTo>
                      <a:pt x="821" y="9801"/>
                    </a:lnTo>
                    <a:lnTo>
                      <a:pt x="821"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02E50"/>
                  </a:solidFill>
                </a:endParaRPr>
              </a:p>
            </p:txBody>
          </p:sp>
          <p:sp>
            <p:nvSpPr>
              <p:cNvPr id="99" name="Google Shape;2214;p48">
                <a:extLst>
                  <a:ext uri="{FF2B5EF4-FFF2-40B4-BE49-F238E27FC236}">
                    <a16:creationId xmlns:a16="http://schemas.microsoft.com/office/drawing/2014/main" id="{F7BA3609-A8FC-527B-8558-414EF7AEBB09}"/>
                  </a:ext>
                </a:extLst>
              </p:cNvPr>
              <p:cNvSpPr/>
              <p:nvPr/>
            </p:nvSpPr>
            <p:spPr>
              <a:xfrm>
                <a:off x="970673" y="4155300"/>
                <a:ext cx="34364" cy="245050"/>
              </a:xfrm>
              <a:custGeom>
                <a:avLst/>
                <a:gdLst/>
                <a:ahLst/>
                <a:cxnLst/>
                <a:rect l="l" t="t" r="r" b="b"/>
                <a:pathLst>
                  <a:path w="822" h="9802" extrusionOk="0">
                    <a:moveTo>
                      <a:pt x="0" y="9801"/>
                    </a:moveTo>
                    <a:lnTo>
                      <a:pt x="821" y="9801"/>
                    </a:lnTo>
                    <a:lnTo>
                      <a:pt x="821"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02E50"/>
                  </a:solidFill>
                </a:endParaRPr>
              </a:p>
            </p:txBody>
          </p:sp>
          <p:sp>
            <p:nvSpPr>
              <p:cNvPr id="100" name="Google Shape;2215;p48">
                <a:extLst>
                  <a:ext uri="{FF2B5EF4-FFF2-40B4-BE49-F238E27FC236}">
                    <a16:creationId xmlns:a16="http://schemas.microsoft.com/office/drawing/2014/main" id="{BAB94A7B-D918-15BE-22FA-C22A5316E66B}"/>
                  </a:ext>
                </a:extLst>
              </p:cNvPr>
              <p:cNvSpPr/>
              <p:nvPr/>
            </p:nvSpPr>
            <p:spPr>
              <a:xfrm>
                <a:off x="1182173" y="4148775"/>
                <a:ext cx="34364" cy="244575"/>
              </a:xfrm>
              <a:custGeom>
                <a:avLst/>
                <a:gdLst/>
                <a:ahLst/>
                <a:cxnLst/>
                <a:rect l="l" t="t" r="r" b="b"/>
                <a:pathLst>
                  <a:path w="822" h="9783" extrusionOk="0">
                    <a:moveTo>
                      <a:pt x="0" y="9782"/>
                    </a:moveTo>
                    <a:lnTo>
                      <a:pt x="821" y="9782"/>
                    </a:lnTo>
                    <a:lnTo>
                      <a:pt x="821"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02E50"/>
                  </a:solidFill>
                </a:endParaRPr>
              </a:p>
            </p:txBody>
          </p:sp>
          <p:sp>
            <p:nvSpPr>
              <p:cNvPr id="101" name="Google Shape;2216;p48">
                <a:extLst>
                  <a:ext uri="{FF2B5EF4-FFF2-40B4-BE49-F238E27FC236}">
                    <a16:creationId xmlns:a16="http://schemas.microsoft.com/office/drawing/2014/main" id="{BE8567BF-E3DD-9151-AE90-ABF3499773D9}"/>
                  </a:ext>
                </a:extLst>
              </p:cNvPr>
              <p:cNvSpPr/>
              <p:nvPr/>
            </p:nvSpPr>
            <p:spPr>
              <a:xfrm>
                <a:off x="1393673" y="4141775"/>
                <a:ext cx="34364" cy="245025"/>
              </a:xfrm>
              <a:custGeom>
                <a:avLst/>
                <a:gdLst/>
                <a:ahLst/>
                <a:cxnLst/>
                <a:rect l="l" t="t" r="r" b="b"/>
                <a:pathLst>
                  <a:path w="822" h="9801" extrusionOk="0">
                    <a:moveTo>
                      <a:pt x="0" y="9801"/>
                    </a:moveTo>
                    <a:lnTo>
                      <a:pt x="821" y="9801"/>
                    </a:lnTo>
                    <a:lnTo>
                      <a:pt x="821"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02E50"/>
                  </a:solidFill>
                </a:endParaRPr>
              </a:p>
            </p:txBody>
          </p:sp>
          <p:sp>
            <p:nvSpPr>
              <p:cNvPr id="102" name="Google Shape;2217;p48">
                <a:extLst>
                  <a:ext uri="{FF2B5EF4-FFF2-40B4-BE49-F238E27FC236}">
                    <a16:creationId xmlns:a16="http://schemas.microsoft.com/office/drawing/2014/main" id="{FF095C13-9AF4-BB11-6013-CE03F8C336D1}"/>
                  </a:ext>
                </a:extLst>
              </p:cNvPr>
              <p:cNvSpPr/>
              <p:nvPr/>
            </p:nvSpPr>
            <p:spPr>
              <a:xfrm>
                <a:off x="1605172" y="4134775"/>
                <a:ext cx="34364" cy="245025"/>
              </a:xfrm>
              <a:custGeom>
                <a:avLst/>
                <a:gdLst/>
                <a:ahLst/>
                <a:cxnLst/>
                <a:rect l="l" t="t" r="r" b="b"/>
                <a:pathLst>
                  <a:path w="822" h="9801" extrusionOk="0">
                    <a:moveTo>
                      <a:pt x="0" y="9801"/>
                    </a:moveTo>
                    <a:lnTo>
                      <a:pt x="821" y="9801"/>
                    </a:lnTo>
                    <a:lnTo>
                      <a:pt x="821"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02E50"/>
                  </a:solidFill>
                </a:endParaRPr>
              </a:p>
            </p:txBody>
          </p:sp>
          <p:sp>
            <p:nvSpPr>
              <p:cNvPr id="103" name="Google Shape;2218;p48">
                <a:extLst>
                  <a:ext uri="{FF2B5EF4-FFF2-40B4-BE49-F238E27FC236}">
                    <a16:creationId xmlns:a16="http://schemas.microsoft.com/office/drawing/2014/main" id="{55A87A95-DC57-0483-C397-3545D326AC76}"/>
                  </a:ext>
                </a:extLst>
              </p:cNvPr>
              <p:cNvSpPr/>
              <p:nvPr/>
            </p:nvSpPr>
            <p:spPr>
              <a:xfrm>
                <a:off x="1816672" y="4127775"/>
                <a:ext cx="33569" cy="245025"/>
              </a:xfrm>
              <a:custGeom>
                <a:avLst/>
                <a:gdLst/>
                <a:ahLst/>
                <a:cxnLst/>
                <a:rect l="l" t="t" r="r" b="b"/>
                <a:pathLst>
                  <a:path w="803" h="9801" extrusionOk="0">
                    <a:moveTo>
                      <a:pt x="0" y="9801"/>
                    </a:moveTo>
                    <a:lnTo>
                      <a:pt x="803" y="9801"/>
                    </a:lnTo>
                    <a:lnTo>
                      <a:pt x="803"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02E50"/>
                  </a:solidFill>
                </a:endParaRPr>
              </a:p>
            </p:txBody>
          </p:sp>
          <p:sp>
            <p:nvSpPr>
              <p:cNvPr id="104" name="Google Shape;2219;p48">
                <a:extLst>
                  <a:ext uri="{FF2B5EF4-FFF2-40B4-BE49-F238E27FC236}">
                    <a16:creationId xmlns:a16="http://schemas.microsoft.com/office/drawing/2014/main" id="{21ECBBE0-6A8E-470E-4D01-14093D8F7A3D}"/>
                  </a:ext>
                </a:extLst>
              </p:cNvPr>
              <p:cNvSpPr/>
              <p:nvPr/>
            </p:nvSpPr>
            <p:spPr>
              <a:xfrm>
                <a:off x="2027377" y="4121225"/>
                <a:ext cx="34364" cy="244575"/>
              </a:xfrm>
              <a:custGeom>
                <a:avLst/>
                <a:gdLst/>
                <a:ahLst/>
                <a:cxnLst/>
                <a:rect l="l" t="t" r="r" b="b"/>
                <a:pathLst>
                  <a:path w="822" h="9783" extrusionOk="0">
                    <a:moveTo>
                      <a:pt x="0" y="9783"/>
                    </a:moveTo>
                    <a:lnTo>
                      <a:pt x="822" y="9783"/>
                    </a:lnTo>
                    <a:lnTo>
                      <a:pt x="822"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02E50"/>
                  </a:solidFill>
                </a:endParaRPr>
              </a:p>
            </p:txBody>
          </p:sp>
          <p:sp>
            <p:nvSpPr>
              <p:cNvPr id="105" name="Google Shape;2220;p48">
                <a:extLst>
                  <a:ext uri="{FF2B5EF4-FFF2-40B4-BE49-F238E27FC236}">
                    <a16:creationId xmlns:a16="http://schemas.microsoft.com/office/drawing/2014/main" id="{E8E93822-6C10-48B7-BBA6-6D181A23B821}"/>
                  </a:ext>
                </a:extLst>
              </p:cNvPr>
              <p:cNvSpPr/>
              <p:nvPr/>
            </p:nvSpPr>
            <p:spPr>
              <a:xfrm>
                <a:off x="2238877" y="4114225"/>
                <a:ext cx="34364" cy="245050"/>
              </a:xfrm>
              <a:custGeom>
                <a:avLst/>
                <a:gdLst/>
                <a:ahLst/>
                <a:cxnLst/>
                <a:rect l="l" t="t" r="r" b="b"/>
                <a:pathLst>
                  <a:path w="822" h="9802" extrusionOk="0">
                    <a:moveTo>
                      <a:pt x="0" y="9801"/>
                    </a:moveTo>
                    <a:lnTo>
                      <a:pt x="822" y="9801"/>
                    </a:lnTo>
                    <a:lnTo>
                      <a:pt x="822"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02E50"/>
                  </a:solidFill>
                </a:endParaRPr>
              </a:p>
            </p:txBody>
          </p:sp>
          <p:sp>
            <p:nvSpPr>
              <p:cNvPr id="106" name="Google Shape;2221;p48">
                <a:extLst>
                  <a:ext uri="{FF2B5EF4-FFF2-40B4-BE49-F238E27FC236}">
                    <a16:creationId xmlns:a16="http://schemas.microsoft.com/office/drawing/2014/main" id="{FF4B558C-EE74-AF2F-BDB8-2430CEFD8943}"/>
                  </a:ext>
                </a:extLst>
              </p:cNvPr>
              <p:cNvSpPr/>
              <p:nvPr/>
            </p:nvSpPr>
            <p:spPr>
              <a:xfrm>
                <a:off x="2450377" y="4107225"/>
                <a:ext cx="34364" cy="245050"/>
              </a:xfrm>
              <a:custGeom>
                <a:avLst/>
                <a:gdLst/>
                <a:ahLst/>
                <a:cxnLst/>
                <a:rect l="l" t="t" r="r" b="b"/>
                <a:pathLst>
                  <a:path w="822" h="9802" extrusionOk="0">
                    <a:moveTo>
                      <a:pt x="0" y="9801"/>
                    </a:moveTo>
                    <a:lnTo>
                      <a:pt x="822" y="9801"/>
                    </a:lnTo>
                    <a:lnTo>
                      <a:pt x="822"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02E50"/>
                  </a:solidFill>
                </a:endParaRPr>
              </a:p>
            </p:txBody>
          </p:sp>
          <p:sp>
            <p:nvSpPr>
              <p:cNvPr id="107" name="Google Shape;2222;p48">
                <a:extLst>
                  <a:ext uri="{FF2B5EF4-FFF2-40B4-BE49-F238E27FC236}">
                    <a16:creationId xmlns:a16="http://schemas.microsoft.com/office/drawing/2014/main" id="{94803715-CF72-600B-84CE-B740717B81DB}"/>
                  </a:ext>
                </a:extLst>
              </p:cNvPr>
              <p:cNvSpPr/>
              <p:nvPr/>
            </p:nvSpPr>
            <p:spPr>
              <a:xfrm>
                <a:off x="2661876" y="4100225"/>
                <a:ext cx="34364" cy="245050"/>
              </a:xfrm>
              <a:custGeom>
                <a:avLst/>
                <a:gdLst/>
                <a:ahLst/>
                <a:cxnLst/>
                <a:rect l="l" t="t" r="r" b="b"/>
                <a:pathLst>
                  <a:path w="822" h="9802" extrusionOk="0">
                    <a:moveTo>
                      <a:pt x="0" y="9801"/>
                    </a:moveTo>
                    <a:lnTo>
                      <a:pt x="822" y="9801"/>
                    </a:lnTo>
                    <a:lnTo>
                      <a:pt x="822"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02E50"/>
                  </a:solidFill>
                </a:endParaRPr>
              </a:p>
            </p:txBody>
          </p:sp>
          <p:sp>
            <p:nvSpPr>
              <p:cNvPr id="108" name="Google Shape;2223;p48">
                <a:extLst>
                  <a:ext uri="{FF2B5EF4-FFF2-40B4-BE49-F238E27FC236}">
                    <a16:creationId xmlns:a16="http://schemas.microsoft.com/office/drawing/2014/main" id="{AD94A813-65FD-746F-7959-9C1F3E5742BD}"/>
                  </a:ext>
                </a:extLst>
              </p:cNvPr>
              <p:cNvSpPr/>
              <p:nvPr/>
            </p:nvSpPr>
            <p:spPr>
              <a:xfrm>
                <a:off x="2873376" y="4093700"/>
                <a:ext cx="34364" cy="244575"/>
              </a:xfrm>
              <a:custGeom>
                <a:avLst/>
                <a:gdLst/>
                <a:ahLst/>
                <a:cxnLst/>
                <a:rect l="l" t="t" r="r" b="b"/>
                <a:pathLst>
                  <a:path w="822" h="9783" extrusionOk="0">
                    <a:moveTo>
                      <a:pt x="0" y="9782"/>
                    </a:moveTo>
                    <a:lnTo>
                      <a:pt x="822" y="9782"/>
                    </a:lnTo>
                    <a:lnTo>
                      <a:pt x="822"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02E50"/>
                  </a:solidFill>
                </a:endParaRPr>
              </a:p>
            </p:txBody>
          </p:sp>
          <p:sp>
            <p:nvSpPr>
              <p:cNvPr id="109" name="Google Shape;2224;p48">
                <a:extLst>
                  <a:ext uri="{FF2B5EF4-FFF2-40B4-BE49-F238E27FC236}">
                    <a16:creationId xmlns:a16="http://schemas.microsoft.com/office/drawing/2014/main" id="{2A28BFFD-EEB4-921C-6355-C06DC5332AF8}"/>
                  </a:ext>
                </a:extLst>
              </p:cNvPr>
              <p:cNvSpPr/>
              <p:nvPr/>
            </p:nvSpPr>
            <p:spPr>
              <a:xfrm>
                <a:off x="3084876" y="4086700"/>
                <a:ext cx="33611" cy="245050"/>
              </a:xfrm>
              <a:custGeom>
                <a:avLst/>
                <a:gdLst/>
                <a:ahLst/>
                <a:cxnLst/>
                <a:rect l="l" t="t" r="r" b="b"/>
                <a:pathLst>
                  <a:path w="804" h="9802" extrusionOk="0">
                    <a:moveTo>
                      <a:pt x="0" y="9801"/>
                    </a:moveTo>
                    <a:lnTo>
                      <a:pt x="803" y="9801"/>
                    </a:lnTo>
                    <a:lnTo>
                      <a:pt x="803"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02E50"/>
                  </a:solidFill>
                </a:endParaRPr>
              </a:p>
            </p:txBody>
          </p:sp>
          <p:sp>
            <p:nvSpPr>
              <p:cNvPr id="110" name="Google Shape;2225;p48">
                <a:extLst>
                  <a:ext uri="{FF2B5EF4-FFF2-40B4-BE49-F238E27FC236}">
                    <a16:creationId xmlns:a16="http://schemas.microsoft.com/office/drawing/2014/main" id="{36E46B84-8C14-7983-F94E-2A98AF5BEB7C}"/>
                  </a:ext>
                </a:extLst>
              </p:cNvPr>
              <p:cNvSpPr/>
              <p:nvPr/>
            </p:nvSpPr>
            <p:spPr>
              <a:xfrm>
                <a:off x="3296375" y="4079700"/>
                <a:ext cx="33611" cy="245050"/>
              </a:xfrm>
              <a:custGeom>
                <a:avLst/>
                <a:gdLst/>
                <a:ahLst/>
                <a:cxnLst/>
                <a:rect l="l" t="t" r="r" b="b"/>
                <a:pathLst>
                  <a:path w="804" h="9802" extrusionOk="0">
                    <a:moveTo>
                      <a:pt x="0" y="9801"/>
                    </a:moveTo>
                    <a:lnTo>
                      <a:pt x="803" y="9801"/>
                    </a:lnTo>
                    <a:lnTo>
                      <a:pt x="803"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02E50"/>
                  </a:solidFill>
                </a:endParaRPr>
              </a:p>
            </p:txBody>
          </p:sp>
          <p:sp>
            <p:nvSpPr>
              <p:cNvPr id="111" name="Google Shape;2226;p48">
                <a:extLst>
                  <a:ext uri="{FF2B5EF4-FFF2-40B4-BE49-F238E27FC236}">
                    <a16:creationId xmlns:a16="http://schemas.microsoft.com/office/drawing/2014/main" id="{A662DB2E-A366-40AD-BFF5-6AE85E12474A}"/>
                  </a:ext>
                </a:extLst>
              </p:cNvPr>
              <p:cNvSpPr/>
              <p:nvPr/>
            </p:nvSpPr>
            <p:spPr>
              <a:xfrm>
                <a:off x="3507081" y="4072700"/>
                <a:ext cx="34406" cy="245025"/>
              </a:xfrm>
              <a:custGeom>
                <a:avLst/>
                <a:gdLst/>
                <a:ahLst/>
                <a:cxnLst/>
                <a:rect l="l" t="t" r="r" b="b"/>
                <a:pathLst>
                  <a:path w="823" h="9801" extrusionOk="0">
                    <a:moveTo>
                      <a:pt x="1" y="9801"/>
                    </a:moveTo>
                    <a:lnTo>
                      <a:pt x="822" y="9801"/>
                    </a:lnTo>
                    <a:lnTo>
                      <a:pt x="822" y="0"/>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02E50"/>
                  </a:solidFill>
                </a:endParaRPr>
              </a:p>
            </p:txBody>
          </p:sp>
          <p:sp>
            <p:nvSpPr>
              <p:cNvPr id="112" name="Google Shape;2227;p48">
                <a:extLst>
                  <a:ext uri="{FF2B5EF4-FFF2-40B4-BE49-F238E27FC236}">
                    <a16:creationId xmlns:a16="http://schemas.microsoft.com/office/drawing/2014/main" id="{82551708-2975-8BB5-75D7-7CEAD57FA805}"/>
                  </a:ext>
                </a:extLst>
              </p:cNvPr>
              <p:cNvSpPr/>
              <p:nvPr/>
            </p:nvSpPr>
            <p:spPr>
              <a:xfrm>
                <a:off x="3718580" y="4066175"/>
                <a:ext cx="34406" cy="244550"/>
              </a:xfrm>
              <a:custGeom>
                <a:avLst/>
                <a:gdLst/>
                <a:ahLst/>
                <a:cxnLst/>
                <a:rect l="l" t="t" r="r" b="b"/>
                <a:pathLst>
                  <a:path w="823" h="9782" extrusionOk="0">
                    <a:moveTo>
                      <a:pt x="1" y="9782"/>
                    </a:moveTo>
                    <a:lnTo>
                      <a:pt x="822" y="9782"/>
                    </a:lnTo>
                    <a:lnTo>
                      <a:pt x="822" y="0"/>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02E50"/>
                  </a:solidFill>
                </a:endParaRPr>
              </a:p>
            </p:txBody>
          </p:sp>
          <p:sp>
            <p:nvSpPr>
              <p:cNvPr id="113" name="Google Shape;2228;p48">
                <a:extLst>
                  <a:ext uri="{FF2B5EF4-FFF2-40B4-BE49-F238E27FC236}">
                    <a16:creationId xmlns:a16="http://schemas.microsoft.com/office/drawing/2014/main" id="{7DC3D25D-B3CA-4C4D-6EE8-F68CB234911C}"/>
                  </a:ext>
                </a:extLst>
              </p:cNvPr>
              <p:cNvSpPr/>
              <p:nvPr/>
            </p:nvSpPr>
            <p:spPr>
              <a:xfrm>
                <a:off x="3930080" y="4059150"/>
                <a:ext cx="34406" cy="245050"/>
              </a:xfrm>
              <a:custGeom>
                <a:avLst/>
                <a:gdLst/>
                <a:ahLst/>
                <a:cxnLst/>
                <a:rect l="l" t="t" r="r" b="b"/>
                <a:pathLst>
                  <a:path w="823" h="9802" extrusionOk="0">
                    <a:moveTo>
                      <a:pt x="1" y="9802"/>
                    </a:moveTo>
                    <a:lnTo>
                      <a:pt x="822" y="9802"/>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02E50"/>
                  </a:solidFill>
                </a:endParaRPr>
              </a:p>
            </p:txBody>
          </p:sp>
          <p:sp>
            <p:nvSpPr>
              <p:cNvPr id="114" name="Google Shape;2229;p48">
                <a:extLst>
                  <a:ext uri="{FF2B5EF4-FFF2-40B4-BE49-F238E27FC236}">
                    <a16:creationId xmlns:a16="http://schemas.microsoft.com/office/drawing/2014/main" id="{FF988604-2AC7-6833-CE5F-63B554C0E91D}"/>
                  </a:ext>
                </a:extLst>
              </p:cNvPr>
              <p:cNvSpPr/>
              <p:nvPr/>
            </p:nvSpPr>
            <p:spPr>
              <a:xfrm>
                <a:off x="4141580" y="4052150"/>
                <a:ext cx="34406" cy="245050"/>
              </a:xfrm>
              <a:custGeom>
                <a:avLst/>
                <a:gdLst/>
                <a:ahLst/>
                <a:cxnLst/>
                <a:rect l="l" t="t" r="r" b="b"/>
                <a:pathLst>
                  <a:path w="823" h="9802" extrusionOk="0">
                    <a:moveTo>
                      <a:pt x="1" y="9802"/>
                    </a:moveTo>
                    <a:lnTo>
                      <a:pt x="822" y="9802"/>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02E50"/>
                  </a:solidFill>
                </a:endParaRPr>
              </a:p>
            </p:txBody>
          </p:sp>
          <p:sp>
            <p:nvSpPr>
              <p:cNvPr id="115" name="Google Shape;2230;p48">
                <a:extLst>
                  <a:ext uri="{FF2B5EF4-FFF2-40B4-BE49-F238E27FC236}">
                    <a16:creationId xmlns:a16="http://schemas.microsoft.com/office/drawing/2014/main" id="{6C82F1D6-0124-ADA4-50DF-CA07664844B3}"/>
                  </a:ext>
                </a:extLst>
              </p:cNvPr>
              <p:cNvSpPr/>
              <p:nvPr/>
            </p:nvSpPr>
            <p:spPr>
              <a:xfrm>
                <a:off x="4353079" y="4045625"/>
                <a:ext cx="33611" cy="244575"/>
              </a:xfrm>
              <a:custGeom>
                <a:avLst/>
                <a:gdLst/>
                <a:ahLst/>
                <a:cxnLst/>
                <a:rect l="l" t="t" r="r" b="b"/>
                <a:pathLst>
                  <a:path w="804" h="9783" extrusionOk="0">
                    <a:moveTo>
                      <a:pt x="1" y="9783"/>
                    </a:moveTo>
                    <a:lnTo>
                      <a:pt x="804" y="9783"/>
                    </a:lnTo>
                    <a:lnTo>
                      <a:pt x="804"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02E50"/>
                  </a:solidFill>
                </a:endParaRPr>
              </a:p>
            </p:txBody>
          </p:sp>
          <p:sp>
            <p:nvSpPr>
              <p:cNvPr id="116" name="Google Shape;2231;p48">
                <a:extLst>
                  <a:ext uri="{FF2B5EF4-FFF2-40B4-BE49-F238E27FC236}">
                    <a16:creationId xmlns:a16="http://schemas.microsoft.com/office/drawing/2014/main" id="{6875EDD7-4C52-A70C-81BD-55B1AB1C45B8}"/>
                  </a:ext>
                </a:extLst>
              </p:cNvPr>
              <p:cNvSpPr/>
              <p:nvPr/>
            </p:nvSpPr>
            <p:spPr>
              <a:xfrm>
                <a:off x="4564579" y="4038625"/>
                <a:ext cx="33611" cy="244575"/>
              </a:xfrm>
              <a:custGeom>
                <a:avLst/>
                <a:gdLst/>
                <a:ahLst/>
                <a:cxnLst/>
                <a:rect l="l" t="t" r="r" b="b"/>
                <a:pathLst>
                  <a:path w="804" h="9783" extrusionOk="0">
                    <a:moveTo>
                      <a:pt x="1" y="9783"/>
                    </a:moveTo>
                    <a:lnTo>
                      <a:pt x="804" y="9783"/>
                    </a:lnTo>
                    <a:lnTo>
                      <a:pt x="804"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02E50"/>
                  </a:solidFill>
                </a:endParaRPr>
              </a:p>
            </p:txBody>
          </p:sp>
          <p:sp>
            <p:nvSpPr>
              <p:cNvPr id="117" name="Google Shape;2232;p48">
                <a:extLst>
                  <a:ext uri="{FF2B5EF4-FFF2-40B4-BE49-F238E27FC236}">
                    <a16:creationId xmlns:a16="http://schemas.microsoft.com/office/drawing/2014/main" id="{205231AF-B212-6421-6EC8-867669B081AA}"/>
                  </a:ext>
                </a:extLst>
              </p:cNvPr>
              <p:cNvSpPr/>
              <p:nvPr/>
            </p:nvSpPr>
            <p:spPr>
              <a:xfrm>
                <a:off x="4775326" y="4031625"/>
                <a:ext cx="34364" cy="245050"/>
              </a:xfrm>
              <a:custGeom>
                <a:avLst/>
                <a:gdLst/>
                <a:ahLst/>
                <a:cxnLst/>
                <a:rect l="l" t="t" r="r" b="b"/>
                <a:pathLst>
                  <a:path w="822" h="9802" extrusionOk="0">
                    <a:moveTo>
                      <a:pt x="0" y="9801"/>
                    </a:moveTo>
                    <a:lnTo>
                      <a:pt x="822" y="9801"/>
                    </a:lnTo>
                    <a:lnTo>
                      <a:pt x="822"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02E50"/>
                  </a:solidFill>
                </a:endParaRPr>
              </a:p>
            </p:txBody>
          </p:sp>
          <p:sp>
            <p:nvSpPr>
              <p:cNvPr id="118" name="Google Shape;2233;p48">
                <a:extLst>
                  <a:ext uri="{FF2B5EF4-FFF2-40B4-BE49-F238E27FC236}">
                    <a16:creationId xmlns:a16="http://schemas.microsoft.com/office/drawing/2014/main" id="{3929F81B-20BD-9ED9-0925-BFD4EDA6DECB}"/>
                  </a:ext>
                </a:extLst>
              </p:cNvPr>
              <p:cNvSpPr/>
              <p:nvPr/>
            </p:nvSpPr>
            <p:spPr>
              <a:xfrm>
                <a:off x="4986826" y="4024625"/>
                <a:ext cx="34364" cy="245050"/>
              </a:xfrm>
              <a:custGeom>
                <a:avLst/>
                <a:gdLst/>
                <a:ahLst/>
                <a:cxnLst/>
                <a:rect l="l" t="t" r="r" b="b"/>
                <a:pathLst>
                  <a:path w="822" h="9802" extrusionOk="0">
                    <a:moveTo>
                      <a:pt x="0" y="9801"/>
                    </a:moveTo>
                    <a:lnTo>
                      <a:pt x="822" y="9801"/>
                    </a:lnTo>
                    <a:lnTo>
                      <a:pt x="822"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02E50"/>
                  </a:solidFill>
                </a:endParaRPr>
              </a:p>
            </p:txBody>
          </p:sp>
          <p:sp>
            <p:nvSpPr>
              <p:cNvPr id="119" name="Google Shape;2234;p48">
                <a:extLst>
                  <a:ext uri="{FF2B5EF4-FFF2-40B4-BE49-F238E27FC236}">
                    <a16:creationId xmlns:a16="http://schemas.microsoft.com/office/drawing/2014/main" id="{59B71346-16B2-3226-6C6F-E0DA3C4EE32B}"/>
                  </a:ext>
                </a:extLst>
              </p:cNvPr>
              <p:cNvSpPr/>
              <p:nvPr/>
            </p:nvSpPr>
            <p:spPr>
              <a:xfrm>
                <a:off x="5198325" y="4018100"/>
                <a:ext cx="34364" cy="244575"/>
              </a:xfrm>
              <a:custGeom>
                <a:avLst/>
                <a:gdLst/>
                <a:ahLst/>
                <a:cxnLst/>
                <a:rect l="l" t="t" r="r" b="b"/>
                <a:pathLst>
                  <a:path w="822" h="9783" extrusionOk="0">
                    <a:moveTo>
                      <a:pt x="0" y="9782"/>
                    </a:moveTo>
                    <a:lnTo>
                      <a:pt x="822" y="9782"/>
                    </a:lnTo>
                    <a:lnTo>
                      <a:pt x="822"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02E50"/>
                  </a:solidFill>
                </a:endParaRPr>
              </a:p>
            </p:txBody>
          </p:sp>
          <p:sp>
            <p:nvSpPr>
              <p:cNvPr id="120" name="Google Shape;2235;p48">
                <a:extLst>
                  <a:ext uri="{FF2B5EF4-FFF2-40B4-BE49-F238E27FC236}">
                    <a16:creationId xmlns:a16="http://schemas.microsoft.com/office/drawing/2014/main" id="{6E811B20-5B9C-A9C6-4A92-CA3044336F27}"/>
                  </a:ext>
                </a:extLst>
              </p:cNvPr>
              <p:cNvSpPr/>
              <p:nvPr/>
            </p:nvSpPr>
            <p:spPr>
              <a:xfrm>
                <a:off x="5409825" y="4011100"/>
                <a:ext cx="34364" cy="245025"/>
              </a:xfrm>
              <a:custGeom>
                <a:avLst/>
                <a:gdLst/>
                <a:ahLst/>
                <a:cxnLst/>
                <a:rect l="l" t="t" r="r" b="b"/>
                <a:pathLst>
                  <a:path w="822" h="9801" extrusionOk="0">
                    <a:moveTo>
                      <a:pt x="0" y="9801"/>
                    </a:moveTo>
                    <a:lnTo>
                      <a:pt x="822" y="9801"/>
                    </a:lnTo>
                    <a:lnTo>
                      <a:pt x="822"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02E50"/>
                  </a:solidFill>
                </a:endParaRPr>
              </a:p>
            </p:txBody>
          </p:sp>
          <p:sp>
            <p:nvSpPr>
              <p:cNvPr id="121" name="Google Shape;2236;p48">
                <a:extLst>
                  <a:ext uri="{FF2B5EF4-FFF2-40B4-BE49-F238E27FC236}">
                    <a16:creationId xmlns:a16="http://schemas.microsoft.com/office/drawing/2014/main" id="{BBA3B954-9C12-F314-B43D-51D00CC8F450}"/>
                  </a:ext>
                </a:extLst>
              </p:cNvPr>
              <p:cNvSpPr/>
              <p:nvPr/>
            </p:nvSpPr>
            <p:spPr>
              <a:xfrm>
                <a:off x="5621325" y="4004100"/>
                <a:ext cx="34364" cy="245025"/>
              </a:xfrm>
              <a:custGeom>
                <a:avLst/>
                <a:gdLst/>
                <a:ahLst/>
                <a:cxnLst/>
                <a:rect l="l" t="t" r="r" b="b"/>
                <a:pathLst>
                  <a:path w="822" h="9801" extrusionOk="0">
                    <a:moveTo>
                      <a:pt x="0" y="9801"/>
                    </a:moveTo>
                    <a:lnTo>
                      <a:pt x="822" y="9801"/>
                    </a:lnTo>
                    <a:lnTo>
                      <a:pt x="822"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02E50"/>
                  </a:solidFill>
                </a:endParaRPr>
              </a:p>
            </p:txBody>
          </p:sp>
          <p:sp>
            <p:nvSpPr>
              <p:cNvPr id="122" name="Google Shape;2237;p48">
                <a:extLst>
                  <a:ext uri="{FF2B5EF4-FFF2-40B4-BE49-F238E27FC236}">
                    <a16:creationId xmlns:a16="http://schemas.microsoft.com/office/drawing/2014/main" id="{BA08AE6B-62E7-B68E-0C2B-8DF04F959464}"/>
                  </a:ext>
                </a:extLst>
              </p:cNvPr>
              <p:cNvSpPr/>
              <p:nvPr/>
            </p:nvSpPr>
            <p:spPr>
              <a:xfrm>
                <a:off x="5832824" y="3997100"/>
                <a:ext cx="33569" cy="245025"/>
              </a:xfrm>
              <a:custGeom>
                <a:avLst/>
                <a:gdLst/>
                <a:ahLst/>
                <a:cxnLst/>
                <a:rect l="l" t="t" r="r" b="b"/>
                <a:pathLst>
                  <a:path w="803" h="9801" extrusionOk="0">
                    <a:moveTo>
                      <a:pt x="0" y="9801"/>
                    </a:moveTo>
                    <a:lnTo>
                      <a:pt x="803" y="9801"/>
                    </a:lnTo>
                    <a:lnTo>
                      <a:pt x="803"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02E50"/>
                  </a:solidFill>
                </a:endParaRPr>
              </a:p>
            </p:txBody>
          </p:sp>
          <p:sp>
            <p:nvSpPr>
              <p:cNvPr id="123" name="Google Shape;2238;p48">
                <a:extLst>
                  <a:ext uri="{FF2B5EF4-FFF2-40B4-BE49-F238E27FC236}">
                    <a16:creationId xmlns:a16="http://schemas.microsoft.com/office/drawing/2014/main" id="{04FC38E9-3F1D-F625-1C55-DBB8BBEFC197}"/>
                  </a:ext>
                </a:extLst>
              </p:cNvPr>
              <p:cNvSpPr/>
              <p:nvPr/>
            </p:nvSpPr>
            <p:spPr>
              <a:xfrm>
                <a:off x="6043530" y="3990550"/>
                <a:ext cx="34364" cy="244575"/>
              </a:xfrm>
              <a:custGeom>
                <a:avLst/>
                <a:gdLst/>
                <a:ahLst/>
                <a:cxnLst/>
                <a:rect l="l" t="t" r="r" b="b"/>
                <a:pathLst>
                  <a:path w="822" h="9783" extrusionOk="0">
                    <a:moveTo>
                      <a:pt x="1" y="9783"/>
                    </a:moveTo>
                    <a:lnTo>
                      <a:pt x="822" y="9783"/>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02E50"/>
                  </a:solidFill>
                </a:endParaRPr>
              </a:p>
            </p:txBody>
          </p:sp>
          <p:sp>
            <p:nvSpPr>
              <p:cNvPr id="124" name="Google Shape;2239;p48">
                <a:extLst>
                  <a:ext uri="{FF2B5EF4-FFF2-40B4-BE49-F238E27FC236}">
                    <a16:creationId xmlns:a16="http://schemas.microsoft.com/office/drawing/2014/main" id="{C2F488DC-7C0A-B827-C42D-0D99B30C31F6}"/>
                  </a:ext>
                </a:extLst>
              </p:cNvPr>
              <p:cNvSpPr/>
              <p:nvPr/>
            </p:nvSpPr>
            <p:spPr>
              <a:xfrm>
                <a:off x="6255029" y="3983550"/>
                <a:ext cx="34364" cy="245050"/>
              </a:xfrm>
              <a:custGeom>
                <a:avLst/>
                <a:gdLst/>
                <a:ahLst/>
                <a:cxnLst/>
                <a:rect l="l" t="t" r="r" b="b"/>
                <a:pathLst>
                  <a:path w="822" h="9802" extrusionOk="0">
                    <a:moveTo>
                      <a:pt x="1" y="9801"/>
                    </a:moveTo>
                    <a:lnTo>
                      <a:pt x="822" y="9801"/>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02E50"/>
                  </a:solidFill>
                </a:endParaRPr>
              </a:p>
            </p:txBody>
          </p:sp>
          <p:sp>
            <p:nvSpPr>
              <p:cNvPr id="125" name="Google Shape;2240;p48">
                <a:extLst>
                  <a:ext uri="{FF2B5EF4-FFF2-40B4-BE49-F238E27FC236}">
                    <a16:creationId xmlns:a16="http://schemas.microsoft.com/office/drawing/2014/main" id="{E98B8AB2-F8DC-E47A-83E8-3B8D288B0FFC}"/>
                  </a:ext>
                </a:extLst>
              </p:cNvPr>
              <p:cNvSpPr/>
              <p:nvPr/>
            </p:nvSpPr>
            <p:spPr>
              <a:xfrm>
                <a:off x="6466529" y="3976550"/>
                <a:ext cx="34364" cy="245050"/>
              </a:xfrm>
              <a:custGeom>
                <a:avLst/>
                <a:gdLst/>
                <a:ahLst/>
                <a:cxnLst/>
                <a:rect l="l" t="t" r="r" b="b"/>
                <a:pathLst>
                  <a:path w="822" h="9802" extrusionOk="0">
                    <a:moveTo>
                      <a:pt x="1" y="9801"/>
                    </a:moveTo>
                    <a:lnTo>
                      <a:pt x="822" y="9801"/>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02E50"/>
                  </a:solidFill>
                </a:endParaRPr>
              </a:p>
            </p:txBody>
          </p:sp>
          <p:sp>
            <p:nvSpPr>
              <p:cNvPr id="126" name="Google Shape;2241;p48">
                <a:extLst>
                  <a:ext uri="{FF2B5EF4-FFF2-40B4-BE49-F238E27FC236}">
                    <a16:creationId xmlns:a16="http://schemas.microsoft.com/office/drawing/2014/main" id="{5C0B5F75-8BB7-6E89-BB93-4016D7ACEC4E}"/>
                  </a:ext>
                </a:extLst>
              </p:cNvPr>
              <p:cNvSpPr/>
              <p:nvPr/>
            </p:nvSpPr>
            <p:spPr>
              <a:xfrm>
                <a:off x="6678029" y="3969550"/>
                <a:ext cx="34364" cy="245050"/>
              </a:xfrm>
              <a:custGeom>
                <a:avLst/>
                <a:gdLst/>
                <a:ahLst/>
                <a:cxnLst/>
                <a:rect l="l" t="t" r="r" b="b"/>
                <a:pathLst>
                  <a:path w="822" h="9802" extrusionOk="0">
                    <a:moveTo>
                      <a:pt x="1" y="9801"/>
                    </a:moveTo>
                    <a:lnTo>
                      <a:pt x="822" y="9801"/>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02E50"/>
                  </a:solidFill>
                </a:endParaRPr>
              </a:p>
            </p:txBody>
          </p:sp>
          <p:sp>
            <p:nvSpPr>
              <p:cNvPr id="127" name="Google Shape;2242;p48">
                <a:extLst>
                  <a:ext uri="{FF2B5EF4-FFF2-40B4-BE49-F238E27FC236}">
                    <a16:creationId xmlns:a16="http://schemas.microsoft.com/office/drawing/2014/main" id="{9BF38D5B-0955-90A6-67E4-889EB1D49BA0}"/>
                  </a:ext>
                </a:extLst>
              </p:cNvPr>
              <p:cNvSpPr/>
              <p:nvPr/>
            </p:nvSpPr>
            <p:spPr>
              <a:xfrm>
                <a:off x="6889528" y="3963025"/>
                <a:ext cx="34364" cy="244575"/>
              </a:xfrm>
              <a:custGeom>
                <a:avLst/>
                <a:gdLst/>
                <a:ahLst/>
                <a:cxnLst/>
                <a:rect l="l" t="t" r="r" b="b"/>
                <a:pathLst>
                  <a:path w="822" h="9783" extrusionOk="0">
                    <a:moveTo>
                      <a:pt x="1" y="9782"/>
                    </a:moveTo>
                    <a:lnTo>
                      <a:pt x="822" y="9782"/>
                    </a:lnTo>
                    <a:lnTo>
                      <a:pt x="822" y="0"/>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02E50"/>
                  </a:solidFill>
                </a:endParaRPr>
              </a:p>
            </p:txBody>
          </p:sp>
          <p:sp>
            <p:nvSpPr>
              <p:cNvPr id="128" name="Google Shape;2243;p48">
                <a:extLst>
                  <a:ext uri="{FF2B5EF4-FFF2-40B4-BE49-F238E27FC236}">
                    <a16:creationId xmlns:a16="http://schemas.microsoft.com/office/drawing/2014/main" id="{22A51702-7A8E-76CE-C9A5-0115D0FBE8BB}"/>
                  </a:ext>
                </a:extLst>
              </p:cNvPr>
              <p:cNvSpPr/>
              <p:nvPr/>
            </p:nvSpPr>
            <p:spPr>
              <a:xfrm>
                <a:off x="7101028" y="3956025"/>
                <a:ext cx="33611" cy="245050"/>
              </a:xfrm>
              <a:custGeom>
                <a:avLst/>
                <a:gdLst/>
                <a:ahLst/>
                <a:cxnLst/>
                <a:rect l="l" t="t" r="r" b="b"/>
                <a:pathLst>
                  <a:path w="804" h="9802" extrusionOk="0">
                    <a:moveTo>
                      <a:pt x="1" y="9801"/>
                    </a:moveTo>
                    <a:lnTo>
                      <a:pt x="803" y="9801"/>
                    </a:lnTo>
                    <a:lnTo>
                      <a:pt x="803" y="0"/>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02E50"/>
                  </a:solidFill>
                </a:endParaRPr>
              </a:p>
            </p:txBody>
          </p:sp>
          <p:sp>
            <p:nvSpPr>
              <p:cNvPr id="129" name="Google Shape;2244;p48">
                <a:extLst>
                  <a:ext uri="{FF2B5EF4-FFF2-40B4-BE49-F238E27FC236}">
                    <a16:creationId xmlns:a16="http://schemas.microsoft.com/office/drawing/2014/main" id="{6F9BA12C-6931-31B9-1126-044947048BFF}"/>
                  </a:ext>
                </a:extLst>
              </p:cNvPr>
              <p:cNvSpPr/>
              <p:nvPr/>
            </p:nvSpPr>
            <p:spPr>
              <a:xfrm>
                <a:off x="7311733" y="3949025"/>
                <a:ext cx="34406" cy="245050"/>
              </a:xfrm>
              <a:custGeom>
                <a:avLst/>
                <a:gdLst/>
                <a:ahLst/>
                <a:cxnLst/>
                <a:rect l="l" t="t" r="r" b="b"/>
                <a:pathLst>
                  <a:path w="823" h="9802" extrusionOk="0">
                    <a:moveTo>
                      <a:pt x="1" y="9801"/>
                    </a:moveTo>
                    <a:lnTo>
                      <a:pt x="822" y="9801"/>
                    </a:lnTo>
                    <a:lnTo>
                      <a:pt x="822" y="0"/>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02E50"/>
                  </a:solidFill>
                </a:endParaRPr>
              </a:p>
            </p:txBody>
          </p:sp>
          <p:sp>
            <p:nvSpPr>
              <p:cNvPr id="130" name="Google Shape;2245;p48">
                <a:extLst>
                  <a:ext uri="{FF2B5EF4-FFF2-40B4-BE49-F238E27FC236}">
                    <a16:creationId xmlns:a16="http://schemas.microsoft.com/office/drawing/2014/main" id="{3EFA5C60-FA82-339F-563E-1350A85D9E26}"/>
                  </a:ext>
                </a:extLst>
              </p:cNvPr>
              <p:cNvSpPr/>
              <p:nvPr/>
            </p:nvSpPr>
            <p:spPr>
              <a:xfrm>
                <a:off x="7523233" y="3942025"/>
                <a:ext cx="34406" cy="245025"/>
              </a:xfrm>
              <a:custGeom>
                <a:avLst/>
                <a:gdLst/>
                <a:ahLst/>
                <a:cxnLst/>
                <a:rect l="l" t="t" r="r" b="b"/>
                <a:pathLst>
                  <a:path w="823" h="9801" extrusionOk="0">
                    <a:moveTo>
                      <a:pt x="1" y="9801"/>
                    </a:moveTo>
                    <a:lnTo>
                      <a:pt x="822" y="9801"/>
                    </a:lnTo>
                    <a:lnTo>
                      <a:pt x="822" y="0"/>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02E50"/>
                  </a:solidFill>
                </a:endParaRPr>
              </a:p>
            </p:txBody>
          </p:sp>
          <p:sp>
            <p:nvSpPr>
              <p:cNvPr id="131" name="Google Shape;2246;p48">
                <a:extLst>
                  <a:ext uri="{FF2B5EF4-FFF2-40B4-BE49-F238E27FC236}">
                    <a16:creationId xmlns:a16="http://schemas.microsoft.com/office/drawing/2014/main" id="{DFEF8F27-9F92-EFA9-0C60-89F5DD7510BB}"/>
                  </a:ext>
                </a:extLst>
              </p:cNvPr>
              <p:cNvSpPr/>
              <p:nvPr/>
            </p:nvSpPr>
            <p:spPr>
              <a:xfrm>
                <a:off x="7734733" y="3935475"/>
                <a:ext cx="34406" cy="244575"/>
              </a:xfrm>
              <a:custGeom>
                <a:avLst/>
                <a:gdLst/>
                <a:ahLst/>
                <a:cxnLst/>
                <a:rect l="l" t="t" r="r" b="b"/>
                <a:pathLst>
                  <a:path w="823" h="9783" extrusionOk="0">
                    <a:moveTo>
                      <a:pt x="1" y="9783"/>
                    </a:moveTo>
                    <a:lnTo>
                      <a:pt x="822" y="9783"/>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02E50"/>
                  </a:solidFill>
                </a:endParaRPr>
              </a:p>
            </p:txBody>
          </p:sp>
          <p:sp>
            <p:nvSpPr>
              <p:cNvPr id="132" name="Google Shape;2247;p48">
                <a:extLst>
                  <a:ext uri="{FF2B5EF4-FFF2-40B4-BE49-F238E27FC236}">
                    <a16:creationId xmlns:a16="http://schemas.microsoft.com/office/drawing/2014/main" id="{BA4DB7CA-26DD-E79E-2058-A9B899DD3B33}"/>
                  </a:ext>
                </a:extLst>
              </p:cNvPr>
              <p:cNvSpPr/>
              <p:nvPr/>
            </p:nvSpPr>
            <p:spPr>
              <a:xfrm>
                <a:off x="7946232" y="3928475"/>
                <a:ext cx="34406" cy="245050"/>
              </a:xfrm>
              <a:custGeom>
                <a:avLst/>
                <a:gdLst/>
                <a:ahLst/>
                <a:cxnLst/>
                <a:rect l="l" t="t" r="r" b="b"/>
                <a:pathLst>
                  <a:path w="823" h="9802" extrusionOk="0">
                    <a:moveTo>
                      <a:pt x="1" y="9802"/>
                    </a:moveTo>
                    <a:lnTo>
                      <a:pt x="822" y="9802"/>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02E50"/>
                  </a:solidFill>
                </a:endParaRPr>
              </a:p>
            </p:txBody>
          </p:sp>
          <p:sp>
            <p:nvSpPr>
              <p:cNvPr id="133" name="Google Shape;2248;p48">
                <a:extLst>
                  <a:ext uri="{FF2B5EF4-FFF2-40B4-BE49-F238E27FC236}">
                    <a16:creationId xmlns:a16="http://schemas.microsoft.com/office/drawing/2014/main" id="{1B80416F-DC20-2658-230C-479AC21781F2}"/>
                  </a:ext>
                </a:extLst>
              </p:cNvPr>
              <p:cNvSpPr/>
              <p:nvPr/>
            </p:nvSpPr>
            <p:spPr>
              <a:xfrm>
                <a:off x="8157732" y="3921475"/>
                <a:ext cx="34406" cy="245050"/>
              </a:xfrm>
              <a:custGeom>
                <a:avLst/>
                <a:gdLst/>
                <a:ahLst/>
                <a:cxnLst/>
                <a:rect l="l" t="t" r="r" b="b"/>
                <a:pathLst>
                  <a:path w="823" h="9802" extrusionOk="0">
                    <a:moveTo>
                      <a:pt x="1" y="9802"/>
                    </a:moveTo>
                    <a:lnTo>
                      <a:pt x="822" y="9802"/>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02E50"/>
                  </a:solidFill>
                </a:endParaRPr>
              </a:p>
            </p:txBody>
          </p:sp>
          <p:sp>
            <p:nvSpPr>
              <p:cNvPr id="134" name="Google Shape;2249;p48">
                <a:extLst>
                  <a:ext uri="{FF2B5EF4-FFF2-40B4-BE49-F238E27FC236}">
                    <a16:creationId xmlns:a16="http://schemas.microsoft.com/office/drawing/2014/main" id="{FB153BC6-F87D-7C7E-EA45-4B76396A2574}"/>
                  </a:ext>
                </a:extLst>
              </p:cNvPr>
              <p:cNvSpPr/>
              <p:nvPr/>
            </p:nvSpPr>
            <p:spPr>
              <a:xfrm>
                <a:off x="8369232" y="3914475"/>
                <a:ext cx="33611" cy="245050"/>
              </a:xfrm>
              <a:custGeom>
                <a:avLst/>
                <a:gdLst/>
                <a:ahLst/>
                <a:cxnLst/>
                <a:rect l="l" t="t" r="r" b="b"/>
                <a:pathLst>
                  <a:path w="804" h="9802" extrusionOk="0">
                    <a:moveTo>
                      <a:pt x="1" y="9802"/>
                    </a:moveTo>
                    <a:lnTo>
                      <a:pt x="804" y="9802"/>
                    </a:lnTo>
                    <a:lnTo>
                      <a:pt x="804"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02E50"/>
                  </a:solidFill>
                </a:endParaRPr>
              </a:p>
            </p:txBody>
          </p:sp>
          <p:sp>
            <p:nvSpPr>
              <p:cNvPr id="135" name="Google Shape;2250;p48">
                <a:extLst>
                  <a:ext uri="{FF2B5EF4-FFF2-40B4-BE49-F238E27FC236}">
                    <a16:creationId xmlns:a16="http://schemas.microsoft.com/office/drawing/2014/main" id="{102A29B8-B386-5F4C-2A8B-BFEF9B0A77AD}"/>
                  </a:ext>
                </a:extLst>
              </p:cNvPr>
              <p:cNvSpPr/>
              <p:nvPr/>
            </p:nvSpPr>
            <p:spPr>
              <a:xfrm>
                <a:off x="8580773" y="3907950"/>
                <a:ext cx="33569" cy="244575"/>
              </a:xfrm>
              <a:custGeom>
                <a:avLst/>
                <a:gdLst/>
                <a:ahLst/>
                <a:cxnLst/>
                <a:rect l="l" t="t" r="r" b="b"/>
                <a:pathLst>
                  <a:path w="803" h="9783" extrusionOk="0">
                    <a:moveTo>
                      <a:pt x="0" y="9783"/>
                    </a:moveTo>
                    <a:lnTo>
                      <a:pt x="803" y="9783"/>
                    </a:lnTo>
                    <a:lnTo>
                      <a:pt x="803"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02E50"/>
                  </a:solidFill>
                </a:endParaRPr>
              </a:p>
            </p:txBody>
          </p:sp>
          <p:sp>
            <p:nvSpPr>
              <p:cNvPr id="136" name="Google Shape;2251;p48">
                <a:extLst>
                  <a:ext uri="{FF2B5EF4-FFF2-40B4-BE49-F238E27FC236}">
                    <a16:creationId xmlns:a16="http://schemas.microsoft.com/office/drawing/2014/main" id="{D4E6D665-77CD-6F6B-DA26-466C758DC9C1}"/>
                  </a:ext>
                </a:extLst>
              </p:cNvPr>
              <p:cNvSpPr/>
              <p:nvPr/>
            </p:nvSpPr>
            <p:spPr>
              <a:xfrm>
                <a:off x="8791478" y="3900950"/>
                <a:ext cx="34364" cy="245050"/>
              </a:xfrm>
              <a:custGeom>
                <a:avLst/>
                <a:gdLst/>
                <a:ahLst/>
                <a:cxnLst/>
                <a:rect l="l" t="t" r="r" b="b"/>
                <a:pathLst>
                  <a:path w="822" h="9802" extrusionOk="0">
                    <a:moveTo>
                      <a:pt x="0" y="9801"/>
                    </a:moveTo>
                    <a:lnTo>
                      <a:pt x="822" y="9801"/>
                    </a:lnTo>
                    <a:lnTo>
                      <a:pt x="822"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02E50"/>
                  </a:solidFill>
                </a:endParaRPr>
              </a:p>
            </p:txBody>
          </p:sp>
        </p:grpSp>
        <p:sp>
          <p:nvSpPr>
            <p:cNvPr id="83" name="Google Shape;2252;p48">
              <a:extLst>
                <a:ext uri="{FF2B5EF4-FFF2-40B4-BE49-F238E27FC236}">
                  <a16:creationId xmlns:a16="http://schemas.microsoft.com/office/drawing/2014/main" id="{5BFA81E8-C82C-524F-AAB9-6E39CA3F8A40}"/>
                </a:ext>
              </a:extLst>
            </p:cNvPr>
            <p:cNvSpPr/>
            <p:nvPr/>
          </p:nvSpPr>
          <p:spPr>
            <a:xfrm>
              <a:off x="-112773" y="4014024"/>
              <a:ext cx="9221236" cy="548850"/>
            </a:xfrm>
            <a:custGeom>
              <a:avLst/>
              <a:gdLst/>
              <a:ahLst/>
              <a:cxnLst/>
              <a:rect l="l" t="t" r="r" b="b"/>
              <a:pathLst>
                <a:path w="219946" h="21954" extrusionOk="0">
                  <a:moveTo>
                    <a:pt x="0" y="12956"/>
                  </a:moveTo>
                  <a:lnTo>
                    <a:pt x="0" y="21954"/>
                  </a:lnTo>
                  <a:lnTo>
                    <a:pt x="219946" y="8998"/>
                  </a:lnTo>
                  <a:lnTo>
                    <a:pt x="219946"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02E50"/>
                </a:solidFill>
              </a:endParaRPr>
            </a:p>
          </p:txBody>
        </p:sp>
        <p:grpSp>
          <p:nvGrpSpPr>
            <p:cNvPr id="84" name="Google Shape;2253;p48">
              <a:extLst>
                <a:ext uri="{FF2B5EF4-FFF2-40B4-BE49-F238E27FC236}">
                  <a16:creationId xmlns:a16="http://schemas.microsoft.com/office/drawing/2014/main" id="{F91BEA8A-E3A8-A320-BA15-D27526A031DE}"/>
                </a:ext>
              </a:extLst>
            </p:cNvPr>
            <p:cNvGrpSpPr/>
            <p:nvPr/>
          </p:nvGrpSpPr>
          <p:grpSpPr>
            <a:xfrm>
              <a:off x="3375939" y="4302292"/>
              <a:ext cx="3484400" cy="973847"/>
              <a:chOff x="3385650" y="4482675"/>
              <a:chExt cx="3484400" cy="973847"/>
            </a:xfrm>
            <a:grpFill/>
          </p:grpSpPr>
          <p:grpSp>
            <p:nvGrpSpPr>
              <p:cNvPr id="85" name="Google Shape;2254;p48">
                <a:extLst>
                  <a:ext uri="{FF2B5EF4-FFF2-40B4-BE49-F238E27FC236}">
                    <a16:creationId xmlns:a16="http://schemas.microsoft.com/office/drawing/2014/main" id="{6C11123F-F8BA-D285-D5B4-FE356F0DB069}"/>
                  </a:ext>
                </a:extLst>
              </p:cNvPr>
              <p:cNvGrpSpPr/>
              <p:nvPr/>
            </p:nvGrpSpPr>
            <p:grpSpPr>
              <a:xfrm>
                <a:off x="3385650" y="4482675"/>
                <a:ext cx="3484400" cy="973847"/>
                <a:chOff x="3379075" y="4293100"/>
                <a:chExt cx="3484400" cy="973847"/>
              </a:xfrm>
              <a:grpFill/>
            </p:grpSpPr>
            <p:sp>
              <p:nvSpPr>
                <p:cNvPr id="87" name="Google Shape;2255;p48">
                  <a:extLst>
                    <a:ext uri="{FF2B5EF4-FFF2-40B4-BE49-F238E27FC236}">
                      <a16:creationId xmlns:a16="http://schemas.microsoft.com/office/drawing/2014/main" id="{77681EF2-824D-8E4D-F148-2A87A939D5A2}"/>
                    </a:ext>
                  </a:extLst>
                </p:cNvPr>
                <p:cNvSpPr/>
                <p:nvPr/>
              </p:nvSpPr>
              <p:spPr>
                <a:xfrm>
                  <a:off x="6638025" y="4293100"/>
                  <a:ext cx="225450" cy="266525"/>
                </a:xfrm>
                <a:custGeom>
                  <a:avLst/>
                  <a:gdLst/>
                  <a:ahLst/>
                  <a:cxnLst/>
                  <a:rect l="l" t="t" r="r" b="b"/>
                  <a:pathLst>
                    <a:path w="9018" h="10661" extrusionOk="0">
                      <a:moveTo>
                        <a:pt x="1" y="10660"/>
                      </a:moveTo>
                      <a:lnTo>
                        <a:pt x="9017" y="10660"/>
                      </a:lnTo>
                      <a:lnTo>
                        <a:pt x="9017"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02E50"/>
                    </a:solidFill>
                  </a:endParaRPr>
                </a:p>
              </p:txBody>
            </p:sp>
            <p:sp>
              <p:nvSpPr>
                <p:cNvPr id="88" name="Google Shape;2256;p48">
                  <a:extLst>
                    <a:ext uri="{FF2B5EF4-FFF2-40B4-BE49-F238E27FC236}">
                      <a16:creationId xmlns:a16="http://schemas.microsoft.com/office/drawing/2014/main" id="{21E23824-A2E0-3AB0-48FC-23B7D7CBACD2}"/>
                    </a:ext>
                  </a:extLst>
                </p:cNvPr>
                <p:cNvSpPr/>
                <p:nvPr/>
              </p:nvSpPr>
              <p:spPr>
                <a:xfrm>
                  <a:off x="5628575" y="4293100"/>
                  <a:ext cx="225425" cy="266525"/>
                </a:xfrm>
                <a:custGeom>
                  <a:avLst/>
                  <a:gdLst/>
                  <a:ahLst/>
                  <a:cxnLst/>
                  <a:rect l="l" t="t" r="r" b="b"/>
                  <a:pathLst>
                    <a:path w="9017" h="10661" extrusionOk="0">
                      <a:moveTo>
                        <a:pt x="0" y="10660"/>
                      </a:moveTo>
                      <a:lnTo>
                        <a:pt x="9017" y="10660"/>
                      </a:lnTo>
                      <a:lnTo>
                        <a:pt x="9017"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02E50"/>
                    </a:solidFill>
                  </a:endParaRPr>
                </a:p>
              </p:txBody>
            </p:sp>
            <p:sp>
              <p:nvSpPr>
                <p:cNvPr id="89" name="Google Shape;2257;p48">
                  <a:extLst>
                    <a:ext uri="{FF2B5EF4-FFF2-40B4-BE49-F238E27FC236}">
                      <a16:creationId xmlns:a16="http://schemas.microsoft.com/office/drawing/2014/main" id="{66D21469-5D9C-4846-8600-86F04B9CD69C}"/>
                    </a:ext>
                  </a:extLst>
                </p:cNvPr>
                <p:cNvSpPr/>
                <p:nvPr/>
              </p:nvSpPr>
              <p:spPr>
                <a:xfrm>
                  <a:off x="5700425" y="4473175"/>
                  <a:ext cx="72850" cy="792553"/>
                </a:xfrm>
                <a:custGeom>
                  <a:avLst/>
                  <a:gdLst/>
                  <a:ahLst/>
                  <a:cxnLst/>
                  <a:rect l="l" t="t" r="r" b="b"/>
                  <a:pathLst>
                    <a:path w="2914" h="48780" extrusionOk="0">
                      <a:moveTo>
                        <a:pt x="1" y="48780"/>
                      </a:moveTo>
                      <a:lnTo>
                        <a:pt x="2913" y="48780"/>
                      </a:lnTo>
                      <a:lnTo>
                        <a:pt x="291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02E50"/>
                    </a:solidFill>
                  </a:endParaRPr>
                </a:p>
              </p:txBody>
            </p:sp>
            <p:sp>
              <p:nvSpPr>
                <p:cNvPr id="90" name="Google Shape;2258;p48">
                  <a:extLst>
                    <a:ext uri="{FF2B5EF4-FFF2-40B4-BE49-F238E27FC236}">
                      <a16:creationId xmlns:a16="http://schemas.microsoft.com/office/drawing/2014/main" id="{C61730E4-B4B5-D588-B469-34DBA2E44092}"/>
                    </a:ext>
                  </a:extLst>
                </p:cNvPr>
                <p:cNvSpPr/>
                <p:nvPr/>
              </p:nvSpPr>
              <p:spPr>
                <a:xfrm>
                  <a:off x="4520150" y="4293100"/>
                  <a:ext cx="225450" cy="266525"/>
                </a:xfrm>
                <a:custGeom>
                  <a:avLst/>
                  <a:gdLst/>
                  <a:ahLst/>
                  <a:cxnLst/>
                  <a:rect l="l" t="t" r="r" b="b"/>
                  <a:pathLst>
                    <a:path w="9018" h="10661" extrusionOk="0">
                      <a:moveTo>
                        <a:pt x="1" y="10660"/>
                      </a:moveTo>
                      <a:lnTo>
                        <a:pt x="9017" y="10660"/>
                      </a:lnTo>
                      <a:lnTo>
                        <a:pt x="9017"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02E50"/>
                    </a:solidFill>
                  </a:endParaRPr>
                </a:p>
              </p:txBody>
            </p:sp>
            <p:sp>
              <p:nvSpPr>
                <p:cNvPr id="91" name="Google Shape;2259;p48">
                  <a:extLst>
                    <a:ext uri="{FF2B5EF4-FFF2-40B4-BE49-F238E27FC236}">
                      <a16:creationId xmlns:a16="http://schemas.microsoft.com/office/drawing/2014/main" id="{F09B5781-5EB2-4D7B-39D6-22B4B7A8ED55}"/>
                    </a:ext>
                  </a:extLst>
                </p:cNvPr>
                <p:cNvSpPr/>
                <p:nvPr/>
              </p:nvSpPr>
              <p:spPr>
                <a:xfrm>
                  <a:off x="4592025" y="4473175"/>
                  <a:ext cx="72825" cy="792553"/>
                </a:xfrm>
                <a:custGeom>
                  <a:avLst/>
                  <a:gdLst/>
                  <a:ahLst/>
                  <a:cxnLst/>
                  <a:rect l="l" t="t" r="r" b="b"/>
                  <a:pathLst>
                    <a:path w="2913" h="48780" extrusionOk="0">
                      <a:moveTo>
                        <a:pt x="1" y="48780"/>
                      </a:moveTo>
                      <a:lnTo>
                        <a:pt x="2913" y="48780"/>
                      </a:lnTo>
                      <a:lnTo>
                        <a:pt x="291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02E50"/>
                    </a:solidFill>
                  </a:endParaRPr>
                </a:p>
              </p:txBody>
            </p:sp>
            <p:sp>
              <p:nvSpPr>
                <p:cNvPr id="92" name="Google Shape;2260;p48">
                  <a:extLst>
                    <a:ext uri="{FF2B5EF4-FFF2-40B4-BE49-F238E27FC236}">
                      <a16:creationId xmlns:a16="http://schemas.microsoft.com/office/drawing/2014/main" id="{C3DAD57A-C5EE-41B2-1615-850CE54DEF52}"/>
                    </a:ext>
                  </a:extLst>
                </p:cNvPr>
                <p:cNvSpPr/>
                <p:nvPr/>
              </p:nvSpPr>
              <p:spPr>
                <a:xfrm>
                  <a:off x="3379075" y="4327650"/>
                  <a:ext cx="225450" cy="262300"/>
                </a:xfrm>
                <a:custGeom>
                  <a:avLst/>
                  <a:gdLst/>
                  <a:ahLst/>
                  <a:cxnLst/>
                  <a:rect l="l" t="t" r="r" b="b"/>
                  <a:pathLst>
                    <a:path w="9018" h="10492" extrusionOk="0">
                      <a:moveTo>
                        <a:pt x="1" y="10492"/>
                      </a:moveTo>
                      <a:lnTo>
                        <a:pt x="9017" y="10492"/>
                      </a:lnTo>
                      <a:lnTo>
                        <a:pt x="9017" y="0"/>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02E50"/>
                    </a:solidFill>
                  </a:endParaRPr>
                </a:p>
              </p:txBody>
            </p:sp>
            <p:sp>
              <p:nvSpPr>
                <p:cNvPr id="93" name="Google Shape;2261;p48">
                  <a:extLst>
                    <a:ext uri="{FF2B5EF4-FFF2-40B4-BE49-F238E27FC236}">
                      <a16:creationId xmlns:a16="http://schemas.microsoft.com/office/drawing/2014/main" id="{9120284D-EA11-C963-9FB4-BE5933FFD687}"/>
                    </a:ext>
                  </a:extLst>
                </p:cNvPr>
                <p:cNvSpPr/>
                <p:nvPr/>
              </p:nvSpPr>
              <p:spPr>
                <a:xfrm>
                  <a:off x="3450950" y="4494102"/>
                  <a:ext cx="72825" cy="772845"/>
                </a:xfrm>
                <a:custGeom>
                  <a:avLst/>
                  <a:gdLst/>
                  <a:ahLst/>
                  <a:cxnLst/>
                  <a:rect l="l" t="t" r="r" b="b"/>
                  <a:pathLst>
                    <a:path w="2913" h="47567" extrusionOk="0">
                      <a:moveTo>
                        <a:pt x="1" y="47567"/>
                      </a:moveTo>
                      <a:lnTo>
                        <a:pt x="2913" y="47567"/>
                      </a:lnTo>
                      <a:lnTo>
                        <a:pt x="291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rgbClr val="002E50"/>
                    </a:solidFill>
                  </a:endParaRPr>
                </a:p>
              </p:txBody>
            </p:sp>
          </p:grpSp>
          <p:sp>
            <p:nvSpPr>
              <p:cNvPr id="86" name="Google Shape;2262;p48">
                <a:extLst>
                  <a:ext uri="{FF2B5EF4-FFF2-40B4-BE49-F238E27FC236}">
                    <a16:creationId xmlns:a16="http://schemas.microsoft.com/office/drawing/2014/main" id="{0E27BAB6-2363-6B4C-C0B3-FFFDCEF1EE25}"/>
                  </a:ext>
                </a:extLst>
              </p:cNvPr>
              <p:cNvSpPr/>
              <p:nvPr/>
            </p:nvSpPr>
            <p:spPr>
              <a:xfrm>
                <a:off x="6732275" y="4656825"/>
                <a:ext cx="72850" cy="792553"/>
              </a:xfrm>
              <a:custGeom>
                <a:avLst/>
                <a:gdLst/>
                <a:ahLst/>
                <a:cxnLst/>
                <a:rect l="l" t="t" r="r" b="b"/>
                <a:pathLst>
                  <a:path w="2914" h="48780" extrusionOk="0">
                    <a:moveTo>
                      <a:pt x="1" y="48780"/>
                    </a:moveTo>
                    <a:lnTo>
                      <a:pt x="2913" y="48780"/>
                    </a:lnTo>
                    <a:lnTo>
                      <a:pt x="291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02E50"/>
                  </a:solidFill>
                </a:endParaRPr>
              </a:p>
            </p:txBody>
          </p:sp>
        </p:grpSp>
      </p:grpSp>
      <p:grpSp>
        <p:nvGrpSpPr>
          <p:cNvPr id="177" name="Google Shape;1117;p30">
            <a:extLst>
              <a:ext uri="{FF2B5EF4-FFF2-40B4-BE49-F238E27FC236}">
                <a16:creationId xmlns:a16="http://schemas.microsoft.com/office/drawing/2014/main" id="{A675547F-9FE0-F85C-DDBA-A78D00505348}"/>
              </a:ext>
            </a:extLst>
          </p:cNvPr>
          <p:cNvGrpSpPr/>
          <p:nvPr/>
        </p:nvGrpSpPr>
        <p:grpSpPr>
          <a:xfrm rot="21448977">
            <a:off x="-3381914" y="3204131"/>
            <a:ext cx="3235731" cy="895112"/>
            <a:chOff x="3962175" y="2631750"/>
            <a:chExt cx="3075700" cy="952625"/>
          </a:xfrm>
        </p:grpSpPr>
        <p:sp>
          <p:nvSpPr>
            <p:cNvPr id="178" name="Google Shape;1118;p30">
              <a:extLst>
                <a:ext uri="{FF2B5EF4-FFF2-40B4-BE49-F238E27FC236}">
                  <a16:creationId xmlns:a16="http://schemas.microsoft.com/office/drawing/2014/main" id="{853010D1-161C-8D57-B398-460126629A68}"/>
                </a:ext>
              </a:extLst>
            </p:cNvPr>
            <p:cNvSpPr/>
            <p:nvPr/>
          </p:nvSpPr>
          <p:spPr>
            <a:xfrm>
              <a:off x="3962175" y="3227750"/>
              <a:ext cx="3075700" cy="356625"/>
            </a:xfrm>
            <a:custGeom>
              <a:avLst/>
              <a:gdLst/>
              <a:ahLst/>
              <a:cxnLst/>
              <a:rect l="l" t="t" r="r" b="b"/>
              <a:pathLst>
                <a:path w="123028" h="14265" extrusionOk="0">
                  <a:moveTo>
                    <a:pt x="114046" y="1"/>
                  </a:moveTo>
                  <a:lnTo>
                    <a:pt x="114046" y="1239"/>
                  </a:lnTo>
                  <a:lnTo>
                    <a:pt x="114579" y="1239"/>
                  </a:lnTo>
                  <a:lnTo>
                    <a:pt x="114579" y="3167"/>
                  </a:lnTo>
                  <a:lnTo>
                    <a:pt x="109877" y="3167"/>
                  </a:lnTo>
                  <a:lnTo>
                    <a:pt x="109877" y="2728"/>
                  </a:lnTo>
                  <a:lnTo>
                    <a:pt x="108984" y="2728"/>
                  </a:lnTo>
                  <a:lnTo>
                    <a:pt x="108984" y="1913"/>
                  </a:lnTo>
                  <a:cubicBezTo>
                    <a:pt x="108984" y="1411"/>
                    <a:pt x="108513" y="1004"/>
                    <a:pt x="107980" y="1098"/>
                  </a:cubicBezTo>
                  <a:lnTo>
                    <a:pt x="107980" y="1098"/>
                  </a:lnTo>
                  <a:cubicBezTo>
                    <a:pt x="107573" y="1161"/>
                    <a:pt x="107291" y="1553"/>
                    <a:pt x="107291" y="1960"/>
                  </a:cubicBezTo>
                  <a:lnTo>
                    <a:pt x="107291" y="1960"/>
                  </a:lnTo>
                  <a:lnTo>
                    <a:pt x="107291" y="2728"/>
                  </a:lnTo>
                  <a:lnTo>
                    <a:pt x="106397" y="2728"/>
                  </a:lnTo>
                  <a:lnTo>
                    <a:pt x="106397" y="3167"/>
                  </a:lnTo>
                  <a:lnTo>
                    <a:pt x="105237" y="3167"/>
                  </a:lnTo>
                  <a:lnTo>
                    <a:pt x="105237" y="1615"/>
                  </a:lnTo>
                  <a:lnTo>
                    <a:pt x="103921" y="1615"/>
                  </a:lnTo>
                  <a:lnTo>
                    <a:pt x="103921" y="3167"/>
                  </a:lnTo>
                  <a:lnTo>
                    <a:pt x="100112" y="3167"/>
                  </a:lnTo>
                  <a:lnTo>
                    <a:pt x="100112" y="1521"/>
                  </a:lnTo>
                  <a:cubicBezTo>
                    <a:pt x="100112" y="675"/>
                    <a:pt x="99438" y="1"/>
                    <a:pt x="98591" y="1"/>
                  </a:cubicBezTo>
                  <a:lnTo>
                    <a:pt x="98591" y="1"/>
                  </a:lnTo>
                  <a:lnTo>
                    <a:pt x="88403" y="1"/>
                  </a:lnTo>
                  <a:cubicBezTo>
                    <a:pt x="87870" y="1"/>
                    <a:pt x="87431" y="440"/>
                    <a:pt x="87463" y="988"/>
                  </a:cubicBezTo>
                  <a:lnTo>
                    <a:pt x="87463" y="988"/>
                  </a:lnTo>
                  <a:cubicBezTo>
                    <a:pt x="87494" y="1490"/>
                    <a:pt x="87949" y="1882"/>
                    <a:pt x="88466" y="1882"/>
                  </a:cubicBezTo>
                  <a:lnTo>
                    <a:pt x="88466" y="1882"/>
                  </a:lnTo>
                  <a:lnTo>
                    <a:pt x="92149" y="1882"/>
                  </a:lnTo>
                  <a:cubicBezTo>
                    <a:pt x="92964" y="1882"/>
                    <a:pt x="93638" y="2540"/>
                    <a:pt x="93638" y="3355"/>
                  </a:cubicBezTo>
                  <a:lnTo>
                    <a:pt x="93638" y="3355"/>
                  </a:lnTo>
                  <a:lnTo>
                    <a:pt x="93638" y="5785"/>
                  </a:lnTo>
                  <a:cubicBezTo>
                    <a:pt x="93638" y="5988"/>
                    <a:pt x="93466" y="6161"/>
                    <a:pt x="93247" y="6161"/>
                  </a:cubicBezTo>
                  <a:lnTo>
                    <a:pt x="93247" y="6161"/>
                  </a:lnTo>
                  <a:lnTo>
                    <a:pt x="88293" y="6161"/>
                  </a:lnTo>
                  <a:cubicBezTo>
                    <a:pt x="87839" y="6161"/>
                    <a:pt x="87463" y="6537"/>
                    <a:pt x="87463" y="6992"/>
                  </a:cubicBezTo>
                  <a:lnTo>
                    <a:pt x="87463" y="6992"/>
                  </a:lnTo>
                  <a:lnTo>
                    <a:pt x="87463" y="9468"/>
                  </a:lnTo>
                  <a:cubicBezTo>
                    <a:pt x="87463" y="10299"/>
                    <a:pt x="87823" y="11036"/>
                    <a:pt x="88403" y="11537"/>
                  </a:cubicBezTo>
                  <a:lnTo>
                    <a:pt x="88403" y="11537"/>
                  </a:lnTo>
                  <a:cubicBezTo>
                    <a:pt x="88388" y="11615"/>
                    <a:pt x="88388" y="11678"/>
                    <a:pt x="88372" y="11741"/>
                  </a:cubicBezTo>
                  <a:lnTo>
                    <a:pt x="88372" y="11741"/>
                  </a:lnTo>
                  <a:lnTo>
                    <a:pt x="85221" y="11741"/>
                  </a:lnTo>
                  <a:lnTo>
                    <a:pt x="85221" y="3512"/>
                  </a:lnTo>
                  <a:cubicBezTo>
                    <a:pt x="85221" y="2430"/>
                    <a:pt x="84359" y="1553"/>
                    <a:pt x="83278" y="1553"/>
                  </a:cubicBezTo>
                  <a:lnTo>
                    <a:pt x="83278" y="1553"/>
                  </a:lnTo>
                  <a:lnTo>
                    <a:pt x="46083" y="1553"/>
                  </a:lnTo>
                  <a:cubicBezTo>
                    <a:pt x="45017" y="1553"/>
                    <a:pt x="44139" y="2430"/>
                    <a:pt x="44139" y="3512"/>
                  </a:cubicBezTo>
                  <a:lnTo>
                    <a:pt x="44139" y="3512"/>
                  </a:lnTo>
                  <a:lnTo>
                    <a:pt x="44139" y="10330"/>
                  </a:lnTo>
                  <a:lnTo>
                    <a:pt x="42211" y="10330"/>
                  </a:lnTo>
                  <a:lnTo>
                    <a:pt x="42211" y="3512"/>
                  </a:lnTo>
                  <a:cubicBezTo>
                    <a:pt x="42211" y="2430"/>
                    <a:pt x="41333" y="1553"/>
                    <a:pt x="40267" y="1553"/>
                  </a:cubicBezTo>
                  <a:lnTo>
                    <a:pt x="40267" y="1553"/>
                  </a:lnTo>
                  <a:lnTo>
                    <a:pt x="3072" y="1553"/>
                  </a:lnTo>
                  <a:cubicBezTo>
                    <a:pt x="2006" y="1553"/>
                    <a:pt x="1129" y="2430"/>
                    <a:pt x="1129" y="3512"/>
                  </a:cubicBezTo>
                  <a:lnTo>
                    <a:pt x="1129" y="3512"/>
                  </a:lnTo>
                  <a:lnTo>
                    <a:pt x="1129" y="10330"/>
                  </a:lnTo>
                  <a:lnTo>
                    <a:pt x="0" y="10330"/>
                  </a:lnTo>
                  <a:lnTo>
                    <a:pt x="0" y="11130"/>
                  </a:lnTo>
                  <a:lnTo>
                    <a:pt x="1129" y="11130"/>
                  </a:lnTo>
                  <a:lnTo>
                    <a:pt x="1129" y="12650"/>
                  </a:lnTo>
                  <a:lnTo>
                    <a:pt x="1865" y="12650"/>
                  </a:lnTo>
                  <a:cubicBezTo>
                    <a:pt x="1865" y="13481"/>
                    <a:pt x="2555" y="14170"/>
                    <a:pt x="3386" y="14170"/>
                  </a:cubicBezTo>
                  <a:lnTo>
                    <a:pt x="3386" y="14170"/>
                  </a:lnTo>
                  <a:cubicBezTo>
                    <a:pt x="4232" y="14170"/>
                    <a:pt x="4906" y="13481"/>
                    <a:pt x="4906" y="12650"/>
                  </a:cubicBezTo>
                  <a:lnTo>
                    <a:pt x="4906" y="12650"/>
                  </a:lnTo>
                  <a:lnTo>
                    <a:pt x="6113" y="12650"/>
                  </a:lnTo>
                  <a:cubicBezTo>
                    <a:pt x="6113" y="13481"/>
                    <a:pt x="6803" y="14170"/>
                    <a:pt x="7633" y="14170"/>
                  </a:cubicBezTo>
                  <a:lnTo>
                    <a:pt x="7633" y="14170"/>
                  </a:lnTo>
                  <a:cubicBezTo>
                    <a:pt x="8480" y="14170"/>
                    <a:pt x="9154" y="13481"/>
                    <a:pt x="9154" y="12650"/>
                  </a:cubicBezTo>
                  <a:lnTo>
                    <a:pt x="9154" y="12650"/>
                  </a:lnTo>
                  <a:lnTo>
                    <a:pt x="33966" y="12650"/>
                  </a:lnTo>
                  <a:cubicBezTo>
                    <a:pt x="33966" y="13481"/>
                    <a:pt x="34640" y="14170"/>
                    <a:pt x="35487" y="14170"/>
                  </a:cubicBezTo>
                  <a:lnTo>
                    <a:pt x="35487" y="14170"/>
                  </a:lnTo>
                  <a:cubicBezTo>
                    <a:pt x="36317" y="14170"/>
                    <a:pt x="37007" y="13481"/>
                    <a:pt x="37007" y="12650"/>
                  </a:cubicBezTo>
                  <a:lnTo>
                    <a:pt x="37007" y="12650"/>
                  </a:lnTo>
                  <a:lnTo>
                    <a:pt x="38198" y="12650"/>
                  </a:lnTo>
                  <a:cubicBezTo>
                    <a:pt x="38198" y="13481"/>
                    <a:pt x="38888" y="14170"/>
                    <a:pt x="39734" y="14170"/>
                  </a:cubicBezTo>
                  <a:lnTo>
                    <a:pt x="39734" y="14170"/>
                  </a:lnTo>
                  <a:cubicBezTo>
                    <a:pt x="40565" y="14170"/>
                    <a:pt x="41255" y="13481"/>
                    <a:pt x="41255" y="12650"/>
                  </a:cubicBezTo>
                  <a:lnTo>
                    <a:pt x="41255" y="12650"/>
                  </a:lnTo>
                  <a:lnTo>
                    <a:pt x="42211" y="12650"/>
                  </a:lnTo>
                  <a:lnTo>
                    <a:pt x="42211" y="11130"/>
                  </a:lnTo>
                  <a:lnTo>
                    <a:pt x="44139" y="11130"/>
                  </a:lnTo>
                  <a:lnTo>
                    <a:pt x="44139" y="12650"/>
                  </a:lnTo>
                  <a:lnTo>
                    <a:pt x="44876" y="12650"/>
                  </a:lnTo>
                  <a:cubicBezTo>
                    <a:pt x="44876" y="13481"/>
                    <a:pt x="45565" y="14170"/>
                    <a:pt x="46412" y="14170"/>
                  </a:cubicBezTo>
                  <a:lnTo>
                    <a:pt x="46412" y="14170"/>
                  </a:lnTo>
                  <a:cubicBezTo>
                    <a:pt x="47242" y="14170"/>
                    <a:pt x="47932" y="13481"/>
                    <a:pt x="47932" y="12650"/>
                  </a:cubicBezTo>
                  <a:lnTo>
                    <a:pt x="47932" y="12650"/>
                  </a:lnTo>
                  <a:lnTo>
                    <a:pt x="49123" y="12650"/>
                  </a:lnTo>
                  <a:cubicBezTo>
                    <a:pt x="49123" y="13481"/>
                    <a:pt x="49813" y="14170"/>
                    <a:pt x="50644" y="14170"/>
                  </a:cubicBezTo>
                  <a:lnTo>
                    <a:pt x="50644" y="14170"/>
                  </a:lnTo>
                  <a:cubicBezTo>
                    <a:pt x="51490" y="14170"/>
                    <a:pt x="52164" y="13481"/>
                    <a:pt x="52164" y="12650"/>
                  </a:cubicBezTo>
                  <a:lnTo>
                    <a:pt x="52164" y="12650"/>
                  </a:lnTo>
                  <a:lnTo>
                    <a:pt x="76977" y="12650"/>
                  </a:lnTo>
                  <a:cubicBezTo>
                    <a:pt x="76977" y="13481"/>
                    <a:pt x="77651" y="14170"/>
                    <a:pt x="78497" y="14170"/>
                  </a:cubicBezTo>
                  <a:lnTo>
                    <a:pt x="78497" y="14170"/>
                  </a:lnTo>
                  <a:cubicBezTo>
                    <a:pt x="79343" y="14170"/>
                    <a:pt x="80017" y="13481"/>
                    <a:pt x="80017" y="12650"/>
                  </a:cubicBezTo>
                  <a:lnTo>
                    <a:pt x="80017" y="12650"/>
                  </a:lnTo>
                  <a:lnTo>
                    <a:pt x="81224" y="12650"/>
                  </a:lnTo>
                  <a:cubicBezTo>
                    <a:pt x="81224" y="13481"/>
                    <a:pt x="81898" y="14170"/>
                    <a:pt x="82745" y="14170"/>
                  </a:cubicBezTo>
                  <a:lnTo>
                    <a:pt x="82745" y="14170"/>
                  </a:lnTo>
                  <a:cubicBezTo>
                    <a:pt x="83575" y="14170"/>
                    <a:pt x="84265" y="13481"/>
                    <a:pt x="84265" y="12650"/>
                  </a:cubicBezTo>
                  <a:lnTo>
                    <a:pt x="84265" y="12650"/>
                  </a:lnTo>
                  <a:lnTo>
                    <a:pt x="88497" y="12650"/>
                  </a:lnTo>
                  <a:cubicBezTo>
                    <a:pt x="88811" y="13528"/>
                    <a:pt x="89657" y="14170"/>
                    <a:pt x="90645" y="14170"/>
                  </a:cubicBezTo>
                  <a:lnTo>
                    <a:pt x="90645" y="14170"/>
                  </a:lnTo>
                  <a:cubicBezTo>
                    <a:pt x="91789" y="14170"/>
                    <a:pt x="92729" y="13340"/>
                    <a:pt x="92902" y="12258"/>
                  </a:cubicBezTo>
                  <a:lnTo>
                    <a:pt x="92902" y="12258"/>
                  </a:lnTo>
                  <a:lnTo>
                    <a:pt x="94939" y="12258"/>
                  </a:lnTo>
                  <a:cubicBezTo>
                    <a:pt x="95174" y="13340"/>
                    <a:pt x="96146" y="14170"/>
                    <a:pt x="97322" y="14170"/>
                  </a:cubicBezTo>
                  <a:lnTo>
                    <a:pt x="97322" y="14170"/>
                  </a:lnTo>
                  <a:cubicBezTo>
                    <a:pt x="98482" y="14170"/>
                    <a:pt x="99454" y="13340"/>
                    <a:pt x="99704" y="12258"/>
                  </a:cubicBezTo>
                  <a:lnTo>
                    <a:pt x="99704" y="12258"/>
                  </a:lnTo>
                  <a:lnTo>
                    <a:pt x="100535" y="12258"/>
                  </a:lnTo>
                  <a:cubicBezTo>
                    <a:pt x="100770" y="13340"/>
                    <a:pt x="101758" y="14170"/>
                    <a:pt x="102918" y="14170"/>
                  </a:cubicBezTo>
                  <a:lnTo>
                    <a:pt x="102918" y="14170"/>
                  </a:lnTo>
                  <a:cubicBezTo>
                    <a:pt x="104093" y="14170"/>
                    <a:pt x="105065" y="13340"/>
                    <a:pt x="105300" y="12258"/>
                  </a:cubicBezTo>
                  <a:lnTo>
                    <a:pt x="105300" y="12258"/>
                  </a:lnTo>
                  <a:lnTo>
                    <a:pt x="106601" y="12258"/>
                  </a:lnTo>
                  <a:cubicBezTo>
                    <a:pt x="106836" y="13340"/>
                    <a:pt x="107808" y="14170"/>
                    <a:pt x="108984" y="14170"/>
                  </a:cubicBezTo>
                  <a:lnTo>
                    <a:pt x="108984" y="14170"/>
                  </a:lnTo>
                  <a:cubicBezTo>
                    <a:pt x="110143" y="14170"/>
                    <a:pt x="111115" y="13340"/>
                    <a:pt x="111366" y="12258"/>
                  </a:cubicBezTo>
                  <a:lnTo>
                    <a:pt x="111366" y="12258"/>
                  </a:lnTo>
                  <a:lnTo>
                    <a:pt x="112197" y="12258"/>
                  </a:lnTo>
                  <a:cubicBezTo>
                    <a:pt x="112448" y="13340"/>
                    <a:pt x="113419" y="14170"/>
                    <a:pt x="114579" y="14170"/>
                  </a:cubicBezTo>
                  <a:lnTo>
                    <a:pt x="114579" y="14170"/>
                  </a:lnTo>
                  <a:cubicBezTo>
                    <a:pt x="115755" y="14170"/>
                    <a:pt x="116727" y="13340"/>
                    <a:pt x="116962" y="12258"/>
                  </a:cubicBezTo>
                  <a:lnTo>
                    <a:pt x="116962" y="12258"/>
                  </a:lnTo>
                  <a:lnTo>
                    <a:pt x="117244" y="12258"/>
                  </a:lnTo>
                  <a:cubicBezTo>
                    <a:pt x="117056" y="12525"/>
                    <a:pt x="116977" y="12854"/>
                    <a:pt x="117056" y="13230"/>
                  </a:cubicBezTo>
                  <a:lnTo>
                    <a:pt x="117056" y="13230"/>
                  </a:lnTo>
                  <a:cubicBezTo>
                    <a:pt x="117166" y="13684"/>
                    <a:pt x="117542" y="14061"/>
                    <a:pt x="118012" y="14139"/>
                  </a:cubicBezTo>
                  <a:lnTo>
                    <a:pt x="118012" y="14139"/>
                  </a:lnTo>
                  <a:cubicBezTo>
                    <a:pt x="118655" y="14264"/>
                    <a:pt x="119219" y="13888"/>
                    <a:pt x="119391" y="13324"/>
                  </a:cubicBezTo>
                  <a:lnTo>
                    <a:pt x="119391" y="13324"/>
                  </a:lnTo>
                  <a:cubicBezTo>
                    <a:pt x="122369" y="13308"/>
                    <a:pt x="123028" y="12556"/>
                    <a:pt x="123028" y="12556"/>
                  </a:cubicBezTo>
                  <a:lnTo>
                    <a:pt x="123028" y="12556"/>
                  </a:lnTo>
                  <a:lnTo>
                    <a:pt x="119783" y="9108"/>
                  </a:lnTo>
                  <a:lnTo>
                    <a:pt x="118749" y="9108"/>
                  </a:lnTo>
                  <a:cubicBezTo>
                    <a:pt x="120128" y="8841"/>
                    <a:pt x="121178" y="7619"/>
                    <a:pt x="121178" y="6161"/>
                  </a:cubicBezTo>
                  <a:lnTo>
                    <a:pt x="121178" y="6161"/>
                  </a:lnTo>
                  <a:cubicBezTo>
                    <a:pt x="121178" y="5330"/>
                    <a:pt x="120849" y="4578"/>
                    <a:pt x="120300" y="4045"/>
                  </a:cubicBezTo>
                  <a:lnTo>
                    <a:pt x="120300" y="4045"/>
                  </a:lnTo>
                  <a:cubicBezTo>
                    <a:pt x="119752" y="3496"/>
                    <a:pt x="118999" y="3167"/>
                    <a:pt x="118184" y="3167"/>
                  </a:cubicBezTo>
                  <a:lnTo>
                    <a:pt x="118184" y="3167"/>
                  </a:lnTo>
                  <a:lnTo>
                    <a:pt x="116068" y="3167"/>
                  </a:lnTo>
                  <a:lnTo>
                    <a:pt x="116068" y="1239"/>
                  </a:lnTo>
                  <a:lnTo>
                    <a:pt x="116601" y="1239"/>
                  </a:lnTo>
                  <a:lnTo>
                    <a:pt x="116601" y="1"/>
                  </a:lnTo>
                  <a:close/>
                  <a:moveTo>
                    <a:pt x="58214" y="11130"/>
                  </a:moveTo>
                  <a:lnTo>
                    <a:pt x="71146" y="11130"/>
                  </a:lnTo>
                  <a:lnTo>
                    <a:pt x="71146" y="11741"/>
                  </a:lnTo>
                  <a:lnTo>
                    <a:pt x="58214" y="11741"/>
                  </a:lnTo>
                  <a:close/>
                  <a:moveTo>
                    <a:pt x="15204" y="11130"/>
                  </a:moveTo>
                  <a:lnTo>
                    <a:pt x="28135" y="11130"/>
                  </a:lnTo>
                  <a:lnTo>
                    <a:pt x="28135" y="11741"/>
                  </a:lnTo>
                  <a:lnTo>
                    <a:pt x="15204" y="11741"/>
                  </a:lnTo>
                  <a:close/>
                </a:path>
              </a:pathLst>
            </a:custGeom>
            <a:solidFill>
              <a:srgbClr val="0913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9" name="Google Shape;1119;p30">
              <a:extLst>
                <a:ext uri="{FF2B5EF4-FFF2-40B4-BE49-F238E27FC236}">
                  <a16:creationId xmlns:a16="http://schemas.microsoft.com/office/drawing/2014/main" id="{E854E9AE-22FD-2516-2F6F-9D09652BD988}"/>
                </a:ext>
              </a:extLst>
            </p:cNvPr>
            <p:cNvSpPr/>
            <p:nvPr/>
          </p:nvSpPr>
          <p:spPr>
            <a:xfrm>
              <a:off x="6345450" y="3293600"/>
              <a:ext cx="84275" cy="84275"/>
            </a:xfrm>
            <a:custGeom>
              <a:avLst/>
              <a:gdLst/>
              <a:ahLst/>
              <a:cxnLst/>
              <a:rect l="l" t="t" r="r" b="b"/>
              <a:pathLst>
                <a:path w="3371" h="3371" extrusionOk="0">
                  <a:moveTo>
                    <a:pt x="1050" y="0"/>
                  </a:moveTo>
                  <a:cubicBezTo>
                    <a:pt x="470" y="0"/>
                    <a:pt x="0" y="470"/>
                    <a:pt x="0" y="1050"/>
                  </a:cubicBezTo>
                  <a:lnTo>
                    <a:pt x="0" y="2320"/>
                  </a:lnTo>
                  <a:cubicBezTo>
                    <a:pt x="0" y="2900"/>
                    <a:pt x="470" y="3370"/>
                    <a:pt x="1050" y="3370"/>
                  </a:cubicBezTo>
                  <a:lnTo>
                    <a:pt x="2320" y="3370"/>
                  </a:lnTo>
                  <a:cubicBezTo>
                    <a:pt x="2900" y="3370"/>
                    <a:pt x="3370" y="2900"/>
                    <a:pt x="3370" y="2320"/>
                  </a:cubicBezTo>
                  <a:lnTo>
                    <a:pt x="3370" y="1050"/>
                  </a:lnTo>
                  <a:cubicBezTo>
                    <a:pt x="3370" y="470"/>
                    <a:pt x="2900" y="0"/>
                    <a:pt x="232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120;p30">
              <a:extLst>
                <a:ext uri="{FF2B5EF4-FFF2-40B4-BE49-F238E27FC236}">
                  <a16:creationId xmlns:a16="http://schemas.microsoft.com/office/drawing/2014/main" id="{AB4E368D-7F12-B118-0449-3FC74DEF0786}"/>
                </a:ext>
              </a:extLst>
            </p:cNvPr>
            <p:cNvSpPr/>
            <p:nvPr/>
          </p:nvSpPr>
          <p:spPr>
            <a:xfrm>
              <a:off x="5924600" y="3351575"/>
              <a:ext cx="74475" cy="70575"/>
            </a:xfrm>
            <a:custGeom>
              <a:avLst/>
              <a:gdLst/>
              <a:ahLst/>
              <a:cxnLst/>
              <a:rect l="l" t="t" r="r" b="b"/>
              <a:pathLst>
                <a:path w="2979" h="2823" extrusionOk="0">
                  <a:moveTo>
                    <a:pt x="1050" y="1"/>
                  </a:moveTo>
                  <a:cubicBezTo>
                    <a:pt x="470" y="1"/>
                    <a:pt x="0" y="471"/>
                    <a:pt x="0" y="1051"/>
                  </a:cubicBezTo>
                  <a:lnTo>
                    <a:pt x="0" y="1788"/>
                  </a:lnTo>
                  <a:cubicBezTo>
                    <a:pt x="0" y="2368"/>
                    <a:pt x="470" y="2822"/>
                    <a:pt x="1050" y="2822"/>
                  </a:cubicBezTo>
                  <a:lnTo>
                    <a:pt x="1944" y="2822"/>
                  </a:lnTo>
                  <a:cubicBezTo>
                    <a:pt x="2508" y="2822"/>
                    <a:pt x="2978" y="2368"/>
                    <a:pt x="2978" y="1788"/>
                  </a:cubicBezTo>
                  <a:lnTo>
                    <a:pt x="2978" y="1051"/>
                  </a:lnTo>
                  <a:cubicBezTo>
                    <a:pt x="2978" y="471"/>
                    <a:pt x="2508"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121;p30">
              <a:extLst>
                <a:ext uri="{FF2B5EF4-FFF2-40B4-BE49-F238E27FC236}">
                  <a16:creationId xmlns:a16="http://schemas.microsoft.com/office/drawing/2014/main" id="{5935A253-8353-A39D-3B81-3E786EB5605B}"/>
                </a:ext>
              </a:extLst>
            </p:cNvPr>
            <p:cNvSpPr/>
            <p:nvPr/>
          </p:nvSpPr>
          <p:spPr>
            <a:xfrm>
              <a:off x="5812125" y="3351575"/>
              <a:ext cx="74475" cy="70575"/>
            </a:xfrm>
            <a:custGeom>
              <a:avLst/>
              <a:gdLst/>
              <a:ahLst/>
              <a:cxnLst/>
              <a:rect l="l" t="t" r="r" b="b"/>
              <a:pathLst>
                <a:path w="2979" h="2823" extrusionOk="0">
                  <a:moveTo>
                    <a:pt x="1035" y="1"/>
                  </a:moveTo>
                  <a:cubicBezTo>
                    <a:pt x="455" y="1"/>
                    <a:pt x="0" y="471"/>
                    <a:pt x="0" y="1051"/>
                  </a:cubicBezTo>
                  <a:lnTo>
                    <a:pt x="0" y="1788"/>
                  </a:lnTo>
                  <a:cubicBezTo>
                    <a:pt x="0" y="2368"/>
                    <a:pt x="455" y="2822"/>
                    <a:pt x="1035" y="2822"/>
                  </a:cubicBezTo>
                  <a:lnTo>
                    <a:pt x="1928" y="2822"/>
                  </a:lnTo>
                  <a:cubicBezTo>
                    <a:pt x="2508" y="2822"/>
                    <a:pt x="2979" y="2368"/>
                    <a:pt x="2979" y="1788"/>
                  </a:cubicBezTo>
                  <a:lnTo>
                    <a:pt x="2979" y="1051"/>
                  </a:lnTo>
                  <a:cubicBezTo>
                    <a:pt x="2979" y="471"/>
                    <a:pt x="2508" y="1"/>
                    <a:pt x="192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122;p30">
              <a:extLst>
                <a:ext uri="{FF2B5EF4-FFF2-40B4-BE49-F238E27FC236}">
                  <a16:creationId xmlns:a16="http://schemas.microsoft.com/office/drawing/2014/main" id="{44F999AA-0DFF-821C-A282-A85A4FB198A9}"/>
                </a:ext>
              </a:extLst>
            </p:cNvPr>
            <p:cNvSpPr/>
            <p:nvPr/>
          </p:nvSpPr>
          <p:spPr>
            <a:xfrm>
              <a:off x="5703575" y="3351575"/>
              <a:ext cx="74475" cy="70575"/>
            </a:xfrm>
            <a:custGeom>
              <a:avLst/>
              <a:gdLst/>
              <a:ahLst/>
              <a:cxnLst/>
              <a:rect l="l" t="t" r="r" b="b"/>
              <a:pathLst>
                <a:path w="2979" h="2823" extrusionOk="0">
                  <a:moveTo>
                    <a:pt x="1051" y="1"/>
                  </a:moveTo>
                  <a:cubicBezTo>
                    <a:pt x="471" y="1"/>
                    <a:pt x="1" y="471"/>
                    <a:pt x="1" y="1051"/>
                  </a:cubicBezTo>
                  <a:lnTo>
                    <a:pt x="1" y="1788"/>
                  </a:lnTo>
                  <a:cubicBezTo>
                    <a:pt x="1" y="2368"/>
                    <a:pt x="471" y="2822"/>
                    <a:pt x="1051" y="2822"/>
                  </a:cubicBezTo>
                  <a:lnTo>
                    <a:pt x="1944" y="2822"/>
                  </a:lnTo>
                  <a:cubicBezTo>
                    <a:pt x="2524" y="2822"/>
                    <a:pt x="2979" y="2368"/>
                    <a:pt x="2979" y="1788"/>
                  </a:cubicBezTo>
                  <a:lnTo>
                    <a:pt x="2979" y="1051"/>
                  </a:lnTo>
                  <a:cubicBezTo>
                    <a:pt x="2979"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123;p30">
              <a:extLst>
                <a:ext uri="{FF2B5EF4-FFF2-40B4-BE49-F238E27FC236}">
                  <a16:creationId xmlns:a16="http://schemas.microsoft.com/office/drawing/2014/main" id="{61097000-80A2-FCB3-851C-E63033E9CA25}"/>
                </a:ext>
              </a:extLst>
            </p:cNvPr>
            <p:cNvSpPr/>
            <p:nvPr/>
          </p:nvSpPr>
          <p:spPr>
            <a:xfrm>
              <a:off x="5595425" y="3351575"/>
              <a:ext cx="74475" cy="70575"/>
            </a:xfrm>
            <a:custGeom>
              <a:avLst/>
              <a:gdLst/>
              <a:ahLst/>
              <a:cxnLst/>
              <a:rect l="l" t="t" r="r" b="b"/>
              <a:pathLst>
                <a:path w="2979" h="2823" extrusionOk="0">
                  <a:moveTo>
                    <a:pt x="1035" y="1"/>
                  </a:moveTo>
                  <a:cubicBezTo>
                    <a:pt x="455" y="1"/>
                    <a:pt x="1" y="471"/>
                    <a:pt x="1" y="1051"/>
                  </a:cubicBezTo>
                  <a:lnTo>
                    <a:pt x="1" y="1788"/>
                  </a:lnTo>
                  <a:cubicBezTo>
                    <a:pt x="1" y="2368"/>
                    <a:pt x="455" y="2822"/>
                    <a:pt x="1035" y="2822"/>
                  </a:cubicBezTo>
                  <a:lnTo>
                    <a:pt x="1929" y="2822"/>
                  </a:lnTo>
                  <a:cubicBezTo>
                    <a:pt x="2508" y="2822"/>
                    <a:pt x="2979" y="2368"/>
                    <a:pt x="2979" y="1788"/>
                  </a:cubicBezTo>
                  <a:lnTo>
                    <a:pt x="2979" y="1051"/>
                  </a:lnTo>
                  <a:cubicBezTo>
                    <a:pt x="2979" y="471"/>
                    <a:pt x="2508" y="1"/>
                    <a:pt x="19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124;p30">
              <a:extLst>
                <a:ext uri="{FF2B5EF4-FFF2-40B4-BE49-F238E27FC236}">
                  <a16:creationId xmlns:a16="http://schemas.microsoft.com/office/drawing/2014/main" id="{C59E259B-4936-3650-16D7-E5BD6E2528DB}"/>
                </a:ext>
              </a:extLst>
            </p:cNvPr>
            <p:cNvSpPr/>
            <p:nvPr/>
          </p:nvSpPr>
          <p:spPr>
            <a:xfrm>
              <a:off x="5486875" y="3351575"/>
              <a:ext cx="74475" cy="70575"/>
            </a:xfrm>
            <a:custGeom>
              <a:avLst/>
              <a:gdLst/>
              <a:ahLst/>
              <a:cxnLst/>
              <a:rect l="l" t="t" r="r" b="b"/>
              <a:pathLst>
                <a:path w="2979" h="2823" extrusionOk="0">
                  <a:moveTo>
                    <a:pt x="1051" y="1"/>
                  </a:moveTo>
                  <a:cubicBezTo>
                    <a:pt x="471" y="1"/>
                    <a:pt x="1" y="471"/>
                    <a:pt x="1" y="1051"/>
                  </a:cubicBezTo>
                  <a:lnTo>
                    <a:pt x="1" y="1788"/>
                  </a:lnTo>
                  <a:cubicBezTo>
                    <a:pt x="1" y="2368"/>
                    <a:pt x="471" y="2822"/>
                    <a:pt x="1051" y="2822"/>
                  </a:cubicBezTo>
                  <a:lnTo>
                    <a:pt x="1944" y="2822"/>
                  </a:lnTo>
                  <a:cubicBezTo>
                    <a:pt x="2509" y="2822"/>
                    <a:pt x="2979" y="2368"/>
                    <a:pt x="2979" y="1788"/>
                  </a:cubicBezTo>
                  <a:lnTo>
                    <a:pt x="2979" y="1051"/>
                  </a:lnTo>
                  <a:cubicBezTo>
                    <a:pt x="2979" y="471"/>
                    <a:pt x="2509"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125;p30">
              <a:extLst>
                <a:ext uri="{FF2B5EF4-FFF2-40B4-BE49-F238E27FC236}">
                  <a16:creationId xmlns:a16="http://schemas.microsoft.com/office/drawing/2014/main" id="{5D648C6D-E290-B12A-1DDE-D0E8440BAF0C}"/>
                </a:ext>
              </a:extLst>
            </p:cNvPr>
            <p:cNvSpPr/>
            <p:nvPr/>
          </p:nvSpPr>
          <p:spPr>
            <a:xfrm>
              <a:off x="5378350" y="3351575"/>
              <a:ext cx="74850" cy="70575"/>
            </a:xfrm>
            <a:custGeom>
              <a:avLst/>
              <a:gdLst/>
              <a:ahLst/>
              <a:cxnLst/>
              <a:rect l="l" t="t" r="r" b="b"/>
              <a:pathLst>
                <a:path w="2994" h="2823" extrusionOk="0">
                  <a:moveTo>
                    <a:pt x="1050" y="1"/>
                  </a:moveTo>
                  <a:cubicBezTo>
                    <a:pt x="470" y="1"/>
                    <a:pt x="0" y="471"/>
                    <a:pt x="0" y="1051"/>
                  </a:cubicBezTo>
                  <a:lnTo>
                    <a:pt x="0" y="1788"/>
                  </a:lnTo>
                  <a:cubicBezTo>
                    <a:pt x="0" y="2368"/>
                    <a:pt x="470" y="2822"/>
                    <a:pt x="1050"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126;p30">
              <a:extLst>
                <a:ext uri="{FF2B5EF4-FFF2-40B4-BE49-F238E27FC236}">
                  <a16:creationId xmlns:a16="http://schemas.microsoft.com/office/drawing/2014/main" id="{504F9E0A-1DE4-AD93-7DBC-0E3F483D92E5}"/>
                </a:ext>
              </a:extLst>
            </p:cNvPr>
            <p:cNvSpPr/>
            <p:nvPr/>
          </p:nvSpPr>
          <p:spPr>
            <a:xfrm>
              <a:off x="5270175" y="3351575"/>
              <a:ext cx="74500" cy="70575"/>
            </a:xfrm>
            <a:custGeom>
              <a:avLst/>
              <a:gdLst/>
              <a:ahLst/>
              <a:cxnLst/>
              <a:rect l="l" t="t" r="r" b="b"/>
              <a:pathLst>
                <a:path w="2980" h="2823" extrusionOk="0">
                  <a:moveTo>
                    <a:pt x="1051" y="1"/>
                  </a:moveTo>
                  <a:cubicBezTo>
                    <a:pt x="471" y="1"/>
                    <a:pt x="1" y="471"/>
                    <a:pt x="1" y="1051"/>
                  </a:cubicBezTo>
                  <a:lnTo>
                    <a:pt x="1" y="1788"/>
                  </a:lnTo>
                  <a:cubicBezTo>
                    <a:pt x="1" y="2368"/>
                    <a:pt x="471" y="2822"/>
                    <a:pt x="1051" y="2822"/>
                  </a:cubicBezTo>
                  <a:lnTo>
                    <a:pt x="1945" y="2822"/>
                  </a:lnTo>
                  <a:cubicBezTo>
                    <a:pt x="2509" y="2822"/>
                    <a:pt x="2979" y="2368"/>
                    <a:pt x="2979" y="1788"/>
                  </a:cubicBezTo>
                  <a:lnTo>
                    <a:pt x="2979" y="1051"/>
                  </a:lnTo>
                  <a:cubicBezTo>
                    <a:pt x="2979" y="471"/>
                    <a:pt x="2509" y="1"/>
                    <a:pt x="194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127;p30">
              <a:extLst>
                <a:ext uri="{FF2B5EF4-FFF2-40B4-BE49-F238E27FC236}">
                  <a16:creationId xmlns:a16="http://schemas.microsoft.com/office/drawing/2014/main" id="{EF182FD7-A6E6-D7B0-59BD-52702772D4AB}"/>
                </a:ext>
              </a:extLst>
            </p:cNvPr>
            <p:cNvSpPr/>
            <p:nvPr/>
          </p:nvSpPr>
          <p:spPr>
            <a:xfrm>
              <a:off x="5161650" y="3351575"/>
              <a:ext cx="74850" cy="70575"/>
            </a:xfrm>
            <a:custGeom>
              <a:avLst/>
              <a:gdLst/>
              <a:ahLst/>
              <a:cxnLst/>
              <a:rect l="l" t="t" r="r" b="b"/>
              <a:pathLst>
                <a:path w="2994" h="2823" extrusionOk="0">
                  <a:moveTo>
                    <a:pt x="1050" y="1"/>
                  </a:moveTo>
                  <a:cubicBezTo>
                    <a:pt x="470" y="1"/>
                    <a:pt x="0" y="471"/>
                    <a:pt x="0" y="1051"/>
                  </a:cubicBezTo>
                  <a:lnTo>
                    <a:pt x="0" y="1788"/>
                  </a:lnTo>
                  <a:cubicBezTo>
                    <a:pt x="0" y="2368"/>
                    <a:pt x="470" y="2822"/>
                    <a:pt x="1050"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128;p30">
              <a:extLst>
                <a:ext uri="{FF2B5EF4-FFF2-40B4-BE49-F238E27FC236}">
                  <a16:creationId xmlns:a16="http://schemas.microsoft.com/office/drawing/2014/main" id="{26D238B6-66F7-1933-F9F3-8D919155BD71}"/>
                </a:ext>
              </a:extLst>
            </p:cNvPr>
            <p:cNvSpPr/>
            <p:nvPr/>
          </p:nvSpPr>
          <p:spPr>
            <a:xfrm>
              <a:off x="4849325" y="3351575"/>
              <a:ext cx="74475" cy="70575"/>
            </a:xfrm>
            <a:custGeom>
              <a:avLst/>
              <a:gdLst/>
              <a:ahLst/>
              <a:cxnLst/>
              <a:rect l="l" t="t" r="r" b="b"/>
              <a:pathLst>
                <a:path w="2979" h="2823" extrusionOk="0">
                  <a:moveTo>
                    <a:pt x="1035" y="1"/>
                  </a:moveTo>
                  <a:cubicBezTo>
                    <a:pt x="471" y="1"/>
                    <a:pt x="1" y="471"/>
                    <a:pt x="1" y="1051"/>
                  </a:cubicBezTo>
                  <a:lnTo>
                    <a:pt x="1" y="1788"/>
                  </a:lnTo>
                  <a:cubicBezTo>
                    <a:pt x="1" y="2368"/>
                    <a:pt x="471" y="2822"/>
                    <a:pt x="1035" y="2822"/>
                  </a:cubicBezTo>
                  <a:lnTo>
                    <a:pt x="1929" y="2822"/>
                  </a:lnTo>
                  <a:cubicBezTo>
                    <a:pt x="2509" y="2822"/>
                    <a:pt x="2979" y="2368"/>
                    <a:pt x="2979" y="1788"/>
                  </a:cubicBezTo>
                  <a:lnTo>
                    <a:pt x="2979" y="1051"/>
                  </a:lnTo>
                  <a:cubicBezTo>
                    <a:pt x="2979" y="471"/>
                    <a:pt x="2509" y="1"/>
                    <a:pt x="19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129;p30">
              <a:extLst>
                <a:ext uri="{FF2B5EF4-FFF2-40B4-BE49-F238E27FC236}">
                  <a16:creationId xmlns:a16="http://schemas.microsoft.com/office/drawing/2014/main" id="{560C08F4-2C21-73E7-B586-484905B41D70}"/>
                </a:ext>
              </a:extLst>
            </p:cNvPr>
            <p:cNvSpPr/>
            <p:nvPr/>
          </p:nvSpPr>
          <p:spPr>
            <a:xfrm>
              <a:off x="4736475" y="3351575"/>
              <a:ext cx="74875" cy="70575"/>
            </a:xfrm>
            <a:custGeom>
              <a:avLst/>
              <a:gdLst/>
              <a:ahLst/>
              <a:cxnLst/>
              <a:rect l="l" t="t" r="r" b="b"/>
              <a:pathLst>
                <a:path w="2995" h="2823" extrusionOk="0">
                  <a:moveTo>
                    <a:pt x="1051" y="1"/>
                  </a:moveTo>
                  <a:cubicBezTo>
                    <a:pt x="471" y="1"/>
                    <a:pt x="0" y="471"/>
                    <a:pt x="0" y="1051"/>
                  </a:cubicBezTo>
                  <a:lnTo>
                    <a:pt x="0" y="1788"/>
                  </a:lnTo>
                  <a:cubicBezTo>
                    <a:pt x="0" y="2368"/>
                    <a:pt x="471" y="2822"/>
                    <a:pt x="1051"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130;p30">
              <a:extLst>
                <a:ext uri="{FF2B5EF4-FFF2-40B4-BE49-F238E27FC236}">
                  <a16:creationId xmlns:a16="http://schemas.microsoft.com/office/drawing/2014/main" id="{A01FD428-6380-573A-A389-5DF82944F9F1}"/>
                </a:ext>
              </a:extLst>
            </p:cNvPr>
            <p:cNvSpPr/>
            <p:nvPr/>
          </p:nvSpPr>
          <p:spPr>
            <a:xfrm>
              <a:off x="4628325" y="3351575"/>
              <a:ext cx="74475" cy="70575"/>
            </a:xfrm>
            <a:custGeom>
              <a:avLst/>
              <a:gdLst/>
              <a:ahLst/>
              <a:cxnLst/>
              <a:rect l="l" t="t" r="r" b="b"/>
              <a:pathLst>
                <a:path w="2979" h="2823" extrusionOk="0">
                  <a:moveTo>
                    <a:pt x="1051" y="1"/>
                  </a:moveTo>
                  <a:cubicBezTo>
                    <a:pt x="471" y="1"/>
                    <a:pt x="0" y="471"/>
                    <a:pt x="0" y="1051"/>
                  </a:cubicBezTo>
                  <a:lnTo>
                    <a:pt x="0" y="1788"/>
                  </a:lnTo>
                  <a:cubicBezTo>
                    <a:pt x="0" y="2368"/>
                    <a:pt x="471" y="2822"/>
                    <a:pt x="1051" y="2822"/>
                  </a:cubicBezTo>
                  <a:lnTo>
                    <a:pt x="1944" y="2822"/>
                  </a:lnTo>
                  <a:cubicBezTo>
                    <a:pt x="2508" y="2822"/>
                    <a:pt x="2978" y="2368"/>
                    <a:pt x="2978" y="1788"/>
                  </a:cubicBezTo>
                  <a:lnTo>
                    <a:pt x="2978" y="1051"/>
                  </a:lnTo>
                  <a:cubicBezTo>
                    <a:pt x="2978" y="471"/>
                    <a:pt x="2508"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131;p30">
              <a:extLst>
                <a:ext uri="{FF2B5EF4-FFF2-40B4-BE49-F238E27FC236}">
                  <a16:creationId xmlns:a16="http://schemas.microsoft.com/office/drawing/2014/main" id="{447A0DE0-21EF-2A09-FE49-B24265824401}"/>
                </a:ext>
              </a:extLst>
            </p:cNvPr>
            <p:cNvSpPr/>
            <p:nvPr/>
          </p:nvSpPr>
          <p:spPr>
            <a:xfrm>
              <a:off x="4519775" y="3351575"/>
              <a:ext cx="74875" cy="70575"/>
            </a:xfrm>
            <a:custGeom>
              <a:avLst/>
              <a:gdLst/>
              <a:ahLst/>
              <a:cxnLst/>
              <a:rect l="l" t="t" r="r" b="b"/>
              <a:pathLst>
                <a:path w="2995" h="2823" extrusionOk="0">
                  <a:moveTo>
                    <a:pt x="1051" y="1"/>
                  </a:moveTo>
                  <a:cubicBezTo>
                    <a:pt x="471" y="1"/>
                    <a:pt x="1" y="471"/>
                    <a:pt x="1" y="1051"/>
                  </a:cubicBezTo>
                  <a:lnTo>
                    <a:pt x="1" y="1788"/>
                  </a:lnTo>
                  <a:cubicBezTo>
                    <a:pt x="1" y="2368"/>
                    <a:pt x="471" y="2822"/>
                    <a:pt x="1051"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132;p30">
              <a:extLst>
                <a:ext uri="{FF2B5EF4-FFF2-40B4-BE49-F238E27FC236}">
                  <a16:creationId xmlns:a16="http://schemas.microsoft.com/office/drawing/2014/main" id="{B9971F74-9B7A-FD79-DC4C-9B4E89CBF88C}"/>
                </a:ext>
              </a:extLst>
            </p:cNvPr>
            <p:cNvSpPr/>
            <p:nvPr/>
          </p:nvSpPr>
          <p:spPr>
            <a:xfrm>
              <a:off x="4411625" y="3351575"/>
              <a:ext cx="74475" cy="70575"/>
            </a:xfrm>
            <a:custGeom>
              <a:avLst/>
              <a:gdLst/>
              <a:ahLst/>
              <a:cxnLst/>
              <a:rect l="l" t="t" r="r" b="b"/>
              <a:pathLst>
                <a:path w="2979" h="2823" extrusionOk="0">
                  <a:moveTo>
                    <a:pt x="1035" y="1"/>
                  </a:moveTo>
                  <a:cubicBezTo>
                    <a:pt x="471" y="1"/>
                    <a:pt x="0" y="471"/>
                    <a:pt x="0" y="1051"/>
                  </a:cubicBezTo>
                  <a:lnTo>
                    <a:pt x="0" y="1788"/>
                  </a:lnTo>
                  <a:cubicBezTo>
                    <a:pt x="0" y="2368"/>
                    <a:pt x="471" y="2822"/>
                    <a:pt x="1035" y="2822"/>
                  </a:cubicBezTo>
                  <a:lnTo>
                    <a:pt x="1928" y="2822"/>
                  </a:lnTo>
                  <a:cubicBezTo>
                    <a:pt x="2508" y="2822"/>
                    <a:pt x="2979" y="2368"/>
                    <a:pt x="2979" y="1788"/>
                  </a:cubicBezTo>
                  <a:lnTo>
                    <a:pt x="2979" y="1051"/>
                  </a:lnTo>
                  <a:cubicBezTo>
                    <a:pt x="2979" y="471"/>
                    <a:pt x="2508" y="1"/>
                    <a:pt x="192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133;p30">
              <a:extLst>
                <a:ext uri="{FF2B5EF4-FFF2-40B4-BE49-F238E27FC236}">
                  <a16:creationId xmlns:a16="http://schemas.microsoft.com/office/drawing/2014/main" id="{3A27942E-2FBE-4710-B32D-D1DA5FF819EF}"/>
                </a:ext>
              </a:extLst>
            </p:cNvPr>
            <p:cNvSpPr/>
            <p:nvPr/>
          </p:nvSpPr>
          <p:spPr>
            <a:xfrm>
              <a:off x="4303075" y="3351575"/>
              <a:ext cx="74875" cy="70575"/>
            </a:xfrm>
            <a:custGeom>
              <a:avLst/>
              <a:gdLst/>
              <a:ahLst/>
              <a:cxnLst/>
              <a:rect l="l" t="t" r="r" b="b"/>
              <a:pathLst>
                <a:path w="2995" h="2823" extrusionOk="0">
                  <a:moveTo>
                    <a:pt x="1051" y="1"/>
                  </a:moveTo>
                  <a:cubicBezTo>
                    <a:pt x="471" y="1"/>
                    <a:pt x="1" y="471"/>
                    <a:pt x="1" y="1051"/>
                  </a:cubicBezTo>
                  <a:lnTo>
                    <a:pt x="1" y="1788"/>
                  </a:lnTo>
                  <a:cubicBezTo>
                    <a:pt x="1" y="2368"/>
                    <a:pt x="471" y="2822"/>
                    <a:pt x="1051"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134;p30">
              <a:extLst>
                <a:ext uri="{FF2B5EF4-FFF2-40B4-BE49-F238E27FC236}">
                  <a16:creationId xmlns:a16="http://schemas.microsoft.com/office/drawing/2014/main" id="{BE6DF44D-8ABE-F587-CB5A-32916345093D}"/>
                </a:ext>
              </a:extLst>
            </p:cNvPr>
            <p:cNvSpPr/>
            <p:nvPr/>
          </p:nvSpPr>
          <p:spPr>
            <a:xfrm>
              <a:off x="4194925" y="3351575"/>
              <a:ext cx="74475" cy="70575"/>
            </a:xfrm>
            <a:custGeom>
              <a:avLst/>
              <a:gdLst/>
              <a:ahLst/>
              <a:cxnLst/>
              <a:rect l="l" t="t" r="r" b="b"/>
              <a:pathLst>
                <a:path w="2979" h="2823" extrusionOk="0">
                  <a:moveTo>
                    <a:pt x="1035" y="1"/>
                  </a:moveTo>
                  <a:cubicBezTo>
                    <a:pt x="471" y="1"/>
                    <a:pt x="1" y="471"/>
                    <a:pt x="1" y="1051"/>
                  </a:cubicBezTo>
                  <a:lnTo>
                    <a:pt x="1" y="1788"/>
                  </a:lnTo>
                  <a:cubicBezTo>
                    <a:pt x="1" y="2368"/>
                    <a:pt x="471" y="2822"/>
                    <a:pt x="1035" y="2822"/>
                  </a:cubicBezTo>
                  <a:lnTo>
                    <a:pt x="1928" y="2822"/>
                  </a:lnTo>
                  <a:cubicBezTo>
                    <a:pt x="2508" y="2822"/>
                    <a:pt x="2979" y="2368"/>
                    <a:pt x="2979" y="1788"/>
                  </a:cubicBezTo>
                  <a:lnTo>
                    <a:pt x="2979" y="1051"/>
                  </a:lnTo>
                  <a:cubicBezTo>
                    <a:pt x="2979" y="471"/>
                    <a:pt x="2508" y="1"/>
                    <a:pt x="192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135;p30">
              <a:extLst>
                <a:ext uri="{FF2B5EF4-FFF2-40B4-BE49-F238E27FC236}">
                  <a16:creationId xmlns:a16="http://schemas.microsoft.com/office/drawing/2014/main" id="{037D31C3-3A8E-DD1C-4542-CB29EE79D7A0}"/>
                </a:ext>
              </a:extLst>
            </p:cNvPr>
            <p:cNvSpPr/>
            <p:nvPr/>
          </p:nvSpPr>
          <p:spPr>
            <a:xfrm>
              <a:off x="4086375" y="3351575"/>
              <a:ext cx="74875" cy="70575"/>
            </a:xfrm>
            <a:custGeom>
              <a:avLst/>
              <a:gdLst/>
              <a:ahLst/>
              <a:cxnLst/>
              <a:rect l="l" t="t" r="r" b="b"/>
              <a:pathLst>
                <a:path w="2995" h="2823" extrusionOk="0">
                  <a:moveTo>
                    <a:pt x="1051" y="1"/>
                  </a:moveTo>
                  <a:cubicBezTo>
                    <a:pt x="471" y="1"/>
                    <a:pt x="1" y="471"/>
                    <a:pt x="1" y="1051"/>
                  </a:cubicBezTo>
                  <a:lnTo>
                    <a:pt x="1" y="1788"/>
                  </a:lnTo>
                  <a:cubicBezTo>
                    <a:pt x="1" y="2368"/>
                    <a:pt x="471" y="2822"/>
                    <a:pt x="1051" y="2822"/>
                  </a:cubicBezTo>
                  <a:lnTo>
                    <a:pt x="1944" y="2822"/>
                  </a:lnTo>
                  <a:cubicBezTo>
                    <a:pt x="2524" y="2822"/>
                    <a:pt x="2995" y="2368"/>
                    <a:pt x="2995" y="1788"/>
                  </a:cubicBezTo>
                  <a:lnTo>
                    <a:pt x="2995" y="1051"/>
                  </a:lnTo>
                  <a:cubicBezTo>
                    <a:pt x="2995"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136;p30">
              <a:extLst>
                <a:ext uri="{FF2B5EF4-FFF2-40B4-BE49-F238E27FC236}">
                  <a16:creationId xmlns:a16="http://schemas.microsoft.com/office/drawing/2014/main" id="{742BB74A-2798-4840-D234-0AEA7C00540F}"/>
                </a:ext>
              </a:extLst>
            </p:cNvPr>
            <p:cNvSpPr/>
            <p:nvPr/>
          </p:nvSpPr>
          <p:spPr>
            <a:xfrm>
              <a:off x="4570325" y="2631750"/>
              <a:ext cx="2293575" cy="582700"/>
            </a:xfrm>
            <a:custGeom>
              <a:avLst/>
              <a:gdLst/>
              <a:ahLst/>
              <a:cxnLst/>
              <a:rect l="l" t="t" r="r" b="b"/>
              <a:pathLst>
                <a:path w="91743" h="23308" extrusionOk="0">
                  <a:moveTo>
                    <a:pt x="23857" y="188"/>
                  </a:moveTo>
                  <a:cubicBezTo>
                    <a:pt x="21694" y="658"/>
                    <a:pt x="19813" y="1944"/>
                    <a:pt x="17854" y="2947"/>
                  </a:cubicBezTo>
                  <a:lnTo>
                    <a:pt x="17854" y="2947"/>
                  </a:lnTo>
                  <a:cubicBezTo>
                    <a:pt x="15001" y="4420"/>
                    <a:pt x="11835" y="5376"/>
                    <a:pt x="8637" y="5282"/>
                  </a:cubicBezTo>
                  <a:lnTo>
                    <a:pt x="8637" y="5282"/>
                  </a:lnTo>
                  <a:cubicBezTo>
                    <a:pt x="5440" y="5204"/>
                    <a:pt x="2211" y="4013"/>
                    <a:pt x="1" y="1709"/>
                  </a:cubicBezTo>
                  <a:lnTo>
                    <a:pt x="1" y="1709"/>
                  </a:lnTo>
                  <a:cubicBezTo>
                    <a:pt x="251" y="3339"/>
                    <a:pt x="1458" y="4467"/>
                    <a:pt x="2963" y="5173"/>
                  </a:cubicBezTo>
                  <a:lnTo>
                    <a:pt x="2963" y="5173"/>
                  </a:lnTo>
                  <a:cubicBezTo>
                    <a:pt x="6082" y="6615"/>
                    <a:pt x="9672" y="7022"/>
                    <a:pt x="13026" y="6286"/>
                  </a:cubicBezTo>
                  <a:lnTo>
                    <a:pt x="13026" y="6286"/>
                  </a:lnTo>
                  <a:cubicBezTo>
                    <a:pt x="15910" y="5643"/>
                    <a:pt x="18559" y="4232"/>
                    <a:pt x="21365" y="3323"/>
                  </a:cubicBezTo>
                  <a:lnTo>
                    <a:pt x="21365" y="3323"/>
                  </a:lnTo>
                  <a:cubicBezTo>
                    <a:pt x="24170" y="2414"/>
                    <a:pt x="27384" y="2069"/>
                    <a:pt x="29954" y="3511"/>
                  </a:cubicBezTo>
                  <a:lnTo>
                    <a:pt x="29954" y="3511"/>
                  </a:lnTo>
                  <a:cubicBezTo>
                    <a:pt x="31804" y="4546"/>
                    <a:pt x="33058" y="6364"/>
                    <a:pt x="34735" y="7649"/>
                  </a:cubicBezTo>
                  <a:lnTo>
                    <a:pt x="34735" y="7649"/>
                  </a:lnTo>
                  <a:cubicBezTo>
                    <a:pt x="39108" y="11051"/>
                    <a:pt x="45440" y="10330"/>
                    <a:pt x="50629" y="8386"/>
                  </a:cubicBezTo>
                  <a:lnTo>
                    <a:pt x="50629" y="8386"/>
                  </a:lnTo>
                  <a:cubicBezTo>
                    <a:pt x="52274" y="7775"/>
                    <a:pt x="53905" y="7038"/>
                    <a:pt x="55644" y="6803"/>
                  </a:cubicBezTo>
                  <a:lnTo>
                    <a:pt x="55644" y="6803"/>
                  </a:lnTo>
                  <a:cubicBezTo>
                    <a:pt x="57384" y="6552"/>
                    <a:pt x="59312" y="6897"/>
                    <a:pt x="60550" y="8135"/>
                  </a:cubicBezTo>
                  <a:lnTo>
                    <a:pt x="60550" y="8135"/>
                  </a:lnTo>
                  <a:cubicBezTo>
                    <a:pt x="61851" y="9452"/>
                    <a:pt x="62149" y="11489"/>
                    <a:pt x="63340" y="12916"/>
                  </a:cubicBezTo>
                  <a:lnTo>
                    <a:pt x="63340" y="12916"/>
                  </a:lnTo>
                  <a:cubicBezTo>
                    <a:pt x="64516" y="14326"/>
                    <a:pt x="66413" y="14922"/>
                    <a:pt x="68231" y="15126"/>
                  </a:cubicBezTo>
                  <a:lnTo>
                    <a:pt x="68231" y="15126"/>
                  </a:lnTo>
                  <a:cubicBezTo>
                    <a:pt x="73215" y="15690"/>
                    <a:pt x="76648" y="12571"/>
                    <a:pt x="81397" y="12383"/>
                  </a:cubicBezTo>
                  <a:lnTo>
                    <a:pt x="81397" y="12383"/>
                  </a:lnTo>
                  <a:cubicBezTo>
                    <a:pt x="83200" y="12305"/>
                    <a:pt x="85081" y="12712"/>
                    <a:pt x="86476" y="13841"/>
                  </a:cubicBezTo>
                  <a:lnTo>
                    <a:pt x="86476" y="13841"/>
                  </a:lnTo>
                  <a:cubicBezTo>
                    <a:pt x="87479" y="14656"/>
                    <a:pt x="88169" y="15800"/>
                    <a:pt x="88796" y="16944"/>
                  </a:cubicBezTo>
                  <a:lnTo>
                    <a:pt x="88796" y="16944"/>
                  </a:lnTo>
                  <a:cubicBezTo>
                    <a:pt x="89877" y="18935"/>
                    <a:pt x="90833" y="21051"/>
                    <a:pt x="91225" y="23292"/>
                  </a:cubicBezTo>
                  <a:lnTo>
                    <a:pt x="91225" y="23292"/>
                  </a:lnTo>
                  <a:lnTo>
                    <a:pt x="91398" y="23308"/>
                  </a:lnTo>
                  <a:cubicBezTo>
                    <a:pt x="91742" y="20048"/>
                    <a:pt x="91492" y="16631"/>
                    <a:pt x="89940" y="13747"/>
                  </a:cubicBezTo>
                  <a:lnTo>
                    <a:pt x="89940" y="13747"/>
                  </a:lnTo>
                  <a:cubicBezTo>
                    <a:pt x="88388" y="10862"/>
                    <a:pt x="85332" y="8637"/>
                    <a:pt x="82056" y="8746"/>
                  </a:cubicBezTo>
                  <a:lnTo>
                    <a:pt x="82056" y="8746"/>
                  </a:lnTo>
                  <a:cubicBezTo>
                    <a:pt x="79846" y="8809"/>
                    <a:pt x="77808" y="9891"/>
                    <a:pt x="75723" y="10643"/>
                  </a:cubicBezTo>
                  <a:lnTo>
                    <a:pt x="75723" y="10643"/>
                  </a:lnTo>
                  <a:cubicBezTo>
                    <a:pt x="73544" y="11411"/>
                    <a:pt x="71240" y="11819"/>
                    <a:pt x="68936" y="11850"/>
                  </a:cubicBezTo>
                  <a:lnTo>
                    <a:pt x="68936" y="11850"/>
                  </a:lnTo>
                  <a:cubicBezTo>
                    <a:pt x="67745" y="11881"/>
                    <a:pt x="66491" y="11787"/>
                    <a:pt x="65425" y="11223"/>
                  </a:cubicBezTo>
                  <a:lnTo>
                    <a:pt x="65425" y="11223"/>
                  </a:lnTo>
                  <a:cubicBezTo>
                    <a:pt x="63654" y="10314"/>
                    <a:pt x="62714" y="8370"/>
                    <a:pt x="61334" y="6944"/>
                  </a:cubicBezTo>
                  <a:lnTo>
                    <a:pt x="61334" y="6944"/>
                  </a:lnTo>
                  <a:cubicBezTo>
                    <a:pt x="57839" y="3370"/>
                    <a:pt x="51977" y="3574"/>
                    <a:pt x="47243" y="5188"/>
                  </a:cubicBezTo>
                  <a:lnTo>
                    <a:pt x="47243" y="5188"/>
                  </a:lnTo>
                  <a:cubicBezTo>
                    <a:pt x="45064" y="5925"/>
                    <a:pt x="42838" y="6913"/>
                    <a:pt x="40581" y="6521"/>
                  </a:cubicBezTo>
                  <a:lnTo>
                    <a:pt x="40581" y="6521"/>
                  </a:lnTo>
                  <a:cubicBezTo>
                    <a:pt x="39030" y="6239"/>
                    <a:pt x="37682" y="5345"/>
                    <a:pt x="36381" y="4452"/>
                  </a:cubicBezTo>
                  <a:lnTo>
                    <a:pt x="36381" y="4452"/>
                  </a:lnTo>
                  <a:cubicBezTo>
                    <a:pt x="33152" y="2273"/>
                    <a:pt x="29515" y="0"/>
                    <a:pt x="25738" y="0"/>
                  </a:cubicBezTo>
                  <a:lnTo>
                    <a:pt x="25738" y="0"/>
                  </a:lnTo>
                  <a:cubicBezTo>
                    <a:pt x="25111" y="0"/>
                    <a:pt x="24484" y="63"/>
                    <a:pt x="23857" y="188"/>
                  </a:cubicBezTo>
                </a:path>
              </a:pathLst>
            </a:custGeom>
            <a:solidFill>
              <a:srgbClr val="FFFFFF">
                <a:alpha val="410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 name="Freeform 36"/>
          <p:cNvSpPr/>
          <p:nvPr/>
        </p:nvSpPr>
        <p:spPr>
          <a:xfrm>
            <a:off x="7596504" y="2181125"/>
            <a:ext cx="2353043" cy="3308282"/>
          </a:xfrm>
          <a:custGeom>
            <a:avLst/>
            <a:gdLst/>
            <a:ahLst/>
            <a:cxnLst/>
            <a:rect l="l" t="t" r="r" b="b"/>
            <a:pathLst>
              <a:path w="4706086" h="6616564">
                <a:moveTo>
                  <a:pt x="0" y="0"/>
                </a:moveTo>
                <a:lnTo>
                  <a:pt x="4706086" y="0"/>
                </a:lnTo>
                <a:lnTo>
                  <a:pt x="4706086" y="6616564"/>
                </a:lnTo>
                <a:lnTo>
                  <a:pt x="0" y="6616564"/>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txBody>
          <a:bodyPr/>
          <a:lstStyle/>
          <a:p>
            <a:endParaRPr lang="en-US"/>
          </a:p>
        </p:txBody>
      </p:sp>
      <p:sp>
        <p:nvSpPr>
          <p:cNvPr id="227" name="Slide Number Placeholder 226">
            <a:extLst>
              <a:ext uri="{FF2B5EF4-FFF2-40B4-BE49-F238E27FC236}">
                <a16:creationId xmlns:a16="http://schemas.microsoft.com/office/drawing/2014/main" id="{8B152C21-068D-9864-642E-8DE1B35DAE4E}"/>
              </a:ext>
            </a:extLst>
          </p:cNvPr>
          <p:cNvSpPr>
            <a:spLocks noGrp="1"/>
          </p:cNvSpPr>
          <p:nvPr>
            <p:ph type="sldNum" sz="quarter" idx="12"/>
          </p:nvPr>
        </p:nvSpPr>
        <p:spPr/>
        <p:txBody>
          <a:bodyPr/>
          <a:lstStyle/>
          <a:p>
            <a:fld id="{B6F15528-21DE-4FAA-801E-634DDDAF4B2B}" type="slidenum">
              <a:rPr lang="en-US" smtClean="0"/>
              <a:pPr/>
              <a:t>3</a:t>
            </a:fld>
            <a:endParaRPr 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61"/>
                                        </p:tgtEl>
                                        <p:attrNameLst>
                                          <p:attrName>style.visibility</p:attrName>
                                        </p:attrNameLst>
                                      </p:cBhvr>
                                      <p:to>
                                        <p:strVal val="visible"/>
                                      </p:to>
                                    </p:set>
                                    <p:animEffect transition="in" filter="fade">
                                      <p:cBhvr>
                                        <p:cTn id="7" dur="500"/>
                                        <p:tgtEl>
                                          <p:spTgt spid="61"/>
                                        </p:tgtEl>
                                      </p:cBhvr>
                                    </p:animEffect>
                                    <p:anim calcmode="lin" valueType="num">
                                      <p:cBhvr>
                                        <p:cTn id="8" dur="500" fill="hold"/>
                                        <p:tgtEl>
                                          <p:spTgt spid="61"/>
                                        </p:tgtEl>
                                        <p:attrNameLst>
                                          <p:attrName>ppt_x</p:attrName>
                                        </p:attrNameLst>
                                      </p:cBhvr>
                                      <p:tavLst>
                                        <p:tav tm="0">
                                          <p:val>
                                            <p:strVal val="#ppt_x"/>
                                          </p:val>
                                        </p:tav>
                                        <p:tav tm="100000">
                                          <p:val>
                                            <p:strVal val="#ppt_x"/>
                                          </p:val>
                                        </p:tav>
                                      </p:tavLst>
                                    </p:anim>
                                    <p:anim calcmode="lin" valueType="num">
                                      <p:cBhvr>
                                        <p:cTn id="9" dur="500" fill="hold"/>
                                        <p:tgtEl>
                                          <p:spTgt spid="61"/>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62">
                                            <p:txEl>
                                              <p:pRg st="0" end="0"/>
                                            </p:txEl>
                                          </p:spTgt>
                                        </p:tgtEl>
                                        <p:attrNameLst>
                                          <p:attrName>style.visibility</p:attrName>
                                        </p:attrNameLst>
                                      </p:cBhvr>
                                      <p:to>
                                        <p:strVal val="visible"/>
                                      </p:to>
                                    </p:set>
                                    <p:animEffect transition="in" filter="fade">
                                      <p:cBhvr>
                                        <p:cTn id="12" dur="500"/>
                                        <p:tgtEl>
                                          <p:spTgt spid="62">
                                            <p:txEl>
                                              <p:pRg st="0" end="0"/>
                                            </p:txEl>
                                          </p:spTgt>
                                        </p:tgtEl>
                                      </p:cBhvr>
                                    </p:animEffect>
                                    <p:anim calcmode="lin" valueType="num">
                                      <p:cBhvr>
                                        <p:cTn id="13" dur="500" fill="hold"/>
                                        <p:tgtEl>
                                          <p:spTgt spid="62">
                                            <p:txEl>
                                              <p:pRg st="0" end="0"/>
                                            </p:txEl>
                                          </p:spTgt>
                                        </p:tgtEl>
                                        <p:attrNameLst>
                                          <p:attrName>ppt_x</p:attrName>
                                        </p:attrNameLst>
                                      </p:cBhvr>
                                      <p:tavLst>
                                        <p:tav tm="0">
                                          <p:val>
                                            <p:strVal val="#ppt_x"/>
                                          </p:val>
                                        </p:tav>
                                        <p:tav tm="100000">
                                          <p:val>
                                            <p:strVal val="#ppt_x"/>
                                          </p:val>
                                        </p:tav>
                                      </p:tavLst>
                                    </p:anim>
                                    <p:anim calcmode="lin" valueType="num">
                                      <p:cBhvr>
                                        <p:cTn id="14" dur="500" fill="hold"/>
                                        <p:tgtEl>
                                          <p:spTgt spid="62">
                                            <p:txEl>
                                              <p:pRg st="0" end="0"/>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65">
                                            <p:txEl>
                                              <p:pRg st="0" end="0"/>
                                            </p:txEl>
                                          </p:spTgt>
                                        </p:tgtEl>
                                        <p:attrNameLst>
                                          <p:attrName>style.visibility</p:attrName>
                                        </p:attrNameLst>
                                      </p:cBhvr>
                                      <p:to>
                                        <p:strVal val="visible"/>
                                      </p:to>
                                    </p:set>
                                    <p:animEffect transition="in" filter="fade">
                                      <p:cBhvr>
                                        <p:cTn id="17" dur="500"/>
                                        <p:tgtEl>
                                          <p:spTgt spid="65">
                                            <p:txEl>
                                              <p:pRg st="0" end="0"/>
                                            </p:txEl>
                                          </p:spTgt>
                                        </p:tgtEl>
                                      </p:cBhvr>
                                    </p:animEffect>
                                    <p:anim calcmode="lin" valueType="num">
                                      <p:cBhvr>
                                        <p:cTn id="18" dur="500" fill="hold"/>
                                        <p:tgtEl>
                                          <p:spTgt spid="65">
                                            <p:txEl>
                                              <p:pRg st="0" end="0"/>
                                            </p:txEl>
                                          </p:spTgt>
                                        </p:tgtEl>
                                        <p:attrNameLst>
                                          <p:attrName>ppt_x</p:attrName>
                                        </p:attrNameLst>
                                      </p:cBhvr>
                                      <p:tavLst>
                                        <p:tav tm="0">
                                          <p:val>
                                            <p:strVal val="#ppt_x"/>
                                          </p:val>
                                        </p:tav>
                                        <p:tav tm="100000">
                                          <p:val>
                                            <p:strVal val="#ppt_x"/>
                                          </p:val>
                                        </p:tav>
                                      </p:tavLst>
                                    </p:anim>
                                    <p:anim calcmode="lin" valueType="num">
                                      <p:cBhvr>
                                        <p:cTn id="19" dur="500" fill="hold"/>
                                        <p:tgtEl>
                                          <p:spTgt spid="65">
                                            <p:txEl>
                                              <p:pRg st="0" end="0"/>
                                            </p:txEl>
                                          </p:spTgt>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67"/>
                                        </p:tgtEl>
                                        <p:attrNameLst>
                                          <p:attrName>style.visibility</p:attrName>
                                        </p:attrNameLst>
                                      </p:cBhvr>
                                      <p:to>
                                        <p:strVal val="visible"/>
                                      </p:to>
                                    </p:set>
                                    <p:animEffect transition="in" filter="fade">
                                      <p:cBhvr>
                                        <p:cTn id="22" dur="500"/>
                                        <p:tgtEl>
                                          <p:spTgt spid="67"/>
                                        </p:tgtEl>
                                      </p:cBhvr>
                                    </p:animEffect>
                                    <p:anim calcmode="lin" valueType="num">
                                      <p:cBhvr>
                                        <p:cTn id="23" dur="500" fill="hold"/>
                                        <p:tgtEl>
                                          <p:spTgt spid="67"/>
                                        </p:tgtEl>
                                        <p:attrNameLst>
                                          <p:attrName>ppt_x</p:attrName>
                                        </p:attrNameLst>
                                      </p:cBhvr>
                                      <p:tavLst>
                                        <p:tav tm="0">
                                          <p:val>
                                            <p:strVal val="#ppt_x"/>
                                          </p:val>
                                        </p:tav>
                                        <p:tav tm="100000">
                                          <p:val>
                                            <p:strVal val="#ppt_x"/>
                                          </p:val>
                                        </p:tav>
                                      </p:tavLst>
                                    </p:anim>
                                    <p:anim calcmode="lin" valueType="num">
                                      <p:cBhvr>
                                        <p:cTn id="24" dur="500" fill="hold"/>
                                        <p:tgtEl>
                                          <p:spTgt spid="67"/>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64"/>
                                        </p:tgtEl>
                                        <p:attrNameLst>
                                          <p:attrName>style.visibility</p:attrName>
                                        </p:attrNameLst>
                                      </p:cBhvr>
                                      <p:to>
                                        <p:strVal val="visible"/>
                                      </p:to>
                                    </p:set>
                                    <p:animEffect transition="in" filter="fade">
                                      <p:cBhvr>
                                        <p:cTn id="27" dur="500"/>
                                        <p:tgtEl>
                                          <p:spTgt spid="64"/>
                                        </p:tgtEl>
                                      </p:cBhvr>
                                    </p:animEffect>
                                    <p:anim calcmode="lin" valueType="num">
                                      <p:cBhvr>
                                        <p:cTn id="28" dur="500" fill="hold"/>
                                        <p:tgtEl>
                                          <p:spTgt spid="64"/>
                                        </p:tgtEl>
                                        <p:attrNameLst>
                                          <p:attrName>ppt_x</p:attrName>
                                        </p:attrNameLst>
                                      </p:cBhvr>
                                      <p:tavLst>
                                        <p:tav tm="0">
                                          <p:val>
                                            <p:strVal val="#ppt_x"/>
                                          </p:val>
                                        </p:tav>
                                        <p:tav tm="100000">
                                          <p:val>
                                            <p:strVal val="#ppt_x"/>
                                          </p:val>
                                        </p:tav>
                                      </p:tavLst>
                                    </p:anim>
                                    <p:anim calcmode="lin" valueType="num">
                                      <p:cBhvr>
                                        <p:cTn id="29" dur="500" fill="hold"/>
                                        <p:tgtEl>
                                          <p:spTgt spid="64"/>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63">
                                            <p:txEl>
                                              <p:pRg st="0" end="0"/>
                                            </p:txEl>
                                          </p:spTgt>
                                        </p:tgtEl>
                                        <p:attrNameLst>
                                          <p:attrName>style.visibility</p:attrName>
                                        </p:attrNameLst>
                                      </p:cBhvr>
                                      <p:to>
                                        <p:strVal val="visible"/>
                                      </p:to>
                                    </p:set>
                                    <p:animEffect transition="in" filter="fade">
                                      <p:cBhvr>
                                        <p:cTn id="32" dur="500"/>
                                        <p:tgtEl>
                                          <p:spTgt spid="63">
                                            <p:txEl>
                                              <p:pRg st="0" end="0"/>
                                            </p:txEl>
                                          </p:spTgt>
                                        </p:tgtEl>
                                      </p:cBhvr>
                                    </p:animEffect>
                                    <p:anim calcmode="lin" valueType="num">
                                      <p:cBhvr>
                                        <p:cTn id="33" dur="500" fill="hold"/>
                                        <p:tgtEl>
                                          <p:spTgt spid="63">
                                            <p:txEl>
                                              <p:pRg st="0" end="0"/>
                                            </p:txEl>
                                          </p:spTgt>
                                        </p:tgtEl>
                                        <p:attrNameLst>
                                          <p:attrName>ppt_x</p:attrName>
                                        </p:attrNameLst>
                                      </p:cBhvr>
                                      <p:tavLst>
                                        <p:tav tm="0">
                                          <p:val>
                                            <p:strVal val="#ppt_x"/>
                                          </p:val>
                                        </p:tav>
                                        <p:tav tm="100000">
                                          <p:val>
                                            <p:strVal val="#ppt_x"/>
                                          </p:val>
                                        </p:tav>
                                      </p:tavLst>
                                    </p:anim>
                                    <p:anim calcmode="lin" valueType="num">
                                      <p:cBhvr>
                                        <p:cTn id="34" dur="500" fill="hold"/>
                                        <p:tgtEl>
                                          <p:spTgt spid="63">
                                            <p:txEl>
                                              <p:pRg st="0" end="0"/>
                                            </p:txEl>
                                          </p:spTgt>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68"/>
                                        </p:tgtEl>
                                        <p:attrNameLst>
                                          <p:attrName>style.visibility</p:attrName>
                                        </p:attrNameLst>
                                      </p:cBhvr>
                                      <p:to>
                                        <p:strVal val="visible"/>
                                      </p:to>
                                    </p:set>
                                    <p:animEffect transition="in" filter="fade">
                                      <p:cBhvr>
                                        <p:cTn id="37" dur="500"/>
                                        <p:tgtEl>
                                          <p:spTgt spid="68"/>
                                        </p:tgtEl>
                                      </p:cBhvr>
                                    </p:animEffect>
                                    <p:anim calcmode="lin" valueType="num">
                                      <p:cBhvr>
                                        <p:cTn id="38" dur="500" fill="hold"/>
                                        <p:tgtEl>
                                          <p:spTgt spid="68"/>
                                        </p:tgtEl>
                                        <p:attrNameLst>
                                          <p:attrName>ppt_x</p:attrName>
                                        </p:attrNameLst>
                                      </p:cBhvr>
                                      <p:tavLst>
                                        <p:tav tm="0">
                                          <p:val>
                                            <p:strVal val="#ppt_x"/>
                                          </p:val>
                                        </p:tav>
                                        <p:tav tm="100000">
                                          <p:val>
                                            <p:strVal val="#ppt_x"/>
                                          </p:val>
                                        </p:tav>
                                      </p:tavLst>
                                    </p:anim>
                                    <p:anim calcmode="lin" valueType="num">
                                      <p:cBhvr>
                                        <p:cTn id="39" dur="500" fill="hold"/>
                                        <p:tgtEl>
                                          <p:spTgt spid="68"/>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66">
                                            <p:txEl>
                                              <p:pRg st="0" end="0"/>
                                            </p:txEl>
                                          </p:spTgt>
                                        </p:tgtEl>
                                        <p:attrNameLst>
                                          <p:attrName>style.visibility</p:attrName>
                                        </p:attrNameLst>
                                      </p:cBhvr>
                                      <p:to>
                                        <p:strVal val="visible"/>
                                      </p:to>
                                    </p:set>
                                    <p:animEffect transition="in" filter="fade">
                                      <p:cBhvr>
                                        <p:cTn id="42" dur="500"/>
                                        <p:tgtEl>
                                          <p:spTgt spid="66">
                                            <p:txEl>
                                              <p:pRg st="0" end="0"/>
                                            </p:txEl>
                                          </p:spTgt>
                                        </p:tgtEl>
                                      </p:cBhvr>
                                    </p:animEffect>
                                    <p:anim calcmode="lin" valueType="num">
                                      <p:cBhvr>
                                        <p:cTn id="43" dur="500" fill="hold"/>
                                        <p:tgtEl>
                                          <p:spTgt spid="66">
                                            <p:txEl>
                                              <p:pRg st="0" end="0"/>
                                            </p:txEl>
                                          </p:spTgt>
                                        </p:tgtEl>
                                        <p:attrNameLst>
                                          <p:attrName>ppt_x</p:attrName>
                                        </p:attrNameLst>
                                      </p:cBhvr>
                                      <p:tavLst>
                                        <p:tav tm="0">
                                          <p:val>
                                            <p:strVal val="#ppt_x"/>
                                          </p:val>
                                        </p:tav>
                                        <p:tav tm="100000">
                                          <p:val>
                                            <p:strVal val="#ppt_x"/>
                                          </p:val>
                                        </p:tav>
                                      </p:tavLst>
                                    </p:anim>
                                    <p:anim calcmode="lin" valueType="num">
                                      <p:cBhvr>
                                        <p:cTn id="44" dur="500" fill="hold"/>
                                        <p:tgtEl>
                                          <p:spTgt spid="66">
                                            <p:txEl>
                                              <p:pRg st="0" end="0"/>
                                            </p:txEl>
                                          </p:spTgt>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0"/>
                                  </p:stCondLst>
                                  <p:childTnLst>
                                    <p:set>
                                      <p:cBhvr>
                                        <p:cTn id="46" dur="1" fill="hold">
                                          <p:stCondLst>
                                            <p:cond delay="0"/>
                                          </p:stCondLst>
                                        </p:cTn>
                                        <p:tgtEl>
                                          <p:spTgt spid="75"/>
                                        </p:tgtEl>
                                        <p:attrNameLst>
                                          <p:attrName>style.visibility</p:attrName>
                                        </p:attrNameLst>
                                      </p:cBhvr>
                                      <p:to>
                                        <p:strVal val="visible"/>
                                      </p:to>
                                    </p:set>
                                    <p:animEffect transition="in" filter="fade">
                                      <p:cBhvr>
                                        <p:cTn id="47" dur="500"/>
                                        <p:tgtEl>
                                          <p:spTgt spid="75"/>
                                        </p:tgtEl>
                                      </p:cBhvr>
                                    </p:animEffect>
                                    <p:anim calcmode="lin" valueType="num">
                                      <p:cBhvr>
                                        <p:cTn id="48" dur="500" fill="hold"/>
                                        <p:tgtEl>
                                          <p:spTgt spid="75"/>
                                        </p:tgtEl>
                                        <p:attrNameLst>
                                          <p:attrName>ppt_x</p:attrName>
                                        </p:attrNameLst>
                                      </p:cBhvr>
                                      <p:tavLst>
                                        <p:tav tm="0">
                                          <p:val>
                                            <p:strVal val="#ppt_x"/>
                                          </p:val>
                                        </p:tav>
                                        <p:tav tm="100000">
                                          <p:val>
                                            <p:strVal val="#ppt_x"/>
                                          </p:val>
                                        </p:tav>
                                      </p:tavLst>
                                    </p:anim>
                                    <p:anim calcmode="lin" valueType="num">
                                      <p:cBhvr>
                                        <p:cTn id="49" dur="500" fill="hold"/>
                                        <p:tgtEl>
                                          <p:spTgt spid="75"/>
                                        </p:tgtEl>
                                        <p:attrNameLst>
                                          <p:attrName>ppt_y</p:attrName>
                                        </p:attrNameLst>
                                      </p:cBhvr>
                                      <p:tavLst>
                                        <p:tav tm="0">
                                          <p:val>
                                            <p:strVal val="#ppt_y+.1"/>
                                          </p:val>
                                        </p:tav>
                                        <p:tav tm="100000">
                                          <p:val>
                                            <p:strVal val="#ppt_y"/>
                                          </p:val>
                                        </p:tav>
                                      </p:tavLst>
                                    </p:anim>
                                  </p:childTnLst>
                                </p:cTn>
                              </p:par>
                              <p:par>
                                <p:cTn id="50" presetID="42" presetClass="entr" presetSubtype="0" fill="hold" grpId="0" nodeType="withEffect">
                                  <p:stCondLst>
                                    <p:cond delay="0"/>
                                  </p:stCondLst>
                                  <p:childTnLst>
                                    <p:set>
                                      <p:cBhvr>
                                        <p:cTn id="51" dur="1" fill="hold">
                                          <p:stCondLst>
                                            <p:cond delay="0"/>
                                          </p:stCondLst>
                                        </p:cTn>
                                        <p:tgtEl>
                                          <p:spTgt spid="76"/>
                                        </p:tgtEl>
                                        <p:attrNameLst>
                                          <p:attrName>style.visibility</p:attrName>
                                        </p:attrNameLst>
                                      </p:cBhvr>
                                      <p:to>
                                        <p:strVal val="visible"/>
                                      </p:to>
                                    </p:set>
                                    <p:animEffect transition="in" filter="fade">
                                      <p:cBhvr>
                                        <p:cTn id="52" dur="500"/>
                                        <p:tgtEl>
                                          <p:spTgt spid="76"/>
                                        </p:tgtEl>
                                      </p:cBhvr>
                                    </p:animEffect>
                                    <p:anim calcmode="lin" valueType="num">
                                      <p:cBhvr>
                                        <p:cTn id="53" dur="500" fill="hold"/>
                                        <p:tgtEl>
                                          <p:spTgt spid="76"/>
                                        </p:tgtEl>
                                        <p:attrNameLst>
                                          <p:attrName>ppt_x</p:attrName>
                                        </p:attrNameLst>
                                      </p:cBhvr>
                                      <p:tavLst>
                                        <p:tav tm="0">
                                          <p:val>
                                            <p:strVal val="#ppt_x"/>
                                          </p:val>
                                        </p:tav>
                                        <p:tav tm="100000">
                                          <p:val>
                                            <p:strVal val="#ppt_x"/>
                                          </p:val>
                                        </p:tav>
                                      </p:tavLst>
                                    </p:anim>
                                    <p:anim calcmode="lin" valueType="num">
                                      <p:cBhvr>
                                        <p:cTn id="54" dur="500" fill="hold"/>
                                        <p:tgtEl>
                                          <p:spTgt spid="76"/>
                                        </p:tgtEl>
                                        <p:attrNameLst>
                                          <p:attrName>ppt_y</p:attrName>
                                        </p:attrNameLst>
                                      </p:cBhvr>
                                      <p:tavLst>
                                        <p:tav tm="0">
                                          <p:val>
                                            <p:strVal val="#ppt_y+.1"/>
                                          </p:val>
                                        </p:tav>
                                        <p:tav tm="100000">
                                          <p:val>
                                            <p:strVal val="#ppt_y"/>
                                          </p:val>
                                        </p:tav>
                                      </p:tavLst>
                                    </p:anim>
                                  </p:childTnLst>
                                </p:cTn>
                              </p:par>
                              <p:par>
                                <p:cTn id="55" presetID="42" presetClass="entr" presetSubtype="0" fill="hold" grpId="0" nodeType="withEffect">
                                  <p:stCondLst>
                                    <p:cond delay="0"/>
                                  </p:stCondLst>
                                  <p:childTnLst>
                                    <p:set>
                                      <p:cBhvr>
                                        <p:cTn id="56" dur="1" fill="hold">
                                          <p:stCondLst>
                                            <p:cond delay="0"/>
                                          </p:stCondLst>
                                        </p:cTn>
                                        <p:tgtEl>
                                          <p:spTgt spid="78"/>
                                        </p:tgtEl>
                                        <p:attrNameLst>
                                          <p:attrName>style.visibility</p:attrName>
                                        </p:attrNameLst>
                                      </p:cBhvr>
                                      <p:to>
                                        <p:strVal val="visible"/>
                                      </p:to>
                                    </p:set>
                                    <p:animEffect transition="in" filter="fade">
                                      <p:cBhvr>
                                        <p:cTn id="57" dur="500"/>
                                        <p:tgtEl>
                                          <p:spTgt spid="78"/>
                                        </p:tgtEl>
                                      </p:cBhvr>
                                    </p:animEffect>
                                    <p:anim calcmode="lin" valueType="num">
                                      <p:cBhvr>
                                        <p:cTn id="58" dur="500" fill="hold"/>
                                        <p:tgtEl>
                                          <p:spTgt spid="78"/>
                                        </p:tgtEl>
                                        <p:attrNameLst>
                                          <p:attrName>ppt_x</p:attrName>
                                        </p:attrNameLst>
                                      </p:cBhvr>
                                      <p:tavLst>
                                        <p:tav tm="0">
                                          <p:val>
                                            <p:strVal val="#ppt_x"/>
                                          </p:val>
                                        </p:tav>
                                        <p:tav tm="100000">
                                          <p:val>
                                            <p:strVal val="#ppt_x"/>
                                          </p:val>
                                        </p:tav>
                                      </p:tavLst>
                                    </p:anim>
                                    <p:anim calcmode="lin" valueType="num">
                                      <p:cBhvr>
                                        <p:cTn id="59" dur="500" fill="hold"/>
                                        <p:tgtEl>
                                          <p:spTgt spid="78"/>
                                        </p:tgtEl>
                                        <p:attrNameLst>
                                          <p:attrName>ppt_y</p:attrName>
                                        </p:attrNameLst>
                                      </p:cBhvr>
                                      <p:tavLst>
                                        <p:tav tm="0">
                                          <p:val>
                                            <p:strVal val="#ppt_y+.1"/>
                                          </p:val>
                                        </p:tav>
                                        <p:tav tm="100000">
                                          <p:val>
                                            <p:strVal val="#ppt_y"/>
                                          </p:val>
                                        </p:tav>
                                      </p:tavLst>
                                    </p:anim>
                                  </p:childTnLst>
                                </p:cTn>
                              </p:par>
                              <p:par>
                                <p:cTn id="60" presetID="42" presetClass="entr" presetSubtype="0" fill="hold" grpId="0" nodeType="withEffect">
                                  <p:stCondLst>
                                    <p:cond delay="0"/>
                                  </p:stCondLst>
                                  <p:childTnLst>
                                    <p:set>
                                      <p:cBhvr>
                                        <p:cTn id="61" dur="1" fill="hold">
                                          <p:stCondLst>
                                            <p:cond delay="0"/>
                                          </p:stCondLst>
                                        </p:cTn>
                                        <p:tgtEl>
                                          <p:spTgt spid="77"/>
                                        </p:tgtEl>
                                        <p:attrNameLst>
                                          <p:attrName>style.visibility</p:attrName>
                                        </p:attrNameLst>
                                      </p:cBhvr>
                                      <p:to>
                                        <p:strVal val="visible"/>
                                      </p:to>
                                    </p:set>
                                    <p:animEffect transition="in" filter="fade">
                                      <p:cBhvr>
                                        <p:cTn id="62" dur="500"/>
                                        <p:tgtEl>
                                          <p:spTgt spid="77"/>
                                        </p:tgtEl>
                                      </p:cBhvr>
                                    </p:animEffect>
                                    <p:anim calcmode="lin" valueType="num">
                                      <p:cBhvr>
                                        <p:cTn id="63" dur="500" fill="hold"/>
                                        <p:tgtEl>
                                          <p:spTgt spid="77"/>
                                        </p:tgtEl>
                                        <p:attrNameLst>
                                          <p:attrName>ppt_x</p:attrName>
                                        </p:attrNameLst>
                                      </p:cBhvr>
                                      <p:tavLst>
                                        <p:tav tm="0">
                                          <p:val>
                                            <p:strVal val="#ppt_x"/>
                                          </p:val>
                                        </p:tav>
                                        <p:tav tm="100000">
                                          <p:val>
                                            <p:strVal val="#ppt_x"/>
                                          </p:val>
                                        </p:tav>
                                      </p:tavLst>
                                    </p:anim>
                                    <p:anim calcmode="lin" valueType="num">
                                      <p:cBhvr>
                                        <p:cTn id="64" dur="500" fill="hold"/>
                                        <p:tgtEl>
                                          <p:spTgt spid="77"/>
                                        </p:tgtEl>
                                        <p:attrNameLst>
                                          <p:attrName>ppt_y</p:attrName>
                                        </p:attrNameLst>
                                      </p:cBhvr>
                                      <p:tavLst>
                                        <p:tav tm="0">
                                          <p:val>
                                            <p:strVal val="#ppt_y+.1"/>
                                          </p:val>
                                        </p:tav>
                                        <p:tav tm="100000">
                                          <p:val>
                                            <p:strVal val="#ppt_y"/>
                                          </p:val>
                                        </p:tav>
                                      </p:tavLst>
                                    </p:anim>
                                  </p:childTnLst>
                                </p:cTn>
                              </p:par>
                              <p:par>
                                <p:cTn id="65" presetID="42" presetClass="entr" presetSubtype="0" fill="hold" grpId="0" nodeType="withEffect">
                                  <p:stCondLst>
                                    <p:cond delay="0"/>
                                  </p:stCondLst>
                                  <p:childTnLst>
                                    <p:set>
                                      <p:cBhvr>
                                        <p:cTn id="66" dur="1" fill="hold">
                                          <p:stCondLst>
                                            <p:cond delay="0"/>
                                          </p:stCondLst>
                                        </p:cTn>
                                        <p:tgtEl>
                                          <p:spTgt spid="79"/>
                                        </p:tgtEl>
                                        <p:attrNameLst>
                                          <p:attrName>style.visibility</p:attrName>
                                        </p:attrNameLst>
                                      </p:cBhvr>
                                      <p:to>
                                        <p:strVal val="visible"/>
                                      </p:to>
                                    </p:set>
                                    <p:animEffect transition="in" filter="fade">
                                      <p:cBhvr>
                                        <p:cTn id="67" dur="500"/>
                                        <p:tgtEl>
                                          <p:spTgt spid="79"/>
                                        </p:tgtEl>
                                      </p:cBhvr>
                                    </p:animEffect>
                                    <p:anim calcmode="lin" valueType="num">
                                      <p:cBhvr>
                                        <p:cTn id="68" dur="500" fill="hold"/>
                                        <p:tgtEl>
                                          <p:spTgt spid="79"/>
                                        </p:tgtEl>
                                        <p:attrNameLst>
                                          <p:attrName>ppt_x</p:attrName>
                                        </p:attrNameLst>
                                      </p:cBhvr>
                                      <p:tavLst>
                                        <p:tav tm="0">
                                          <p:val>
                                            <p:strVal val="#ppt_x"/>
                                          </p:val>
                                        </p:tav>
                                        <p:tav tm="100000">
                                          <p:val>
                                            <p:strVal val="#ppt_x"/>
                                          </p:val>
                                        </p:tav>
                                      </p:tavLst>
                                    </p:anim>
                                    <p:anim calcmode="lin" valueType="num">
                                      <p:cBhvr>
                                        <p:cTn id="69" dur="500" fill="hold"/>
                                        <p:tgtEl>
                                          <p:spTgt spid="79"/>
                                        </p:tgtEl>
                                        <p:attrNameLst>
                                          <p:attrName>ppt_y</p:attrName>
                                        </p:attrNameLst>
                                      </p:cBhvr>
                                      <p:tavLst>
                                        <p:tav tm="0">
                                          <p:val>
                                            <p:strVal val="#ppt_y+.1"/>
                                          </p:val>
                                        </p:tav>
                                        <p:tav tm="100000">
                                          <p:val>
                                            <p:strVal val="#ppt_y"/>
                                          </p:val>
                                        </p:tav>
                                      </p:tavLst>
                                    </p:anim>
                                  </p:childTnLst>
                                </p:cTn>
                              </p:par>
                              <p:par>
                                <p:cTn id="70" presetID="42" presetClass="entr" presetSubtype="0" fill="hold" grpId="0" nodeType="withEffect">
                                  <p:stCondLst>
                                    <p:cond delay="0"/>
                                  </p:stCondLst>
                                  <p:childTnLst>
                                    <p:set>
                                      <p:cBhvr>
                                        <p:cTn id="71" dur="1" fill="hold">
                                          <p:stCondLst>
                                            <p:cond delay="0"/>
                                          </p:stCondLst>
                                        </p:cTn>
                                        <p:tgtEl>
                                          <p:spTgt spid="80"/>
                                        </p:tgtEl>
                                        <p:attrNameLst>
                                          <p:attrName>style.visibility</p:attrName>
                                        </p:attrNameLst>
                                      </p:cBhvr>
                                      <p:to>
                                        <p:strVal val="visible"/>
                                      </p:to>
                                    </p:set>
                                    <p:animEffect transition="in" filter="fade">
                                      <p:cBhvr>
                                        <p:cTn id="72" dur="500"/>
                                        <p:tgtEl>
                                          <p:spTgt spid="80"/>
                                        </p:tgtEl>
                                      </p:cBhvr>
                                    </p:animEffect>
                                    <p:anim calcmode="lin" valueType="num">
                                      <p:cBhvr>
                                        <p:cTn id="73" dur="500" fill="hold"/>
                                        <p:tgtEl>
                                          <p:spTgt spid="80"/>
                                        </p:tgtEl>
                                        <p:attrNameLst>
                                          <p:attrName>ppt_x</p:attrName>
                                        </p:attrNameLst>
                                      </p:cBhvr>
                                      <p:tavLst>
                                        <p:tav tm="0">
                                          <p:val>
                                            <p:strVal val="#ppt_x"/>
                                          </p:val>
                                        </p:tav>
                                        <p:tav tm="100000">
                                          <p:val>
                                            <p:strVal val="#ppt_x"/>
                                          </p:val>
                                        </p:tav>
                                      </p:tavLst>
                                    </p:anim>
                                    <p:anim calcmode="lin" valueType="num">
                                      <p:cBhvr>
                                        <p:cTn id="74" dur="500" fill="hold"/>
                                        <p:tgtEl>
                                          <p:spTgt spid="80"/>
                                        </p:tgtEl>
                                        <p:attrNameLst>
                                          <p:attrName>ppt_y</p:attrName>
                                        </p:attrNameLst>
                                      </p:cBhvr>
                                      <p:tavLst>
                                        <p:tav tm="0">
                                          <p:val>
                                            <p:strVal val="#ppt_y+.1"/>
                                          </p:val>
                                        </p:tav>
                                        <p:tav tm="100000">
                                          <p:val>
                                            <p:strVal val="#ppt_y"/>
                                          </p:val>
                                        </p:tav>
                                      </p:tavLst>
                                    </p:anim>
                                  </p:childTnLst>
                                </p:cTn>
                              </p:par>
                            </p:childTnLst>
                          </p:cTn>
                        </p:par>
                        <p:par>
                          <p:cTn id="75" fill="hold">
                            <p:stCondLst>
                              <p:cond delay="500"/>
                            </p:stCondLst>
                            <p:childTnLst>
                              <p:par>
                                <p:cTn id="76" presetID="63" presetClass="path" presetSubtype="0" accel="50000" decel="50000" fill="hold" nodeType="afterEffect">
                                  <p:stCondLst>
                                    <p:cond delay="0"/>
                                  </p:stCondLst>
                                  <p:childTnLst>
                                    <p:animMotion origin="layout" path="M -0.11563 0.02191 L 1.08663 -0.05803 " pathEditMode="relative" rAng="0" ptsTypes="AA">
                                      <p:cBhvr>
                                        <p:cTn id="77" dur="5000" fill="hold"/>
                                        <p:tgtEl>
                                          <p:spTgt spid="177"/>
                                        </p:tgtEl>
                                        <p:attrNameLst>
                                          <p:attrName>ppt_x</p:attrName>
                                          <p:attrName>ppt_y</p:attrName>
                                        </p:attrNameLst>
                                      </p:cBhvr>
                                      <p:rCtr x="60104" y="-4012"/>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 grpId="0"/>
      <p:bldP spid="62" grpId="0" build="p"/>
      <p:bldP spid="63" grpId="0" build="p"/>
      <p:bldP spid="64" grpId="0"/>
      <p:bldP spid="65" grpId="0" build="p"/>
      <p:bldP spid="66" grpId="0" build="p"/>
      <p:bldP spid="67" grpId="0"/>
      <p:bldP spid="68" grpId="0"/>
      <p:bldP spid="75" grpId="0"/>
      <p:bldP spid="76" grpId="0"/>
      <p:bldP spid="77" grpId="0"/>
      <p:bldP spid="78" grpId="0"/>
      <p:bldP spid="79" grpId="0"/>
      <p:bldP spid="80"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94"/>
        <p:cNvGrpSpPr/>
        <p:nvPr/>
      </p:nvGrpSpPr>
      <p:grpSpPr>
        <a:xfrm>
          <a:off x="0" y="0"/>
          <a:ext cx="0" cy="0"/>
          <a:chOff x="0" y="0"/>
          <a:chExt cx="0" cy="0"/>
        </a:xfrm>
      </p:grpSpPr>
      <p:sp>
        <p:nvSpPr>
          <p:cNvPr id="1095" name="Google Shape;1095;p30"/>
          <p:cNvSpPr/>
          <p:nvPr/>
        </p:nvSpPr>
        <p:spPr>
          <a:xfrm>
            <a:off x="340050" y="3140250"/>
            <a:ext cx="8867716" cy="2936625"/>
          </a:xfrm>
          <a:custGeom>
            <a:avLst/>
            <a:gdLst/>
            <a:ahLst/>
            <a:cxnLst/>
            <a:rect l="l" t="t" r="r" b="b"/>
            <a:pathLst>
              <a:path w="208861" h="117465" extrusionOk="0">
                <a:moveTo>
                  <a:pt x="183045" y="1"/>
                </a:moveTo>
                <a:cubicBezTo>
                  <a:pt x="112165" y="1"/>
                  <a:pt x="135646" y="29390"/>
                  <a:pt x="94030" y="29390"/>
                </a:cubicBezTo>
                <a:cubicBezTo>
                  <a:pt x="65942" y="29390"/>
                  <a:pt x="66005" y="6271"/>
                  <a:pt x="37023" y="6271"/>
                </a:cubicBezTo>
                <a:cubicBezTo>
                  <a:pt x="8025" y="6271"/>
                  <a:pt x="0" y="28215"/>
                  <a:pt x="0" y="28215"/>
                </a:cubicBezTo>
                <a:lnTo>
                  <a:pt x="0" y="117464"/>
                </a:lnTo>
                <a:lnTo>
                  <a:pt x="208860" y="117464"/>
                </a:lnTo>
                <a:lnTo>
                  <a:pt x="208860" y="22337"/>
                </a:lnTo>
                <a:cubicBezTo>
                  <a:pt x="208860" y="22337"/>
                  <a:pt x="208860" y="1"/>
                  <a:pt x="183045" y="1"/>
                </a:cubicBezTo>
                <a:close/>
              </a:path>
            </a:pathLst>
          </a:custGeom>
          <a:solidFill>
            <a:srgbClr val="FFFFFF">
              <a:alpha val="410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97" name="Google Shape;1097;p30"/>
          <p:cNvSpPr/>
          <p:nvPr/>
        </p:nvSpPr>
        <p:spPr>
          <a:xfrm>
            <a:off x="-2151871" y="2188935"/>
            <a:ext cx="1866825" cy="2352350"/>
          </a:xfrm>
          <a:custGeom>
            <a:avLst/>
            <a:gdLst/>
            <a:ahLst/>
            <a:cxnLst/>
            <a:rect l="l" t="t" r="r" b="b"/>
            <a:pathLst>
              <a:path w="74673" h="94094" extrusionOk="0">
                <a:moveTo>
                  <a:pt x="0" y="1"/>
                </a:moveTo>
                <a:cubicBezTo>
                  <a:pt x="0" y="1"/>
                  <a:pt x="784" y="10565"/>
                  <a:pt x="8104" y="15785"/>
                </a:cubicBezTo>
                <a:cubicBezTo>
                  <a:pt x="15408" y="21004"/>
                  <a:pt x="1301" y="24672"/>
                  <a:pt x="8104" y="33027"/>
                </a:cubicBezTo>
                <a:cubicBezTo>
                  <a:pt x="14891" y="41381"/>
                  <a:pt x="32650" y="37494"/>
                  <a:pt x="36317" y="43623"/>
                </a:cubicBezTo>
                <a:cubicBezTo>
                  <a:pt x="39970" y="49751"/>
                  <a:pt x="27132" y="74046"/>
                  <a:pt x="33810" y="83843"/>
                </a:cubicBezTo>
                <a:cubicBezTo>
                  <a:pt x="40487" y="93639"/>
                  <a:pt x="46662" y="94094"/>
                  <a:pt x="46662" y="94094"/>
                </a:cubicBezTo>
                <a:lnTo>
                  <a:pt x="74672" y="59156"/>
                </a:lnTo>
                <a:close/>
              </a:path>
            </a:pathLst>
          </a:custGeom>
          <a:solidFill>
            <a:srgbClr val="FFFFFF">
              <a:alpha val="410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98" name="Google Shape;1098;p30"/>
          <p:cNvGrpSpPr/>
          <p:nvPr/>
        </p:nvGrpSpPr>
        <p:grpSpPr>
          <a:xfrm>
            <a:off x="-6376825" y="4364875"/>
            <a:ext cx="853900" cy="770400"/>
            <a:chOff x="4219225" y="4330850"/>
            <a:chExt cx="853900" cy="770400"/>
          </a:xfrm>
          <a:solidFill>
            <a:srgbClr val="38761D"/>
          </a:solidFill>
        </p:grpSpPr>
        <p:grpSp>
          <p:nvGrpSpPr>
            <p:cNvPr id="1099" name="Google Shape;1099;p30"/>
            <p:cNvGrpSpPr/>
            <p:nvPr/>
          </p:nvGrpSpPr>
          <p:grpSpPr>
            <a:xfrm>
              <a:off x="4295625" y="4330850"/>
              <a:ext cx="777500" cy="770400"/>
              <a:chOff x="4295625" y="4330850"/>
              <a:chExt cx="777500" cy="770400"/>
            </a:xfrm>
            <a:grpFill/>
          </p:grpSpPr>
          <p:sp>
            <p:nvSpPr>
              <p:cNvPr id="1100" name="Google Shape;1100;p30"/>
              <p:cNvSpPr/>
              <p:nvPr/>
            </p:nvSpPr>
            <p:spPr>
              <a:xfrm>
                <a:off x="4603250" y="4588300"/>
                <a:ext cx="408325" cy="293525"/>
              </a:xfrm>
              <a:custGeom>
                <a:avLst/>
                <a:gdLst/>
                <a:ahLst/>
                <a:cxnLst/>
                <a:rect l="l" t="t" r="r" b="b"/>
                <a:pathLst>
                  <a:path w="16333" h="11741" extrusionOk="0">
                    <a:moveTo>
                      <a:pt x="8167" y="0"/>
                    </a:moveTo>
                    <a:cubicBezTo>
                      <a:pt x="8167" y="0"/>
                      <a:pt x="5549" y="9185"/>
                      <a:pt x="0" y="9185"/>
                    </a:cubicBezTo>
                    <a:cubicBezTo>
                      <a:pt x="0" y="9185"/>
                      <a:pt x="3260" y="11740"/>
                      <a:pt x="8167" y="11740"/>
                    </a:cubicBezTo>
                    <a:cubicBezTo>
                      <a:pt x="13073" y="11740"/>
                      <a:pt x="16333" y="9185"/>
                      <a:pt x="16333" y="9185"/>
                    </a:cubicBezTo>
                    <a:cubicBezTo>
                      <a:pt x="10784" y="9185"/>
                      <a:pt x="8167" y="0"/>
                      <a:pt x="816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01" name="Google Shape;1101;p30"/>
              <p:cNvGrpSpPr/>
              <p:nvPr/>
            </p:nvGrpSpPr>
            <p:grpSpPr>
              <a:xfrm>
                <a:off x="4295625" y="4330850"/>
                <a:ext cx="777500" cy="770400"/>
                <a:chOff x="4295625" y="4330850"/>
                <a:chExt cx="777500" cy="770400"/>
              </a:xfrm>
              <a:grpFill/>
            </p:grpSpPr>
            <p:sp>
              <p:nvSpPr>
                <p:cNvPr id="1102" name="Google Shape;1102;p30"/>
                <p:cNvSpPr/>
                <p:nvPr/>
              </p:nvSpPr>
              <p:spPr>
                <a:xfrm>
                  <a:off x="4637325" y="4508750"/>
                  <a:ext cx="340550" cy="244925"/>
                </a:xfrm>
                <a:custGeom>
                  <a:avLst/>
                  <a:gdLst/>
                  <a:ahLst/>
                  <a:cxnLst/>
                  <a:rect l="l" t="t" r="r" b="b"/>
                  <a:pathLst>
                    <a:path w="13622" h="9797" extrusionOk="0">
                      <a:moveTo>
                        <a:pt x="6804" y="0"/>
                      </a:moveTo>
                      <a:cubicBezTo>
                        <a:pt x="6804" y="0"/>
                        <a:pt x="4625" y="7665"/>
                        <a:pt x="1" y="7665"/>
                      </a:cubicBezTo>
                      <a:cubicBezTo>
                        <a:pt x="1" y="7665"/>
                        <a:pt x="2713" y="9797"/>
                        <a:pt x="6804" y="9797"/>
                      </a:cubicBezTo>
                      <a:cubicBezTo>
                        <a:pt x="10895" y="9797"/>
                        <a:pt x="13622" y="7665"/>
                        <a:pt x="13622" y="7665"/>
                      </a:cubicBezTo>
                      <a:cubicBezTo>
                        <a:pt x="8998" y="7665"/>
                        <a:pt x="6804" y="0"/>
                        <a:pt x="680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3" name="Google Shape;1103;p30"/>
                <p:cNvSpPr/>
                <p:nvPr/>
              </p:nvSpPr>
              <p:spPr>
                <a:xfrm>
                  <a:off x="4330900" y="4565175"/>
                  <a:ext cx="166175" cy="189675"/>
                </a:xfrm>
                <a:custGeom>
                  <a:avLst/>
                  <a:gdLst/>
                  <a:ahLst/>
                  <a:cxnLst/>
                  <a:rect l="l" t="t" r="r" b="b"/>
                  <a:pathLst>
                    <a:path w="6647" h="7587" extrusionOk="0">
                      <a:moveTo>
                        <a:pt x="3323" y="0"/>
                      </a:moveTo>
                      <a:cubicBezTo>
                        <a:pt x="3323" y="0"/>
                        <a:pt x="2461" y="6850"/>
                        <a:pt x="1" y="6850"/>
                      </a:cubicBezTo>
                      <a:cubicBezTo>
                        <a:pt x="1" y="6850"/>
                        <a:pt x="1286" y="7587"/>
                        <a:pt x="3323" y="7587"/>
                      </a:cubicBezTo>
                      <a:cubicBezTo>
                        <a:pt x="5361" y="7587"/>
                        <a:pt x="6646" y="6850"/>
                        <a:pt x="6646" y="6850"/>
                      </a:cubicBezTo>
                      <a:cubicBezTo>
                        <a:pt x="4186" y="6850"/>
                        <a:pt x="3323" y="0"/>
                        <a:pt x="3323"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04" name="Google Shape;1104;p30"/>
                <p:cNvGrpSpPr/>
                <p:nvPr/>
              </p:nvGrpSpPr>
              <p:grpSpPr>
                <a:xfrm>
                  <a:off x="4295625" y="4330850"/>
                  <a:ext cx="777500" cy="770400"/>
                  <a:chOff x="4295625" y="4330850"/>
                  <a:chExt cx="777500" cy="770400"/>
                </a:xfrm>
                <a:grpFill/>
              </p:grpSpPr>
              <p:sp>
                <p:nvSpPr>
                  <p:cNvPr id="1105" name="Google Shape;1105;p30"/>
                  <p:cNvSpPr/>
                  <p:nvPr/>
                </p:nvSpPr>
                <p:spPr>
                  <a:xfrm>
                    <a:off x="4688275" y="4330850"/>
                    <a:ext cx="238675" cy="272750"/>
                  </a:xfrm>
                  <a:custGeom>
                    <a:avLst/>
                    <a:gdLst/>
                    <a:ahLst/>
                    <a:cxnLst/>
                    <a:rect l="l" t="t" r="r" b="b"/>
                    <a:pathLst>
                      <a:path w="9547" h="10910" extrusionOk="0">
                        <a:moveTo>
                          <a:pt x="4766" y="0"/>
                        </a:moveTo>
                        <a:cubicBezTo>
                          <a:pt x="4766" y="0"/>
                          <a:pt x="3543" y="9843"/>
                          <a:pt x="1" y="9843"/>
                        </a:cubicBezTo>
                        <a:cubicBezTo>
                          <a:pt x="1" y="9843"/>
                          <a:pt x="1850" y="10909"/>
                          <a:pt x="4766" y="10909"/>
                        </a:cubicBezTo>
                        <a:cubicBezTo>
                          <a:pt x="7697" y="10909"/>
                          <a:pt x="9546" y="9843"/>
                          <a:pt x="9546" y="9843"/>
                        </a:cubicBezTo>
                        <a:cubicBezTo>
                          <a:pt x="6004" y="9843"/>
                          <a:pt x="4766" y="0"/>
                          <a:pt x="4766"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6" name="Google Shape;1106;p30"/>
                  <p:cNvSpPr/>
                  <p:nvPr/>
                </p:nvSpPr>
                <p:spPr>
                  <a:xfrm>
                    <a:off x="4513550" y="4699175"/>
                    <a:ext cx="559575" cy="402075"/>
                  </a:xfrm>
                  <a:custGeom>
                    <a:avLst/>
                    <a:gdLst/>
                    <a:ahLst/>
                    <a:cxnLst/>
                    <a:rect l="l" t="t" r="r" b="b"/>
                    <a:pathLst>
                      <a:path w="22383" h="16083" extrusionOk="0">
                        <a:moveTo>
                          <a:pt x="11192" y="1"/>
                        </a:moveTo>
                        <a:cubicBezTo>
                          <a:pt x="11192" y="1"/>
                          <a:pt x="7618" y="12587"/>
                          <a:pt x="0" y="12587"/>
                        </a:cubicBezTo>
                        <a:cubicBezTo>
                          <a:pt x="0" y="12587"/>
                          <a:pt x="4483" y="16083"/>
                          <a:pt x="11192" y="16083"/>
                        </a:cubicBezTo>
                        <a:cubicBezTo>
                          <a:pt x="17916" y="16083"/>
                          <a:pt x="22383" y="12587"/>
                          <a:pt x="22383" y="12587"/>
                        </a:cubicBezTo>
                        <a:cubicBezTo>
                          <a:pt x="14781" y="12587"/>
                          <a:pt x="11192" y="1"/>
                          <a:pt x="1119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7" name="Google Shape;1107;p30"/>
                  <p:cNvSpPr/>
                  <p:nvPr/>
                </p:nvSpPr>
                <p:spPr>
                  <a:xfrm>
                    <a:off x="4295625" y="4689000"/>
                    <a:ext cx="237100" cy="170475"/>
                  </a:xfrm>
                  <a:custGeom>
                    <a:avLst/>
                    <a:gdLst/>
                    <a:ahLst/>
                    <a:cxnLst/>
                    <a:rect l="l" t="t" r="r" b="b"/>
                    <a:pathLst>
                      <a:path w="9484" h="6819" extrusionOk="0">
                        <a:moveTo>
                          <a:pt x="4734" y="0"/>
                        </a:moveTo>
                        <a:cubicBezTo>
                          <a:pt x="4734" y="0"/>
                          <a:pt x="3214" y="5330"/>
                          <a:pt x="1" y="5330"/>
                        </a:cubicBezTo>
                        <a:cubicBezTo>
                          <a:pt x="1" y="5330"/>
                          <a:pt x="1882" y="6819"/>
                          <a:pt x="4734" y="6819"/>
                        </a:cubicBezTo>
                        <a:cubicBezTo>
                          <a:pt x="7587" y="6819"/>
                          <a:pt x="9484" y="5330"/>
                          <a:pt x="9484" y="5330"/>
                        </a:cubicBezTo>
                        <a:cubicBezTo>
                          <a:pt x="6255" y="5330"/>
                          <a:pt x="4734" y="0"/>
                          <a:pt x="473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1108" name="Google Shape;1108;p30"/>
            <p:cNvGrpSpPr/>
            <p:nvPr/>
          </p:nvGrpSpPr>
          <p:grpSpPr>
            <a:xfrm>
              <a:off x="4219225" y="4744250"/>
              <a:ext cx="389525" cy="357000"/>
              <a:chOff x="4219225" y="4744250"/>
              <a:chExt cx="389525" cy="357000"/>
            </a:xfrm>
            <a:grpFill/>
          </p:grpSpPr>
          <p:sp>
            <p:nvSpPr>
              <p:cNvPr id="1109" name="Google Shape;1109;p30"/>
              <p:cNvSpPr/>
              <p:nvPr/>
            </p:nvSpPr>
            <p:spPr>
              <a:xfrm>
                <a:off x="4271725" y="4744250"/>
                <a:ext cx="284525" cy="204175"/>
              </a:xfrm>
              <a:custGeom>
                <a:avLst/>
                <a:gdLst/>
                <a:ahLst/>
                <a:cxnLst/>
                <a:rect l="l" t="t" r="r" b="b"/>
                <a:pathLst>
                  <a:path w="11381" h="8167" extrusionOk="0">
                    <a:moveTo>
                      <a:pt x="5690" y="0"/>
                    </a:moveTo>
                    <a:cubicBezTo>
                      <a:pt x="5690" y="0"/>
                      <a:pt x="3872" y="6396"/>
                      <a:pt x="1" y="6396"/>
                    </a:cubicBezTo>
                    <a:cubicBezTo>
                      <a:pt x="1" y="6396"/>
                      <a:pt x="2273" y="8167"/>
                      <a:pt x="5690" y="8167"/>
                    </a:cubicBezTo>
                    <a:cubicBezTo>
                      <a:pt x="9107" y="8167"/>
                      <a:pt x="11380" y="6396"/>
                      <a:pt x="11380" y="6396"/>
                    </a:cubicBezTo>
                    <a:cubicBezTo>
                      <a:pt x="7509" y="6396"/>
                      <a:pt x="5690" y="0"/>
                      <a:pt x="569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0" name="Google Shape;1110;p30"/>
              <p:cNvSpPr/>
              <p:nvPr/>
            </p:nvSpPr>
            <p:spPr>
              <a:xfrm>
                <a:off x="4219225" y="4821450"/>
                <a:ext cx="389525" cy="279800"/>
              </a:xfrm>
              <a:custGeom>
                <a:avLst/>
                <a:gdLst/>
                <a:ahLst/>
                <a:cxnLst/>
                <a:rect l="l" t="t" r="r" b="b"/>
                <a:pathLst>
                  <a:path w="15581" h="11192" extrusionOk="0">
                    <a:moveTo>
                      <a:pt x="7790" y="0"/>
                    </a:moveTo>
                    <a:cubicBezTo>
                      <a:pt x="7790" y="0"/>
                      <a:pt x="5298" y="8762"/>
                      <a:pt x="0" y="8762"/>
                    </a:cubicBezTo>
                    <a:cubicBezTo>
                      <a:pt x="0" y="8762"/>
                      <a:pt x="3120" y="11192"/>
                      <a:pt x="7790" y="11192"/>
                    </a:cubicBezTo>
                    <a:cubicBezTo>
                      <a:pt x="12461" y="11192"/>
                      <a:pt x="15581" y="8762"/>
                      <a:pt x="15581" y="8762"/>
                    </a:cubicBezTo>
                    <a:cubicBezTo>
                      <a:pt x="10283" y="8762"/>
                      <a:pt x="7790" y="0"/>
                      <a:pt x="779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116" name="Google Shape;1116;p30"/>
          <p:cNvSpPr/>
          <p:nvPr/>
        </p:nvSpPr>
        <p:spPr>
          <a:xfrm>
            <a:off x="7842285" y="924103"/>
            <a:ext cx="1149750" cy="1149725"/>
          </a:xfrm>
          <a:custGeom>
            <a:avLst/>
            <a:gdLst/>
            <a:ahLst/>
            <a:cxnLst/>
            <a:rect l="l" t="t" r="r" b="b"/>
            <a:pathLst>
              <a:path w="45990" h="45989" extrusionOk="0">
                <a:moveTo>
                  <a:pt x="1" y="22995"/>
                </a:moveTo>
                <a:cubicBezTo>
                  <a:pt x="1" y="35691"/>
                  <a:pt x="10299" y="45989"/>
                  <a:pt x="22995" y="45989"/>
                </a:cubicBezTo>
                <a:lnTo>
                  <a:pt x="22995" y="45989"/>
                </a:lnTo>
                <a:cubicBezTo>
                  <a:pt x="35691" y="45989"/>
                  <a:pt x="45989" y="35691"/>
                  <a:pt x="45989" y="22995"/>
                </a:cubicBezTo>
                <a:lnTo>
                  <a:pt x="45989" y="22995"/>
                </a:lnTo>
                <a:cubicBezTo>
                  <a:pt x="45989" y="10298"/>
                  <a:pt x="35691" y="0"/>
                  <a:pt x="22995" y="0"/>
                </a:cubicBezTo>
                <a:lnTo>
                  <a:pt x="22995" y="0"/>
                </a:lnTo>
                <a:cubicBezTo>
                  <a:pt x="10299" y="0"/>
                  <a:pt x="1" y="10298"/>
                  <a:pt x="1" y="22995"/>
                </a:cubicBezTo>
                <a:close/>
              </a:path>
            </a:pathLst>
          </a:custGeom>
          <a:solidFill>
            <a:srgbClr val="0070C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rgbClr val="0070C0"/>
              </a:solidFill>
            </a:endParaRPr>
          </a:p>
        </p:txBody>
      </p:sp>
      <p:grpSp>
        <p:nvGrpSpPr>
          <p:cNvPr id="1138" name="Google Shape;1138;p30"/>
          <p:cNvGrpSpPr/>
          <p:nvPr/>
        </p:nvGrpSpPr>
        <p:grpSpPr>
          <a:xfrm>
            <a:off x="-794350" y="4407050"/>
            <a:ext cx="559600" cy="770400"/>
            <a:chOff x="7524150" y="4330850"/>
            <a:chExt cx="559600" cy="770400"/>
          </a:xfrm>
          <a:solidFill>
            <a:srgbClr val="38761D"/>
          </a:solidFill>
        </p:grpSpPr>
        <p:sp>
          <p:nvSpPr>
            <p:cNvPr id="1139" name="Google Shape;1139;p30"/>
            <p:cNvSpPr/>
            <p:nvPr/>
          </p:nvSpPr>
          <p:spPr>
            <a:xfrm>
              <a:off x="7684825" y="4330850"/>
              <a:ext cx="238275" cy="272750"/>
            </a:xfrm>
            <a:custGeom>
              <a:avLst/>
              <a:gdLst/>
              <a:ahLst/>
              <a:cxnLst/>
              <a:rect l="l" t="t" r="r" b="b"/>
              <a:pathLst>
                <a:path w="9531" h="10910" extrusionOk="0">
                  <a:moveTo>
                    <a:pt x="4765" y="0"/>
                  </a:moveTo>
                  <a:cubicBezTo>
                    <a:pt x="4765" y="0"/>
                    <a:pt x="3527" y="9843"/>
                    <a:pt x="0" y="9843"/>
                  </a:cubicBezTo>
                  <a:cubicBezTo>
                    <a:pt x="0" y="9843"/>
                    <a:pt x="1850" y="10909"/>
                    <a:pt x="4765" y="10909"/>
                  </a:cubicBezTo>
                  <a:cubicBezTo>
                    <a:pt x="7680" y="10909"/>
                    <a:pt x="9530" y="9843"/>
                    <a:pt x="9530" y="9843"/>
                  </a:cubicBezTo>
                  <a:cubicBezTo>
                    <a:pt x="5988" y="9843"/>
                    <a:pt x="4765" y="0"/>
                    <a:pt x="476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0" name="Google Shape;1140;p30"/>
            <p:cNvSpPr/>
            <p:nvPr/>
          </p:nvSpPr>
          <p:spPr>
            <a:xfrm>
              <a:off x="7633475" y="4508750"/>
              <a:ext cx="340950" cy="244925"/>
            </a:xfrm>
            <a:custGeom>
              <a:avLst/>
              <a:gdLst/>
              <a:ahLst/>
              <a:cxnLst/>
              <a:rect l="l" t="t" r="r" b="b"/>
              <a:pathLst>
                <a:path w="13638" h="9797" extrusionOk="0">
                  <a:moveTo>
                    <a:pt x="6819" y="0"/>
                  </a:moveTo>
                  <a:cubicBezTo>
                    <a:pt x="6819" y="0"/>
                    <a:pt x="4640" y="7665"/>
                    <a:pt x="1" y="7665"/>
                  </a:cubicBezTo>
                  <a:cubicBezTo>
                    <a:pt x="1" y="7665"/>
                    <a:pt x="2728" y="9797"/>
                    <a:pt x="6819" y="9797"/>
                  </a:cubicBezTo>
                  <a:cubicBezTo>
                    <a:pt x="10910" y="9797"/>
                    <a:pt x="13637" y="7665"/>
                    <a:pt x="13637" y="7665"/>
                  </a:cubicBezTo>
                  <a:cubicBezTo>
                    <a:pt x="8998" y="7665"/>
                    <a:pt x="6819" y="0"/>
                    <a:pt x="681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1" name="Google Shape;1141;p30"/>
            <p:cNvSpPr/>
            <p:nvPr/>
          </p:nvSpPr>
          <p:spPr>
            <a:xfrm>
              <a:off x="7599775" y="4588300"/>
              <a:ext cx="408350" cy="293525"/>
            </a:xfrm>
            <a:custGeom>
              <a:avLst/>
              <a:gdLst/>
              <a:ahLst/>
              <a:cxnLst/>
              <a:rect l="l" t="t" r="r" b="b"/>
              <a:pathLst>
                <a:path w="16334" h="11741" extrusionOk="0">
                  <a:moveTo>
                    <a:pt x="8167" y="0"/>
                  </a:moveTo>
                  <a:cubicBezTo>
                    <a:pt x="8167" y="0"/>
                    <a:pt x="5549" y="9185"/>
                    <a:pt x="1" y="9185"/>
                  </a:cubicBezTo>
                  <a:cubicBezTo>
                    <a:pt x="1" y="9185"/>
                    <a:pt x="3261" y="11740"/>
                    <a:pt x="8167" y="11740"/>
                  </a:cubicBezTo>
                  <a:cubicBezTo>
                    <a:pt x="13073" y="11740"/>
                    <a:pt x="16333" y="9185"/>
                    <a:pt x="16333" y="9185"/>
                  </a:cubicBezTo>
                  <a:cubicBezTo>
                    <a:pt x="10785" y="9185"/>
                    <a:pt x="8167" y="0"/>
                    <a:pt x="816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2" name="Google Shape;1142;p30"/>
            <p:cNvSpPr/>
            <p:nvPr/>
          </p:nvSpPr>
          <p:spPr>
            <a:xfrm>
              <a:off x="7524150" y="4699175"/>
              <a:ext cx="559600" cy="402075"/>
            </a:xfrm>
            <a:custGeom>
              <a:avLst/>
              <a:gdLst/>
              <a:ahLst/>
              <a:cxnLst/>
              <a:rect l="l" t="t" r="r" b="b"/>
              <a:pathLst>
                <a:path w="22384" h="16083" extrusionOk="0">
                  <a:moveTo>
                    <a:pt x="11192" y="1"/>
                  </a:moveTo>
                  <a:cubicBezTo>
                    <a:pt x="11192" y="1"/>
                    <a:pt x="7603" y="12587"/>
                    <a:pt x="1" y="12587"/>
                  </a:cubicBezTo>
                  <a:cubicBezTo>
                    <a:pt x="1" y="12587"/>
                    <a:pt x="4468" y="16083"/>
                    <a:pt x="11192" y="16083"/>
                  </a:cubicBezTo>
                  <a:cubicBezTo>
                    <a:pt x="17916" y="16083"/>
                    <a:pt x="22384" y="12587"/>
                    <a:pt x="22384" y="12587"/>
                  </a:cubicBezTo>
                  <a:cubicBezTo>
                    <a:pt x="14781" y="12587"/>
                    <a:pt x="11192" y="1"/>
                    <a:pt x="1119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67" name="Group 1366">
            <a:extLst>
              <a:ext uri="{FF2B5EF4-FFF2-40B4-BE49-F238E27FC236}">
                <a16:creationId xmlns:a16="http://schemas.microsoft.com/office/drawing/2014/main" id="{417ECE6F-1DD0-F7BD-3D47-D7AEEF479FBC}"/>
              </a:ext>
            </a:extLst>
          </p:cNvPr>
          <p:cNvGrpSpPr/>
          <p:nvPr/>
        </p:nvGrpSpPr>
        <p:grpSpPr>
          <a:xfrm>
            <a:off x="-8931385" y="3958130"/>
            <a:ext cx="9606200" cy="1239725"/>
            <a:chOff x="-4013475" y="3983225"/>
            <a:chExt cx="9606200" cy="1239725"/>
          </a:xfrm>
        </p:grpSpPr>
        <p:sp>
          <p:nvSpPr>
            <p:cNvPr id="1137" name="Google Shape;1137;p30"/>
            <p:cNvSpPr/>
            <p:nvPr/>
          </p:nvSpPr>
          <p:spPr>
            <a:xfrm>
              <a:off x="-4013475" y="3983225"/>
              <a:ext cx="4881800" cy="1188925"/>
            </a:xfrm>
            <a:custGeom>
              <a:avLst/>
              <a:gdLst/>
              <a:ahLst/>
              <a:cxnLst/>
              <a:rect l="l" t="t" r="r" b="b"/>
              <a:pathLst>
                <a:path w="195272" h="47557" extrusionOk="0">
                  <a:moveTo>
                    <a:pt x="169456" y="6161"/>
                  </a:moveTo>
                  <a:cubicBezTo>
                    <a:pt x="153343" y="18559"/>
                    <a:pt x="158233" y="14907"/>
                    <a:pt x="149001" y="12290"/>
                  </a:cubicBezTo>
                  <a:lnTo>
                    <a:pt x="149001" y="12290"/>
                  </a:lnTo>
                  <a:cubicBezTo>
                    <a:pt x="139753" y="9688"/>
                    <a:pt x="141070" y="6020"/>
                    <a:pt x="130489" y="13340"/>
                  </a:cubicBezTo>
                  <a:lnTo>
                    <a:pt x="130489" y="13340"/>
                  </a:lnTo>
                  <a:cubicBezTo>
                    <a:pt x="125160" y="17023"/>
                    <a:pt x="118279" y="16318"/>
                    <a:pt x="111147" y="15628"/>
                  </a:cubicBezTo>
                  <a:lnTo>
                    <a:pt x="111147" y="15628"/>
                  </a:lnTo>
                  <a:cubicBezTo>
                    <a:pt x="104125" y="14938"/>
                    <a:pt x="96868" y="14233"/>
                    <a:pt x="90645" y="17760"/>
                  </a:cubicBezTo>
                  <a:lnTo>
                    <a:pt x="90645" y="17760"/>
                  </a:lnTo>
                  <a:cubicBezTo>
                    <a:pt x="78106" y="24829"/>
                    <a:pt x="65990" y="32980"/>
                    <a:pt x="62416" y="32494"/>
                  </a:cubicBezTo>
                  <a:lnTo>
                    <a:pt x="62416" y="32494"/>
                  </a:lnTo>
                  <a:cubicBezTo>
                    <a:pt x="29515" y="28058"/>
                    <a:pt x="1" y="47557"/>
                    <a:pt x="1" y="47557"/>
                  </a:cubicBezTo>
                  <a:lnTo>
                    <a:pt x="1" y="47557"/>
                  </a:lnTo>
                  <a:lnTo>
                    <a:pt x="195271" y="47557"/>
                  </a:lnTo>
                  <a:lnTo>
                    <a:pt x="195271" y="3935"/>
                  </a:lnTo>
                  <a:cubicBezTo>
                    <a:pt x="195271" y="3935"/>
                    <a:pt x="191525" y="1"/>
                    <a:pt x="184817" y="1"/>
                  </a:cubicBezTo>
                  <a:lnTo>
                    <a:pt x="184817" y="1"/>
                  </a:lnTo>
                  <a:cubicBezTo>
                    <a:pt x="180726" y="1"/>
                    <a:pt x="175553" y="1459"/>
                    <a:pt x="169456" y="6161"/>
                  </a:cubicBezTo>
                  <a:close/>
                </a:path>
              </a:pathLst>
            </a:custGeom>
            <a:solidFill>
              <a:srgbClr val="638C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rgbClr val="00B0F0"/>
                </a:solidFill>
              </a:endParaRPr>
            </a:p>
          </p:txBody>
        </p:sp>
        <p:sp>
          <p:nvSpPr>
            <p:cNvPr id="1366" name="Google Shape;1137;p30">
              <a:extLst>
                <a:ext uri="{FF2B5EF4-FFF2-40B4-BE49-F238E27FC236}">
                  <a16:creationId xmlns:a16="http://schemas.microsoft.com/office/drawing/2014/main" id="{DC04A4C3-31AA-25E7-5E6C-108DB80A9491}"/>
                </a:ext>
              </a:extLst>
            </p:cNvPr>
            <p:cNvSpPr/>
            <p:nvPr/>
          </p:nvSpPr>
          <p:spPr>
            <a:xfrm flipH="1">
              <a:off x="710925" y="4034025"/>
              <a:ext cx="4881800" cy="1188925"/>
            </a:xfrm>
            <a:custGeom>
              <a:avLst/>
              <a:gdLst/>
              <a:ahLst/>
              <a:cxnLst/>
              <a:rect l="l" t="t" r="r" b="b"/>
              <a:pathLst>
                <a:path w="195272" h="47557" extrusionOk="0">
                  <a:moveTo>
                    <a:pt x="169456" y="6161"/>
                  </a:moveTo>
                  <a:cubicBezTo>
                    <a:pt x="153343" y="18559"/>
                    <a:pt x="158233" y="14907"/>
                    <a:pt x="149001" y="12290"/>
                  </a:cubicBezTo>
                  <a:lnTo>
                    <a:pt x="149001" y="12290"/>
                  </a:lnTo>
                  <a:cubicBezTo>
                    <a:pt x="139753" y="9688"/>
                    <a:pt x="141070" y="6020"/>
                    <a:pt x="130489" y="13340"/>
                  </a:cubicBezTo>
                  <a:lnTo>
                    <a:pt x="130489" y="13340"/>
                  </a:lnTo>
                  <a:cubicBezTo>
                    <a:pt x="125160" y="17023"/>
                    <a:pt x="118279" y="16318"/>
                    <a:pt x="111147" y="15628"/>
                  </a:cubicBezTo>
                  <a:lnTo>
                    <a:pt x="111147" y="15628"/>
                  </a:lnTo>
                  <a:cubicBezTo>
                    <a:pt x="104125" y="14938"/>
                    <a:pt x="96868" y="14233"/>
                    <a:pt x="90645" y="17760"/>
                  </a:cubicBezTo>
                  <a:lnTo>
                    <a:pt x="90645" y="17760"/>
                  </a:lnTo>
                  <a:cubicBezTo>
                    <a:pt x="78106" y="24829"/>
                    <a:pt x="65990" y="32980"/>
                    <a:pt x="62416" y="32494"/>
                  </a:cubicBezTo>
                  <a:lnTo>
                    <a:pt x="62416" y="32494"/>
                  </a:lnTo>
                  <a:cubicBezTo>
                    <a:pt x="29515" y="28058"/>
                    <a:pt x="1" y="47557"/>
                    <a:pt x="1" y="47557"/>
                  </a:cubicBezTo>
                  <a:lnTo>
                    <a:pt x="1" y="47557"/>
                  </a:lnTo>
                  <a:lnTo>
                    <a:pt x="195271" y="47557"/>
                  </a:lnTo>
                  <a:lnTo>
                    <a:pt x="195271" y="3935"/>
                  </a:lnTo>
                  <a:cubicBezTo>
                    <a:pt x="195271" y="3935"/>
                    <a:pt x="191525" y="1"/>
                    <a:pt x="184817" y="1"/>
                  </a:cubicBezTo>
                  <a:lnTo>
                    <a:pt x="184817" y="1"/>
                  </a:lnTo>
                  <a:cubicBezTo>
                    <a:pt x="180726" y="1"/>
                    <a:pt x="175553" y="1459"/>
                    <a:pt x="169456" y="6161"/>
                  </a:cubicBezTo>
                  <a:close/>
                </a:path>
              </a:pathLst>
            </a:custGeom>
            <a:solidFill>
              <a:srgbClr val="638C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rgbClr val="00B0F0"/>
                </a:solidFill>
              </a:endParaRPr>
            </a:p>
          </p:txBody>
        </p:sp>
      </p:grpSp>
      <p:grpSp>
        <p:nvGrpSpPr>
          <p:cNvPr id="1143" name="Google Shape;1143;p30"/>
          <p:cNvGrpSpPr/>
          <p:nvPr/>
        </p:nvGrpSpPr>
        <p:grpSpPr>
          <a:xfrm>
            <a:off x="-2963675" y="4641375"/>
            <a:ext cx="389150" cy="536075"/>
            <a:chOff x="5354825" y="4565175"/>
            <a:chExt cx="389150" cy="536075"/>
          </a:xfrm>
          <a:solidFill>
            <a:srgbClr val="38761D"/>
          </a:solidFill>
        </p:grpSpPr>
        <p:sp>
          <p:nvSpPr>
            <p:cNvPr id="1144" name="Google Shape;1144;p30"/>
            <p:cNvSpPr/>
            <p:nvPr/>
          </p:nvSpPr>
          <p:spPr>
            <a:xfrm>
              <a:off x="5466500" y="4565175"/>
              <a:ext cx="165775" cy="189675"/>
            </a:xfrm>
            <a:custGeom>
              <a:avLst/>
              <a:gdLst/>
              <a:ahLst/>
              <a:cxnLst/>
              <a:rect l="l" t="t" r="r" b="b"/>
              <a:pathLst>
                <a:path w="6631" h="7587" extrusionOk="0">
                  <a:moveTo>
                    <a:pt x="3324" y="0"/>
                  </a:moveTo>
                  <a:cubicBezTo>
                    <a:pt x="3324" y="0"/>
                    <a:pt x="2462" y="6850"/>
                    <a:pt x="1" y="6850"/>
                  </a:cubicBezTo>
                  <a:cubicBezTo>
                    <a:pt x="1" y="6850"/>
                    <a:pt x="1286" y="7587"/>
                    <a:pt x="3324" y="7587"/>
                  </a:cubicBezTo>
                  <a:cubicBezTo>
                    <a:pt x="5346" y="7587"/>
                    <a:pt x="6631" y="6850"/>
                    <a:pt x="6631" y="6850"/>
                  </a:cubicBezTo>
                  <a:cubicBezTo>
                    <a:pt x="4170" y="6850"/>
                    <a:pt x="3324" y="0"/>
                    <a:pt x="332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45" name="Google Shape;1145;p30"/>
            <p:cNvGrpSpPr/>
            <p:nvPr/>
          </p:nvGrpSpPr>
          <p:grpSpPr>
            <a:xfrm>
              <a:off x="5354825" y="4689000"/>
              <a:ext cx="389150" cy="412250"/>
              <a:chOff x="5354825" y="4689000"/>
              <a:chExt cx="389150" cy="412250"/>
            </a:xfrm>
            <a:grpFill/>
          </p:grpSpPr>
          <p:sp>
            <p:nvSpPr>
              <p:cNvPr id="1146" name="Google Shape;1146;p30"/>
              <p:cNvSpPr/>
              <p:nvPr/>
            </p:nvSpPr>
            <p:spPr>
              <a:xfrm>
                <a:off x="5430850" y="4689000"/>
                <a:ext cx="237100" cy="170475"/>
              </a:xfrm>
              <a:custGeom>
                <a:avLst/>
                <a:gdLst/>
                <a:ahLst/>
                <a:cxnLst/>
                <a:rect l="l" t="t" r="r" b="b"/>
                <a:pathLst>
                  <a:path w="9484" h="6819" extrusionOk="0">
                    <a:moveTo>
                      <a:pt x="4750" y="0"/>
                    </a:moveTo>
                    <a:cubicBezTo>
                      <a:pt x="4750" y="0"/>
                      <a:pt x="3229" y="5330"/>
                      <a:pt x="0" y="5330"/>
                    </a:cubicBezTo>
                    <a:cubicBezTo>
                      <a:pt x="0" y="5330"/>
                      <a:pt x="1897" y="6819"/>
                      <a:pt x="4750" y="6819"/>
                    </a:cubicBezTo>
                    <a:cubicBezTo>
                      <a:pt x="7587" y="6819"/>
                      <a:pt x="9483" y="5330"/>
                      <a:pt x="9483" y="5330"/>
                    </a:cubicBezTo>
                    <a:cubicBezTo>
                      <a:pt x="6270" y="5330"/>
                      <a:pt x="4750" y="0"/>
                      <a:pt x="475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7" name="Google Shape;1147;p30"/>
              <p:cNvSpPr/>
              <p:nvPr/>
            </p:nvSpPr>
            <p:spPr>
              <a:xfrm>
                <a:off x="5407325" y="4744250"/>
                <a:ext cx="284125" cy="204175"/>
              </a:xfrm>
              <a:custGeom>
                <a:avLst/>
                <a:gdLst/>
                <a:ahLst/>
                <a:cxnLst/>
                <a:rect l="l" t="t" r="r" b="b"/>
                <a:pathLst>
                  <a:path w="11365" h="8167" extrusionOk="0">
                    <a:moveTo>
                      <a:pt x="5691" y="0"/>
                    </a:moveTo>
                    <a:cubicBezTo>
                      <a:pt x="5691" y="0"/>
                      <a:pt x="3857" y="6396"/>
                      <a:pt x="1" y="6396"/>
                    </a:cubicBezTo>
                    <a:cubicBezTo>
                      <a:pt x="1" y="6396"/>
                      <a:pt x="2274" y="8167"/>
                      <a:pt x="5691" y="8167"/>
                    </a:cubicBezTo>
                    <a:cubicBezTo>
                      <a:pt x="9092" y="8167"/>
                      <a:pt x="11365" y="6396"/>
                      <a:pt x="11365" y="6396"/>
                    </a:cubicBezTo>
                    <a:cubicBezTo>
                      <a:pt x="7509" y="6396"/>
                      <a:pt x="5691" y="0"/>
                      <a:pt x="569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30"/>
              <p:cNvSpPr/>
              <p:nvPr/>
            </p:nvSpPr>
            <p:spPr>
              <a:xfrm>
                <a:off x="5354825" y="4821450"/>
                <a:ext cx="389150" cy="279800"/>
              </a:xfrm>
              <a:custGeom>
                <a:avLst/>
                <a:gdLst/>
                <a:ahLst/>
                <a:cxnLst/>
                <a:rect l="l" t="t" r="r" b="b"/>
                <a:pathLst>
                  <a:path w="15566" h="11192" extrusionOk="0">
                    <a:moveTo>
                      <a:pt x="7791" y="0"/>
                    </a:moveTo>
                    <a:cubicBezTo>
                      <a:pt x="7791" y="0"/>
                      <a:pt x="5283" y="8762"/>
                      <a:pt x="1" y="8762"/>
                    </a:cubicBezTo>
                    <a:cubicBezTo>
                      <a:pt x="1" y="8762"/>
                      <a:pt x="3104" y="11192"/>
                      <a:pt x="7791" y="11192"/>
                    </a:cubicBezTo>
                    <a:cubicBezTo>
                      <a:pt x="12462" y="11192"/>
                      <a:pt x="15565" y="8762"/>
                      <a:pt x="15565" y="8762"/>
                    </a:cubicBezTo>
                    <a:cubicBezTo>
                      <a:pt x="10283" y="8762"/>
                      <a:pt x="7791" y="0"/>
                      <a:pt x="779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149" name="Google Shape;1149;p30"/>
          <p:cNvGrpSpPr/>
          <p:nvPr/>
        </p:nvGrpSpPr>
        <p:grpSpPr>
          <a:xfrm>
            <a:off x="-4099275" y="4407050"/>
            <a:ext cx="853900" cy="770400"/>
            <a:chOff x="4219225" y="4330850"/>
            <a:chExt cx="853900" cy="770400"/>
          </a:xfrm>
          <a:solidFill>
            <a:srgbClr val="38761D"/>
          </a:solidFill>
        </p:grpSpPr>
        <p:grpSp>
          <p:nvGrpSpPr>
            <p:cNvPr id="1150" name="Google Shape;1150;p30"/>
            <p:cNvGrpSpPr/>
            <p:nvPr/>
          </p:nvGrpSpPr>
          <p:grpSpPr>
            <a:xfrm>
              <a:off x="4295625" y="4330850"/>
              <a:ext cx="777500" cy="770400"/>
              <a:chOff x="4295625" y="4330850"/>
              <a:chExt cx="777500" cy="770400"/>
            </a:xfrm>
            <a:grpFill/>
          </p:grpSpPr>
          <p:sp>
            <p:nvSpPr>
              <p:cNvPr id="1151" name="Google Shape;1151;p30"/>
              <p:cNvSpPr/>
              <p:nvPr/>
            </p:nvSpPr>
            <p:spPr>
              <a:xfrm>
                <a:off x="4603250" y="4588300"/>
                <a:ext cx="408325" cy="293525"/>
              </a:xfrm>
              <a:custGeom>
                <a:avLst/>
                <a:gdLst/>
                <a:ahLst/>
                <a:cxnLst/>
                <a:rect l="l" t="t" r="r" b="b"/>
                <a:pathLst>
                  <a:path w="16333" h="11741" extrusionOk="0">
                    <a:moveTo>
                      <a:pt x="8167" y="0"/>
                    </a:moveTo>
                    <a:cubicBezTo>
                      <a:pt x="8167" y="0"/>
                      <a:pt x="5549" y="9185"/>
                      <a:pt x="0" y="9185"/>
                    </a:cubicBezTo>
                    <a:cubicBezTo>
                      <a:pt x="0" y="9185"/>
                      <a:pt x="3260" y="11740"/>
                      <a:pt x="8167" y="11740"/>
                    </a:cubicBezTo>
                    <a:cubicBezTo>
                      <a:pt x="13073" y="11740"/>
                      <a:pt x="16333" y="9185"/>
                      <a:pt x="16333" y="9185"/>
                    </a:cubicBezTo>
                    <a:cubicBezTo>
                      <a:pt x="10784" y="9185"/>
                      <a:pt x="8167" y="0"/>
                      <a:pt x="816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52" name="Google Shape;1152;p30"/>
              <p:cNvGrpSpPr/>
              <p:nvPr/>
            </p:nvGrpSpPr>
            <p:grpSpPr>
              <a:xfrm>
                <a:off x="4295625" y="4330850"/>
                <a:ext cx="777500" cy="770400"/>
                <a:chOff x="4295625" y="4330850"/>
                <a:chExt cx="777500" cy="770400"/>
              </a:xfrm>
              <a:grpFill/>
            </p:grpSpPr>
            <p:sp>
              <p:nvSpPr>
                <p:cNvPr id="1153" name="Google Shape;1153;p30"/>
                <p:cNvSpPr/>
                <p:nvPr/>
              </p:nvSpPr>
              <p:spPr>
                <a:xfrm>
                  <a:off x="4637325" y="4508750"/>
                  <a:ext cx="340550" cy="244925"/>
                </a:xfrm>
                <a:custGeom>
                  <a:avLst/>
                  <a:gdLst/>
                  <a:ahLst/>
                  <a:cxnLst/>
                  <a:rect l="l" t="t" r="r" b="b"/>
                  <a:pathLst>
                    <a:path w="13622" h="9797" extrusionOk="0">
                      <a:moveTo>
                        <a:pt x="6804" y="0"/>
                      </a:moveTo>
                      <a:cubicBezTo>
                        <a:pt x="6804" y="0"/>
                        <a:pt x="4625" y="7665"/>
                        <a:pt x="1" y="7665"/>
                      </a:cubicBezTo>
                      <a:cubicBezTo>
                        <a:pt x="1" y="7665"/>
                        <a:pt x="2713" y="9797"/>
                        <a:pt x="6804" y="9797"/>
                      </a:cubicBezTo>
                      <a:cubicBezTo>
                        <a:pt x="10895" y="9797"/>
                        <a:pt x="13622" y="7665"/>
                        <a:pt x="13622" y="7665"/>
                      </a:cubicBezTo>
                      <a:cubicBezTo>
                        <a:pt x="8998" y="7665"/>
                        <a:pt x="6804" y="0"/>
                        <a:pt x="680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4" name="Google Shape;1154;p30"/>
                <p:cNvSpPr/>
                <p:nvPr/>
              </p:nvSpPr>
              <p:spPr>
                <a:xfrm>
                  <a:off x="4330900" y="4565175"/>
                  <a:ext cx="166175" cy="189675"/>
                </a:xfrm>
                <a:custGeom>
                  <a:avLst/>
                  <a:gdLst/>
                  <a:ahLst/>
                  <a:cxnLst/>
                  <a:rect l="l" t="t" r="r" b="b"/>
                  <a:pathLst>
                    <a:path w="6647" h="7587" extrusionOk="0">
                      <a:moveTo>
                        <a:pt x="3323" y="0"/>
                      </a:moveTo>
                      <a:cubicBezTo>
                        <a:pt x="3323" y="0"/>
                        <a:pt x="2461" y="6850"/>
                        <a:pt x="1" y="6850"/>
                      </a:cubicBezTo>
                      <a:cubicBezTo>
                        <a:pt x="1" y="6850"/>
                        <a:pt x="1286" y="7587"/>
                        <a:pt x="3323" y="7587"/>
                      </a:cubicBezTo>
                      <a:cubicBezTo>
                        <a:pt x="5361" y="7587"/>
                        <a:pt x="6646" y="6850"/>
                        <a:pt x="6646" y="6850"/>
                      </a:cubicBezTo>
                      <a:cubicBezTo>
                        <a:pt x="4186" y="6850"/>
                        <a:pt x="3323" y="0"/>
                        <a:pt x="3323"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55" name="Google Shape;1155;p30"/>
                <p:cNvGrpSpPr/>
                <p:nvPr/>
              </p:nvGrpSpPr>
              <p:grpSpPr>
                <a:xfrm>
                  <a:off x="4295625" y="4330850"/>
                  <a:ext cx="777500" cy="770400"/>
                  <a:chOff x="4295625" y="4330850"/>
                  <a:chExt cx="777500" cy="770400"/>
                </a:xfrm>
                <a:grpFill/>
              </p:grpSpPr>
              <p:sp>
                <p:nvSpPr>
                  <p:cNvPr id="1156" name="Google Shape;1156;p30"/>
                  <p:cNvSpPr/>
                  <p:nvPr/>
                </p:nvSpPr>
                <p:spPr>
                  <a:xfrm>
                    <a:off x="4688275" y="4330850"/>
                    <a:ext cx="238675" cy="272750"/>
                  </a:xfrm>
                  <a:custGeom>
                    <a:avLst/>
                    <a:gdLst/>
                    <a:ahLst/>
                    <a:cxnLst/>
                    <a:rect l="l" t="t" r="r" b="b"/>
                    <a:pathLst>
                      <a:path w="9547" h="10910" extrusionOk="0">
                        <a:moveTo>
                          <a:pt x="4766" y="0"/>
                        </a:moveTo>
                        <a:cubicBezTo>
                          <a:pt x="4766" y="0"/>
                          <a:pt x="3543" y="9843"/>
                          <a:pt x="1" y="9843"/>
                        </a:cubicBezTo>
                        <a:cubicBezTo>
                          <a:pt x="1" y="9843"/>
                          <a:pt x="1850" y="10909"/>
                          <a:pt x="4766" y="10909"/>
                        </a:cubicBezTo>
                        <a:cubicBezTo>
                          <a:pt x="7697" y="10909"/>
                          <a:pt x="9546" y="9843"/>
                          <a:pt x="9546" y="9843"/>
                        </a:cubicBezTo>
                        <a:cubicBezTo>
                          <a:pt x="6004" y="9843"/>
                          <a:pt x="4766" y="0"/>
                          <a:pt x="4766"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7" name="Google Shape;1157;p30"/>
                  <p:cNvSpPr/>
                  <p:nvPr/>
                </p:nvSpPr>
                <p:spPr>
                  <a:xfrm>
                    <a:off x="4513550" y="4699175"/>
                    <a:ext cx="559575" cy="402075"/>
                  </a:xfrm>
                  <a:custGeom>
                    <a:avLst/>
                    <a:gdLst/>
                    <a:ahLst/>
                    <a:cxnLst/>
                    <a:rect l="l" t="t" r="r" b="b"/>
                    <a:pathLst>
                      <a:path w="22383" h="16083" extrusionOk="0">
                        <a:moveTo>
                          <a:pt x="11192" y="1"/>
                        </a:moveTo>
                        <a:cubicBezTo>
                          <a:pt x="11192" y="1"/>
                          <a:pt x="7618" y="12587"/>
                          <a:pt x="0" y="12587"/>
                        </a:cubicBezTo>
                        <a:cubicBezTo>
                          <a:pt x="0" y="12587"/>
                          <a:pt x="4483" y="16083"/>
                          <a:pt x="11192" y="16083"/>
                        </a:cubicBezTo>
                        <a:cubicBezTo>
                          <a:pt x="17916" y="16083"/>
                          <a:pt x="22383" y="12587"/>
                          <a:pt x="22383" y="12587"/>
                        </a:cubicBezTo>
                        <a:cubicBezTo>
                          <a:pt x="14781" y="12587"/>
                          <a:pt x="11192" y="1"/>
                          <a:pt x="1119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8" name="Google Shape;1158;p30"/>
                  <p:cNvSpPr/>
                  <p:nvPr/>
                </p:nvSpPr>
                <p:spPr>
                  <a:xfrm>
                    <a:off x="4295625" y="4689000"/>
                    <a:ext cx="237100" cy="170475"/>
                  </a:xfrm>
                  <a:custGeom>
                    <a:avLst/>
                    <a:gdLst/>
                    <a:ahLst/>
                    <a:cxnLst/>
                    <a:rect l="l" t="t" r="r" b="b"/>
                    <a:pathLst>
                      <a:path w="9484" h="6819" extrusionOk="0">
                        <a:moveTo>
                          <a:pt x="4734" y="0"/>
                        </a:moveTo>
                        <a:cubicBezTo>
                          <a:pt x="4734" y="0"/>
                          <a:pt x="3214" y="5330"/>
                          <a:pt x="1" y="5330"/>
                        </a:cubicBezTo>
                        <a:cubicBezTo>
                          <a:pt x="1" y="5330"/>
                          <a:pt x="1882" y="6819"/>
                          <a:pt x="4734" y="6819"/>
                        </a:cubicBezTo>
                        <a:cubicBezTo>
                          <a:pt x="7587" y="6819"/>
                          <a:pt x="9484" y="5330"/>
                          <a:pt x="9484" y="5330"/>
                        </a:cubicBezTo>
                        <a:cubicBezTo>
                          <a:pt x="6255" y="5330"/>
                          <a:pt x="4734" y="0"/>
                          <a:pt x="473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1159" name="Google Shape;1159;p30"/>
            <p:cNvGrpSpPr/>
            <p:nvPr/>
          </p:nvGrpSpPr>
          <p:grpSpPr>
            <a:xfrm>
              <a:off x="4219225" y="4744250"/>
              <a:ext cx="389525" cy="357000"/>
              <a:chOff x="4219225" y="4744250"/>
              <a:chExt cx="389525" cy="357000"/>
            </a:xfrm>
            <a:grpFill/>
          </p:grpSpPr>
          <p:sp>
            <p:nvSpPr>
              <p:cNvPr id="1160" name="Google Shape;1160;p30"/>
              <p:cNvSpPr/>
              <p:nvPr/>
            </p:nvSpPr>
            <p:spPr>
              <a:xfrm>
                <a:off x="4271725" y="4744250"/>
                <a:ext cx="284525" cy="204175"/>
              </a:xfrm>
              <a:custGeom>
                <a:avLst/>
                <a:gdLst/>
                <a:ahLst/>
                <a:cxnLst/>
                <a:rect l="l" t="t" r="r" b="b"/>
                <a:pathLst>
                  <a:path w="11381" h="8167" extrusionOk="0">
                    <a:moveTo>
                      <a:pt x="5690" y="0"/>
                    </a:moveTo>
                    <a:cubicBezTo>
                      <a:pt x="5690" y="0"/>
                      <a:pt x="3872" y="6396"/>
                      <a:pt x="1" y="6396"/>
                    </a:cubicBezTo>
                    <a:cubicBezTo>
                      <a:pt x="1" y="6396"/>
                      <a:pt x="2273" y="8167"/>
                      <a:pt x="5690" y="8167"/>
                    </a:cubicBezTo>
                    <a:cubicBezTo>
                      <a:pt x="9107" y="8167"/>
                      <a:pt x="11380" y="6396"/>
                      <a:pt x="11380" y="6396"/>
                    </a:cubicBezTo>
                    <a:cubicBezTo>
                      <a:pt x="7509" y="6396"/>
                      <a:pt x="5690" y="0"/>
                      <a:pt x="569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1" name="Google Shape;1161;p30"/>
              <p:cNvSpPr/>
              <p:nvPr/>
            </p:nvSpPr>
            <p:spPr>
              <a:xfrm>
                <a:off x="4219225" y="4821450"/>
                <a:ext cx="389525" cy="279800"/>
              </a:xfrm>
              <a:custGeom>
                <a:avLst/>
                <a:gdLst/>
                <a:ahLst/>
                <a:cxnLst/>
                <a:rect l="l" t="t" r="r" b="b"/>
                <a:pathLst>
                  <a:path w="15581" h="11192" extrusionOk="0">
                    <a:moveTo>
                      <a:pt x="7790" y="0"/>
                    </a:moveTo>
                    <a:cubicBezTo>
                      <a:pt x="7790" y="0"/>
                      <a:pt x="5298" y="8762"/>
                      <a:pt x="0" y="8762"/>
                    </a:cubicBezTo>
                    <a:cubicBezTo>
                      <a:pt x="0" y="8762"/>
                      <a:pt x="3120" y="11192"/>
                      <a:pt x="7790" y="11192"/>
                    </a:cubicBezTo>
                    <a:cubicBezTo>
                      <a:pt x="12461" y="11192"/>
                      <a:pt x="15581" y="8762"/>
                      <a:pt x="15581" y="8762"/>
                    </a:cubicBezTo>
                    <a:cubicBezTo>
                      <a:pt x="10283" y="8762"/>
                      <a:pt x="7790" y="0"/>
                      <a:pt x="779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162" name="Google Shape;1162;p30"/>
          <p:cNvGrpSpPr/>
          <p:nvPr/>
        </p:nvGrpSpPr>
        <p:grpSpPr>
          <a:xfrm>
            <a:off x="-344100" y="4641375"/>
            <a:ext cx="389125" cy="536075"/>
            <a:chOff x="7974400" y="4565175"/>
            <a:chExt cx="389125" cy="536075"/>
          </a:xfrm>
          <a:solidFill>
            <a:srgbClr val="38761D"/>
          </a:solidFill>
        </p:grpSpPr>
        <p:sp>
          <p:nvSpPr>
            <p:cNvPr id="1163" name="Google Shape;1163;p30"/>
            <p:cNvSpPr/>
            <p:nvPr/>
          </p:nvSpPr>
          <p:spPr>
            <a:xfrm>
              <a:off x="8086075" y="4565175"/>
              <a:ext cx="165775" cy="189675"/>
            </a:xfrm>
            <a:custGeom>
              <a:avLst/>
              <a:gdLst/>
              <a:ahLst/>
              <a:cxnLst/>
              <a:rect l="l" t="t" r="r" b="b"/>
              <a:pathLst>
                <a:path w="6631" h="7587" extrusionOk="0">
                  <a:moveTo>
                    <a:pt x="3308" y="0"/>
                  </a:moveTo>
                  <a:cubicBezTo>
                    <a:pt x="3308" y="0"/>
                    <a:pt x="2461" y="6850"/>
                    <a:pt x="1" y="6850"/>
                  </a:cubicBezTo>
                  <a:cubicBezTo>
                    <a:pt x="1" y="6850"/>
                    <a:pt x="1286" y="7587"/>
                    <a:pt x="3308" y="7587"/>
                  </a:cubicBezTo>
                  <a:cubicBezTo>
                    <a:pt x="5346" y="7587"/>
                    <a:pt x="6631" y="6850"/>
                    <a:pt x="6631" y="6850"/>
                  </a:cubicBezTo>
                  <a:cubicBezTo>
                    <a:pt x="4170" y="6850"/>
                    <a:pt x="3308" y="0"/>
                    <a:pt x="330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4" name="Google Shape;1164;p30"/>
            <p:cNvSpPr/>
            <p:nvPr/>
          </p:nvSpPr>
          <p:spPr>
            <a:xfrm>
              <a:off x="8050425" y="4689000"/>
              <a:ext cx="237100" cy="170475"/>
            </a:xfrm>
            <a:custGeom>
              <a:avLst/>
              <a:gdLst/>
              <a:ahLst/>
              <a:cxnLst/>
              <a:rect l="l" t="t" r="r" b="b"/>
              <a:pathLst>
                <a:path w="9484" h="6819" extrusionOk="0">
                  <a:moveTo>
                    <a:pt x="4734" y="0"/>
                  </a:moveTo>
                  <a:cubicBezTo>
                    <a:pt x="4734" y="0"/>
                    <a:pt x="3213" y="5330"/>
                    <a:pt x="0" y="5330"/>
                  </a:cubicBezTo>
                  <a:cubicBezTo>
                    <a:pt x="0" y="5330"/>
                    <a:pt x="1897" y="6819"/>
                    <a:pt x="4734" y="6819"/>
                  </a:cubicBezTo>
                  <a:cubicBezTo>
                    <a:pt x="7587" y="6819"/>
                    <a:pt x="9483" y="5330"/>
                    <a:pt x="9483" y="5330"/>
                  </a:cubicBezTo>
                  <a:cubicBezTo>
                    <a:pt x="6254" y="5330"/>
                    <a:pt x="4734" y="0"/>
                    <a:pt x="473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5" name="Google Shape;1165;p30"/>
            <p:cNvSpPr/>
            <p:nvPr/>
          </p:nvSpPr>
          <p:spPr>
            <a:xfrm>
              <a:off x="8026900" y="4744250"/>
              <a:ext cx="284125" cy="204175"/>
            </a:xfrm>
            <a:custGeom>
              <a:avLst/>
              <a:gdLst/>
              <a:ahLst/>
              <a:cxnLst/>
              <a:rect l="l" t="t" r="r" b="b"/>
              <a:pathLst>
                <a:path w="11365" h="8167" extrusionOk="0">
                  <a:moveTo>
                    <a:pt x="5675" y="0"/>
                  </a:moveTo>
                  <a:cubicBezTo>
                    <a:pt x="5675" y="0"/>
                    <a:pt x="3857" y="6396"/>
                    <a:pt x="1" y="6396"/>
                  </a:cubicBezTo>
                  <a:cubicBezTo>
                    <a:pt x="1" y="6396"/>
                    <a:pt x="2274" y="8167"/>
                    <a:pt x="5675" y="8167"/>
                  </a:cubicBezTo>
                  <a:cubicBezTo>
                    <a:pt x="9092" y="8167"/>
                    <a:pt x="11365" y="6396"/>
                    <a:pt x="11365" y="6396"/>
                  </a:cubicBezTo>
                  <a:cubicBezTo>
                    <a:pt x="7509" y="6396"/>
                    <a:pt x="5675" y="0"/>
                    <a:pt x="567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6" name="Google Shape;1166;p30"/>
            <p:cNvSpPr/>
            <p:nvPr/>
          </p:nvSpPr>
          <p:spPr>
            <a:xfrm>
              <a:off x="7974400" y="4821450"/>
              <a:ext cx="389125" cy="279800"/>
            </a:xfrm>
            <a:custGeom>
              <a:avLst/>
              <a:gdLst/>
              <a:ahLst/>
              <a:cxnLst/>
              <a:rect l="l" t="t" r="r" b="b"/>
              <a:pathLst>
                <a:path w="15565" h="11192" extrusionOk="0">
                  <a:moveTo>
                    <a:pt x="7775" y="0"/>
                  </a:moveTo>
                  <a:cubicBezTo>
                    <a:pt x="7775" y="0"/>
                    <a:pt x="5283" y="8762"/>
                    <a:pt x="0" y="8762"/>
                  </a:cubicBezTo>
                  <a:cubicBezTo>
                    <a:pt x="0" y="8762"/>
                    <a:pt x="3104" y="11192"/>
                    <a:pt x="7775" y="11192"/>
                  </a:cubicBezTo>
                  <a:cubicBezTo>
                    <a:pt x="12461" y="11192"/>
                    <a:pt x="15565" y="8762"/>
                    <a:pt x="15565" y="8762"/>
                  </a:cubicBezTo>
                  <a:cubicBezTo>
                    <a:pt x="10283" y="8762"/>
                    <a:pt x="7775" y="0"/>
                    <a:pt x="777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67" name="Google Shape;1167;p30"/>
          <p:cNvGrpSpPr/>
          <p:nvPr/>
        </p:nvGrpSpPr>
        <p:grpSpPr>
          <a:xfrm>
            <a:off x="-1795925" y="4158200"/>
            <a:ext cx="724950" cy="1019250"/>
            <a:chOff x="6522575" y="4082000"/>
            <a:chExt cx="724950" cy="1019250"/>
          </a:xfrm>
          <a:solidFill>
            <a:srgbClr val="38761D"/>
          </a:solidFill>
        </p:grpSpPr>
        <p:sp>
          <p:nvSpPr>
            <p:cNvPr id="1168" name="Google Shape;1168;p30"/>
            <p:cNvSpPr/>
            <p:nvPr/>
          </p:nvSpPr>
          <p:spPr>
            <a:xfrm>
              <a:off x="6714575" y="4259900"/>
              <a:ext cx="340550" cy="244950"/>
            </a:xfrm>
            <a:custGeom>
              <a:avLst/>
              <a:gdLst/>
              <a:ahLst/>
              <a:cxnLst/>
              <a:rect l="l" t="t" r="r" b="b"/>
              <a:pathLst>
                <a:path w="13622" h="9798" extrusionOk="0">
                  <a:moveTo>
                    <a:pt x="6819" y="1"/>
                  </a:moveTo>
                  <a:cubicBezTo>
                    <a:pt x="6819" y="1"/>
                    <a:pt x="4624" y="7666"/>
                    <a:pt x="0" y="7666"/>
                  </a:cubicBezTo>
                  <a:cubicBezTo>
                    <a:pt x="0" y="7666"/>
                    <a:pt x="2728" y="9797"/>
                    <a:pt x="6819" y="9797"/>
                  </a:cubicBezTo>
                  <a:cubicBezTo>
                    <a:pt x="10910" y="9797"/>
                    <a:pt x="13621" y="7666"/>
                    <a:pt x="13621" y="7666"/>
                  </a:cubicBezTo>
                  <a:cubicBezTo>
                    <a:pt x="8998" y="7666"/>
                    <a:pt x="6819" y="1"/>
                    <a:pt x="681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69" name="Google Shape;1169;p30"/>
            <p:cNvGrpSpPr/>
            <p:nvPr/>
          </p:nvGrpSpPr>
          <p:grpSpPr>
            <a:xfrm>
              <a:off x="6522575" y="4082000"/>
              <a:ext cx="724950" cy="1019250"/>
              <a:chOff x="6522575" y="4082000"/>
              <a:chExt cx="724950" cy="1019250"/>
            </a:xfrm>
            <a:grpFill/>
          </p:grpSpPr>
          <p:sp>
            <p:nvSpPr>
              <p:cNvPr id="1170" name="Google Shape;1170;p30"/>
              <p:cNvSpPr/>
              <p:nvPr/>
            </p:nvSpPr>
            <p:spPr>
              <a:xfrm>
                <a:off x="6765900" y="4082000"/>
                <a:ext cx="238275" cy="272775"/>
              </a:xfrm>
              <a:custGeom>
                <a:avLst/>
                <a:gdLst/>
                <a:ahLst/>
                <a:cxnLst/>
                <a:rect l="l" t="t" r="r" b="b"/>
                <a:pathLst>
                  <a:path w="9531" h="10911" extrusionOk="0">
                    <a:moveTo>
                      <a:pt x="4766" y="1"/>
                    </a:moveTo>
                    <a:cubicBezTo>
                      <a:pt x="4766" y="1"/>
                      <a:pt x="3527" y="9829"/>
                      <a:pt x="1" y="9829"/>
                    </a:cubicBezTo>
                    <a:cubicBezTo>
                      <a:pt x="1" y="9829"/>
                      <a:pt x="1835" y="10910"/>
                      <a:pt x="4766" y="10910"/>
                    </a:cubicBezTo>
                    <a:cubicBezTo>
                      <a:pt x="7681" y="10910"/>
                      <a:pt x="9531" y="9829"/>
                      <a:pt x="9531" y="9829"/>
                    </a:cubicBezTo>
                    <a:cubicBezTo>
                      <a:pt x="5988" y="9829"/>
                      <a:pt x="4766" y="1"/>
                      <a:pt x="4766"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1" name="Google Shape;1171;p30"/>
              <p:cNvSpPr/>
              <p:nvPr/>
            </p:nvSpPr>
            <p:spPr>
              <a:xfrm>
                <a:off x="6680875" y="4339450"/>
                <a:ext cx="408350" cy="293525"/>
              </a:xfrm>
              <a:custGeom>
                <a:avLst/>
                <a:gdLst/>
                <a:ahLst/>
                <a:cxnLst/>
                <a:rect l="l" t="t" r="r" b="b"/>
                <a:pathLst>
                  <a:path w="16334" h="11741" extrusionOk="0">
                    <a:moveTo>
                      <a:pt x="8167" y="1"/>
                    </a:moveTo>
                    <a:cubicBezTo>
                      <a:pt x="8167" y="1"/>
                      <a:pt x="5549" y="9186"/>
                      <a:pt x="0" y="9186"/>
                    </a:cubicBezTo>
                    <a:cubicBezTo>
                      <a:pt x="0" y="9186"/>
                      <a:pt x="3261" y="11741"/>
                      <a:pt x="8167" y="11741"/>
                    </a:cubicBezTo>
                    <a:cubicBezTo>
                      <a:pt x="13073" y="11741"/>
                      <a:pt x="16333" y="9186"/>
                      <a:pt x="16333" y="9186"/>
                    </a:cubicBezTo>
                    <a:cubicBezTo>
                      <a:pt x="10784" y="9186"/>
                      <a:pt x="8167" y="1"/>
                      <a:pt x="816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2" name="Google Shape;1172;p30"/>
              <p:cNvSpPr/>
              <p:nvPr/>
            </p:nvSpPr>
            <p:spPr>
              <a:xfrm>
                <a:off x="6605250" y="4450350"/>
                <a:ext cx="559600" cy="402075"/>
              </a:xfrm>
              <a:custGeom>
                <a:avLst/>
                <a:gdLst/>
                <a:ahLst/>
                <a:cxnLst/>
                <a:rect l="l" t="t" r="r" b="b"/>
                <a:pathLst>
                  <a:path w="22384" h="16083" extrusionOk="0">
                    <a:moveTo>
                      <a:pt x="11192" y="1"/>
                    </a:moveTo>
                    <a:cubicBezTo>
                      <a:pt x="11192" y="1"/>
                      <a:pt x="7602" y="12587"/>
                      <a:pt x="0" y="12587"/>
                    </a:cubicBezTo>
                    <a:cubicBezTo>
                      <a:pt x="0" y="12587"/>
                      <a:pt x="4467" y="16083"/>
                      <a:pt x="11192" y="16083"/>
                    </a:cubicBezTo>
                    <a:cubicBezTo>
                      <a:pt x="17916" y="16083"/>
                      <a:pt x="22383" y="12587"/>
                      <a:pt x="22383" y="12587"/>
                    </a:cubicBezTo>
                    <a:cubicBezTo>
                      <a:pt x="14781" y="12587"/>
                      <a:pt x="11192" y="1"/>
                      <a:pt x="1119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3" name="Google Shape;1173;p30"/>
              <p:cNvSpPr/>
              <p:nvPr/>
            </p:nvSpPr>
            <p:spPr>
              <a:xfrm>
                <a:off x="6522575" y="4580450"/>
                <a:ext cx="724950" cy="520800"/>
              </a:xfrm>
              <a:custGeom>
                <a:avLst/>
                <a:gdLst/>
                <a:ahLst/>
                <a:cxnLst/>
                <a:rect l="l" t="t" r="r" b="b"/>
                <a:pathLst>
                  <a:path w="28998" h="20832" extrusionOk="0">
                    <a:moveTo>
                      <a:pt x="14499" y="1"/>
                    </a:moveTo>
                    <a:cubicBezTo>
                      <a:pt x="14499" y="1"/>
                      <a:pt x="9843" y="16302"/>
                      <a:pt x="0" y="16302"/>
                    </a:cubicBezTo>
                    <a:cubicBezTo>
                      <a:pt x="0" y="16302"/>
                      <a:pt x="5784" y="20832"/>
                      <a:pt x="14499" y="20832"/>
                    </a:cubicBezTo>
                    <a:cubicBezTo>
                      <a:pt x="23198" y="20832"/>
                      <a:pt x="28998" y="16302"/>
                      <a:pt x="28998" y="16302"/>
                    </a:cubicBezTo>
                    <a:cubicBezTo>
                      <a:pt x="19138" y="16302"/>
                      <a:pt x="14499" y="1"/>
                      <a:pt x="1449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174" name="Google Shape;1174;p30"/>
          <p:cNvSpPr/>
          <p:nvPr/>
        </p:nvSpPr>
        <p:spPr>
          <a:xfrm>
            <a:off x="-8925" y="695575"/>
            <a:ext cx="3504800" cy="490625"/>
          </a:xfrm>
          <a:custGeom>
            <a:avLst/>
            <a:gdLst/>
            <a:ahLst/>
            <a:cxnLst/>
            <a:rect l="l" t="t" r="r" b="b"/>
            <a:pathLst>
              <a:path w="140192" h="19625" extrusionOk="0">
                <a:moveTo>
                  <a:pt x="45832" y="2399"/>
                </a:moveTo>
                <a:cubicBezTo>
                  <a:pt x="38057" y="7775"/>
                  <a:pt x="0" y="2399"/>
                  <a:pt x="0" y="2399"/>
                </a:cubicBezTo>
                <a:lnTo>
                  <a:pt x="0" y="2399"/>
                </a:lnTo>
                <a:lnTo>
                  <a:pt x="0" y="19625"/>
                </a:lnTo>
                <a:cubicBezTo>
                  <a:pt x="0" y="19625"/>
                  <a:pt x="58293" y="7242"/>
                  <a:pt x="63418" y="4781"/>
                </a:cubicBezTo>
                <a:lnTo>
                  <a:pt x="63418" y="4781"/>
                </a:lnTo>
                <a:cubicBezTo>
                  <a:pt x="68528" y="2336"/>
                  <a:pt x="140191" y="2399"/>
                  <a:pt x="140191" y="2399"/>
                </a:cubicBezTo>
                <a:lnTo>
                  <a:pt x="140191" y="2399"/>
                </a:lnTo>
                <a:cubicBezTo>
                  <a:pt x="140191" y="2399"/>
                  <a:pt x="101711" y="0"/>
                  <a:pt x="73763" y="0"/>
                </a:cubicBezTo>
                <a:lnTo>
                  <a:pt x="73763" y="0"/>
                </a:lnTo>
                <a:cubicBezTo>
                  <a:pt x="59782" y="0"/>
                  <a:pt x="48434" y="596"/>
                  <a:pt x="45832" y="2399"/>
                </a:cubicBezTo>
                <a:close/>
              </a:path>
            </a:pathLst>
          </a:custGeom>
          <a:solidFill>
            <a:srgbClr val="FFFFFF">
              <a:alpha val="410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5" name="Google Shape;1175;p30"/>
          <p:cNvSpPr/>
          <p:nvPr/>
        </p:nvSpPr>
        <p:spPr>
          <a:xfrm>
            <a:off x="5614225" y="1592525"/>
            <a:ext cx="3572600" cy="500050"/>
          </a:xfrm>
          <a:custGeom>
            <a:avLst/>
            <a:gdLst/>
            <a:ahLst/>
            <a:cxnLst/>
            <a:rect l="l" t="t" r="r" b="b"/>
            <a:pathLst>
              <a:path w="142904" h="20002" extrusionOk="0">
                <a:moveTo>
                  <a:pt x="1" y="2430"/>
                </a:moveTo>
                <a:cubicBezTo>
                  <a:pt x="1" y="2430"/>
                  <a:pt x="73043" y="2383"/>
                  <a:pt x="78263" y="4876"/>
                </a:cubicBezTo>
                <a:lnTo>
                  <a:pt x="78263" y="4876"/>
                </a:lnTo>
                <a:cubicBezTo>
                  <a:pt x="83482" y="7368"/>
                  <a:pt x="142904" y="20001"/>
                  <a:pt x="142904" y="20001"/>
                </a:cubicBezTo>
                <a:lnTo>
                  <a:pt x="142904" y="20001"/>
                </a:lnTo>
                <a:lnTo>
                  <a:pt x="142904" y="2430"/>
                </a:lnTo>
                <a:cubicBezTo>
                  <a:pt x="142904" y="2430"/>
                  <a:pt x="104125" y="7916"/>
                  <a:pt x="96179" y="2430"/>
                </a:cubicBezTo>
                <a:lnTo>
                  <a:pt x="96179" y="2430"/>
                </a:lnTo>
                <a:cubicBezTo>
                  <a:pt x="93530" y="612"/>
                  <a:pt x="81962" y="1"/>
                  <a:pt x="67714" y="1"/>
                </a:cubicBezTo>
                <a:lnTo>
                  <a:pt x="67714" y="1"/>
                </a:lnTo>
                <a:cubicBezTo>
                  <a:pt x="39218" y="1"/>
                  <a:pt x="1" y="2430"/>
                  <a:pt x="1" y="2430"/>
                </a:cubicBezTo>
              </a:path>
            </a:pathLst>
          </a:custGeom>
          <a:solidFill>
            <a:srgbClr val="FFFFFF">
              <a:alpha val="410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6" name="Google Shape;1176;p30"/>
          <p:cNvSpPr/>
          <p:nvPr/>
        </p:nvSpPr>
        <p:spPr>
          <a:xfrm>
            <a:off x="6525300" y="4845350"/>
            <a:ext cx="25" cy="25"/>
          </a:xfrm>
          <a:custGeom>
            <a:avLst/>
            <a:gdLst/>
            <a:ahLst/>
            <a:cxnLst/>
            <a:rect l="l" t="t" r="r" b="b"/>
            <a:pathLst>
              <a:path w="1" h="1" extrusionOk="0">
                <a:moveTo>
                  <a:pt x="1" y="0"/>
                </a:moveTo>
                <a:cubicBezTo>
                  <a:pt x="1" y="0"/>
                  <a:pt x="1" y="0"/>
                  <a:pt x="1" y="0"/>
                </a:cubicBezTo>
                <a:cubicBezTo>
                  <a:pt x="1" y="0"/>
                  <a:pt x="1" y="0"/>
                  <a:pt x="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7" name="Google Shape;1177;p30"/>
          <p:cNvSpPr/>
          <p:nvPr/>
        </p:nvSpPr>
        <p:spPr>
          <a:xfrm>
            <a:off x="6525300" y="4846125"/>
            <a:ext cx="825" cy="4725"/>
          </a:xfrm>
          <a:custGeom>
            <a:avLst/>
            <a:gdLst/>
            <a:ahLst/>
            <a:cxnLst/>
            <a:rect l="l" t="t" r="r" b="b"/>
            <a:pathLst>
              <a:path w="33" h="189" extrusionOk="0">
                <a:moveTo>
                  <a:pt x="32" y="189"/>
                </a:moveTo>
                <a:lnTo>
                  <a:pt x="32" y="189"/>
                </a:lnTo>
                <a:cubicBezTo>
                  <a:pt x="16" y="126"/>
                  <a:pt x="1" y="63"/>
                  <a:pt x="1" y="1"/>
                </a:cubicBezTo>
                <a:cubicBezTo>
                  <a:pt x="1" y="63"/>
                  <a:pt x="16" y="126"/>
                  <a:pt x="32" y="189"/>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8" name="Google Shape;1178;p30"/>
          <p:cNvSpPr/>
          <p:nvPr/>
        </p:nvSpPr>
        <p:spPr>
          <a:xfrm>
            <a:off x="6531575" y="4866125"/>
            <a:ext cx="25" cy="400"/>
          </a:xfrm>
          <a:custGeom>
            <a:avLst/>
            <a:gdLst/>
            <a:ahLst/>
            <a:cxnLst/>
            <a:rect l="l" t="t" r="r" b="b"/>
            <a:pathLst>
              <a:path w="1" h="16" extrusionOk="0">
                <a:moveTo>
                  <a:pt x="1" y="16"/>
                </a:moveTo>
                <a:cubicBezTo>
                  <a:pt x="1" y="16"/>
                  <a:pt x="1" y="0"/>
                  <a:pt x="1" y="0"/>
                </a:cubicBezTo>
                <a:cubicBezTo>
                  <a:pt x="1" y="0"/>
                  <a:pt x="1" y="16"/>
                  <a:pt x="1" y="16"/>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9" name="Google Shape;1179;p30"/>
          <p:cNvSpPr/>
          <p:nvPr/>
        </p:nvSpPr>
        <p:spPr>
          <a:xfrm>
            <a:off x="6530800" y="4864550"/>
            <a:ext cx="400" cy="800"/>
          </a:xfrm>
          <a:custGeom>
            <a:avLst/>
            <a:gdLst/>
            <a:ahLst/>
            <a:cxnLst/>
            <a:rect l="l" t="t" r="r" b="b"/>
            <a:pathLst>
              <a:path w="16" h="32" extrusionOk="0">
                <a:moveTo>
                  <a:pt x="16" y="32"/>
                </a:moveTo>
                <a:cubicBezTo>
                  <a:pt x="0" y="16"/>
                  <a:pt x="0" y="16"/>
                  <a:pt x="0" y="0"/>
                </a:cubicBezTo>
                <a:cubicBezTo>
                  <a:pt x="0" y="16"/>
                  <a:pt x="0" y="16"/>
                  <a:pt x="16" y="32"/>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0" name="Google Shape;1180;p30"/>
          <p:cNvSpPr/>
          <p:nvPr/>
        </p:nvSpPr>
        <p:spPr>
          <a:xfrm>
            <a:off x="6527650" y="4856700"/>
            <a:ext cx="2775" cy="7475"/>
          </a:xfrm>
          <a:custGeom>
            <a:avLst/>
            <a:gdLst/>
            <a:ahLst/>
            <a:cxnLst/>
            <a:rect l="l" t="t" r="r" b="b"/>
            <a:pathLst>
              <a:path w="111" h="299" extrusionOk="0">
                <a:moveTo>
                  <a:pt x="1" y="1"/>
                </a:moveTo>
                <a:cubicBezTo>
                  <a:pt x="32" y="111"/>
                  <a:pt x="63" y="205"/>
                  <a:pt x="111" y="299"/>
                </a:cubicBezTo>
                <a:cubicBezTo>
                  <a:pt x="63" y="205"/>
                  <a:pt x="32" y="111"/>
                  <a:pt x="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81" name="Google Shape;1181;p30"/>
          <p:cNvGrpSpPr/>
          <p:nvPr/>
        </p:nvGrpSpPr>
        <p:grpSpPr>
          <a:xfrm>
            <a:off x="-606525" y="3751312"/>
            <a:ext cx="9800100" cy="1657575"/>
            <a:chOff x="-613275" y="3559275"/>
            <a:chExt cx="9800100" cy="1657575"/>
          </a:xfrm>
          <a:solidFill>
            <a:srgbClr val="002E50"/>
          </a:solidFill>
        </p:grpSpPr>
        <p:sp>
          <p:nvSpPr>
            <p:cNvPr id="1182" name="Google Shape;1182;p30"/>
            <p:cNvSpPr/>
            <p:nvPr/>
          </p:nvSpPr>
          <p:spPr>
            <a:xfrm>
              <a:off x="8699600" y="3962263"/>
              <a:ext cx="444400" cy="1230850"/>
            </a:xfrm>
            <a:custGeom>
              <a:avLst/>
              <a:gdLst/>
              <a:ahLst/>
              <a:cxnLst/>
              <a:rect l="l" t="t" r="r" b="b"/>
              <a:pathLst>
                <a:path w="17776" h="49234" extrusionOk="0">
                  <a:moveTo>
                    <a:pt x="1" y="15017"/>
                  </a:moveTo>
                  <a:lnTo>
                    <a:pt x="1" y="49234"/>
                  </a:lnTo>
                  <a:lnTo>
                    <a:pt x="5487" y="49234"/>
                  </a:lnTo>
                  <a:lnTo>
                    <a:pt x="5487" y="15017"/>
                  </a:lnTo>
                  <a:cubicBezTo>
                    <a:pt x="5487" y="7665"/>
                    <a:pt x="10785" y="1537"/>
                    <a:pt x="17776" y="251"/>
                  </a:cubicBezTo>
                  <a:lnTo>
                    <a:pt x="17776" y="251"/>
                  </a:lnTo>
                  <a:cubicBezTo>
                    <a:pt x="16882" y="79"/>
                    <a:pt x="15957" y="1"/>
                    <a:pt x="15033" y="1"/>
                  </a:cubicBezTo>
                  <a:lnTo>
                    <a:pt x="15033" y="1"/>
                  </a:lnTo>
                  <a:cubicBezTo>
                    <a:pt x="6725" y="1"/>
                    <a:pt x="1" y="6725"/>
                    <a:pt x="1" y="15017"/>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3" name="Google Shape;1183;p30"/>
            <p:cNvSpPr/>
            <p:nvPr/>
          </p:nvSpPr>
          <p:spPr>
            <a:xfrm>
              <a:off x="7566750" y="3962263"/>
              <a:ext cx="444000" cy="1230850"/>
            </a:xfrm>
            <a:custGeom>
              <a:avLst/>
              <a:gdLst/>
              <a:ahLst/>
              <a:cxnLst/>
              <a:rect l="l" t="t" r="r" b="b"/>
              <a:pathLst>
                <a:path w="17760" h="49234" extrusionOk="0">
                  <a:moveTo>
                    <a:pt x="0" y="15017"/>
                  </a:moveTo>
                  <a:lnTo>
                    <a:pt x="0" y="49234"/>
                  </a:lnTo>
                  <a:lnTo>
                    <a:pt x="5486" y="49234"/>
                  </a:lnTo>
                  <a:lnTo>
                    <a:pt x="5486" y="15017"/>
                  </a:lnTo>
                  <a:cubicBezTo>
                    <a:pt x="5486" y="7665"/>
                    <a:pt x="10769" y="1537"/>
                    <a:pt x="17759" y="251"/>
                  </a:cubicBezTo>
                  <a:lnTo>
                    <a:pt x="17759" y="251"/>
                  </a:lnTo>
                  <a:cubicBezTo>
                    <a:pt x="16866" y="79"/>
                    <a:pt x="15957" y="1"/>
                    <a:pt x="15016" y="1"/>
                  </a:cubicBezTo>
                  <a:lnTo>
                    <a:pt x="15016" y="1"/>
                  </a:lnTo>
                  <a:cubicBezTo>
                    <a:pt x="6725" y="1"/>
                    <a:pt x="0" y="6725"/>
                    <a:pt x="0" y="15017"/>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4" name="Google Shape;1184;p30"/>
            <p:cNvSpPr/>
            <p:nvPr/>
          </p:nvSpPr>
          <p:spPr>
            <a:xfrm>
              <a:off x="6433500" y="3962263"/>
              <a:ext cx="444000" cy="1230850"/>
            </a:xfrm>
            <a:custGeom>
              <a:avLst/>
              <a:gdLst/>
              <a:ahLst/>
              <a:cxnLst/>
              <a:rect l="l" t="t" r="r" b="b"/>
              <a:pathLst>
                <a:path w="17760" h="49234" extrusionOk="0">
                  <a:moveTo>
                    <a:pt x="0" y="15017"/>
                  </a:moveTo>
                  <a:lnTo>
                    <a:pt x="0" y="49234"/>
                  </a:lnTo>
                  <a:lnTo>
                    <a:pt x="5486" y="49234"/>
                  </a:lnTo>
                  <a:lnTo>
                    <a:pt x="5486" y="15017"/>
                  </a:lnTo>
                  <a:cubicBezTo>
                    <a:pt x="5486" y="7665"/>
                    <a:pt x="10784" y="1537"/>
                    <a:pt x="17759" y="251"/>
                  </a:cubicBezTo>
                  <a:lnTo>
                    <a:pt x="17759" y="251"/>
                  </a:lnTo>
                  <a:cubicBezTo>
                    <a:pt x="16881" y="79"/>
                    <a:pt x="15957" y="1"/>
                    <a:pt x="15016" y="1"/>
                  </a:cubicBezTo>
                  <a:lnTo>
                    <a:pt x="15016" y="1"/>
                  </a:lnTo>
                  <a:cubicBezTo>
                    <a:pt x="6725" y="1"/>
                    <a:pt x="0" y="6725"/>
                    <a:pt x="0" y="15017"/>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5" name="Google Shape;1185;p30"/>
            <p:cNvSpPr/>
            <p:nvPr/>
          </p:nvSpPr>
          <p:spPr>
            <a:xfrm>
              <a:off x="5300250" y="3962263"/>
              <a:ext cx="444375" cy="1230850"/>
            </a:xfrm>
            <a:custGeom>
              <a:avLst/>
              <a:gdLst/>
              <a:ahLst/>
              <a:cxnLst/>
              <a:rect l="l" t="t" r="r" b="b"/>
              <a:pathLst>
                <a:path w="17775" h="49234" extrusionOk="0">
                  <a:moveTo>
                    <a:pt x="0" y="15017"/>
                  </a:moveTo>
                  <a:lnTo>
                    <a:pt x="0" y="49234"/>
                  </a:lnTo>
                  <a:lnTo>
                    <a:pt x="5486" y="49234"/>
                  </a:lnTo>
                  <a:lnTo>
                    <a:pt x="5486" y="15017"/>
                  </a:lnTo>
                  <a:cubicBezTo>
                    <a:pt x="5486" y="7665"/>
                    <a:pt x="10784" y="1537"/>
                    <a:pt x="17775" y="251"/>
                  </a:cubicBezTo>
                  <a:lnTo>
                    <a:pt x="17775" y="251"/>
                  </a:lnTo>
                  <a:cubicBezTo>
                    <a:pt x="16881" y="79"/>
                    <a:pt x="15957" y="1"/>
                    <a:pt x="15032" y="1"/>
                  </a:cubicBezTo>
                  <a:lnTo>
                    <a:pt x="15032" y="1"/>
                  </a:lnTo>
                  <a:cubicBezTo>
                    <a:pt x="6724" y="1"/>
                    <a:pt x="0" y="6725"/>
                    <a:pt x="0" y="15017"/>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86" name="Google Shape;1186;p30"/>
            <p:cNvGrpSpPr/>
            <p:nvPr/>
          </p:nvGrpSpPr>
          <p:grpSpPr>
            <a:xfrm>
              <a:off x="-613275" y="3559275"/>
              <a:ext cx="9800100" cy="1657575"/>
              <a:chOff x="-613275" y="3443675"/>
              <a:chExt cx="9800100" cy="1657575"/>
            </a:xfrm>
            <a:grpFill/>
          </p:grpSpPr>
          <p:sp>
            <p:nvSpPr>
              <p:cNvPr id="1187" name="Google Shape;1187;p30"/>
              <p:cNvSpPr/>
              <p:nvPr/>
            </p:nvSpPr>
            <p:spPr>
              <a:xfrm>
                <a:off x="3962175" y="3443675"/>
                <a:ext cx="5224650" cy="1657575"/>
              </a:xfrm>
              <a:custGeom>
                <a:avLst/>
                <a:gdLst/>
                <a:ahLst/>
                <a:cxnLst/>
                <a:rect l="l" t="t" r="r" b="b"/>
                <a:pathLst>
                  <a:path w="208986" h="66303" extrusionOk="0">
                    <a:moveTo>
                      <a:pt x="0" y="0"/>
                    </a:moveTo>
                    <a:lnTo>
                      <a:pt x="0" y="1207"/>
                    </a:lnTo>
                    <a:lnTo>
                      <a:pt x="5486" y="1207"/>
                    </a:lnTo>
                    <a:lnTo>
                      <a:pt x="5486" y="5439"/>
                    </a:lnTo>
                    <a:lnTo>
                      <a:pt x="0" y="5439"/>
                    </a:lnTo>
                    <a:lnTo>
                      <a:pt x="0" y="66303"/>
                    </a:lnTo>
                    <a:lnTo>
                      <a:pt x="8104" y="66303"/>
                    </a:lnTo>
                    <a:lnTo>
                      <a:pt x="8104" y="32086"/>
                    </a:lnTo>
                    <a:cubicBezTo>
                      <a:pt x="8104" y="23794"/>
                      <a:pt x="14828" y="17070"/>
                      <a:pt x="23120" y="17070"/>
                    </a:cubicBezTo>
                    <a:lnTo>
                      <a:pt x="23120" y="17070"/>
                    </a:lnTo>
                    <a:cubicBezTo>
                      <a:pt x="31411" y="17070"/>
                      <a:pt x="38136" y="23794"/>
                      <a:pt x="38136" y="32086"/>
                    </a:cubicBezTo>
                    <a:lnTo>
                      <a:pt x="38136" y="32086"/>
                    </a:lnTo>
                    <a:lnTo>
                      <a:pt x="38136" y="66303"/>
                    </a:lnTo>
                    <a:lnTo>
                      <a:pt x="53434" y="66303"/>
                    </a:lnTo>
                    <a:lnTo>
                      <a:pt x="53434" y="32086"/>
                    </a:lnTo>
                    <a:cubicBezTo>
                      <a:pt x="53434" y="23794"/>
                      <a:pt x="60158" y="17070"/>
                      <a:pt x="68450" y="17070"/>
                    </a:cubicBezTo>
                    <a:lnTo>
                      <a:pt x="68450" y="17070"/>
                    </a:lnTo>
                    <a:cubicBezTo>
                      <a:pt x="76741" y="17070"/>
                      <a:pt x="83466" y="23794"/>
                      <a:pt x="83466" y="32086"/>
                    </a:cubicBezTo>
                    <a:lnTo>
                      <a:pt x="83466" y="32086"/>
                    </a:lnTo>
                    <a:lnTo>
                      <a:pt x="83466" y="66303"/>
                    </a:lnTo>
                    <a:lnTo>
                      <a:pt x="98764" y="66303"/>
                    </a:lnTo>
                    <a:lnTo>
                      <a:pt x="98764" y="32086"/>
                    </a:lnTo>
                    <a:cubicBezTo>
                      <a:pt x="98764" y="23794"/>
                      <a:pt x="105488" y="17070"/>
                      <a:pt x="113780" y="17070"/>
                    </a:cubicBezTo>
                    <a:lnTo>
                      <a:pt x="113780" y="17070"/>
                    </a:lnTo>
                    <a:cubicBezTo>
                      <a:pt x="122072" y="17070"/>
                      <a:pt x="128796" y="23794"/>
                      <a:pt x="128796" y="32086"/>
                    </a:cubicBezTo>
                    <a:lnTo>
                      <a:pt x="128796" y="32086"/>
                    </a:lnTo>
                    <a:lnTo>
                      <a:pt x="128796" y="66303"/>
                    </a:lnTo>
                    <a:lnTo>
                      <a:pt x="144094" y="66303"/>
                    </a:lnTo>
                    <a:lnTo>
                      <a:pt x="144094" y="32086"/>
                    </a:lnTo>
                    <a:cubicBezTo>
                      <a:pt x="144094" y="23794"/>
                      <a:pt x="150818" y="17070"/>
                      <a:pt x="159110" y="17070"/>
                    </a:cubicBezTo>
                    <a:lnTo>
                      <a:pt x="159110" y="17070"/>
                    </a:lnTo>
                    <a:cubicBezTo>
                      <a:pt x="167402" y="17070"/>
                      <a:pt x="174126" y="23794"/>
                      <a:pt x="174126" y="32086"/>
                    </a:cubicBezTo>
                    <a:lnTo>
                      <a:pt x="174126" y="32086"/>
                    </a:lnTo>
                    <a:lnTo>
                      <a:pt x="174126" y="66303"/>
                    </a:lnTo>
                    <a:lnTo>
                      <a:pt x="189424" y="66303"/>
                    </a:lnTo>
                    <a:lnTo>
                      <a:pt x="189424" y="32086"/>
                    </a:lnTo>
                    <a:cubicBezTo>
                      <a:pt x="189424" y="23794"/>
                      <a:pt x="196148" y="17070"/>
                      <a:pt x="204440" y="17070"/>
                    </a:cubicBezTo>
                    <a:lnTo>
                      <a:pt x="204440" y="17070"/>
                    </a:lnTo>
                    <a:cubicBezTo>
                      <a:pt x="205976" y="17070"/>
                      <a:pt x="207591" y="17305"/>
                      <a:pt x="208986" y="17728"/>
                    </a:cubicBezTo>
                    <a:lnTo>
                      <a:pt x="208986" y="17728"/>
                    </a:lnTo>
                    <a:lnTo>
                      <a:pt x="208986" y="5439"/>
                    </a:lnTo>
                    <a:lnTo>
                      <a:pt x="205083" y="5439"/>
                    </a:lnTo>
                    <a:lnTo>
                      <a:pt x="205083" y="1207"/>
                    </a:lnTo>
                    <a:lnTo>
                      <a:pt x="208986" y="1207"/>
                    </a:lnTo>
                    <a:lnTo>
                      <a:pt x="208986" y="0"/>
                    </a:lnTo>
                    <a:close/>
                    <a:moveTo>
                      <a:pt x="189832" y="1207"/>
                    </a:moveTo>
                    <a:lnTo>
                      <a:pt x="203766" y="1207"/>
                    </a:lnTo>
                    <a:lnTo>
                      <a:pt x="203766" y="5439"/>
                    </a:lnTo>
                    <a:lnTo>
                      <a:pt x="189832" y="5439"/>
                    </a:lnTo>
                    <a:close/>
                    <a:moveTo>
                      <a:pt x="174581" y="1207"/>
                    </a:moveTo>
                    <a:lnTo>
                      <a:pt x="188515" y="1207"/>
                    </a:lnTo>
                    <a:lnTo>
                      <a:pt x="188515" y="5439"/>
                    </a:lnTo>
                    <a:lnTo>
                      <a:pt x="174581" y="5439"/>
                    </a:lnTo>
                    <a:close/>
                    <a:moveTo>
                      <a:pt x="159314" y="1207"/>
                    </a:moveTo>
                    <a:lnTo>
                      <a:pt x="173264" y="1207"/>
                    </a:lnTo>
                    <a:lnTo>
                      <a:pt x="173264" y="5439"/>
                    </a:lnTo>
                    <a:lnTo>
                      <a:pt x="159314" y="5439"/>
                    </a:lnTo>
                    <a:close/>
                    <a:moveTo>
                      <a:pt x="144063" y="1207"/>
                    </a:moveTo>
                    <a:lnTo>
                      <a:pt x="158013" y="1207"/>
                    </a:lnTo>
                    <a:lnTo>
                      <a:pt x="158013" y="5439"/>
                    </a:lnTo>
                    <a:lnTo>
                      <a:pt x="144063" y="5439"/>
                    </a:lnTo>
                    <a:close/>
                    <a:moveTo>
                      <a:pt x="128812" y="1207"/>
                    </a:moveTo>
                    <a:lnTo>
                      <a:pt x="142762" y="1207"/>
                    </a:lnTo>
                    <a:lnTo>
                      <a:pt x="142762" y="5439"/>
                    </a:lnTo>
                    <a:lnTo>
                      <a:pt x="128812" y="5439"/>
                    </a:lnTo>
                    <a:close/>
                    <a:moveTo>
                      <a:pt x="113560" y="1207"/>
                    </a:moveTo>
                    <a:lnTo>
                      <a:pt x="127511" y="1207"/>
                    </a:lnTo>
                    <a:lnTo>
                      <a:pt x="127511" y="5439"/>
                    </a:lnTo>
                    <a:lnTo>
                      <a:pt x="113560" y="5439"/>
                    </a:lnTo>
                    <a:close/>
                    <a:moveTo>
                      <a:pt x="98309" y="1207"/>
                    </a:moveTo>
                    <a:lnTo>
                      <a:pt x="112259" y="1207"/>
                    </a:lnTo>
                    <a:lnTo>
                      <a:pt x="112259" y="5439"/>
                    </a:lnTo>
                    <a:lnTo>
                      <a:pt x="98309" y="5439"/>
                    </a:lnTo>
                    <a:close/>
                    <a:moveTo>
                      <a:pt x="83058" y="1207"/>
                    </a:moveTo>
                    <a:lnTo>
                      <a:pt x="97008" y="1207"/>
                    </a:lnTo>
                    <a:lnTo>
                      <a:pt x="97008" y="5439"/>
                    </a:lnTo>
                    <a:lnTo>
                      <a:pt x="83058" y="5439"/>
                    </a:lnTo>
                    <a:close/>
                    <a:moveTo>
                      <a:pt x="67807" y="1207"/>
                    </a:moveTo>
                    <a:lnTo>
                      <a:pt x="81757" y="1207"/>
                    </a:lnTo>
                    <a:lnTo>
                      <a:pt x="81757" y="5439"/>
                    </a:lnTo>
                    <a:lnTo>
                      <a:pt x="67807" y="5439"/>
                    </a:lnTo>
                    <a:close/>
                    <a:moveTo>
                      <a:pt x="52556" y="1207"/>
                    </a:moveTo>
                    <a:lnTo>
                      <a:pt x="66490" y="1207"/>
                    </a:lnTo>
                    <a:lnTo>
                      <a:pt x="66490" y="5439"/>
                    </a:lnTo>
                    <a:lnTo>
                      <a:pt x="52556" y="5439"/>
                    </a:lnTo>
                    <a:close/>
                    <a:moveTo>
                      <a:pt x="37305" y="1207"/>
                    </a:moveTo>
                    <a:lnTo>
                      <a:pt x="51239" y="1207"/>
                    </a:lnTo>
                    <a:lnTo>
                      <a:pt x="51239" y="5439"/>
                    </a:lnTo>
                    <a:lnTo>
                      <a:pt x="37305" y="5439"/>
                    </a:lnTo>
                    <a:close/>
                    <a:moveTo>
                      <a:pt x="22038" y="1207"/>
                    </a:moveTo>
                    <a:lnTo>
                      <a:pt x="35988" y="1207"/>
                    </a:lnTo>
                    <a:lnTo>
                      <a:pt x="35988" y="5439"/>
                    </a:lnTo>
                    <a:lnTo>
                      <a:pt x="22038" y="5439"/>
                    </a:lnTo>
                    <a:close/>
                    <a:moveTo>
                      <a:pt x="6787" y="1207"/>
                    </a:moveTo>
                    <a:lnTo>
                      <a:pt x="20737" y="1207"/>
                    </a:lnTo>
                    <a:lnTo>
                      <a:pt x="20737" y="5439"/>
                    </a:lnTo>
                    <a:lnTo>
                      <a:pt x="6787" y="5439"/>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88" name="Google Shape;1188;p30"/>
              <p:cNvGrpSpPr/>
              <p:nvPr/>
            </p:nvGrpSpPr>
            <p:grpSpPr>
              <a:xfrm>
                <a:off x="-613275" y="3443675"/>
                <a:ext cx="5224650" cy="1657575"/>
                <a:chOff x="1161525" y="3805200"/>
                <a:chExt cx="5224650" cy="1657575"/>
              </a:xfrm>
              <a:grpFill/>
            </p:grpSpPr>
            <p:sp>
              <p:nvSpPr>
                <p:cNvPr id="1189" name="Google Shape;1189;p30"/>
                <p:cNvSpPr/>
                <p:nvPr/>
              </p:nvSpPr>
              <p:spPr>
                <a:xfrm>
                  <a:off x="5896325" y="4231925"/>
                  <a:ext cx="444400" cy="1230850"/>
                </a:xfrm>
                <a:custGeom>
                  <a:avLst/>
                  <a:gdLst/>
                  <a:ahLst/>
                  <a:cxnLst/>
                  <a:rect l="l" t="t" r="r" b="b"/>
                  <a:pathLst>
                    <a:path w="17776" h="49234" extrusionOk="0">
                      <a:moveTo>
                        <a:pt x="1" y="15017"/>
                      </a:moveTo>
                      <a:lnTo>
                        <a:pt x="1" y="49234"/>
                      </a:lnTo>
                      <a:lnTo>
                        <a:pt x="5487" y="49234"/>
                      </a:lnTo>
                      <a:lnTo>
                        <a:pt x="5487" y="15017"/>
                      </a:lnTo>
                      <a:cubicBezTo>
                        <a:pt x="5487" y="7665"/>
                        <a:pt x="10785" y="1537"/>
                        <a:pt x="17776" y="251"/>
                      </a:cubicBezTo>
                      <a:lnTo>
                        <a:pt x="17776" y="251"/>
                      </a:lnTo>
                      <a:cubicBezTo>
                        <a:pt x="16882" y="79"/>
                        <a:pt x="15957" y="1"/>
                        <a:pt x="15033" y="1"/>
                      </a:cubicBezTo>
                      <a:lnTo>
                        <a:pt x="15033" y="1"/>
                      </a:lnTo>
                      <a:cubicBezTo>
                        <a:pt x="6725" y="1"/>
                        <a:pt x="1" y="6725"/>
                        <a:pt x="1" y="15017"/>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0" name="Google Shape;1190;p30"/>
                <p:cNvSpPr/>
                <p:nvPr/>
              </p:nvSpPr>
              <p:spPr>
                <a:xfrm>
                  <a:off x="4763475" y="4231925"/>
                  <a:ext cx="444000" cy="1230850"/>
                </a:xfrm>
                <a:custGeom>
                  <a:avLst/>
                  <a:gdLst/>
                  <a:ahLst/>
                  <a:cxnLst/>
                  <a:rect l="l" t="t" r="r" b="b"/>
                  <a:pathLst>
                    <a:path w="17760" h="49234" extrusionOk="0">
                      <a:moveTo>
                        <a:pt x="0" y="15017"/>
                      </a:moveTo>
                      <a:lnTo>
                        <a:pt x="0" y="49234"/>
                      </a:lnTo>
                      <a:lnTo>
                        <a:pt x="5486" y="49234"/>
                      </a:lnTo>
                      <a:lnTo>
                        <a:pt x="5486" y="15017"/>
                      </a:lnTo>
                      <a:cubicBezTo>
                        <a:pt x="5486" y="7665"/>
                        <a:pt x="10769" y="1537"/>
                        <a:pt x="17759" y="251"/>
                      </a:cubicBezTo>
                      <a:lnTo>
                        <a:pt x="17759" y="251"/>
                      </a:lnTo>
                      <a:cubicBezTo>
                        <a:pt x="16866" y="79"/>
                        <a:pt x="15957" y="1"/>
                        <a:pt x="15016" y="1"/>
                      </a:cubicBezTo>
                      <a:lnTo>
                        <a:pt x="15016" y="1"/>
                      </a:lnTo>
                      <a:cubicBezTo>
                        <a:pt x="6725" y="1"/>
                        <a:pt x="0" y="6725"/>
                        <a:pt x="0" y="15017"/>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1" name="Google Shape;1191;p30"/>
                <p:cNvSpPr/>
                <p:nvPr/>
              </p:nvSpPr>
              <p:spPr>
                <a:xfrm>
                  <a:off x="3630225" y="4231925"/>
                  <a:ext cx="444000" cy="1230850"/>
                </a:xfrm>
                <a:custGeom>
                  <a:avLst/>
                  <a:gdLst/>
                  <a:ahLst/>
                  <a:cxnLst/>
                  <a:rect l="l" t="t" r="r" b="b"/>
                  <a:pathLst>
                    <a:path w="17760" h="49234" extrusionOk="0">
                      <a:moveTo>
                        <a:pt x="0" y="15017"/>
                      </a:moveTo>
                      <a:lnTo>
                        <a:pt x="0" y="49234"/>
                      </a:lnTo>
                      <a:lnTo>
                        <a:pt x="5486" y="49234"/>
                      </a:lnTo>
                      <a:lnTo>
                        <a:pt x="5486" y="15017"/>
                      </a:lnTo>
                      <a:cubicBezTo>
                        <a:pt x="5486" y="7665"/>
                        <a:pt x="10784" y="1537"/>
                        <a:pt x="17759" y="251"/>
                      </a:cubicBezTo>
                      <a:lnTo>
                        <a:pt x="17759" y="251"/>
                      </a:lnTo>
                      <a:cubicBezTo>
                        <a:pt x="16881" y="79"/>
                        <a:pt x="15957" y="1"/>
                        <a:pt x="15016" y="1"/>
                      </a:cubicBezTo>
                      <a:lnTo>
                        <a:pt x="15016" y="1"/>
                      </a:lnTo>
                      <a:cubicBezTo>
                        <a:pt x="6725" y="1"/>
                        <a:pt x="0" y="6725"/>
                        <a:pt x="0" y="15017"/>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2" name="Google Shape;1192;p30"/>
                <p:cNvSpPr/>
                <p:nvPr/>
              </p:nvSpPr>
              <p:spPr>
                <a:xfrm>
                  <a:off x="2496975" y="4231925"/>
                  <a:ext cx="444375" cy="1230850"/>
                </a:xfrm>
                <a:custGeom>
                  <a:avLst/>
                  <a:gdLst/>
                  <a:ahLst/>
                  <a:cxnLst/>
                  <a:rect l="l" t="t" r="r" b="b"/>
                  <a:pathLst>
                    <a:path w="17775" h="49234" extrusionOk="0">
                      <a:moveTo>
                        <a:pt x="0" y="15017"/>
                      </a:moveTo>
                      <a:lnTo>
                        <a:pt x="0" y="49234"/>
                      </a:lnTo>
                      <a:lnTo>
                        <a:pt x="5486" y="49234"/>
                      </a:lnTo>
                      <a:lnTo>
                        <a:pt x="5486" y="15017"/>
                      </a:lnTo>
                      <a:cubicBezTo>
                        <a:pt x="5486" y="7665"/>
                        <a:pt x="10784" y="1537"/>
                        <a:pt x="17775" y="251"/>
                      </a:cubicBezTo>
                      <a:lnTo>
                        <a:pt x="17775" y="251"/>
                      </a:lnTo>
                      <a:cubicBezTo>
                        <a:pt x="16881" y="79"/>
                        <a:pt x="15957" y="1"/>
                        <a:pt x="15032" y="1"/>
                      </a:cubicBezTo>
                      <a:lnTo>
                        <a:pt x="15032" y="1"/>
                      </a:lnTo>
                      <a:cubicBezTo>
                        <a:pt x="6724" y="1"/>
                        <a:pt x="0" y="6725"/>
                        <a:pt x="0" y="15017"/>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3" name="Google Shape;1193;p30"/>
                <p:cNvSpPr/>
                <p:nvPr/>
              </p:nvSpPr>
              <p:spPr>
                <a:xfrm>
                  <a:off x="1364100" y="4231925"/>
                  <a:ext cx="444000" cy="1230850"/>
                </a:xfrm>
                <a:custGeom>
                  <a:avLst/>
                  <a:gdLst/>
                  <a:ahLst/>
                  <a:cxnLst/>
                  <a:rect l="l" t="t" r="r" b="b"/>
                  <a:pathLst>
                    <a:path w="17760" h="49234" extrusionOk="0">
                      <a:moveTo>
                        <a:pt x="1" y="15017"/>
                      </a:moveTo>
                      <a:lnTo>
                        <a:pt x="1" y="49234"/>
                      </a:lnTo>
                      <a:lnTo>
                        <a:pt x="5487" y="49234"/>
                      </a:lnTo>
                      <a:lnTo>
                        <a:pt x="5487" y="15017"/>
                      </a:lnTo>
                      <a:cubicBezTo>
                        <a:pt x="5487" y="7665"/>
                        <a:pt x="10769" y="1537"/>
                        <a:pt x="17760" y="251"/>
                      </a:cubicBezTo>
                      <a:lnTo>
                        <a:pt x="17760" y="251"/>
                      </a:lnTo>
                      <a:cubicBezTo>
                        <a:pt x="16866" y="79"/>
                        <a:pt x="15957" y="1"/>
                        <a:pt x="15017" y="1"/>
                      </a:cubicBezTo>
                      <a:lnTo>
                        <a:pt x="15017" y="1"/>
                      </a:lnTo>
                      <a:cubicBezTo>
                        <a:pt x="6725" y="1"/>
                        <a:pt x="1" y="6725"/>
                        <a:pt x="1" y="15017"/>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4" name="Google Shape;1194;p30"/>
                <p:cNvSpPr/>
                <p:nvPr/>
              </p:nvSpPr>
              <p:spPr>
                <a:xfrm>
                  <a:off x="1161525" y="3805200"/>
                  <a:ext cx="5224650" cy="1657575"/>
                </a:xfrm>
                <a:custGeom>
                  <a:avLst/>
                  <a:gdLst/>
                  <a:ahLst/>
                  <a:cxnLst/>
                  <a:rect l="l" t="t" r="r" b="b"/>
                  <a:pathLst>
                    <a:path w="208986" h="66303" extrusionOk="0">
                      <a:moveTo>
                        <a:pt x="0" y="0"/>
                      </a:moveTo>
                      <a:lnTo>
                        <a:pt x="0" y="1207"/>
                      </a:lnTo>
                      <a:lnTo>
                        <a:pt x="5486" y="1207"/>
                      </a:lnTo>
                      <a:lnTo>
                        <a:pt x="5486" y="5439"/>
                      </a:lnTo>
                      <a:lnTo>
                        <a:pt x="0" y="5439"/>
                      </a:lnTo>
                      <a:lnTo>
                        <a:pt x="0" y="66303"/>
                      </a:lnTo>
                      <a:lnTo>
                        <a:pt x="8104" y="66303"/>
                      </a:lnTo>
                      <a:lnTo>
                        <a:pt x="8104" y="32086"/>
                      </a:lnTo>
                      <a:cubicBezTo>
                        <a:pt x="8104" y="23794"/>
                        <a:pt x="14828" y="17070"/>
                        <a:pt x="23120" y="17070"/>
                      </a:cubicBezTo>
                      <a:lnTo>
                        <a:pt x="23120" y="17070"/>
                      </a:lnTo>
                      <a:cubicBezTo>
                        <a:pt x="31411" y="17070"/>
                        <a:pt x="38136" y="23794"/>
                        <a:pt x="38136" y="32086"/>
                      </a:cubicBezTo>
                      <a:lnTo>
                        <a:pt x="38136" y="32086"/>
                      </a:lnTo>
                      <a:lnTo>
                        <a:pt x="38136" y="66303"/>
                      </a:lnTo>
                      <a:lnTo>
                        <a:pt x="53434" y="66303"/>
                      </a:lnTo>
                      <a:lnTo>
                        <a:pt x="53434" y="32086"/>
                      </a:lnTo>
                      <a:cubicBezTo>
                        <a:pt x="53434" y="23794"/>
                        <a:pt x="60158" y="17070"/>
                        <a:pt x="68450" y="17070"/>
                      </a:cubicBezTo>
                      <a:lnTo>
                        <a:pt x="68450" y="17070"/>
                      </a:lnTo>
                      <a:cubicBezTo>
                        <a:pt x="76741" y="17070"/>
                        <a:pt x="83466" y="23794"/>
                        <a:pt x="83466" y="32086"/>
                      </a:cubicBezTo>
                      <a:lnTo>
                        <a:pt x="83466" y="32086"/>
                      </a:lnTo>
                      <a:lnTo>
                        <a:pt x="83466" y="66303"/>
                      </a:lnTo>
                      <a:lnTo>
                        <a:pt x="98764" y="66303"/>
                      </a:lnTo>
                      <a:lnTo>
                        <a:pt x="98764" y="32086"/>
                      </a:lnTo>
                      <a:cubicBezTo>
                        <a:pt x="98764" y="23794"/>
                        <a:pt x="105488" y="17070"/>
                        <a:pt x="113780" y="17070"/>
                      </a:cubicBezTo>
                      <a:lnTo>
                        <a:pt x="113780" y="17070"/>
                      </a:lnTo>
                      <a:cubicBezTo>
                        <a:pt x="122072" y="17070"/>
                        <a:pt x="128796" y="23794"/>
                        <a:pt x="128796" y="32086"/>
                      </a:cubicBezTo>
                      <a:lnTo>
                        <a:pt x="128796" y="32086"/>
                      </a:lnTo>
                      <a:lnTo>
                        <a:pt x="128796" y="66303"/>
                      </a:lnTo>
                      <a:lnTo>
                        <a:pt x="144094" y="66303"/>
                      </a:lnTo>
                      <a:lnTo>
                        <a:pt x="144094" y="32086"/>
                      </a:lnTo>
                      <a:cubicBezTo>
                        <a:pt x="144094" y="23794"/>
                        <a:pt x="150818" y="17070"/>
                        <a:pt x="159110" y="17070"/>
                      </a:cubicBezTo>
                      <a:lnTo>
                        <a:pt x="159110" y="17070"/>
                      </a:lnTo>
                      <a:cubicBezTo>
                        <a:pt x="167402" y="17070"/>
                        <a:pt x="174126" y="23794"/>
                        <a:pt x="174126" y="32086"/>
                      </a:cubicBezTo>
                      <a:lnTo>
                        <a:pt x="174126" y="32086"/>
                      </a:lnTo>
                      <a:lnTo>
                        <a:pt x="174126" y="66303"/>
                      </a:lnTo>
                      <a:lnTo>
                        <a:pt x="189424" y="66303"/>
                      </a:lnTo>
                      <a:lnTo>
                        <a:pt x="189424" y="32086"/>
                      </a:lnTo>
                      <a:cubicBezTo>
                        <a:pt x="189424" y="23794"/>
                        <a:pt x="196148" y="17070"/>
                        <a:pt x="204440" y="17070"/>
                      </a:cubicBezTo>
                      <a:lnTo>
                        <a:pt x="204440" y="17070"/>
                      </a:lnTo>
                      <a:cubicBezTo>
                        <a:pt x="205976" y="17070"/>
                        <a:pt x="207591" y="17305"/>
                        <a:pt x="208986" y="17728"/>
                      </a:cubicBezTo>
                      <a:lnTo>
                        <a:pt x="208986" y="17728"/>
                      </a:lnTo>
                      <a:lnTo>
                        <a:pt x="208986" y="5439"/>
                      </a:lnTo>
                      <a:lnTo>
                        <a:pt x="205083" y="5439"/>
                      </a:lnTo>
                      <a:lnTo>
                        <a:pt x="205083" y="1207"/>
                      </a:lnTo>
                      <a:lnTo>
                        <a:pt x="208986" y="1207"/>
                      </a:lnTo>
                      <a:lnTo>
                        <a:pt x="208986" y="0"/>
                      </a:lnTo>
                      <a:close/>
                      <a:moveTo>
                        <a:pt x="189832" y="1207"/>
                      </a:moveTo>
                      <a:lnTo>
                        <a:pt x="203766" y="1207"/>
                      </a:lnTo>
                      <a:lnTo>
                        <a:pt x="203766" y="5439"/>
                      </a:lnTo>
                      <a:lnTo>
                        <a:pt x="189832" y="5439"/>
                      </a:lnTo>
                      <a:close/>
                      <a:moveTo>
                        <a:pt x="174581" y="1207"/>
                      </a:moveTo>
                      <a:lnTo>
                        <a:pt x="188515" y="1207"/>
                      </a:lnTo>
                      <a:lnTo>
                        <a:pt x="188515" y="5439"/>
                      </a:lnTo>
                      <a:lnTo>
                        <a:pt x="174581" y="5439"/>
                      </a:lnTo>
                      <a:close/>
                      <a:moveTo>
                        <a:pt x="159314" y="1207"/>
                      </a:moveTo>
                      <a:lnTo>
                        <a:pt x="173264" y="1207"/>
                      </a:lnTo>
                      <a:lnTo>
                        <a:pt x="173264" y="5439"/>
                      </a:lnTo>
                      <a:lnTo>
                        <a:pt x="159314" y="5439"/>
                      </a:lnTo>
                      <a:close/>
                      <a:moveTo>
                        <a:pt x="144063" y="1207"/>
                      </a:moveTo>
                      <a:lnTo>
                        <a:pt x="158013" y="1207"/>
                      </a:lnTo>
                      <a:lnTo>
                        <a:pt x="158013" y="5439"/>
                      </a:lnTo>
                      <a:lnTo>
                        <a:pt x="144063" y="5439"/>
                      </a:lnTo>
                      <a:close/>
                      <a:moveTo>
                        <a:pt x="128812" y="1207"/>
                      </a:moveTo>
                      <a:lnTo>
                        <a:pt x="142762" y="1207"/>
                      </a:lnTo>
                      <a:lnTo>
                        <a:pt x="142762" y="5439"/>
                      </a:lnTo>
                      <a:lnTo>
                        <a:pt x="128812" y="5439"/>
                      </a:lnTo>
                      <a:close/>
                      <a:moveTo>
                        <a:pt x="113560" y="1207"/>
                      </a:moveTo>
                      <a:lnTo>
                        <a:pt x="127511" y="1207"/>
                      </a:lnTo>
                      <a:lnTo>
                        <a:pt x="127511" y="5439"/>
                      </a:lnTo>
                      <a:lnTo>
                        <a:pt x="113560" y="5439"/>
                      </a:lnTo>
                      <a:close/>
                      <a:moveTo>
                        <a:pt x="98309" y="1207"/>
                      </a:moveTo>
                      <a:lnTo>
                        <a:pt x="112259" y="1207"/>
                      </a:lnTo>
                      <a:lnTo>
                        <a:pt x="112259" y="5439"/>
                      </a:lnTo>
                      <a:lnTo>
                        <a:pt x="98309" y="5439"/>
                      </a:lnTo>
                      <a:close/>
                      <a:moveTo>
                        <a:pt x="83058" y="1207"/>
                      </a:moveTo>
                      <a:lnTo>
                        <a:pt x="97008" y="1207"/>
                      </a:lnTo>
                      <a:lnTo>
                        <a:pt x="97008" y="5439"/>
                      </a:lnTo>
                      <a:lnTo>
                        <a:pt x="83058" y="5439"/>
                      </a:lnTo>
                      <a:close/>
                      <a:moveTo>
                        <a:pt x="67807" y="1207"/>
                      </a:moveTo>
                      <a:lnTo>
                        <a:pt x="81757" y="1207"/>
                      </a:lnTo>
                      <a:lnTo>
                        <a:pt x="81757" y="5439"/>
                      </a:lnTo>
                      <a:lnTo>
                        <a:pt x="67807" y="5439"/>
                      </a:lnTo>
                      <a:close/>
                      <a:moveTo>
                        <a:pt x="52556" y="1207"/>
                      </a:moveTo>
                      <a:lnTo>
                        <a:pt x="66490" y="1207"/>
                      </a:lnTo>
                      <a:lnTo>
                        <a:pt x="66490" y="5439"/>
                      </a:lnTo>
                      <a:lnTo>
                        <a:pt x="52556" y="5439"/>
                      </a:lnTo>
                      <a:close/>
                      <a:moveTo>
                        <a:pt x="37305" y="1207"/>
                      </a:moveTo>
                      <a:lnTo>
                        <a:pt x="51239" y="1207"/>
                      </a:lnTo>
                      <a:lnTo>
                        <a:pt x="51239" y="5439"/>
                      </a:lnTo>
                      <a:lnTo>
                        <a:pt x="37305" y="5439"/>
                      </a:lnTo>
                      <a:close/>
                      <a:moveTo>
                        <a:pt x="22038" y="1207"/>
                      </a:moveTo>
                      <a:lnTo>
                        <a:pt x="35988" y="1207"/>
                      </a:lnTo>
                      <a:lnTo>
                        <a:pt x="35988" y="5439"/>
                      </a:lnTo>
                      <a:lnTo>
                        <a:pt x="22038" y="5439"/>
                      </a:lnTo>
                      <a:close/>
                      <a:moveTo>
                        <a:pt x="6787" y="1207"/>
                      </a:moveTo>
                      <a:lnTo>
                        <a:pt x="20737" y="1207"/>
                      </a:lnTo>
                      <a:lnTo>
                        <a:pt x="20737" y="5439"/>
                      </a:lnTo>
                      <a:lnTo>
                        <a:pt x="6787" y="5439"/>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
        <p:nvSpPr>
          <p:cNvPr id="6" name="TextBox 5">
            <a:extLst>
              <a:ext uri="{FF2B5EF4-FFF2-40B4-BE49-F238E27FC236}">
                <a16:creationId xmlns:a16="http://schemas.microsoft.com/office/drawing/2014/main" id="{053D6DB9-8C60-DDB9-2D55-95CD08D362A6}"/>
              </a:ext>
            </a:extLst>
          </p:cNvPr>
          <p:cNvSpPr txBox="1"/>
          <p:nvPr/>
        </p:nvSpPr>
        <p:spPr>
          <a:xfrm>
            <a:off x="3051302" y="69484"/>
            <a:ext cx="2081019" cy="584775"/>
          </a:xfrm>
          <a:prstGeom prst="rect">
            <a:avLst/>
          </a:prstGeom>
          <a:noFill/>
        </p:spPr>
        <p:txBody>
          <a:bodyPr wrap="none" rtlCol="0">
            <a:spAutoFit/>
          </a:bodyPr>
          <a:lstStyle/>
          <a:p>
            <a:r>
              <a:rPr lang="en-US" sz="3200" dirty="0">
                <a:solidFill>
                  <a:srgbClr val="002060"/>
                </a:solidFill>
                <a:latin typeface="Aharoni" panose="02010803020104030203" pitchFamily="2" charset="-79"/>
                <a:cs typeface="Aharoni" panose="02010803020104030203" pitchFamily="2" charset="-79"/>
              </a:rPr>
              <a:t>Tool Used</a:t>
            </a:r>
          </a:p>
        </p:txBody>
      </p:sp>
      <p:pic>
        <p:nvPicPr>
          <p:cNvPr id="1268" name="Picture 1267" descr="A logo of a globe with a graduation cap&#10;&#10;AI-generated content may be incorrect.">
            <a:extLst>
              <a:ext uri="{FF2B5EF4-FFF2-40B4-BE49-F238E27FC236}">
                <a16:creationId xmlns:a16="http://schemas.microsoft.com/office/drawing/2014/main" id="{7CEA5F82-3DA1-770D-71D9-CE5FF57B3D98}"/>
              </a:ext>
            </a:extLst>
          </p:cNvPr>
          <p:cNvPicPr>
            <a:picLocks noChangeAspect="1"/>
          </p:cNvPicPr>
          <p:nvPr/>
        </p:nvPicPr>
        <p:blipFill>
          <a:blip r:embed="rId3"/>
          <a:stretch>
            <a:fillRect/>
          </a:stretch>
        </p:blipFill>
        <p:spPr>
          <a:xfrm>
            <a:off x="8175096" y="131249"/>
            <a:ext cx="798834" cy="669797"/>
          </a:xfrm>
          <a:prstGeom prst="rect">
            <a:avLst/>
          </a:prstGeom>
        </p:spPr>
      </p:pic>
      <p:grpSp>
        <p:nvGrpSpPr>
          <p:cNvPr id="1365" name="Group 1364">
            <a:extLst>
              <a:ext uri="{FF2B5EF4-FFF2-40B4-BE49-F238E27FC236}">
                <a16:creationId xmlns:a16="http://schemas.microsoft.com/office/drawing/2014/main" id="{B5F3102A-53B2-CF65-542F-178C2DAD7022}"/>
              </a:ext>
            </a:extLst>
          </p:cNvPr>
          <p:cNvGrpSpPr/>
          <p:nvPr/>
        </p:nvGrpSpPr>
        <p:grpSpPr>
          <a:xfrm>
            <a:off x="1754975" y="803202"/>
            <a:ext cx="6340866" cy="3082967"/>
            <a:chOff x="1454634" y="1065483"/>
            <a:chExt cx="6340866" cy="3082967"/>
          </a:xfrm>
        </p:grpSpPr>
        <p:grpSp>
          <p:nvGrpSpPr>
            <p:cNvPr id="1288" name="Group 1287">
              <a:extLst>
                <a:ext uri="{FF2B5EF4-FFF2-40B4-BE49-F238E27FC236}">
                  <a16:creationId xmlns:a16="http://schemas.microsoft.com/office/drawing/2014/main" id="{70A544F4-59BF-EC71-7A06-295F416C69CC}"/>
                </a:ext>
              </a:extLst>
            </p:cNvPr>
            <p:cNvGrpSpPr/>
            <p:nvPr/>
          </p:nvGrpSpPr>
          <p:grpSpPr>
            <a:xfrm>
              <a:off x="1454634" y="3195825"/>
              <a:ext cx="6340866" cy="952625"/>
              <a:chOff x="1848441" y="3784150"/>
              <a:chExt cx="6340866" cy="952625"/>
            </a:xfrm>
          </p:grpSpPr>
          <p:grpSp>
            <p:nvGrpSpPr>
              <p:cNvPr id="1249" name="Google Shape;1117;p30">
                <a:extLst>
                  <a:ext uri="{FF2B5EF4-FFF2-40B4-BE49-F238E27FC236}">
                    <a16:creationId xmlns:a16="http://schemas.microsoft.com/office/drawing/2014/main" id="{4F666BA6-20BD-6B3A-F866-D8557E0866DF}"/>
                  </a:ext>
                </a:extLst>
              </p:cNvPr>
              <p:cNvGrpSpPr/>
              <p:nvPr/>
            </p:nvGrpSpPr>
            <p:grpSpPr>
              <a:xfrm>
                <a:off x="1848441" y="4374168"/>
                <a:ext cx="3111162" cy="356625"/>
                <a:chOff x="4995312" y="3227641"/>
                <a:chExt cx="3111162" cy="356625"/>
              </a:xfrm>
            </p:grpSpPr>
            <p:sp>
              <p:nvSpPr>
                <p:cNvPr id="1250" name="Google Shape;1118;p30">
                  <a:extLst>
                    <a:ext uri="{FF2B5EF4-FFF2-40B4-BE49-F238E27FC236}">
                      <a16:creationId xmlns:a16="http://schemas.microsoft.com/office/drawing/2014/main" id="{E4EC3235-5F46-64AB-A8F0-5D96CA5368CC}"/>
                    </a:ext>
                  </a:extLst>
                </p:cNvPr>
                <p:cNvSpPr/>
                <p:nvPr/>
              </p:nvSpPr>
              <p:spPr>
                <a:xfrm>
                  <a:off x="4995312" y="3227641"/>
                  <a:ext cx="3111162" cy="356625"/>
                </a:xfrm>
                <a:custGeom>
                  <a:avLst/>
                  <a:gdLst/>
                  <a:ahLst/>
                  <a:cxnLst/>
                  <a:rect l="l" t="t" r="r" b="b"/>
                  <a:pathLst>
                    <a:path w="123028" h="14265" extrusionOk="0">
                      <a:moveTo>
                        <a:pt x="114046" y="1"/>
                      </a:moveTo>
                      <a:lnTo>
                        <a:pt x="114046" y="1239"/>
                      </a:lnTo>
                      <a:lnTo>
                        <a:pt x="114579" y="1239"/>
                      </a:lnTo>
                      <a:lnTo>
                        <a:pt x="114579" y="3167"/>
                      </a:lnTo>
                      <a:lnTo>
                        <a:pt x="109877" y="3167"/>
                      </a:lnTo>
                      <a:lnTo>
                        <a:pt x="109877" y="2728"/>
                      </a:lnTo>
                      <a:lnTo>
                        <a:pt x="108984" y="2728"/>
                      </a:lnTo>
                      <a:lnTo>
                        <a:pt x="108984" y="1913"/>
                      </a:lnTo>
                      <a:cubicBezTo>
                        <a:pt x="108984" y="1411"/>
                        <a:pt x="108513" y="1004"/>
                        <a:pt x="107980" y="1098"/>
                      </a:cubicBezTo>
                      <a:lnTo>
                        <a:pt x="107980" y="1098"/>
                      </a:lnTo>
                      <a:cubicBezTo>
                        <a:pt x="107573" y="1161"/>
                        <a:pt x="107291" y="1553"/>
                        <a:pt x="107291" y="1960"/>
                      </a:cubicBezTo>
                      <a:lnTo>
                        <a:pt x="107291" y="1960"/>
                      </a:lnTo>
                      <a:lnTo>
                        <a:pt x="107291" y="2728"/>
                      </a:lnTo>
                      <a:lnTo>
                        <a:pt x="106397" y="2728"/>
                      </a:lnTo>
                      <a:lnTo>
                        <a:pt x="106397" y="3167"/>
                      </a:lnTo>
                      <a:lnTo>
                        <a:pt x="105237" y="3167"/>
                      </a:lnTo>
                      <a:lnTo>
                        <a:pt x="105237" y="1615"/>
                      </a:lnTo>
                      <a:lnTo>
                        <a:pt x="103921" y="1615"/>
                      </a:lnTo>
                      <a:lnTo>
                        <a:pt x="103921" y="3167"/>
                      </a:lnTo>
                      <a:lnTo>
                        <a:pt x="100112" y="3167"/>
                      </a:lnTo>
                      <a:lnTo>
                        <a:pt x="100112" y="1521"/>
                      </a:lnTo>
                      <a:cubicBezTo>
                        <a:pt x="100112" y="675"/>
                        <a:pt x="99438" y="1"/>
                        <a:pt x="98591" y="1"/>
                      </a:cubicBezTo>
                      <a:lnTo>
                        <a:pt x="98591" y="1"/>
                      </a:lnTo>
                      <a:lnTo>
                        <a:pt x="88403" y="1"/>
                      </a:lnTo>
                      <a:cubicBezTo>
                        <a:pt x="87870" y="1"/>
                        <a:pt x="87431" y="440"/>
                        <a:pt x="87463" y="988"/>
                      </a:cubicBezTo>
                      <a:lnTo>
                        <a:pt x="87463" y="988"/>
                      </a:lnTo>
                      <a:cubicBezTo>
                        <a:pt x="87494" y="1490"/>
                        <a:pt x="87949" y="1882"/>
                        <a:pt x="88466" y="1882"/>
                      </a:cubicBezTo>
                      <a:lnTo>
                        <a:pt x="88466" y="1882"/>
                      </a:lnTo>
                      <a:lnTo>
                        <a:pt x="92149" y="1882"/>
                      </a:lnTo>
                      <a:cubicBezTo>
                        <a:pt x="92964" y="1882"/>
                        <a:pt x="93638" y="2540"/>
                        <a:pt x="93638" y="3355"/>
                      </a:cubicBezTo>
                      <a:lnTo>
                        <a:pt x="93638" y="3355"/>
                      </a:lnTo>
                      <a:lnTo>
                        <a:pt x="93638" y="5785"/>
                      </a:lnTo>
                      <a:cubicBezTo>
                        <a:pt x="93638" y="5988"/>
                        <a:pt x="93466" y="6161"/>
                        <a:pt x="93247" y="6161"/>
                      </a:cubicBezTo>
                      <a:lnTo>
                        <a:pt x="93247" y="6161"/>
                      </a:lnTo>
                      <a:lnTo>
                        <a:pt x="88293" y="6161"/>
                      </a:lnTo>
                      <a:cubicBezTo>
                        <a:pt x="87839" y="6161"/>
                        <a:pt x="87463" y="6537"/>
                        <a:pt x="87463" y="6992"/>
                      </a:cubicBezTo>
                      <a:lnTo>
                        <a:pt x="87463" y="6992"/>
                      </a:lnTo>
                      <a:lnTo>
                        <a:pt x="87463" y="9468"/>
                      </a:lnTo>
                      <a:cubicBezTo>
                        <a:pt x="87463" y="10299"/>
                        <a:pt x="87823" y="11036"/>
                        <a:pt x="88403" y="11537"/>
                      </a:cubicBezTo>
                      <a:lnTo>
                        <a:pt x="88403" y="11537"/>
                      </a:lnTo>
                      <a:cubicBezTo>
                        <a:pt x="88388" y="11615"/>
                        <a:pt x="88388" y="11678"/>
                        <a:pt x="88372" y="11741"/>
                      </a:cubicBezTo>
                      <a:lnTo>
                        <a:pt x="88372" y="11741"/>
                      </a:lnTo>
                      <a:lnTo>
                        <a:pt x="85221" y="11741"/>
                      </a:lnTo>
                      <a:lnTo>
                        <a:pt x="85221" y="3512"/>
                      </a:lnTo>
                      <a:cubicBezTo>
                        <a:pt x="85221" y="2430"/>
                        <a:pt x="84359" y="1553"/>
                        <a:pt x="83278" y="1553"/>
                      </a:cubicBezTo>
                      <a:lnTo>
                        <a:pt x="83278" y="1553"/>
                      </a:lnTo>
                      <a:lnTo>
                        <a:pt x="46083" y="1553"/>
                      </a:lnTo>
                      <a:cubicBezTo>
                        <a:pt x="45017" y="1553"/>
                        <a:pt x="44139" y="2430"/>
                        <a:pt x="44139" y="3512"/>
                      </a:cubicBezTo>
                      <a:lnTo>
                        <a:pt x="44139" y="3512"/>
                      </a:lnTo>
                      <a:lnTo>
                        <a:pt x="44139" y="10330"/>
                      </a:lnTo>
                      <a:lnTo>
                        <a:pt x="42211" y="10330"/>
                      </a:lnTo>
                      <a:lnTo>
                        <a:pt x="42211" y="3512"/>
                      </a:lnTo>
                      <a:cubicBezTo>
                        <a:pt x="42211" y="2430"/>
                        <a:pt x="41333" y="1553"/>
                        <a:pt x="40267" y="1553"/>
                      </a:cubicBezTo>
                      <a:lnTo>
                        <a:pt x="40267" y="1553"/>
                      </a:lnTo>
                      <a:lnTo>
                        <a:pt x="3072" y="1553"/>
                      </a:lnTo>
                      <a:cubicBezTo>
                        <a:pt x="2006" y="1553"/>
                        <a:pt x="1129" y="2430"/>
                        <a:pt x="1129" y="3512"/>
                      </a:cubicBezTo>
                      <a:lnTo>
                        <a:pt x="1129" y="3512"/>
                      </a:lnTo>
                      <a:lnTo>
                        <a:pt x="1129" y="10330"/>
                      </a:lnTo>
                      <a:lnTo>
                        <a:pt x="0" y="10330"/>
                      </a:lnTo>
                      <a:lnTo>
                        <a:pt x="0" y="11130"/>
                      </a:lnTo>
                      <a:lnTo>
                        <a:pt x="1129" y="11130"/>
                      </a:lnTo>
                      <a:lnTo>
                        <a:pt x="1129" y="12650"/>
                      </a:lnTo>
                      <a:lnTo>
                        <a:pt x="1865" y="12650"/>
                      </a:lnTo>
                      <a:cubicBezTo>
                        <a:pt x="1865" y="13481"/>
                        <a:pt x="2555" y="14170"/>
                        <a:pt x="3386" y="14170"/>
                      </a:cubicBezTo>
                      <a:lnTo>
                        <a:pt x="3386" y="14170"/>
                      </a:lnTo>
                      <a:cubicBezTo>
                        <a:pt x="4232" y="14170"/>
                        <a:pt x="4906" y="13481"/>
                        <a:pt x="4906" y="12650"/>
                      </a:cubicBezTo>
                      <a:lnTo>
                        <a:pt x="4906" y="12650"/>
                      </a:lnTo>
                      <a:lnTo>
                        <a:pt x="6113" y="12650"/>
                      </a:lnTo>
                      <a:cubicBezTo>
                        <a:pt x="6113" y="13481"/>
                        <a:pt x="6803" y="14170"/>
                        <a:pt x="7633" y="14170"/>
                      </a:cubicBezTo>
                      <a:lnTo>
                        <a:pt x="7633" y="14170"/>
                      </a:lnTo>
                      <a:cubicBezTo>
                        <a:pt x="8480" y="14170"/>
                        <a:pt x="9154" y="13481"/>
                        <a:pt x="9154" y="12650"/>
                      </a:cubicBezTo>
                      <a:lnTo>
                        <a:pt x="9154" y="12650"/>
                      </a:lnTo>
                      <a:lnTo>
                        <a:pt x="33966" y="12650"/>
                      </a:lnTo>
                      <a:cubicBezTo>
                        <a:pt x="33966" y="13481"/>
                        <a:pt x="34640" y="14170"/>
                        <a:pt x="35487" y="14170"/>
                      </a:cubicBezTo>
                      <a:lnTo>
                        <a:pt x="35487" y="14170"/>
                      </a:lnTo>
                      <a:cubicBezTo>
                        <a:pt x="36317" y="14170"/>
                        <a:pt x="37007" y="13481"/>
                        <a:pt x="37007" y="12650"/>
                      </a:cubicBezTo>
                      <a:lnTo>
                        <a:pt x="37007" y="12650"/>
                      </a:lnTo>
                      <a:lnTo>
                        <a:pt x="38198" y="12650"/>
                      </a:lnTo>
                      <a:cubicBezTo>
                        <a:pt x="38198" y="13481"/>
                        <a:pt x="38888" y="14170"/>
                        <a:pt x="39734" y="14170"/>
                      </a:cubicBezTo>
                      <a:lnTo>
                        <a:pt x="39734" y="14170"/>
                      </a:lnTo>
                      <a:cubicBezTo>
                        <a:pt x="40565" y="14170"/>
                        <a:pt x="41255" y="13481"/>
                        <a:pt x="41255" y="12650"/>
                      </a:cubicBezTo>
                      <a:lnTo>
                        <a:pt x="41255" y="12650"/>
                      </a:lnTo>
                      <a:lnTo>
                        <a:pt x="42211" y="12650"/>
                      </a:lnTo>
                      <a:lnTo>
                        <a:pt x="42211" y="11130"/>
                      </a:lnTo>
                      <a:lnTo>
                        <a:pt x="44139" y="11130"/>
                      </a:lnTo>
                      <a:lnTo>
                        <a:pt x="44139" y="12650"/>
                      </a:lnTo>
                      <a:lnTo>
                        <a:pt x="44876" y="12650"/>
                      </a:lnTo>
                      <a:cubicBezTo>
                        <a:pt x="44876" y="13481"/>
                        <a:pt x="45565" y="14170"/>
                        <a:pt x="46412" y="14170"/>
                      </a:cubicBezTo>
                      <a:lnTo>
                        <a:pt x="46412" y="14170"/>
                      </a:lnTo>
                      <a:cubicBezTo>
                        <a:pt x="47242" y="14170"/>
                        <a:pt x="47932" y="13481"/>
                        <a:pt x="47932" y="12650"/>
                      </a:cubicBezTo>
                      <a:lnTo>
                        <a:pt x="47932" y="12650"/>
                      </a:lnTo>
                      <a:lnTo>
                        <a:pt x="49123" y="12650"/>
                      </a:lnTo>
                      <a:cubicBezTo>
                        <a:pt x="49123" y="13481"/>
                        <a:pt x="49813" y="14170"/>
                        <a:pt x="50644" y="14170"/>
                      </a:cubicBezTo>
                      <a:lnTo>
                        <a:pt x="50644" y="14170"/>
                      </a:lnTo>
                      <a:cubicBezTo>
                        <a:pt x="51490" y="14170"/>
                        <a:pt x="52164" y="13481"/>
                        <a:pt x="52164" y="12650"/>
                      </a:cubicBezTo>
                      <a:lnTo>
                        <a:pt x="52164" y="12650"/>
                      </a:lnTo>
                      <a:lnTo>
                        <a:pt x="76977" y="12650"/>
                      </a:lnTo>
                      <a:cubicBezTo>
                        <a:pt x="76977" y="13481"/>
                        <a:pt x="77651" y="14170"/>
                        <a:pt x="78497" y="14170"/>
                      </a:cubicBezTo>
                      <a:lnTo>
                        <a:pt x="78497" y="14170"/>
                      </a:lnTo>
                      <a:cubicBezTo>
                        <a:pt x="79343" y="14170"/>
                        <a:pt x="80017" y="13481"/>
                        <a:pt x="80017" y="12650"/>
                      </a:cubicBezTo>
                      <a:lnTo>
                        <a:pt x="80017" y="12650"/>
                      </a:lnTo>
                      <a:lnTo>
                        <a:pt x="81224" y="12650"/>
                      </a:lnTo>
                      <a:cubicBezTo>
                        <a:pt x="81224" y="13481"/>
                        <a:pt x="81898" y="14170"/>
                        <a:pt x="82745" y="14170"/>
                      </a:cubicBezTo>
                      <a:lnTo>
                        <a:pt x="82745" y="14170"/>
                      </a:lnTo>
                      <a:cubicBezTo>
                        <a:pt x="83575" y="14170"/>
                        <a:pt x="84265" y="13481"/>
                        <a:pt x="84265" y="12650"/>
                      </a:cubicBezTo>
                      <a:lnTo>
                        <a:pt x="84265" y="12650"/>
                      </a:lnTo>
                      <a:lnTo>
                        <a:pt x="88497" y="12650"/>
                      </a:lnTo>
                      <a:cubicBezTo>
                        <a:pt x="88811" y="13528"/>
                        <a:pt x="89657" y="14170"/>
                        <a:pt x="90645" y="14170"/>
                      </a:cubicBezTo>
                      <a:lnTo>
                        <a:pt x="90645" y="14170"/>
                      </a:lnTo>
                      <a:cubicBezTo>
                        <a:pt x="91789" y="14170"/>
                        <a:pt x="92729" y="13340"/>
                        <a:pt x="92902" y="12258"/>
                      </a:cubicBezTo>
                      <a:lnTo>
                        <a:pt x="92902" y="12258"/>
                      </a:lnTo>
                      <a:lnTo>
                        <a:pt x="94939" y="12258"/>
                      </a:lnTo>
                      <a:cubicBezTo>
                        <a:pt x="95174" y="13340"/>
                        <a:pt x="96146" y="14170"/>
                        <a:pt x="97322" y="14170"/>
                      </a:cubicBezTo>
                      <a:lnTo>
                        <a:pt x="97322" y="14170"/>
                      </a:lnTo>
                      <a:cubicBezTo>
                        <a:pt x="98482" y="14170"/>
                        <a:pt x="99454" y="13340"/>
                        <a:pt x="99704" y="12258"/>
                      </a:cubicBezTo>
                      <a:lnTo>
                        <a:pt x="99704" y="12258"/>
                      </a:lnTo>
                      <a:lnTo>
                        <a:pt x="100535" y="12258"/>
                      </a:lnTo>
                      <a:cubicBezTo>
                        <a:pt x="100770" y="13340"/>
                        <a:pt x="101758" y="14170"/>
                        <a:pt x="102918" y="14170"/>
                      </a:cubicBezTo>
                      <a:lnTo>
                        <a:pt x="102918" y="14170"/>
                      </a:lnTo>
                      <a:cubicBezTo>
                        <a:pt x="104093" y="14170"/>
                        <a:pt x="105065" y="13340"/>
                        <a:pt x="105300" y="12258"/>
                      </a:cubicBezTo>
                      <a:lnTo>
                        <a:pt x="105300" y="12258"/>
                      </a:lnTo>
                      <a:lnTo>
                        <a:pt x="106601" y="12258"/>
                      </a:lnTo>
                      <a:cubicBezTo>
                        <a:pt x="106836" y="13340"/>
                        <a:pt x="107808" y="14170"/>
                        <a:pt x="108984" y="14170"/>
                      </a:cubicBezTo>
                      <a:lnTo>
                        <a:pt x="108984" y="14170"/>
                      </a:lnTo>
                      <a:cubicBezTo>
                        <a:pt x="110143" y="14170"/>
                        <a:pt x="111115" y="13340"/>
                        <a:pt x="111366" y="12258"/>
                      </a:cubicBezTo>
                      <a:lnTo>
                        <a:pt x="111366" y="12258"/>
                      </a:lnTo>
                      <a:lnTo>
                        <a:pt x="112197" y="12258"/>
                      </a:lnTo>
                      <a:cubicBezTo>
                        <a:pt x="112448" y="13340"/>
                        <a:pt x="113419" y="14170"/>
                        <a:pt x="114579" y="14170"/>
                      </a:cubicBezTo>
                      <a:lnTo>
                        <a:pt x="114579" y="14170"/>
                      </a:lnTo>
                      <a:cubicBezTo>
                        <a:pt x="115755" y="14170"/>
                        <a:pt x="116727" y="13340"/>
                        <a:pt x="116962" y="12258"/>
                      </a:cubicBezTo>
                      <a:lnTo>
                        <a:pt x="116962" y="12258"/>
                      </a:lnTo>
                      <a:lnTo>
                        <a:pt x="117244" y="12258"/>
                      </a:lnTo>
                      <a:cubicBezTo>
                        <a:pt x="117056" y="12525"/>
                        <a:pt x="116977" y="12854"/>
                        <a:pt x="117056" y="13230"/>
                      </a:cubicBezTo>
                      <a:lnTo>
                        <a:pt x="117056" y="13230"/>
                      </a:lnTo>
                      <a:cubicBezTo>
                        <a:pt x="117166" y="13684"/>
                        <a:pt x="117542" y="14061"/>
                        <a:pt x="118012" y="14139"/>
                      </a:cubicBezTo>
                      <a:lnTo>
                        <a:pt x="118012" y="14139"/>
                      </a:lnTo>
                      <a:cubicBezTo>
                        <a:pt x="118655" y="14264"/>
                        <a:pt x="119219" y="13888"/>
                        <a:pt x="119391" y="13324"/>
                      </a:cubicBezTo>
                      <a:lnTo>
                        <a:pt x="119391" y="13324"/>
                      </a:lnTo>
                      <a:cubicBezTo>
                        <a:pt x="122369" y="13308"/>
                        <a:pt x="123028" y="12556"/>
                        <a:pt x="123028" y="12556"/>
                      </a:cubicBezTo>
                      <a:lnTo>
                        <a:pt x="123028" y="12556"/>
                      </a:lnTo>
                      <a:lnTo>
                        <a:pt x="119783" y="9108"/>
                      </a:lnTo>
                      <a:lnTo>
                        <a:pt x="118749" y="9108"/>
                      </a:lnTo>
                      <a:cubicBezTo>
                        <a:pt x="120128" y="8841"/>
                        <a:pt x="121178" y="7619"/>
                        <a:pt x="121178" y="6161"/>
                      </a:cubicBezTo>
                      <a:lnTo>
                        <a:pt x="121178" y="6161"/>
                      </a:lnTo>
                      <a:cubicBezTo>
                        <a:pt x="121178" y="5330"/>
                        <a:pt x="120849" y="4578"/>
                        <a:pt x="120300" y="4045"/>
                      </a:cubicBezTo>
                      <a:lnTo>
                        <a:pt x="120300" y="4045"/>
                      </a:lnTo>
                      <a:cubicBezTo>
                        <a:pt x="119752" y="3496"/>
                        <a:pt x="118999" y="3167"/>
                        <a:pt x="118184" y="3167"/>
                      </a:cubicBezTo>
                      <a:lnTo>
                        <a:pt x="118184" y="3167"/>
                      </a:lnTo>
                      <a:lnTo>
                        <a:pt x="116068" y="3167"/>
                      </a:lnTo>
                      <a:lnTo>
                        <a:pt x="116068" y="1239"/>
                      </a:lnTo>
                      <a:lnTo>
                        <a:pt x="116601" y="1239"/>
                      </a:lnTo>
                      <a:lnTo>
                        <a:pt x="116601" y="1"/>
                      </a:lnTo>
                      <a:close/>
                      <a:moveTo>
                        <a:pt x="58214" y="11130"/>
                      </a:moveTo>
                      <a:lnTo>
                        <a:pt x="71146" y="11130"/>
                      </a:lnTo>
                      <a:lnTo>
                        <a:pt x="71146" y="11741"/>
                      </a:lnTo>
                      <a:lnTo>
                        <a:pt x="58214" y="11741"/>
                      </a:lnTo>
                      <a:close/>
                      <a:moveTo>
                        <a:pt x="15204" y="11130"/>
                      </a:moveTo>
                      <a:lnTo>
                        <a:pt x="28135" y="11130"/>
                      </a:lnTo>
                      <a:lnTo>
                        <a:pt x="28135" y="11741"/>
                      </a:lnTo>
                      <a:lnTo>
                        <a:pt x="15204" y="11741"/>
                      </a:lnTo>
                      <a:close/>
                    </a:path>
                  </a:pathLst>
                </a:custGeom>
                <a:solidFill>
                  <a:srgbClr val="0913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51" name="Google Shape;1120;p30">
                  <a:extLst>
                    <a:ext uri="{FF2B5EF4-FFF2-40B4-BE49-F238E27FC236}">
                      <a16:creationId xmlns:a16="http://schemas.microsoft.com/office/drawing/2014/main" id="{1610876E-60D4-2A49-753A-52AE50562CE2}"/>
                    </a:ext>
                  </a:extLst>
                </p:cNvPr>
                <p:cNvSpPr/>
                <p:nvPr/>
              </p:nvSpPr>
              <p:spPr>
                <a:xfrm>
                  <a:off x="5924600" y="3351575"/>
                  <a:ext cx="74475" cy="70575"/>
                </a:xfrm>
                <a:custGeom>
                  <a:avLst/>
                  <a:gdLst/>
                  <a:ahLst/>
                  <a:cxnLst/>
                  <a:rect l="l" t="t" r="r" b="b"/>
                  <a:pathLst>
                    <a:path w="2979" h="2823" extrusionOk="0">
                      <a:moveTo>
                        <a:pt x="1050" y="1"/>
                      </a:moveTo>
                      <a:cubicBezTo>
                        <a:pt x="470" y="1"/>
                        <a:pt x="0" y="471"/>
                        <a:pt x="0" y="1051"/>
                      </a:cubicBezTo>
                      <a:lnTo>
                        <a:pt x="0" y="1788"/>
                      </a:lnTo>
                      <a:cubicBezTo>
                        <a:pt x="0" y="2368"/>
                        <a:pt x="470" y="2822"/>
                        <a:pt x="1050" y="2822"/>
                      </a:cubicBezTo>
                      <a:lnTo>
                        <a:pt x="1944" y="2822"/>
                      </a:lnTo>
                      <a:cubicBezTo>
                        <a:pt x="2508" y="2822"/>
                        <a:pt x="2978" y="2368"/>
                        <a:pt x="2978" y="1788"/>
                      </a:cubicBezTo>
                      <a:lnTo>
                        <a:pt x="2978" y="1051"/>
                      </a:lnTo>
                      <a:cubicBezTo>
                        <a:pt x="2978" y="471"/>
                        <a:pt x="2508"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2" name="Google Shape;1121;p30">
                  <a:extLst>
                    <a:ext uri="{FF2B5EF4-FFF2-40B4-BE49-F238E27FC236}">
                      <a16:creationId xmlns:a16="http://schemas.microsoft.com/office/drawing/2014/main" id="{BC532B2B-4FD9-7AA1-862D-6C6C6A803450}"/>
                    </a:ext>
                  </a:extLst>
                </p:cNvPr>
                <p:cNvSpPr/>
                <p:nvPr/>
              </p:nvSpPr>
              <p:spPr>
                <a:xfrm>
                  <a:off x="5812125" y="3351575"/>
                  <a:ext cx="74475" cy="70575"/>
                </a:xfrm>
                <a:custGeom>
                  <a:avLst/>
                  <a:gdLst/>
                  <a:ahLst/>
                  <a:cxnLst/>
                  <a:rect l="l" t="t" r="r" b="b"/>
                  <a:pathLst>
                    <a:path w="2979" h="2823" extrusionOk="0">
                      <a:moveTo>
                        <a:pt x="1035" y="1"/>
                      </a:moveTo>
                      <a:cubicBezTo>
                        <a:pt x="455" y="1"/>
                        <a:pt x="0" y="471"/>
                        <a:pt x="0" y="1051"/>
                      </a:cubicBezTo>
                      <a:lnTo>
                        <a:pt x="0" y="1788"/>
                      </a:lnTo>
                      <a:cubicBezTo>
                        <a:pt x="0" y="2368"/>
                        <a:pt x="455" y="2822"/>
                        <a:pt x="1035" y="2822"/>
                      </a:cubicBezTo>
                      <a:lnTo>
                        <a:pt x="1928" y="2822"/>
                      </a:lnTo>
                      <a:cubicBezTo>
                        <a:pt x="2508" y="2822"/>
                        <a:pt x="2979" y="2368"/>
                        <a:pt x="2979" y="1788"/>
                      </a:cubicBezTo>
                      <a:lnTo>
                        <a:pt x="2979" y="1051"/>
                      </a:lnTo>
                      <a:cubicBezTo>
                        <a:pt x="2979" y="471"/>
                        <a:pt x="2508" y="1"/>
                        <a:pt x="192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3" name="Google Shape;1122;p30">
                  <a:extLst>
                    <a:ext uri="{FF2B5EF4-FFF2-40B4-BE49-F238E27FC236}">
                      <a16:creationId xmlns:a16="http://schemas.microsoft.com/office/drawing/2014/main" id="{90C4A201-5DB2-FE12-BCB5-B0224ECE47E6}"/>
                    </a:ext>
                  </a:extLst>
                </p:cNvPr>
                <p:cNvSpPr/>
                <p:nvPr/>
              </p:nvSpPr>
              <p:spPr>
                <a:xfrm>
                  <a:off x="5703575" y="3351575"/>
                  <a:ext cx="74475" cy="70575"/>
                </a:xfrm>
                <a:custGeom>
                  <a:avLst/>
                  <a:gdLst/>
                  <a:ahLst/>
                  <a:cxnLst/>
                  <a:rect l="l" t="t" r="r" b="b"/>
                  <a:pathLst>
                    <a:path w="2979" h="2823" extrusionOk="0">
                      <a:moveTo>
                        <a:pt x="1051" y="1"/>
                      </a:moveTo>
                      <a:cubicBezTo>
                        <a:pt x="471" y="1"/>
                        <a:pt x="1" y="471"/>
                        <a:pt x="1" y="1051"/>
                      </a:cubicBezTo>
                      <a:lnTo>
                        <a:pt x="1" y="1788"/>
                      </a:lnTo>
                      <a:cubicBezTo>
                        <a:pt x="1" y="2368"/>
                        <a:pt x="471" y="2822"/>
                        <a:pt x="1051" y="2822"/>
                      </a:cubicBezTo>
                      <a:lnTo>
                        <a:pt x="1944" y="2822"/>
                      </a:lnTo>
                      <a:cubicBezTo>
                        <a:pt x="2524" y="2822"/>
                        <a:pt x="2979" y="2368"/>
                        <a:pt x="2979" y="1788"/>
                      </a:cubicBezTo>
                      <a:lnTo>
                        <a:pt x="2979" y="1051"/>
                      </a:lnTo>
                      <a:cubicBezTo>
                        <a:pt x="2979"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4" name="Google Shape;1123;p30">
                  <a:extLst>
                    <a:ext uri="{FF2B5EF4-FFF2-40B4-BE49-F238E27FC236}">
                      <a16:creationId xmlns:a16="http://schemas.microsoft.com/office/drawing/2014/main" id="{9A31B75A-22C0-A074-1534-7C5D02752974}"/>
                    </a:ext>
                  </a:extLst>
                </p:cNvPr>
                <p:cNvSpPr/>
                <p:nvPr/>
              </p:nvSpPr>
              <p:spPr>
                <a:xfrm>
                  <a:off x="5595425" y="3351575"/>
                  <a:ext cx="74475" cy="70575"/>
                </a:xfrm>
                <a:custGeom>
                  <a:avLst/>
                  <a:gdLst/>
                  <a:ahLst/>
                  <a:cxnLst/>
                  <a:rect l="l" t="t" r="r" b="b"/>
                  <a:pathLst>
                    <a:path w="2979" h="2823" extrusionOk="0">
                      <a:moveTo>
                        <a:pt x="1035" y="1"/>
                      </a:moveTo>
                      <a:cubicBezTo>
                        <a:pt x="455" y="1"/>
                        <a:pt x="1" y="471"/>
                        <a:pt x="1" y="1051"/>
                      </a:cubicBezTo>
                      <a:lnTo>
                        <a:pt x="1" y="1788"/>
                      </a:lnTo>
                      <a:cubicBezTo>
                        <a:pt x="1" y="2368"/>
                        <a:pt x="455" y="2822"/>
                        <a:pt x="1035" y="2822"/>
                      </a:cubicBezTo>
                      <a:lnTo>
                        <a:pt x="1929" y="2822"/>
                      </a:lnTo>
                      <a:cubicBezTo>
                        <a:pt x="2508" y="2822"/>
                        <a:pt x="2979" y="2368"/>
                        <a:pt x="2979" y="1788"/>
                      </a:cubicBezTo>
                      <a:lnTo>
                        <a:pt x="2979" y="1051"/>
                      </a:lnTo>
                      <a:cubicBezTo>
                        <a:pt x="2979" y="471"/>
                        <a:pt x="2508" y="1"/>
                        <a:pt x="19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5" name="Google Shape;1124;p30">
                  <a:extLst>
                    <a:ext uri="{FF2B5EF4-FFF2-40B4-BE49-F238E27FC236}">
                      <a16:creationId xmlns:a16="http://schemas.microsoft.com/office/drawing/2014/main" id="{F9640E93-258A-EC4E-95AA-2E1D5F930075}"/>
                    </a:ext>
                  </a:extLst>
                </p:cNvPr>
                <p:cNvSpPr/>
                <p:nvPr/>
              </p:nvSpPr>
              <p:spPr>
                <a:xfrm>
                  <a:off x="5486875" y="3351575"/>
                  <a:ext cx="74475" cy="70575"/>
                </a:xfrm>
                <a:custGeom>
                  <a:avLst/>
                  <a:gdLst/>
                  <a:ahLst/>
                  <a:cxnLst/>
                  <a:rect l="l" t="t" r="r" b="b"/>
                  <a:pathLst>
                    <a:path w="2979" h="2823" extrusionOk="0">
                      <a:moveTo>
                        <a:pt x="1051" y="1"/>
                      </a:moveTo>
                      <a:cubicBezTo>
                        <a:pt x="471" y="1"/>
                        <a:pt x="1" y="471"/>
                        <a:pt x="1" y="1051"/>
                      </a:cubicBezTo>
                      <a:lnTo>
                        <a:pt x="1" y="1788"/>
                      </a:lnTo>
                      <a:cubicBezTo>
                        <a:pt x="1" y="2368"/>
                        <a:pt x="471" y="2822"/>
                        <a:pt x="1051" y="2822"/>
                      </a:cubicBezTo>
                      <a:lnTo>
                        <a:pt x="1944" y="2822"/>
                      </a:lnTo>
                      <a:cubicBezTo>
                        <a:pt x="2509" y="2822"/>
                        <a:pt x="2979" y="2368"/>
                        <a:pt x="2979" y="1788"/>
                      </a:cubicBezTo>
                      <a:lnTo>
                        <a:pt x="2979" y="1051"/>
                      </a:lnTo>
                      <a:cubicBezTo>
                        <a:pt x="2979" y="471"/>
                        <a:pt x="2509"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6" name="Google Shape;1125;p30">
                  <a:extLst>
                    <a:ext uri="{FF2B5EF4-FFF2-40B4-BE49-F238E27FC236}">
                      <a16:creationId xmlns:a16="http://schemas.microsoft.com/office/drawing/2014/main" id="{ED46A8C4-9996-B9E3-BE2A-CBFBD579C6F3}"/>
                    </a:ext>
                  </a:extLst>
                </p:cNvPr>
                <p:cNvSpPr/>
                <p:nvPr/>
              </p:nvSpPr>
              <p:spPr>
                <a:xfrm>
                  <a:off x="5378350" y="3351575"/>
                  <a:ext cx="74850" cy="70575"/>
                </a:xfrm>
                <a:custGeom>
                  <a:avLst/>
                  <a:gdLst/>
                  <a:ahLst/>
                  <a:cxnLst/>
                  <a:rect l="l" t="t" r="r" b="b"/>
                  <a:pathLst>
                    <a:path w="2994" h="2823" extrusionOk="0">
                      <a:moveTo>
                        <a:pt x="1050" y="1"/>
                      </a:moveTo>
                      <a:cubicBezTo>
                        <a:pt x="470" y="1"/>
                        <a:pt x="0" y="471"/>
                        <a:pt x="0" y="1051"/>
                      </a:cubicBezTo>
                      <a:lnTo>
                        <a:pt x="0" y="1788"/>
                      </a:lnTo>
                      <a:cubicBezTo>
                        <a:pt x="0" y="2368"/>
                        <a:pt x="470" y="2822"/>
                        <a:pt x="1050"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7" name="Google Shape;1126;p30">
                  <a:extLst>
                    <a:ext uri="{FF2B5EF4-FFF2-40B4-BE49-F238E27FC236}">
                      <a16:creationId xmlns:a16="http://schemas.microsoft.com/office/drawing/2014/main" id="{C3F779BA-5144-A53A-735A-8C8CBCD0B4EC}"/>
                    </a:ext>
                  </a:extLst>
                </p:cNvPr>
                <p:cNvSpPr/>
                <p:nvPr/>
              </p:nvSpPr>
              <p:spPr>
                <a:xfrm>
                  <a:off x="5270175" y="3351575"/>
                  <a:ext cx="74500" cy="70575"/>
                </a:xfrm>
                <a:custGeom>
                  <a:avLst/>
                  <a:gdLst/>
                  <a:ahLst/>
                  <a:cxnLst/>
                  <a:rect l="l" t="t" r="r" b="b"/>
                  <a:pathLst>
                    <a:path w="2980" h="2823" extrusionOk="0">
                      <a:moveTo>
                        <a:pt x="1051" y="1"/>
                      </a:moveTo>
                      <a:cubicBezTo>
                        <a:pt x="471" y="1"/>
                        <a:pt x="1" y="471"/>
                        <a:pt x="1" y="1051"/>
                      </a:cubicBezTo>
                      <a:lnTo>
                        <a:pt x="1" y="1788"/>
                      </a:lnTo>
                      <a:cubicBezTo>
                        <a:pt x="1" y="2368"/>
                        <a:pt x="471" y="2822"/>
                        <a:pt x="1051" y="2822"/>
                      </a:cubicBezTo>
                      <a:lnTo>
                        <a:pt x="1945" y="2822"/>
                      </a:lnTo>
                      <a:cubicBezTo>
                        <a:pt x="2509" y="2822"/>
                        <a:pt x="2979" y="2368"/>
                        <a:pt x="2979" y="1788"/>
                      </a:cubicBezTo>
                      <a:lnTo>
                        <a:pt x="2979" y="1051"/>
                      </a:lnTo>
                      <a:cubicBezTo>
                        <a:pt x="2979" y="471"/>
                        <a:pt x="2509" y="1"/>
                        <a:pt x="194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8" name="Google Shape;1127;p30">
                  <a:extLst>
                    <a:ext uri="{FF2B5EF4-FFF2-40B4-BE49-F238E27FC236}">
                      <a16:creationId xmlns:a16="http://schemas.microsoft.com/office/drawing/2014/main" id="{7D91ABC9-1D1B-564A-FE46-BD3278511ACE}"/>
                    </a:ext>
                  </a:extLst>
                </p:cNvPr>
                <p:cNvSpPr/>
                <p:nvPr/>
              </p:nvSpPr>
              <p:spPr>
                <a:xfrm>
                  <a:off x="5161650" y="3351575"/>
                  <a:ext cx="74850" cy="70575"/>
                </a:xfrm>
                <a:custGeom>
                  <a:avLst/>
                  <a:gdLst/>
                  <a:ahLst/>
                  <a:cxnLst/>
                  <a:rect l="l" t="t" r="r" b="b"/>
                  <a:pathLst>
                    <a:path w="2994" h="2823" extrusionOk="0">
                      <a:moveTo>
                        <a:pt x="1050" y="1"/>
                      </a:moveTo>
                      <a:cubicBezTo>
                        <a:pt x="470" y="1"/>
                        <a:pt x="0" y="471"/>
                        <a:pt x="0" y="1051"/>
                      </a:cubicBezTo>
                      <a:lnTo>
                        <a:pt x="0" y="1788"/>
                      </a:lnTo>
                      <a:cubicBezTo>
                        <a:pt x="0" y="2368"/>
                        <a:pt x="470" y="2822"/>
                        <a:pt x="1050"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29" name="Google Shape;1117;p30">
                <a:extLst>
                  <a:ext uri="{FF2B5EF4-FFF2-40B4-BE49-F238E27FC236}">
                    <a16:creationId xmlns:a16="http://schemas.microsoft.com/office/drawing/2014/main" id="{B95ACA15-DA08-9906-35B5-733B0CCCA0AD}"/>
                  </a:ext>
                </a:extLst>
              </p:cNvPr>
              <p:cNvGrpSpPr/>
              <p:nvPr/>
            </p:nvGrpSpPr>
            <p:grpSpPr>
              <a:xfrm>
                <a:off x="2960366" y="4377994"/>
                <a:ext cx="3075700" cy="356625"/>
                <a:chOff x="3962175" y="3227750"/>
                <a:chExt cx="3075700" cy="356625"/>
              </a:xfrm>
            </p:grpSpPr>
            <p:sp>
              <p:nvSpPr>
                <p:cNvPr id="1230" name="Google Shape;1118;p30">
                  <a:extLst>
                    <a:ext uri="{FF2B5EF4-FFF2-40B4-BE49-F238E27FC236}">
                      <a16:creationId xmlns:a16="http://schemas.microsoft.com/office/drawing/2014/main" id="{8C284C91-CEBC-4632-DB90-34C7BAA9D734}"/>
                    </a:ext>
                  </a:extLst>
                </p:cNvPr>
                <p:cNvSpPr/>
                <p:nvPr/>
              </p:nvSpPr>
              <p:spPr>
                <a:xfrm>
                  <a:off x="3962175" y="3227750"/>
                  <a:ext cx="3075700" cy="356625"/>
                </a:xfrm>
                <a:custGeom>
                  <a:avLst/>
                  <a:gdLst/>
                  <a:ahLst/>
                  <a:cxnLst/>
                  <a:rect l="l" t="t" r="r" b="b"/>
                  <a:pathLst>
                    <a:path w="123028" h="14265" extrusionOk="0">
                      <a:moveTo>
                        <a:pt x="114046" y="1"/>
                      </a:moveTo>
                      <a:lnTo>
                        <a:pt x="114046" y="1239"/>
                      </a:lnTo>
                      <a:lnTo>
                        <a:pt x="114579" y="1239"/>
                      </a:lnTo>
                      <a:lnTo>
                        <a:pt x="114579" y="3167"/>
                      </a:lnTo>
                      <a:lnTo>
                        <a:pt x="109877" y="3167"/>
                      </a:lnTo>
                      <a:lnTo>
                        <a:pt x="109877" y="2728"/>
                      </a:lnTo>
                      <a:lnTo>
                        <a:pt x="108984" y="2728"/>
                      </a:lnTo>
                      <a:lnTo>
                        <a:pt x="108984" y="1913"/>
                      </a:lnTo>
                      <a:cubicBezTo>
                        <a:pt x="108984" y="1411"/>
                        <a:pt x="108513" y="1004"/>
                        <a:pt x="107980" y="1098"/>
                      </a:cubicBezTo>
                      <a:lnTo>
                        <a:pt x="107980" y="1098"/>
                      </a:lnTo>
                      <a:cubicBezTo>
                        <a:pt x="107573" y="1161"/>
                        <a:pt x="107291" y="1553"/>
                        <a:pt x="107291" y="1960"/>
                      </a:cubicBezTo>
                      <a:lnTo>
                        <a:pt x="107291" y="1960"/>
                      </a:lnTo>
                      <a:lnTo>
                        <a:pt x="107291" y="2728"/>
                      </a:lnTo>
                      <a:lnTo>
                        <a:pt x="106397" y="2728"/>
                      </a:lnTo>
                      <a:lnTo>
                        <a:pt x="106397" y="3167"/>
                      </a:lnTo>
                      <a:lnTo>
                        <a:pt x="105237" y="3167"/>
                      </a:lnTo>
                      <a:lnTo>
                        <a:pt x="105237" y="1615"/>
                      </a:lnTo>
                      <a:lnTo>
                        <a:pt x="103921" y="1615"/>
                      </a:lnTo>
                      <a:lnTo>
                        <a:pt x="103921" y="3167"/>
                      </a:lnTo>
                      <a:lnTo>
                        <a:pt x="100112" y="3167"/>
                      </a:lnTo>
                      <a:lnTo>
                        <a:pt x="100112" y="1521"/>
                      </a:lnTo>
                      <a:cubicBezTo>
                        <a:pt x="100112" y="675"/>
                        <a:pt x="99438" y="1"/>
                        <a:pt x="98591" y="1"/>
                      </a:cubicBezTo>
                      <a:lnTo>
                        <a:pt x="98591" y="1"/>
                      </a:lnTo>
                      <a:lnTo>
                        <a:pt x="88403" y="1"/>
                      </a:lnTo>
                      <a:cubicBezTo>
                        <a:pt x="87870" y="1"/>
                        <a:pt x="87431" y="440"/>
                        <a:pt x="87463" y="988"/>
                      </a:cubicBezTo>
                      <a:lnTo>
                        <a:pt x="87463" y="988"/>
                      </a:lnTo>
                      <a:cubicBezTo>
                        <a:pt x="87494" y="1490"/>
                        <a:pt x="87949" y="1882"/>
                        <a:pt x="88466" y="1882"/>
                      </a:cubicBezTo>
                      <a:lnTo>
                        <a:pt x="88466" y="1882"/>
                      </a:lnTo>
                      <a:lnTo>
                        <a:pt x="92149" y="1882"/>
                      </a:lnTo>
                      <a:cubicBezTo>
                        <a:pt x="92964" y="1882"/>
                        <a:pt x="93638" y="2540"/>
                        <a:pt x="93638" y="3355"/>
                      </a:cubicBezTo>
                      <a:lnTo>
                        <a:pt x="93638" y="3355"/>
                      </a:lnTo>
                      <a:lnTo>
                        <a:pt x="93638" y="5785"/>
                      </a:lnTo>
                      <a:cubicBezTo>
                        <a:pt x="93638" y="5988"/>
                        <a:pt x="93466" y="6161"/>
                        <a:pt x="93247" y="6161"/>
                      </a:cubicBezTo>
                      <a:lnTo>
                        <a:pt x="93247" y="6161"/>
                      </a:lnTo>
                      <a:lnTo>
                        <a:pt x="88293" y="6161"/>
                      </a:lnTo>
                      <a:cubicBezTo>
                        <a:pt x="87839" y="6161"/>
                        <a:pt x="87463" y="6537"/>
                        <a:pt x="87463" y="6992"/>
                      </a:cubicBezTo>
                      <a:lnTo>
                        <a:pt x="87463" y="6992"/>
                      </a:lnTo>
                      <a:lnTo>
                        <a:pt x="87463" y="9468"/>
                      </a:lnTo>
                      <a:cubicBezTo>
                        <a:pt x="87463" y="10299"/>
                        <a:pt x="87823" y="11036"/>
                        <a:pt x="88403" y="11537"/>
                      </a:cubicBezTo>
                      <a:lnTo>
                        <a:pt x="88403" y="11537"/>
                      </a:lnTo>
                      <a:cubicBezTo>
                        <a:pt x="88388" y="11615"/>
                        <a:pt x="88388" y="11678"/>
                        <a:pt x="88372" y="11741"/>
                      </a:cubicBezTo>
                      <a:lnTo>
                        <a:pt x="88372" y="11741"/>
                      </a:lnTo>
                      <a:lnTo>
                        <a:pt x="85221" y="11741"/>
                      </a:lnTo>
                      <a:lnTo>
                        <a:pt x="85221" y="3512"/>
                      </a:lnTo>
                      <a:cubicBezTo>
                        <a:pt x="85221" y="2430"/>
                        <a:pt x="84359" y="1553"/>
                        <a:pt x="83278" y="1553"/>
                      </a:cubicBezTo>
                      <a:lnTo>
                        <a:pt x="83278" y="1553"/>
                      </a:lnTo>
                      <a:lnTo>
                        <a:pt x="46083" y="1553"/>
                      </a:lnTo>
                      <a:cubicBezTo>
                        <a:pt x="45017" y="1553"/>
                        <a:pt x="44139" y="2430"/>
                        <a:pt x="44139" y="3512"/>
                      </a:cubicBezTo>
                      <a:lnTo>
                        <a:pt x="44139" y="3512"/>
                      </a:lnTo>
                      <a:lnTo>
                        <a:pt x="44139" y="10330"/>
                      </a:lnTo>
                      <a:lnTo>
                        <a:pt x="42211" y="10330"/>
                      </a:lnTo>
                      <a:lnTo>
                        <a:pt x="42211" y="3512"/>
                      </a:lnTo>
                      <a:cubicBezTo>
                        <a:pt x="42211" y="2430"/>
                        <a:pt x="41333" y="1553"/>
                        <a:pt x="40267" y="1553"/>
                      </a:cubicBezTo>
                      <a:lnTo>
                        <a:pt x="40267" y="1553"/>
                      </a:lnTo>
                      <a:lnTo>
                        <a:pt x="3072" y="1553"/>
                      </a:lnTo>
                      <a:cubicBezTo>
                        <a:pt x="2006" y="1553"/>
                        <a:pt x="1129" y="2430"/>
                        <a:pt x="1129" y="3512"/>
                      </a:cubicBezTo>
                      <a:lnTo>
                        <a:pt x="1129" y="3512"/>
                      </a:lnTo>
                      <a:lnTo>
                        <a:pt x="1129" y="10330"/>
                      </a:lnTo>
                      <a:lnTo>
                        <a:pt x="0" y="10330"/>
                      </a:lnTo>
                      <a:lnTo>
                        <a:pt x="0" y="11130"/>
                      </a:lnTo>
                      <a:lnTo>
                        <a:pt x="1129" y="11130"/>
                      </a:lnTo>
                      <a:lnTo>
                        <a:pt x="1129" y="12650"/>
                      </a:lnTo>
                      <a:lnTo>
                        <a:pt x="1865" y="12650"/>
                      </a:lnTo>
                      <a:cubicBezTo>
                        <a:pt x="1865" y="13481"/>
                        <a:pt x="2555" y="14170"/>
                        <a:pt x="3386" y="14170"/>
                      </a:cubicBezTo>
                      <a:lnTo>
                        <a:pt x="3386" y="14170"/>
                      </a:lnTo>
                      <a:cubicBezTo>
                        <a:pt x="4232" y="14170"/>
                        <a:pt x="4906" y="13481"/>
                        <a:pt x="4906" y="12650"/>
                      </a:cubicBezTo>
                      <a:lnTo>
                        <a:pt x="4906" y="12650"/>
                      </a:lnTo>
                      <a:lnTo>
                        <a:pt x="6113" y="12650"/>
                      </a:lnTo>
                      <a:cubicBezTo>
                        <a:pt x="6113" y="13481"/>
                        <a:pt x="6803" y="14170"/>
                        <a:pt x="7633" y="14170"/>
                      </a:cubicBezTo>
                      <a:lnTo>
                        <a:pt x="7633" y="14170"/>
                      </a:lnTo>
                      <a:cubicBezTo>
                        <a:pt x="8480" y="14170"/>
                        <a:pt x="9154" y="13481"/>
                        <a:pt x="9154" y="12650"/>
                      </a:cubicBezTo>
                      <a:lnTo>
                        <a:pt x="9154" y="12650"/>
                      </a:lnTo>
                      <a:lnTo>
                        <a:pt x="33966" y="12650"/>
                      </a:lnTo>
                      <a:cubicBezTo>
                        <a:pt x="33966" y="13481"/>
                        <a:pt x="34640" y="14170"/>
                        <a:pt x="35487" y="14170"/>
                      </a:cubicBezTo>
                      <a:lnTo>
                        <a:pt x="35487" y="14170"/>
                      </a:lnTo>
                      <a:cubicBezTo>
                        <a:pt x="36317" y="14170"/>
                        <a:pt x="37007" y="13481"/>
                        <a:pt x="37007" y="12650"/>
                      </a:cubicBezTo>
                      <a:lnTo>
                        <a:pt x="37007" y="12650"/>
                      </a:lnTo>
                      <a:lnTo>
                        <a:pt x="38198" y="12650"/>
                      </a:lnTo>
                      <a:cubicBezTo>
                        <a:pt x="38198" y="13481"/>
                        <a:pt x="38888" y="14170"/>
                        <a:pt x="39734" y="14170"/>
                      </a:cubicBezTo>
                      <a:lnTo>
                        <a:pt x="39734" y="14170"/>
                      </a:lnTo>
                      <a:cubicBezTo>
                        <a:pt x="40565" y="14170"/>
                        <a:pt x="41255" y="13481"/>
                        <a:pt x="41255" y="12650"/>
                      </a:cubicBezTo>
                      <a:lnTo>
                        <a:pt x="41255" y="12650"/>
                      </a:lnTo>
                      <a:lnTo>
                        <a:pt x="42211" y="12650"/>
                      </a:lnTo>
                      <a:lnTo>
                        <a:pt x="42211" y="11130"/>
                      </a:lnTo>
                      <a:lnTo>
                        <a:pt x="44139" y="11130"/>
                      </a:lnTo>
                      <a:lnTo>
                        <a:pt x="44139" y="12650"/>
                      </a:lnTo>
                      <a:lnTo>
                        <a:pt x="44876" y="12650"/>
                      </a:lnTo>
                      <a:cubicBezTo>
                        <a:pt x="44876" y="13481"/>
                        <a:pt x="45565" y="14170"/>
                        <a:pt x="46412" y="14170"/>
                      </a:cubicBezTo>
                      <a:lnTo>
                        <a:pt x="46412" y="14170"/>
                      </a:lnTo>
                      <a:cubicBezTo>
                        <a:pt x="47242" y="14170"/>
                        <a:pt x="47932" y="13481"/>
                        <a:pt x="47932" y="12650"/>
                      </a:cubicBezTo>
                      <a:lnTo>
                        <a:pt x="47932" y="12650"/>
                      </a:lnTo>
                      <a:lnTo>
                        <a:pt x="49123" y="12650"/>
                      </a:lnTo>
                      <a:cubicBezTo>
                        <a:pt x="49123" y="13481"/>
                        <a:pt x="49813" y="14170"/>
                        <a:pt x="50644" y="14170"/>
                      </a:cubicBezTo>
                      <a:lnTo>
                        <a:pt x="50644" y="14170"/>
                      </a:lnTo>
                      <a:cubicBezTo>
                        <a:pt x="51490" y="14170"/>
                        <a:pt x="52164" y="13481"/>
                        <a:pt x="52164" y="12650"/>
                      </a:cubicBezTo>
                      <a:lnTo>
                        <a:pt x="52164" y="12650"/>
                      </a:lnTo>
                      <a:lnTo>
                        <a:pt x="76977" y="12650"/>
                      </a:lnTo>
                      <a:cubicBezTo>
                        <a:pt x="76977" y="13481"/>
                        <a:pt x="77651" y="14170"/>
                        <a:pt x="78497" y="14170"/>
                      </a:cubicBezTo>
                      <a:lnTo>
                        <a:pt x="78497" y="14170"/>
                      </a:lnTo>
                      <a:cubicBezTo>
                        <a:pt x="79343" y="14170"/>
                        <a:pt x="80017" y="13481"/>
                        <a:pt x="80017" y="12650"/>
                      </a:cubicBezTo>
                      <a:lnTo>
                        <a:pt x="80017" y="12650"/>
                      </a:lnTo>
                      <a:lnTo>
                        <a:pt x="81224" y="12650"/>
                      </a:lnTo>
                      <a:cubicBezTo>
                        <a:pt x="81224" y="13481"/>
                        <a:pt x="81898" y="14170"/>
                        <a:pt x="82745" y="14170"/>
                      </a:cubicBezTo>
                      <a:lnTo>
                        <a:pt x="82745" y="14170"/>
                      </a:lnTo>
                      <a:cubicBezTo>
                        <a:pt x="83575" y="14170"/>
                        <a:pt x="84265" y="13481"/>
                        <a:pt x="84265" y="12650"/>
                      </a:cubicBezTo>
                      <a:lnTo>
                        <a:pt x="84265" y="12650"/>
                      </a:lnTo>
                      <a:lnTo>
                        <a:pt x="88497" y="12650"/>
                      </a:lnTo>
                      <a:cubicBezTo>
                        <a:pt x="88811" y="13528"/>
                        <a:pt x="89657" y="14170"/>
                        <a:pt x="90645" y="14170"/>
                      </a:cubicBezTo>
                      <a:lnTo>
                        <a:pt x="90645" y="14170"/>
                      </a:lnTo>
                      <a:cubicBezTo>
                        <a:pt x="91789" y="14170"/>
                        <a:pt x="92729" y="13340"/>
                        <a:pt x="92902" y="12258"/>
                      </a:cubicBezTo>
                      <a:lnTo>
                        <a:pt x="92902" y="12258"/>
                      </a:lnTo>
                      <a:lnTo>
                        <a:pt x="94939" y="12258"/>
                      </a:lnTo>
                      <a:cubicBezTo>
                        <a:pt x="95174" y="13340"/>
                        <a:pt x="96146" y="14170"/>
                        <a:pt x="97322" y="14170"/>
                      </a:cubicBezTo>
                      <a:lnTo>
                        <a:pt x="97322" y="14170"/>
                      </a:lnTo>
                      <a:cubicBezTo>
                        <a:pt x="98482" y="14170"/>
                        <a:pt x="99454" y="13340"/>
                        <a:pt x="99704" y="12258"/>
                      </a:cubicBezTo>
                      <a:lnTo>
                        <a:pt x="99704" y="12258"/>
                      </a:lnTo>
                      <a:lnTo>
                        <a:pt x="100535" y="12258"/>
                      </a:lnTo>
                      <a:cubicBezTo>
                        <a:pt x="100770" y="13340"/>
                        <a:pt x="101758" y="14170"/>
                        <a:pt x="102918" y="14170"/>
                      </a:cubicBezTo>
                      <a:lnTo>
                        <a:pt x="102918" y="14170"/>
                      </a:lnTo>
                      <a:cubicBezTo>
                        <a:pt x="104093" y="14170"/>
                        <a:pt x="105065" y="13340"/>
                        <a:pt x="105300" y="12258"/>
                      </a:cubicBezTo>
                      <a:lnTo>
                        <a:pt x="105300" y="12258"/>
                      </a:lnTo>
                      <a:lnTo>
                        <a:pt x="106601" y="12258"/>
                      </a:lnTo>
                      <a:cubicBezTo>
                        <a:pt x="106836" y="13340"/>
                        <a:pt x="107808" y="14170"/>
                        <a:pt x="108984" y="14170"/>
                      </a:cubicBezTo>
                      <a:lnTo>
                        <a:pt x="108984" y="14170"/>
                      </a:lnTo>
                      <a:cubicBezTo>
                        <a:pt x="110143" y="14170"/>
                        <a:pt x="111115" y="13340"/>
                        <a:pt x="111366" y="12258"/>
                      </a:cubicBezTo>
                      <a:lnTo>
                        <a:pt x="111366" y="12258"/>
                      </a:lnTo>
                      <a:lnTo>
                        <a:pt x="112197" y="12258"/>
                      </a:lnTo>
                      <a:cubicBezTo>
                        <a:pt x="112448" y="13340"/>
                        <a:pt x="113419" y="14170"/>
                        <a:pt x="114579" y="14170"/>
                      </a:cubicBezTo>
                      <a:lnTo>
                        <a:pt x="114579" y="14170"/>
                      </a:lnTo>
                      <a:cubicBezTo>
                        <a:pt x="115755" y="14170"/>
                        <a:pt x="116727" y="13340"/>
                        <a:pt x="116962" y="12258"/>
                      </a:cubicBezTo>
                      <a:lnTo>
                        <a:pt x="116962" y="12258"/>
                      </a:lnTo>
                      <a:lnTo>
                        <a:pt x="117244" y="12258"/>
                      </a:lnTo>
                      <a:cubicBezTo>
                        <a:pt x="117056" y="12525"/>
                        <a:pt x="116977" y="12854"/>
                        <a:pt x="117056" y="13230"/>
                      </a:cubicBezTo>
                      <a:lnTo>
                        <a:pt x="117056" y="13230"/>
                      </a:lnTo>
                      <a:cubicBezTo>
                        <a:pt x="117166" y="13684"/>
                        <a:pt x="117542" y="14061"/>
                        <a:pt x="118012" y="14139"/>
                      </a:cubicBezTo>
                      <a:lnTo>
                        <a:pt x="118012" y="14139"/>
                      </a:lnTo>
                      <a:cubicBezTo>
                        <a:pt x="118655" y="14264"/>
                        <a:pt x="119219" y="13888"/>
                        <a:pt x="119391" y="13324"/>
                      </a:cubicBezTo>
                      <a:lnTo>
                        <a:pt x="119391" y="13324"/>
                      </a:lnTo>
                      <a:cubicBezTo>
                        <a:pt x="122369" y="13308"/>
                        <a:pt x="123028" y="12556"/>
                        <a:pt x="123028" y="12556"/>
                      </a:cubicBezTo>
                      <a:lnTo>
                        <a:pt x="123028" y="12556"/>
                      </a:lnTo>
                      <a:lnTo>
                        <a:pt x="119783" y="9108"/>
                      </a:lnTo>
                      <a:lnTo>
                        <a:pt x="118749" y="9108"/>
                      </a:lnTo>
                      <a:cubicBezTo>
                        <a:pt x="120128" y="8841"/>
                        <a:pt x="121178" y="7619"/>
                        <a:pt x="121178" y="6161"/>
                      </a:cubicBezTo>
                      <a:lnTo>
                        <a:pt x="121178" y="6161"/>
                      </a:lnTo>
                      <a:cubicBezTo>
                        <a:pt x="121178" y="5330"/>
                        <a:pt x="120849" y="4578"/>
                        <a:pt x="120300" y="4045"/>
                      </a:cubicBezTo>
                      <a:lnTo>
                        <a:pt x="120300" y="4045"/>
                      </a:lnTo>
                      <a:cubicBezTo>
                        <a:pt x="119752" y="3496"/>
                        <a:pt x="118999" y="3167"/>
                        <a:pt x="118184" y="3167"/>
                      </a:cubicBezTo>
                      <a:lnTo>
                        <a:pt x="118184" y="3167"/>
                      </a:lnTo>
                      <a:lnTo>
                        <a:pt x="116068" y="3167"/>
                      </a:lnTo>
                      <a:lnTo>
                        <a:pt x="116068" y="1239"/>
                      </a:lnTo>
                      <a:lnTo>
                        <a:pt x="116601" y="1239"/>
                      </a:lnTo>
                      <a:lnTo>
                        <a:pt x="116601" y="1"/>
                      </a:lnTo>
                      <a:close/>
                      <a:moveTo>
                        <a:pt x="58214" y="11130"/>
                      </a:moveTo>
                      <a:lnTo>
                        <a:pt x="71146" y="11130"/>
                      </a:lnTo>
                      <a:lnTo>
                        <a:pt x="71146" y="11741"/>
                      </a:lnTo>
                      <a:lnTo>
                        <a:pt x="58214" y="11741"/>
                      </a:lnTo>
                      <a:close/>
                      <a:moveTo>
                        <a:pt x="15204" y="11130"/>
                      </a:moveTo>
                      <a:lnTo>
                        <a:pt x="28135" y="11130"/>
                      </a:lnTo>
                      <a:lnTo>
                        <a:pt x="28135" y="11741"/>
                      </a:lnTo>
                      <a:lnTo>
                        <a:pt x="15204" y="11741"/>
                      </a:lnTo>
                      <a:close/>
                    </a:path>
                  </a:pathLst>
                </a:custGeom>
                <a:solidFill>
                  <a:srgbClr val="0913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32" name="Google Shape;1120;p30">
                  <a:extLst>
                    <a:ext uri="{FF2B5EF4-FFF2-40B4-BE49-F238E27FC236}">
                      <a16:creationId xmlns:a16="http://schemas.microsoft.com/office/drawing/2014/main" id="{54AD9927-880E-5105-408E-F8B1608B91A5}"/>
                    </a:ext>
                  </a:extLst>
                </p:cNvPr>
                <p:cNvSpPr/>
                <p:nvPr/>
              </p:nvSpPr>
              <p:spPr>
                <a:xfrm>
                  <a:off x="5924600" y="3351575"/>
                  <a:ext cx="74475" cy="70575"/>
                </a:xfrm>
                <a:custGeom>
                  <a:avLst/>
                  <a:gdLst/>
                  <a:ahLst/>
                  <a:cxnLst/>
                  <a:rect l="l" t="t" r="r" b="b"/>
                  <a:pathLst>
                    <a:path w="2979" h="2823" extrusionOk="0">
                      <a:moveTo>
                        <a:pt x="1050" y="1"/>
                      </a:moveTo>
                      <a:cubicBezTo>
                        <a:pt x="470" y="1"/>
                        <a:pt x="0" y="471"/>
                        <a:pt x="0" y="1051"/>
                      </a:cubicBezTo>
                      <a:lnTo>
                        <a:pt x="0" y="1788"/>
                      </a:lnTo>
                      <a:cubicBezTo>
                        <a:pt x="0" y="2368"/>
                        <a:pt x="470" y="2822"/>
                        <a:pt x="1050" y="2822"/>
                      </a:cubicBezTo>
                      <a:lnTo>
                        <a:pt x="1944" y="2822"/>
                      </a:lnTo>
                      <a:cubicBezTo>
                        <a:pt x="2508" y="2822"/>
                        <a:pt x="2978" y="2368"/>
                        <a:pt x="2978" y="1788"/>
                      </a:cubicBezTo>
                      <a:lnTo>
                        <a:pt x="2978" y="1051"/>
                      </a:lnTo>
                      <a:cubicBezTo>
                        <a:pt x="2978" y="471"/>
                        <a:pt x="2508"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3" name="Google Shape;1121;p30">
                  <a:extLst>
                    <a:ext uri="{FF2B5EF4-FFF2-40B4-BE49-F238E27FC236}">
                      <a16:creationId xmlns:a16="http://schemas.microsoft.com/office/drawing/2014/main" id="{084BFD1C-CF56-6CFF-D30B-1940D409E4F8}"/>
                    </a:ext>
                  </a:extLst>
                </p:cNvPr>
                <p:cNvSpPr/>
                <p:nvPr/>
              </p:nvSpPr>
              <p:spPr>
                <a:xfrm>
                  <a:off x="5812125" y="3351575"/>
                  <a:ext cx="74475" cy="70575"/>
                </a:xfrm>
                <a:custGeom>
                  <a:avLst/>
                  <a:gdLst/>
                  <a:ahLst/>
                  <a:cxnLst/>
                  <a:rect l="l" t="t" r="r" b="b"/>
                  <a:pathLst>
                    <a:path w="2979" h="2823" extrusionOk="0">
                      <a:moveTo>
                        <a:pt x="1035" y="1"/>
                      </a:moveTo>
                      <a:cubicBezTo>
                        <a:pt x="455" y="1"/>
                        <a:pt x="0" y="471"/>
                        <a:pt x="0" y="1051"/>
                      </a:cubicBezTo>
                      <a:lnTo>
                        <a:pt x="0" y="1788"/>
                      </a:lnTo>
                      <a:cubicBezTo>
                        <a:pt x="0" y="2368"/>
                        <a:pt x="455" y="2822"/>
                        <a:pt x="1035" y="2822"/>
                      </a:cubicBezTo>
                      <a:lnTo>
                        <a:pt x="1928" y="2822"/>
                      </a:lnTo>
                      <a:cubicBezTo>
                        <a:pt x="2508" y="2822"/>
                        <a:pt x="2979" y="2368"/>
                        <a:pt x="2979" y="1788"/>
                      </a:cubicBezTo>
                      <a:lnTo>
                        <a:pt x="2979" y="1051"/>
                      </a:lnTo>
                      <a:cubicBezTo>
                        <a:pt x="2979" y="471"/>
                        <a:pt x="2508" y="1"/>
                        <a:pt x="192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4" name="Google Shape;1122;p30">
                  <a:extLst>
                    <a:ext uri="{FF2B5EF4-FFF2-40B4-BE49-F238E27FC236}">
                      <a16:creationId xmlns:a16="http://schemas.microsoft.com/office/drawing/2014/main" id="{C94435B6-CEDF-50F8-4F36-E2667B0DEED5}"/>
                    </a:ext>
                  </a:extLst>
                </p:cNvPr>
                <p:cNvSpPr/>
                <p:nvPr/>
              </p:nvSpPr>
              <p:spPr>
                <a:xfrm>
                  <a:off x="5703575" y="3351575"/>
                  <a:ext cx="74475" cy="70575"/>
                </a:xfrm>
                <a:custGeom>
                  <a:avLst/>
                  <a:gdLst/>
                  <a:ahLst/>
                  <a:cxnLst/>
                  <a:rect l="l" t="t" r="r" b="b"/>
                  <a:pathLst>
                    <a:path w="2979" h="2823" extrusionOk="0">
                      <a:moveTo>
                        <a:pt x="1051" y="1"/>
                      </a:moveTo>
                      <a:cubicBezTo>
                        <a:pt x="471" y="1"/>
                        <a:pt x="1" y="471"/>
                        <a:pt x="1" y="1051"/>
                      </a:cubicBezTo>
                      <a:lnTo>
                        <a:pt x="1" y="1788"/>
                      </a:lnTo>
                      <a:cubicBezTo>
                        <a:pt x="1" y="2368"/>
                        <a:pt x="471" y="2822"/>
                        <a:pt x="1051" y="2822"/>
                      </a:cubicBezTo>
                      <a:lnTo>
                        <a:pt x="1944" y="2822"/>
                      </a:lnTo>
                      <a:cubicBezTo>
                        <a:pt x="2524" y="2822"/>
                        <a:pt x="2979" y="2368"/>
                        <a:pt x="2979" y="1788"/>
                      </a:cubicBezTo>
                      <a:lnTo>
                        <a:pt x="2979" y="1051"/>
                      </a:lnTo>
                      <a:cubicBezTo>
                        <a:pt x="2979"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5" name="Google Shape;1123;p30">
                  <a:extLst>
                    <a:ext uri="{FF2B5EF4-FFF2-40B4-BE49-F238E27FC236}">
                      <a16:creationId xmlns:a16="http://schemas.microsoft.com/office/drawing/2014/main" id="{77428217-F5F2-C382-8C2E-9D4DB4732F3D}"/>
                    </a:ext>
                  </a:extLst>
                </p:cNvPr>
                <p:cNvSpPr/>
                <p:nvPr/>
              </p:nvSpPr>
              <p:spPr>
                <a:xfrm>
                  <a:off x="5595425" y="3351575"/>
                  <a:ext cx="74475" cy="70575"/>
                </a:xfrm>
                <a:custGeom>
                  <a:avLst/>
                  <a:gdLst/>
                  <a:ahLst/>
                  <a:cxnLst/>
                  <a:rect l="l" t="t" r="r" b="b"/>
                  <a:pathLst>
                    <a:path w="2979" h="2823" extrusionOk="0">
                      <a:moveTo>
                        <a:pt x="1035" y="1"/>
                      </a:moveTo>
                      <a:cubicBezTo>
                        <a:pt x="455" y="1"/>
                        <a:pt x="1" y="471"/>
                        <a:pt x="1" y="1051"/>
                      </a:cubicBezTo>
                      <a:lnTo>
                        <a:pt x="1" y="1788"/>
                      </a:lnTo>
                      <a:cubicBezTo>
                        <a:pt x="1" y="2368"/>
                        <a:pt x="455" y="2822"/>
                        <a:pt x="1035" y="2822"/>
                      </a:cubicBezTo>
                      <a:lnTo>
                        <a:pt x="1929" y="2822"/>
                      </a:lnTo>
                      <a:cubicBezTo>
                        <a:pt x="2508" y="2822"/>
                        <a:pt x="2979" y="2368"/>
                        <a:pt x="2979" y="1788"/>
                      </a:cubicBezTo>
                      <a:lnTo>
                        <a:pt x="2979" y="1051"/>
                      </a:lnTo>
                      <a:cubicBezTo>
                        <a:pt x="2979" y="471"/>
                        <a:pt x="2508" y="1"/>
                        <a:pt x="19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6" name="Google Shape;1124;p30">
                  <a:extLst>
                    <a:ext uri="{FF2B5EF4-FFF2-40B4-BE49-F238E27FC236}">
                      <a16:creationId xmlns:a16="http://schemas.microsoft.com/office/drawing/2014/main" id="{27BEE03D-7E2A-C9C1-4E53-6A2B5A39843A}"/>
                    </a:ext>
                  </a:extLst>
                </p:cNvPr>
                <p:cNvSpPr/>
                <p:nvPr/>
              </p:nvSpPr>
              <p:spPr>
                <a:xfrm>
                  <a:off x="5486875" y="3351575"/>
                  <a:ext cx="74475" cy="70575"/>
                </a:xfrm>
                <a:custGeom>
                  <a:avLst/>
                  <a:gdLst/>
                  <a:ahLst/>
                  <a:cxnLst/>
                  <a:rect l="l" t="t" r="r" b="b"/>
                  <a:pathLst>
                    <a:path w="2979" h="2823" extrusionOk="0">
                      <a:moveTo>
                        <a:pt x="1051" y="1"/>
                      </a:moveTo>
                      <a:cubicBezTo>
                        <a:pt x="471" y="1"/>
                        <a:pt x="1" y="471"/>
                        <a:pt x="1" y="1051"/>
                      </a:cubicBezTo>
                      <a:lnTo>
                        <a:pt x="1" y="1788"/>
                      </a:lnTo>
                      <a:cubicBezTo>
                        <a:pt x="1" y="2368"/>
                        <a:pt x="471" y="2822"/>
                        <a:pt x="1051" y="2822"/>
                      </a:cubicBezTo>
                      <a:lnTo>
                        <a:pt x="1944" y="2822"/>
                      </a:lnTo>
                      <a:cubicBezTo>
                        <a:pt x="2509" y="2822"/>
                        <a:pt x="2979" y="2368"/>
                        <a:pt x="2979" y="1788"/>
                      </a:cubicBezTo>
                      <a:lnTo>
                        <a:pt x="2979" y="1051"/>
                      </a:lnTo>
                      <a:cubicBezTo>
                        <a:pt x="2979" y="471"/>
                        <a:pt x="2509"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7" name="Google Shape;1125;p30">
                  <a:extLst>
                    <a:ext uri="{FF2B5EF4-FFF2-40B4-BE49-F238E27FC236}">
                      <a16:creationId xmlns:a16="http://schemas.microsoft.com/office/drawing/2014/main" id="{7F4FC054-BA68-3E40-FEF3-C22828298089}"/>
                    </a:ext>
                  </a:extLst>
                </p:cNvPr>
                <p:cNvSpPr/>
                <p:nvPr/>
              </p:nvSpPr>
              <p:spPr>
                <a:xfrm>
                  <a:off x="5378350" y="3351575"/>
                  <a:ext cx="74850" cy="70575"/>
                </a:xfrm>
                <a:custGeom>
                  <a:avLst/>
                  <a:gdLst/>
                  <a:ahLst/>
                  <a:cxnLst/>
                  <a:rect l="l" t="t" r="r" b="b"/>
                  <a:pathLst>
                    <a:path w="2994" h="2823" extrusionOk="0">
                      <a:moveTo>
                        <a:pt x="1050" y="1"/>
                      </a:moveTo>
                      <a:cubicBezTo>
                        <a:pt x="470" y="1"/>
                        <a:pt x="0" y="471"/>
                        <a:pt x="0" y="1051"/>
                      </a:cubicBezTo>
                      <a:lnTo>
                        <a:pt x="0" y="1788"/>
                      </a:lnTo>
                      <a:cubicBezTo>
                        <a:pt x="0" y="2368"/>
                        <a:pt x="470" y="2822"/>
                        <a:pt x="1050"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8" name="Google Shape;1126;p30">
                  <a:extLst>
                    <a:ext uri="{FF2B5EF4-FFF2-40B4-BE49-F238E27FC236}">
                      <a16:creationId xmlns:a16="http://schemas.microsoft.com/office/drawing/2014/main" id="{8E0582CD-B26B-8783-9CFE-85AF34E4362C}"/>
                    </a:ext>
                  </a:extLst>
                </p:cNvPr>
                <p:cNvSpPr/>
                <p:nvPr/>
              </p:nvSpPr>
              <p:spPr>
                <a:xfrm>
                  <a:off x="5270175" y="3351575"/>
                  <a:ext cx="74500" cy="70575"/>
                </a:xfrm>
                <a:custGeom>
                  <a:avLst/>
                  <a:gdLst/>
                  <a:ahLst/>
                  <a:cxnLst/>
                  <a:rect l="l" t="t" r="r" b="b"/>
                  <a:pathLst>
                    <a:path w="2980" h="2823" extrusionOk="0">
                      <a:moveTo>
                        <a:pt x="1051" y="1"/>
                      </a:moveTo>
                      <a:cubicBezTo>
                        <a:pt x="471" y="1"/>
                        <a:pt x="1" y="471"/>
                        <a:pt x="1" y="1051"/>
                      </a:cubicBezTo>
                      <a:lnTo>
                        <a:pt x="1" y="1788"/>
                      </a:lnTo>
                      <a:cubicBezTo>
                        <a:pt x="1" y="2368"/>
                        <a:pt x="471" y="2822"/>
                        <a:pt x="1051" y="2822"/>
                      </a:cubicBezTo>
                      <a:lnTo>
                        <a:pt x="1945" y="2822"/>
                      </a:lnTo>
                      <a:cubicBezTo>
                        <a:pt x="2509" y="2822"/>
                        <a:pt x="2979" y="2368"/>
                        <a:pt x="2979" y="1788"/>
                      </a:cubicBezTo>
                      <a:lnTo>
                        <a:pt x="2979" y="1051"/>
                      </a:lnTo>
                      <a:cubicBezTo>
                        <a:pt x="2979" y="471"/>
                        <a:pt x="2509" y="1"/>
                        <a:pt x="194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9" name="Google Shape;1127;p30">
                  <a:extLst>
                    <a:ext uri="{FF2B5EF4-FFF2-40B4-BE49-F238E27FC236}">
                      <a16:creationId xmlns:a16="http://schemas.microsoft.com/office/drawing/2014/main" id="{88826A66-BEBF-2631-C58E-C30C8C7ED368}"/>
                    </a:ext>
                  </a:extLst>
                </p:cNvPr>
                <p:cNvSpPr/>
                <p:nvPr/>
              </p:nvSpPr>
              <p:spPr>
                <a:xfrm>
                  <a:off x="5161650" y="3351575"/>
                  <a:ext cx="74850" cy="70575"/>
                </a:xfrm>
                <a:custGeom>
                  <a:avLst/>
                  <a:gdLst/>
                  <a:ahLst/>
                  <a:cxnLst/>
                  <a:rect l="l" t="t" r="r" b="b"/>
                  <a:pathLst>
                    <a:path w="2994" h="2823" extrusionOk="0">
                      <a:moveTo>
                        <a:pt x="1050" y="1"/>
                      </a:moveTo>
                      <a:cubicBezTo>
                        <a:pt x="470" y="1"/>
                        <a:pt x="0" y="471"/>
                        <a:pt x="0" y="1051"/>
                      </a:cubicBezTo>
                      <a:lnTo>
                        <a:pt x="0" y="1788"/>
                      </a:lnTo>
                      <a:cubicBezTo>
                        <a:pt x="0" y="2368"/>
                        <a:pt x="470" y="2822"/>
                        <a:pt x="1050"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0" name="Google Shape;1128;p30">
                  <a:extLst>
                    <a:ext uri="{FF2B5EF4-FFF2-40B4-BE49-F238E27FC236}">
                      <a16:creationId xmlns:a16="http://schemas.microsoft.com/office/drawing/2014/main" id="{D1E743D5-5028-020D-CE46-BA8533208501}"/>
                    </a:ext>
                  </a:extLst>
                </p:cNvPr>
                <p:cNvSpPr/>
                <p:nvPr/>
              </p:nvSpPr>
              <p:spPr>
                <a:xfrm>
                  <a:off x="4849325" y="3351575"/>
                  <a:ext cx="74475" cy="70575"/>
                </a:xfrm>
                <a:custGeom>
                  <a:avLst/>
                  <a:gdLst/>
                  <a:ahLst/>
                  <a:cxnLst/>
                  <a:rect l="l" t="t" r="r" b="b"/>
                  <a:pathLst>
                    <a:path w="2979" h="2823" extrusionOk="0">
                      <a:moveTo>
                        <a:pt x="1035" y="1"/>
                      </a:moveTo>
                      <a:cubicBezTo>
                        <a:pt x="471" y="1"/>
                        <a:pt x="1" y="471"/>
                        <a:pt x="1" y="1051"/>
                      </a:cubicBezTo>
                      <a:lnTo>
                        <a:pt x="1" y="1788"/>
                      </a:lnTo>
                      <a:cubicBezTo>
                        <a:pt x="1" y="2368"/>
                        <a:pt x="471" y="2822"/>
                        <a:pt x="1035" y="2822"/>
                      </a:cubicBezTo>
                      <a:lnTo>
                        <a:pt x="1929" y="2822"/>
                      </a:lnTo>
                      <a:cubicBezTo>
                        <a:pt x="2509" y="2822"/>
                        <a:pt x="2979" y="2368"/>
                        <a:pt x="2979" y="1788"/>
                      </a:cubicBezTo>
                      <a:lnTo>
                        <a:pt x="2979" y="1051"/>
                      </a:lnTo>
                      <a:cubicBezTo>
                        <a:pt x="2979" y="471"/>
                        <a:pt x="2509" y="1"/>
                        <a:pt x="19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1" name="Google Shape;1129;p30">
                  <a:extLst>
                    <a:ext uri="{FF2B5EF4-FFF2-40B4-BE49-F238E27FC236}">
                      <a16:creationId xmlns:a16="http://schemas.microsoft.com/office/drawing/2014/main" id="{3553C996-D1FE-7C34-76E3-8A786C59927C}"/>
                    </a:ext>
                  </a:extLst>
                </p:cNvPr>
                <p:cNvSpPr/>
                <p:nvPr/>
              </p:nvSpPr>
              <p:spPr>
                <a:xfrm>
                  <a:off x="4736475" y="3351575"/>
                  <a:ext cx="74875" cy="70575"/>
                </a:xfrm>
                <a:custGeom>
                  <a:avLst/>
                  <a:gdLst/>
                  <a:ahLst/>
                  <a:cxnLst/>
                  <a:rect l="l" t="t" r="r" b="b"/>
                  <a:pathLst>
                    <a:path w="2995" h="2823" extrusionOk="0">
                      <a:moveTo>
                        <a:pt x="1051" y="1"/>
                      </a:moveTo>
                      <a:cubicBezTo>
                        <a:pt x="471" y="1"/>
                        <a:pt x="0" y="471"/>
                        <a:pt x="0" y="1051"/>
                      </a:cubicBezTo>
                      <a:lnTo>
                        <a:pt x="0" y="1788"/>
                      </a:lnTo>
                      <a:cubicBezTo>
                        <a:pt x="0" y="2368"/>
                        <a:pt x="471" y="2822"/>
                        <a:pt x="1051"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2" name="Google Shape;1130;p30">
                  <a:extLst>
                    <a:ext uri="{FF2B5EF4-FFF2-40B4-BE49-F238E27FC236}">
                      <a16:creationId xmlns:a16="http://schemas.microsoft.com/office/drawing/2014/main" id="{C40D78F2-B17B-4053-9685-C4FB0AE1C632}"/>
                    </a:ext>
                  </a:extLst>
                </p:cNvPr>
                <p:cNvSpPr/>
                <p:nvPr/>
              </p:nvSpPr>
              <p:spPr>
                <a:xfrm>
                  <a:off x="4628325" y="3351575"/>
                  <a:ext cx="74475" cy="70575"/>
                </a:xfrm>
                <a:custGeom>
                  <a:avLst/>
                  <a:gdLst/>
                  <a:ahLst/>
                  <a:cxnLst/>
                  <a:rect l="l" t="t" r="r" b="b"/>
                  <a:pathLst>
                    <a:path w="2979" h="2823" extrusionOk="0">
                      <a:moveTo>
                        <a:pt x="1051" y="1"/>
                      </a:moveTo>
                      <a:cubicBezTo>
                        <a:pt x="471" y="1"/>
                        <a:pt x="0" y="471"/>
                        <a:pt x="0" y="1051"/>
                      </a:cubicBezTo>
                      <a:lnTo>
                        <a:pt x="0" y="1788"/>
                      </a:lnTo>
                      <a:cubicBezTo>
                        <a:pt x="0" y="2368"/>
                        <a:pt x="471" y="2822"/>
                        <a:pt x="1051" y="2822"/>
                      </a:cubicBezTo>
                      <a:lnTo>
                        <a:pt x="1944" y="2822"/>
                      </a:lnTo>
                      <a:cubicBezTo>
                        <a:pt x="2508" y="2822"/>
                        <a:pt x="2978" y="2368"/>
                        <a:pt x="2978" y="1788"/>
                      </a:cubicBezTo>
                      <a:lnTo>
                        <a:pt x="2978" y="1051"/>
                      </a:lnTo>
                      <a:cubicBezTo>
                        <a:pt x="2978" y="471"/>
                        <a:pt x="2508"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3" name="Google Shape;1131;p30">
                  <a:extLst>
                    <a:ext uri="{FF2B5EF4-FFF2-40B4-BE49-F238E27FC236}">
                      <a16:creationId xmlns:a16="http://schemas.microsoft.com/office/drawing/2014/main" id="{20AA7CA6-4D2F-A976-2FDD-3EC60BB2A756}"/>
                    </a:ext>
                  </a:extLst>
                </p:cNvPr>
                <p:cNvSpPr/>
                <p:nvPr/>
              </p:nvSpPr>
              <p:spPr>
                <a:xfrm>
                  <a:off x="4519775" y="3351575"/>
                  <a:ext cx="74875" cy="70575"/>
                </a:xfrm>
                <a:custGeom>
                  <a:avLst/>
                  <a:gdLst/>
                  <a:ahLst/>
                  <a:cxnLst/>
                  <a:rect l="l" t="t" r="r" b="b"/>
                  <a:pathLst>
                    <a:path w="2995" h="2823" extrusionOk="0">
                      <a:moveTo>
                        <a:pt x="1051" y="1"/>
                      </a:moveTo>
                      <a:cubicBezTo>
                        <a:pt x="471" y="1"/>
                        <a:pt x="1" y="471"/>
                        <a:pt x="1" y="1051"/>
                      </a:cubicBezTo>
                      <a:lnTo>
                        <a:pt x="1" y="1788"/>
                      </a:lnTo>
                      <a:cubicBezTo>
                        <a:pt x="1" y="2368"/>
                        <a:pt x="471" y="2822"/>
                        <a:pt x="1051"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4" name="Google Shape;1132;p30">
                  <a:extLst>
                    <a:ext uri="{FF2B5EF4-FFF2-40B4-BE49-F238E27FC236}">
                      <a16:creationId xmlns:a16="http://schemas.microsoft.com/office/drawing/2014/main" id="{F4ED71B1-6B8D-9185-CF86-C89EB1CE75CB}"/>
                    </a:ext>
                  </a:extLst>
                </p:cNvPr>
                <p:cNvSpPr/>
                <p:nvPr/>
              </p:nvSpPr>
              <p:spPr>
                <a:xfrm>
                  <a:off x="4411625" y="3351575"/>
                  <a:ext cx="74475" cy="70575"/>
                </a:xfrm>
                <a:custGeom>
                  <a:avLst/>
                  <a:gdLst/>
                  <a:ahLst/>
                  <a:cxnLst/>
                  <a:rect l="l" t="t" r="r" b="b"/>
                  <a:pathLst>
                    <a:path w="2979" h="2823" extrusionOk="0">
                      <a:moveTo>
                        <a:pt x="1035" y="1"/>
                      </a:moveTo>
                      <a:cubicBezTo>
                        <a:pt x="471" y="1"/>
                        <a:pt x="0" y="471"/>
                        <a:pt x="0" y="1051"/>
                      </a:cubicBezTo>
                      <a:lnTo>
                        <a:pt x="0" y="1788"/>
                      </a:lnTo>
                      <a:cubicBezTo>
                        <a:pt x="0" y="2368"/>
                        <a:pt x="471" y="2822"/>
                        <a:pt x="1035" y="2822"/>
                      </a:cubicBezTo>
                      <a:lnTo>
                        <a:pt x="1928" y="2822"/>
                      </a:lnTo>
                      <a:cubicBezTo>
                        <a:pt x="2508" y="2822"/>
                        <a:pt x="2979" y="2368"/>
                        <a:pt x="2979" y="1788"/>
                      </a:cubicBezTo>
                      <a:lnTo>
                        <a:pt x="2979" y="1051"/>
                      </a:lnTo>
                      <a:cubicBezTo>
                        <a:pt x="2979" y="471"/>
                        <a:pt x="2508" y="1"/>
                        <a:pt x="192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5" name="Google Shape;1133;p30">
                  <a:extLst>
                    <a:ext uri="{FF2B5EF4-FFF2-40B4-BE49-F238E27FC236}">
                      <a16:creationId xmlns:a16="http://schemas.microsoft.com/office/drawing/2014/main" id="{462CE26D-0AA5-DB4B-8257-96A790D056F4}"/>
                    </a:ext>
                  </a:extLst>
                </p:cNvPr>
                <p:cNvSpPr/>
                <p:nvPr/>
              </p:nvSpPr>
              <p:spPr>
                <a:xfrm>
                  <a:off x="4303075" y="3351575"/>
                  <a:ext cx="74875" cy="70575"/>
                </a:xfrm>
                <a:custGeom>
                  <a:avLst/>
                  <a:gdLst/>
                  <a:ahLst/>
                  <a:cxnLst/>
                  <a:rect l="l" t="t" r="r" b="b"/>
                  <a:pathLst>
                    <a:path w="2995" h="2823" extrusionOk="0">
                      <a:moveTo>
                        <a:pt x="1051" y="1"/>
                      </a:moveTo>
                      <a:cubicBezTo>
                        <a:pt x="471" y="1"/>
                        <a:pt x="1" y="471"/>
                        <a:pt x="1" y="1051"/>
                      </a:cubicBezTo>
                      <a:lnTo>
                        <a:pt x="1" y="1788"/>
                      </a:lnTo>
                      <a:cubicBezTo>
                        <a:pt x="1" y="2368"/>
                        <a:pt x="471" y="2822"/>
                        <a:pt x="1051"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6" name="Google Shape;1134;p30">
                  <a:extLst>
                    <a:ext uri="{FF2B5EF4-FFF2-40B4-BE49-F238E27FC236}">
                      <a16:creationId xmlns:a16="http://schemas.microsoft.com/office/drawing/2014/main" id="{05807FAD-4BC4-7F2A-9E60-AC1CD92DB191}"/>
                    </a:ext>
                  </a:extLst>
                </p:cNvPr>
                <p:cNvSpPr/>
                <p:nvPr/>
              </p:nvSpPr>
              <p:spPr>
                <a:xfrm>
                  <a:off x="4194925" y="3351575"/>
                  <a:ext cx="74475" cy="70575"/>
                </a:xfrm>
                <a:custGeom>
                  <a:avLst/>
                  <a:gdLst/>
                  <a:ahLst/>
                  <a:cxnLst/>
                  <a:rect l="l" t="t" r="r" b="b"/>
                  <a:pathLst>
                    <a:path w="2979" h="2823" extrusionOk="0">
                      <a:moveTo>
                        <a:pt x="1035" y="1"/>
                      </a:moveTo>
                      <a:cubicBezTo>
                        <a:pt x="471" y="1"/>
                        <a:pt x="1" y="471"/>
                        <a:pt x="1" y="1051"/>
                      </a:cubicBezTo>
                      <a:lnTo>
                        <a:pt x="1" y="1788"/>
                      </a:lnTo>
                      <a:cubicBezTo>
                        <a:pt x="1" y="2368"/>
                        <a:pt x="471" y="2822"/>
                        <a:pt x="1035" y="2822"/>
                      </a:cubicBezTo>
                      <a:lnTo>
                        <a:pt x="1928" y="2822"/>
                      </a:lnTo>
                      <a:cubicBezTo>
                        <a:pt x="2508" y="2822"/>
                        <a:pt x="2979" y="2368"/>
                        <a:pt x="2979" y="1788"/>
                      </a:cubicBezTo>
                      <a:lnTo>
                        <a:pt x="2979" y="1051"/>
                      </a:lnTo>
                      <a:cubicBezTo>
                        <a:pt x="2979" y="471"/>
                        <a:pt x="2508" y="1"/>
                        <a:pt x="192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7" name="Google Shape;1135;p30">
                  <a:extLst>
                    <a:ext uri="{FF2B5EF4-FFF2-40B4-BE49-F238E27FC236}">
                      <a16:creationId xmlns:a16="http://schemas.microsoft.com/office/drawing/2014/main" id="{87273C6B-4D68-BF46-22C7-FEA68C32114F}"/>
                    </a:ext>
                  </a:extLst>
                </p:cNvPr>
                <p:cNvSpPr/>
                <p:nvPr/>
              </p:nvSpPr>
              <p:spPr>
                <a:xfrm>
                  <a:off x="4086375" y="3351575"/>
                  <a:ext cx="74875" cy="70575"/>
                </a:xfrm>
                <a:custGeom>
                  <a:avLst/>
                  <a:gdLst/>
                  <a:ahLst/>
                  <a:cxnLst/>
                  <a:rect l="l" t="t" r="r" b="b"/>
                  <a:pathLst>
                    <a:path w="2995" h="2823" extrusionOk="0">
                      <a:moveTo>
                        <a:pt x="1051" y="1"/>
                      </a:moveTo>
                      <a:cubicBezTo>
                        <a:pt x="471" y="1"/>
                        <a:pt x="1" y="471"/>
                        <a:pt x="1" y="1051"/>
                      </a:cubicBezTo>
                      <a:lnTo>
                        <a:pt x="1" y="1788"/>
                      </a:lnTo>
                      <a:cubicBezTo>
                        <a:pt x="1" y="2368"/>
                        <a:pt x="471" y="2822"/>
                        <a:pt x="1051" y="2822"/>
                      </a:cubicBezTo>
                      <a:lnTo>
                        <a:pt x="1944" y="2822"/>
                      </a:lnTo>
                      <a:cubicBezTo>
                        <a:pt x="2524" y="2822"/>
                        <a:pt x="2995" y="2368"/>
                        <a:pt x="2995" y="1788"/>
                      </a:cubicBezTo>
                      <a:lnTo>
                        <a:pt x="2995" y="1051"/>
                      </a:lnTo>
                      <a:cubicBezTo>
                        <a:pt x="2995"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17" name="Google Shape;1117;p30"/>
              <p:cNvGrpSpPr/>
              <p:nvPr/>
            </p:nvGrpSpPr>
            <p:grpSpPr>
              <a:xfrm>
                <a:off x="5113607" y="3784150"/>
                <a:ext cx="3075700" cy="952625"/>
                <a:chOff x="3962175" y="2631750"/>
                <a:chExt cx="3075700" cy="952625"/>
              </a:xfrm>
            </p:grpSpPr>
            <p:sp>
              <p:nvSpPr>
                <p:cNvPr id="1118" name="Google Shape;1118;p30"/>
                <p:cNvSpPr/>
                <p:nvPr/>
              </p:nvSpPr>
              <p:spPr>
                <a:xfrm>
                  <a:off x="3962175" y="3227750"/>
                  <a:ext cx="3075700" cy="356625"/>
                </a:xfrm>
                <a:custGeom>
                  <a:avLst/>
                  <a:gdLst/>
                  <a:ahLst/>
                  <a:cxnLst/>
                  <a:rect l="l" t="t" r="r" b="b"/>
                  <a:pathLst>
                    <a:path w="123028" h="14265" extrusionOk="0">
                      <a:moveTo>
                        <a:pt x="114046" y="1"/>
                      </a:moveTo>
                      <a:lnTo>
                        <a:pt x="114046" y="1239"/>
                      </a:lnTo>
                      <a:lnTo>
                        <a:pt x="114579" y="1239"/>
                      </a:lnTo>
                      <a:lnTo>
                        <a:pt x="114579" y="3167"/>
                      </a:lnTo>
                      <a:lnTo>
                        <a:pt x="109877" y="3167"/>
                      </a:lnTo>
                      <a:lnTo>
                        <a:pt x="109877" y="2728"/>
                      </a:lnTo>
                      <a:lnTo>
                        <a:pt x="108984" y="2728"/>
                      </a:lnTo>
                      <a:lnTo>
                        <a:pt x="108984" y="1913"/>
                      </a:lnTo>
                      <a:cubicBezTo>
                        <a:pt x="108984" y="1411"/>
                        <a:pt x="108513" y="1004"/>
                        <a:pt x="107980" y="1098"/>
                      </a:cubicBezTo>
                      <a:lnTo>
                        <a:pt x="107980" y="1098"/>
                      </a:lnTo>
                      <a:cubicBezTo>
                        <a:pt x="107573" y="1161"/>
                        <a:pt x="107291" y="1553"/>
                        <a:pt x="107291" y="1960"/>
                      </a:cubicBezTo>
                      <a:lnTo>
                        <a:pt x="107291" y="1960"/>
                      </a:lnTo>
                      <a:lnTo>
                        <a:pt x="107291" y="2728"/>
                      </a:lnTo>
                      <a:lnTo>
                        <a:pt x="106397" y="2728"/>
                      </a:lnTo>
                      <a:lnTo>
                        <a:pt x="106397" y="3167"/>
                      </a:lnTo>
                      <a:lnTo>
                        <a:pt x="105237" y="3167"/>
                      </a:lnTo>
                      <a:lnTo>
                        <a:pt x="105237" y="1615"/>
                      </a:lnTo>
                      <a:lnTo>
                        <a:pt x="103921" y="1615"/>
                      </a:lnTo>
                      <a:lnTo>
                        <a:pt x="103921" y="3167"/>
                      </a:lnTo>
                      <a:lnTo>
                        <a:pt x="100112" y="3167"/>
                      </a:lnTo>
                      <a:lnTo>
                        <a:pt x="100112" y="1521"/>
                      </a:lnTo>
                      <a:cubicBezTo>
                        <a:pt x="100112" y="675"/>
                        <a:pt x="99438" y="1"/>
                        <a:pt x="98591" y="1"/>
                      </a:cubicBezTo>
                      <a:lnTo>
                        <a:pt x="98591" y="1"/>
                      </a:lnTo>
                      <a:lnTo>
                        <a:pt x="88403" y="1"/>
                      </a:lnTo>
                      <a:cubicBezTo>
                        <a:pt x="87870" y="1"/>
                        <a:pt x="87431" y="440"/>
                        <a:pt x="87463" y="988"/>
                      </a:cubicBezTo>
                      <a:lnTo>
                        <a:pt x="87463" y="988"/>
                      </a:lnTo>
                      <a:cubicBezTo>
                        <a:pt x="87494" y="1490"/>
                        <a:pt x="87949" y="1882"/>
                        <a:pt x="88466" y="1882"/>
                      </a:cubicBezTo>
                      <a:lnTo>
                        <a:pt x="88466" y="1882"/>
                      </a:lnTo>
                      <a:lnTo>
                        <a:pt x="92149" y="1882"/>
                      </a:lnTo>
                      <a:cubicBezTo>
                        <a:pt x="92964" y="1882"/>
                        <a:pt x="93638" y="2540"/>
                        <a:pt x="93638" y="3355"/>
                      </a:cubicBezTo>
                      <a:lnTo>
                        <a:pt x="93638" y="3355"/>
                      </a:lnTo>
                      <a:lnTo>
                        <a:pt x="93638" y="5785"/>
                      </a:lnTo>
                      <a:cubicBezTo>
                        <a:pt x="93638" y="5988"/>
                        <a:pt x="93466" y="6161"/>
                        <a:pt x="93247" y="6161"/>
                      </a:cubicBezTo>
                      <a:lnTo>
                        <a:pt x="93247" y="6161"/>
                      </a:lnTo>
                      <a:lnTo>
                        <a:pt x="88293" y="6161"/>
                      </a:lnTo>
                      <a:cubicBezTo>
                        <a:pt x="87839" y="6161"/>
                        <a:pt x="87463" y="6537"/>
                        <a:pt x="87463" y="6992"/>
                      </a:cubicBezTo>
                      <a:lnTo>
                        <a:pt x="87463" y="6992"/>
                      </a:lnTo>
                      <a:lnTo>
                        <a:pt x="87463" y="9468"/>
                      </a:lnTo>
                      <a:cubicBezTo>
                        <a:pt x="87463" y="10299"/>
                        <a:pt x="87823" y="11036"/>
                        <a:pt x="88403" y="11537"/>
                      </a:cubicBezTo>
                      <a:lnTo>
                        <a:pt x="88403" y="11537"/>
                      </a:lnTo>
                      <a:cubicBezTo>
                        <a:pt x="88388" y="11615"/>
                        <a:pt x="88388" y="11678"/>
                        <a:pt x="88372" y="11741"/>
                      </a:cubicBezTo>
                      <a:lnTo>
                        <a:pt x="88372" y="11741"/>
                      </a:lnTo>
                      <a:lnTo>
                        <a:pt x="85221" y="11741"/>
                      </a:lnTo>
                      <a:lnTo>
                        <a:pt x="85221" y="3512"/>
                      </a:lnTo>
                      <a:cubicBezTo>
                        <a:pt x="85221" y="2430"/>
                        <a:pt x="84359" y="1553"/>
                        <a:pt x="83278" y="1553"/>
                      </a:cubicBezTo>
                      <a:lnTo>
                        <a:pt x="83278" y="1553"/>
                      </a:lnTo>
                      <a:lnTo>
                        <a:pt x="46083" y="1553"/>
                      </a:lnTo>
                      <a:cubicBezTo>
                        <a:pt x="45017" y="1553"/>
                        <a:pt x="44139" y="2430"/>
                        <a:pt x="44139" y="3512"/>
                      </a:cubicBezTo>
                      <a:lnTo>
                        <a:pt x="44139" y="3512"/>
                      </a:lnTo>
                      <a:lnTo>
                        <a:pt x="44139" y="10330"/>
                      </a:lnTo>
                      <a:lnTo>
                        <a:pt x="42211" y="10330"/>
                      </a:lnTo>
                      <a:lnTo>
                        <a:pt x="42211" y="3512"/>
                      </a:lnTo>
                      <a:cubicBezTo>
                        <a:pt x="42211" y="2430"/>
                        <a:pt x="41333" y="1553"/>
                        <a:pt x="40267" y="1553"/>
                      </a:cubicBezTo>
                      <a:lnTo>
                        <a:pt x="40267" y="1553"/>
                      </a:lnTo>
                      <a:lnTo>
                        <a:pt x="3072" y="1553"/>
                      </a:lnTo>
                      <a:cubicBezTo>
                        <a:pt x="2006" y="1553"/>
                        <a:pt x="1129" y="2430"/>
                        <a:pt x="1129" y="3512"/>
                      </a:cubicBezTo>
                      <a:lnTo>
                        <a:pt x="1129" y="3512"/>
                      </a:lnTo>
                      <a:lnTo>
                        <a:pt x="1129" y="10330"/>
                      </a:lnTo>
                      <a:lnTo>
                        <a:pt x="0" y="10330"/>
                      </a:lnTo>
                      <a:lnTo>
                        <a:pt x="0" y="11130"/>
                      </a:lnTo>
                      <a:lnTo>
                        <a:pt x="1129" y="11130"/>
                      </a:lnTo>
                      <a:lnTo>
                        <a:pt x="1129" y="12650"/>
                      </a:lnTo>
                      <a:lnTo>
                        <a:pt x="1865" y="12650"/>
                      </a:lnTo>
                      <a:cubicBezTo>
                        <a:pt x="1865" y="13481"/>
                        <a:pt x="2555" y="14170"/>
                        <a:pt x="3386" y="14170"/>
                      </a:cubicBezTo>
                      <a:lnTo>
                        <a:pt x="3386" y="14170"/>
                      </a:lnTo>
                      <a:cubicBezTo>
                        <a:pt x="4232" y="14170"/>
                        <a:pt x="4906" y="13481"/>
                        <a:pt x="4906" y="12650"/>
                      </a:cubicBezTo>
                      <a:lnTo>
                        <a:pt x="4906" y="12650"/>
                      </a:lnTo>
                      <a:lnTo>
                        <a:pt x="6113" y="12650"/>
                      </a:lnTo>
                      <a:cubicBezTo>
                        <a:pt x="6113" y="13481"/>
                        <a:pt x="6803" y="14170"/>
                        <a:pt x="7633" y="14170"/>
                      </a:cubicBezTo>
                      <a:lnTo>
                        <a:pt x="7633" y="14170"/>
                      </a:lnTo>
                      <a:cubicBezTo>
                        <a:pt x="8480" y="14170"/>
                        <a:pt x="9154" y="13481"/>
                        <a:pt x="9154" y="12650"/>
                      </a:cubicBezTo>
                      <a:lnTo>
                        <a:pt x="9154" y="12650"/>
                      </a:lnTo>
                      <a:lnTo>
                        <a:pt x="33966" y="12650"/>
                      </a:lnTo>
                      <a:cubicBezTo>
                        <a:pt x="33966" y="13481"/>
                        <a:pt x="34640" y="14170"/>
                        <a:pt x="35487" y="14170"/>
                      </a:cubicBezTo>
                      <a:lnTo>
                        <a:pt x="35487" y="14170"/>
                      </a:lnTo>
                      <a:cubicBezTo>
                        <a:pt x="36317" y="14170"/>
                        <a:pt x="37007" y="13481"/>
                        <a:pt x="37007" y="12650"/>
                      </a:cubicBezTo>
                      <a:lnTo>
                        <a:pt x="37007" y="12650"/>
                      </a:lnTo>
                      <a:lnTo>
                        <a:pt x="38198" y="12650"/>
                      </a:lnTo>
                      <a:cubicBezTo>
                        <a:pt x="38198" y="13481"/>
                        <a:pt x="38888" y="14170"/>
                        <a:pt x="39734" y="14170"/>
                      </a:cubicBezTo>
                      <a:lnTo>
                        <a:pt x="39734" y="14170"/>
                      </a:lnTo>
                      <a:cubicBezTo>
                        <a:pt x="40565" y="14170"/>
                        <a:pt x="41255" y="13481"/>
                        <a:pt x="41255" y="12650"/>
                      </a:cubicBezTo>
                      <a:lnTo>
                        <a:pt x="41255" y="12650"/>
                      </a:lnTo>
                      <a:lnTo>
                        <a:pt x="42211" y="12650"/>
                      </a:lnTo>
                      <a:lnTo>
                        <a:pt x="42211" y="11130"/>
                      </a:lnTo>
                      <a:lnTo>
                        <a:pt x="44139" y="11130"/>
                      </a:lnTo>
                      <a:lnTo>
                        <a:pt x="44139" y="12650"/>
                      </a:lnTo>
                      <a:lnTo>
                        <a:pt x="44876" y="12650"/>
                      </a:lnTo>
                      <a:cubicBezTo>
                        <a:pt x="44876" y="13481"/>
                        <a:pt x="45565" y="14170"/>
                        <a:pt x="46412" y="14170"/>
                      </a:cubicBezTo>
                      <a:lnTo>
                        <a:pt x="46412" y="14170"/>
                      </a:lnTo>
                      <a:cubicBezTo>
                        <a:pt x="47242" y="14170"/>
                        <a:pt x="47932" y="13481"/>
                        <a:pt x="47932" y="12650"/>
                      </a:cubicBezTo>
                      <a:lnTo>
                        <a:pt x="47932" y="12650"/>
                      </a:lnTo>
                      <a:lnTo>
                        <a:pt x="49123" y="12650"/>
                      </a:lnTo>
                      <a:cubicBezTo>
                        <a:pt x="49123" y="13481"/>
                        <a:pt x="49813" y="14170"/>
                        <a:pt x="50644" y="14170"/>
                      </a:cubicBezTo>
                      <a:lnTo>
                        <a:pt x="50644" y="14170"/>
                      </a:lnTo>
                      <a:cubicBezTo>
                        <a:pt x="51490" y="14170"/>
                        <a:pt x="52164" y="13481"/>
                        <a:pt x="52164" y="12650"/>
                      </a:cubicBezTo>
                      <a:lnTo>
                        <a:pt x="52164" y="12650"/>
                      </a:lnTo>
                      <a:lnTo>
                        <a:pt x="76977" y="12650"/>
                      </a:lnTo>
                      <a:cubicBezTo>
                        <a:pt x="76977" y="13481"/>
                        <a:pt x="77651" y="14170"/>
                        <a:pt x="78497" y="14170"/>
                      </a:cubicBezTo>
                      <a:lnTo>
                        <a:pt x="78497" y="14170"/>
                      </a:lnTo>
                      <a:cubicBezTo>
                        <a:pt x="79343" y="14170"/>
                        <a:pt x="80017" y="13481"/>
                        <a:pt x="80017" y="12650"/>
                      </a:cubicBezTo>
                      <a:lnTo>
                        <a:pt x="80017" y="12650"/>
                      </a:lnTo>
                      <a:lnTo>
                        <a:pt x="81224" y="12650"/>
                      </a:lnTo>
                      <a:cubicBezTo>
                        <a:pt x="81224" y="13481"/>
                        <a:pt x="81898" y="14170"/>
                        <a:pt x="82745" y="14170"/>
                      </a:cubicBezTo>
                      <a:lnTo>
                        <a:pt x="82745" y="14170"/>
                      </a:lnTo>
                      <a:cubicBezTo>
                        <a:pt x="83575" y="14170"/>
                        <a:pt x="84265" y="13481"/>
                        <a:pt x="84265" y="12650"/>
                      </a:cubicBezTo>
                      <a:lnTo>
                        <a:pt x="84265" y="12650"/>
                      </a:lnTo>
                      <a:lnTo>
                        <a:pt x="88497" y="12650"/>
                      </a:lnTo>
                      <a:cubicBezTo>
                        <a:pt x="88811" y="13528"/>
                        <a:pt x="89657" y="14170"/>
                        <a:pt x="90645" y="14170"/>
                      </a:cubicBezTo>
                      <a:lnTo>
                        <a:pt x="90645" y="14170"/>
                      </a:lnTo>
                      <a:cubicBezTo>
                        <a:pt x="91789" y="14170"/>
                        <a:pt x="92729" y="13340"/>
                        <a:pt x="92902" y="12258"/>
                      </a:cubicBezTo>
                      <a:lnTo>
                        <a:pt x="92902" y="12258"/>
                      </a:lnTo>
                      <a:lnTo>
                        <a:pt x="94939" y="12258"/>
                      </a:lnTo>
                      <a:cubicBezTo>
                        <a:pt x="95174" y="13340"/>
                        <a:pt x="96146" y="14170"/>
                        <a:pt x="97322" y="14170"/>
                      </a:cubicBezTo>
                      <a:lnTo>
                        <a:pt x="97322" y="14170"/>
                      </a:lnTo>
                      <a:cubicBezTo>
                        <a:pt x="98482" y="14170"/>
                        <a:pt x="99454" y="13340"/>
                        <a:pt x="99704" y="12258"/>
                      </a:cubicBezTo>
                      <a:lnTo>
                        <a:pt x="99704" y="12258"/>
                      </a:lnTo>
                      <a:lnTo>
                        <a:pt x="100535" y="12258"/>
                      </a:lnTo>
                      <a:cubicBezTo>
                        <a:pt x="100770" y="13340"/>
                        <a:pt x="101758" y="14170"/>
                        <a:pt x="102918" y="14170"/>
                      </a:cubicBezTo>
                      <a:lnTo>
                        <a:pt x="102918" y="14170"/>
                      </a:lnTo>
                      <a:cubicBezTo>
                        <a:pt x="104093" y="14170"/>
                        <a:pt x="105065" y="13340"/>
                        <a:pt x="105300" y="12258"/>
                      </a:cubicBezTo>
                      <a:lnTo>
                        <a:pt x="105300" y="12258"/>
                      </a:lnTo>
                      <a:lnTo>
                        <a:pt x="106601" y="12258"/>
                      </a:lnTo>
                      <a:cubicBezTo>
                        <a:pt x="106836" y="13340"/>
                        <a:pt x="107808" y="14170"/>
                        <a:pt x="108984" y="14170"/>
                      </a:cubicBezTo>
                      <a:lnTo>
                        <a:pt x="108984" y="14170"/>
                      </a:lnTo>
                      <a:cubicBezTo>
                        <a:pt x="110143" y="14170"/>
                        <a:pt x="111115" y="13340"/>
                        <a:pt x="111366" y="12258"/>
                      </a:cubicBezTo>
                      <a:lnTo>
                        <a:pt x="111366" y="12258"/>
                      </a:lnTo>
                      <a:lnTo>
                        <a:pt x="112197" y="12258"/>
                      </a:lnTo>
                      <a:cubicBezTo>
                        <a:pt x="112448" y="13340"/>
                        <a:pt x="113419" y="14170"/>
                        <a:pt x="114579" y="14170"/>
                      </a:cubicBezTo>
                      <a:lnTo>
                        <a:pt x="114579" y="14170"/>
                      </a:lnTo>
                      <a:cubicBezTo>
                        <a:pt x="115755" y="14170"/>
                        <a:pt x="116727" y="13340"/>
                        <a:pt x="116962" y="12258"/>
                      </a:cubicBezTo>
                      <a:lnTo>
                        <a:pt x="116962" y="12258"/>
                      </a:lnTo>
                      <a:lnTo>
                        <a:pt x="117244" y="12258"/>
                      </a:lnTo>
                      <a:cubicBezTo>
                        <a:pt x="117056" y="12525"/>
                        <a:pt x="116977" y="12854"/>
                        <a:pt x="117056" y="13230"/>
                      </a:cubicBezTo>
                      <a:lnTo>
                        <a:pt x="117056" y="13230"/>
                      </a:lnTo>
                      <a:cubicBezTo>
                        <a:pt x="117166" y="13684"/>
                        <a:pt x="117542" y="14061"/>
                        <a:pt x="118012" y="14139"/>
                      </a:cubicBezTo>
                      <a:lnTo>
                        <a:pt x="118012" y="14139"/>
                      </a:lnTo>
                      <a:cubicBezTo>
                        <a:pt x="118655" y="14264"/>
                        <a:pt x="119219" y="13888"/>
                        <a:pt x="119391" y="13324"/>
                      </a:cubicBezTo>
                      <a:lnTo>
                        <a:pt x="119391" y="13324"/>
                      </a:lnTo>
                      <a:cubicBezTo>
                        <a:pt x="122369" y="13308"/>
                        <a:pt x="123028" y="12556"/>
                        <a:pt x="123028" y="12556"/>
                      </a:cubicBezTo>
                      <a:lnTo>
                        <a:pt x="123028" y="12556"/>
                      </a:lnTo>
                      <a:lnTo>
                        <a:pt x="119783" y="9108"/>
                      </a:lnTo>
                      <a:lnTo>
                        <a:pt x="118749" y="9108"/>
                      </a:lnTo>
                      <a:cubicBezTo>
                        <a:pt x="120128" y="8841"/>
                        <a:pt x="121178" y="7619"/>
                        <a:pt x="121178" y="6161"/>
                      </a:cubicBezTo>
                      <a:lnTo>
                        <a:pt x="121178" y="6161"/>
                      </a:lnTo>
                      <a:cubicBezTo>
                        <a:pt x="121178" y="5330"/>
                        <a:pt x="120849" y="4578"/>
                        <a:pt x="120300" y="4045"/>
                      </a:cubicBezTo>
                      <a:lnTo>
                        <a:pt x="120300" y="4045"/>
                      </a:lnTo>
                      <a:cubicBezTo>
                        <a:pt x="119752" y="3496"/>
                        <a:pt x="118999" y="3167"/>
                        <a:pt x="118184" y="3167"/>
                      </a:cubicBezTo>
                      <a:lnTo>
                        <a:pt x="118184" y="3167"/>
                      </a:lnTo>
                      <a:lnTo>
                        <a:pt x="116068" y="3167"/>
                      </a:lnTo>
                      <a:lnTo>
                        <a:pt x="116068" y="1239"/>
                      </a:lnTo>
                      <a:lnTo>
                        <a:pt x="116601" y="1239"/>
                      </a:lnTo>
                      <a:lnTo>
                        <a:pt x="116601" y="1"/>
                      </a:lnTo>
                      <a:close/>
                      <a:moveTo>
                        <a:pt x="58214" y="11130"/>
                      </a:moveTo>
                      <a:lnTo>
                        <a:pt x="71146" y="11130"/>
                      </a:lnTo>
                      <a:lnTo>
                        <a:pt x="71146" y="11741"/>
                      </a:lnTo>
                      <a:lnTo>
                        <a:pt x="58214" y="11741"/>
                      </a:lnTo>
                      <a:close/>
                      <a:moveTo>
                        <a:pt x="15204" y="11130"/>
                      </a:moveTo>
                      <a:lnTo>
                        <a:pt x="28135" y="11130"/>
                      </a:lnTo>
                      <a:lnTo>
                        <a:pt x="28135" y="11741"/>
                      </a:lnTo>
                      <a:lnTo>
                        <a:pt x="15204" y="11741"/>
                      </a:lnTo>
                      <a:close/>
                    </a:path>
                  </a:pathLst>
                </a:custGeom>
                <a:solidFill>
                  <a:srgbClr val="0913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dirty="0"/>
                </a:p>
              </p:txBody>
            </p:sp>
            <p:sp>
              <p:nvSpPr>
                <p:cNvPr id="1119" name="Google Shape;1119;p30"/>
                <p:cNvSpPr/>
                <p:nvPr/>
              </p:nvSpPr>
              <p:spPr>
                <a:xfrm>
                  <a:off x="6345450" y="3293600"/>
                  <a:ext cx="84275" cy="84275"/>
                </a:xfrm>
                <a:custGeom>
                  <a:avLst/>
                  <a:gdLst/>
                  <a:ahLst/>
                  <a:cxnLst/>
                  <a:rect l="l" t="t" r="r" b="b"/>
                  <a:pathLst>
                    <a:path w="3371" h="3371" extrusionOk="0">
                      <a:moveTo>
                        <a:pt x="1050" y="0"/>
                      </a:moveTo>
                      <a:cubicBezTo>
                        <a:pt x="470" y="0"/>
                        <a:pt x="0" y="470"/>
                        <a:pt x="0" y="1050"/>
                      </a:cubicBezTo>
                      <a:lnTo>
                        <a:pt x="0" y="2320"/>
                      </a:lnTo>
                      <a:cubicBezTo>
                        <a:pt x="0" y="2900"/>
                        <a:pt x="470" y="3370"/>
                        <a:pt x="1050" y="3370"/>
                      </a:cubicBezTo>
                      <a:lnTo>
                        <a:pt x="2320" y="3370"/>
                      </a:lnTo>
                      <a:cubicBezTo>
                        <a:pt x="2900" y="3370"/>
                        <a:pt x="3370" y="2900"/>
                        <a:pt x="3370" y="2320"/>
                      </a:cubicBezTo>
                      <a:lnTo>
                        <a:pt x="3370" y="1050"/>
                      </a:lnTo>
                      <a:cubicBezTo>
                        <a:pt x="3370" y="470"/>
                        <a:pt x="2900" y="0"/>
                        <a:pt x="232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1120" name="Google Shape;1120;p30"/>
                <p:cNvSpPr/>
                <p:nvPr/>
              </p:nvSpPr>
              <p:spPr>
                <a:xfrm>
                  <a:off x="5924600" y="3351575"/>
                  <a:ext cx="74475" cy="70575"/>
                </a:xfrm>
                <a:custGeom>
                  <a:avLst/>
                  <a:gdLst/>
                  <a:ahLst/>
                  <a:cxnLst/>
                  <a:rect l="l" t="t" r="r" b="b"/>
                  <a:pathLst>
                    <a:path w="2979" h="2823" extrusionOk="0">
                      <a:moveTo>
                        <a:pt x="1050" y="1"/>
                      </a:moveTo>
                      <a:cubicBezTo>
                        <a:pt x="470" y="1"/>
                        <a:pt x="0" y="471"/>
                        <a:pt x="0" y="1051"/>
                      </a:cubicBezTo>
                      <a:lnTo>
                        <a:pt x="0" y="1788"/>
                      </a:lnTo>
                      <a:cubicBezTo>
                        <a:pt x="0" y="2368"/>
                        <a:pt x="470" y="2822"/>
                        <a:pt x="1050" y="2822"/>
                      </a:cubicBezTo>
                      <a:lnTo>
                        <a:pt x="1944" y="2822"/>
                      </a:lnTo>
                      <a:cubicBezTo>
                        <a:pt x="2508" y="2822"/>
                        <a:pt x="2978" y="2368"/>
                        <a:pt x="2978" y="1788"/>
                      </a:cubicBezTo>
                      <a:lnTo>
                        <a:pt x="2978" y="1051"/>
                      </a:lnTo>
                      <a:cubicBezTo>
                        <a:pt x="2978" y="471"/>
                        <a:pt x="2508"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1121" name="Google Shape;1121;p30"/>
                <p:cNvSpPr/>
                <p:nvPr/>
              </p:nvSpPr>
              <p:spPr>
                <a:xfrm>
                  <a:off x="5812125" y="3351575"/>
                  <a:ext cx="74475" cy="70575"/>
                </a:xfrm>
                <a:custGeom>
                  <a:avLst/>
                  <a:gdLst/>
                  <a:ahLst/>
                  <a:cxnLst/>
                  <a:rect l="l" t="t" r="r" b="b"/>
                  <a:pathLst>
                    <a:path w="2979" h="2823" extrusionOk="0">
                      <a:moveTo>
                        <a:pt x="1035" y="1"/>
                      </a:moveTo>
                      <a:cubicBezTo>
                        <a:pt x="455" y="1"/>
                        <a:pt x="0" y="471"/>
                        <a:pt x="0" y="1051"/>
                      </a:cubicBezTo>
                      <a:lnTo>
                        <a:pt x="0" y="1788"/>
                      </a:lnTo>
                      <a:cubicBezTo>
                        <a:pt x="0" y="2368"/>
                        <a:pt x="455" y="2822"/>
                        <a:pt x="1035" y="2822"/>
                      </a:cubicBezTo>
                      <a:lnTo>
                        <a:pt x="1928" y="2822"/>
                      </a:lnTo>
                      <a:cubicBezTo>
                        <a:pt x="2508" y="2822"/>
                        <a:pt x="2979" y="2368"/>
                        <a:pt x="2979" y="1788"/>
                      </a:cubicBezTo>
                      <a:lnTo>
                        <a:pt x="2979" y="1051"/>
                      </a:lnTo>
                      <a:cubicBezTo>
                        <a:pt x="2979" y="471"/>
                        <a:pt x="2508" y="1"/>
                        <a:pt x="192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1122" name="Google Shape;1122;p30"/>
                <p:cNvSpPr/>
                <p:nvPr/>
              </p:nvSpPr>
              <p:spPr>
                <a:xfrm>
                  <a:off x="5703575" y="3351575"/>
                  <a:ext cx="74475" cy="70575"/>
                </a:xfrm>
                <a:custGeom>
                  <a:avLst/>
                  <a:gdLst/>
                  <a:ahLst/>
                  <a:cxnLst/>
                  <a:rect l="l" t="t" r="r" b="b"/>
                  <a:pathLst>
                    <a:path w="2979" h="2823" extrusionOk="0">
                      <a:moveTo>
                        <a:pt x="1051" y="1"/>
                      </a:moveTo>
                      <a:cubicBezTo>
                        <a:pt x="471" y="1"/>
                        <a:pt x="1" y="471"/>
                        <a:pt x="1" y="1051"/>
                      </a:cubicBezTo>
                      <a:lnTo>
                        <a:pt x="1" y="1788"/>
                      </a:lnTo>
                      <a:cubicBezTo>
                        <a:pt x="1" y="2368"/>
                        <a:pt x="471" y="2822"/>
                        <a:pt x="1051" y="2822"/>
                      </a:cubicBezTo>
                      <a:lnTo>
                        <a:pt x="1944" y="2822"/>
                      </a:lnTo>
                      <a:cubicBezTo>
                        <a:pt x="2524" y="2822"/>
                        <a:pt x="2979" y="2368"/>
                        <a:pt x="2979" y="1788"/>
                      </a:cubicBezTo>
                      <a:lnTo>
                        <a:pt x="2979" y="1051"/>
                      </a:lnTo>
                      <a:cubicBezTo>
                        <a:pt x="2979"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1123" name="Google Shape;1123;p30"/>
                <p:cNvSpPr/>
                <p:nvPr/>
              </p:nvSpPr>
              <p:spPr>
                <a:xfrm>
                  <a:off x="5595425" y="3351575"/>
                  <a:ext cx="74475" cy="70575"/>
                </a:xfrm>
                <a:custGeom>
                  <a:avLst/>
                  <a:gdLst/>
                  <a:ahLst/>
                  <a:cxnLst/>
                  <a:rect l="l" t="t" r="r" b="b"/>
                  <a:pathLst>
                    <a:path w="2979" h="2823" extrusionOk="0">
                      <a:moveTo>
                        <a:pt x="1035" y="1"/>
                      </a:moveTo>
                      <a:cubicBezTo>
                        <a:pt x="455" y="1"/>
                        <a:pt x="1" y="471"/>
                        <a:pt x="1" y="1051"/>
                      </a:cubicBezTo>
                      <a:lnTo>
                        <a:pt x="1" y="1788"/>
                      </a:lnTo>
                      <a:cubicBezTo>
                        <a:pt x="1" y="2368"/>
                        <a:pt x="455" y="2822"/>
                        <a:pt x="1035" y="2822"/>
                      </a:cubicBezTo>
                      <a:lnTo>
                        <a:pt x="1929" y="2822"/>
                      </a:lnTo>
                      <a:cubicBezTo>
                        <a:pt x="2508" y="2822"/>
                        <a:pt x="2979" y="2368"/>
                        <a:pt x="2979" y="1788"/>
                      </a:cubicBezTo>
                      <a:lnTo>
                        <a:pt x="2979" y="1051"/>
                      </a:lnTo>
                      <a:cubicBezTo>
                        <a:pt x="2979" y="471"/>
                        <a:pt x="2508" y="1"/>
                        <a:pt x="19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1124" name="Google Shape;1124;p30"/>
                <p:cNvSpPr/>
                <p:nvPr/>
              </p:nvSpPr>
              <p:spPr>
                <a:xfrm>
                  <a:off x="5486875" y="3351575"/>
                  <a:ext cx="74475" cy="70575"/>
                </a:xfrm>
                <a:custGeom>
                  <a:avLst/>
                  <a:gdLst/>
                  <a:ahLst/>
                  <a:cxnLst/>
                  <a:rect l="l" t="t" r="r" b="b"/>
                  <a:pathLst>
                    <a:path w="2979" h="2823" extrusionOk="0">
                      <a:moveTo>
                        <a:pt x="1051" y="1"/>
                      </a:moveTo>
                      <a:cubicBezTo>
                        <a:pt x="471" y="1"/>
                        <a:pt x="1" y="471"/>
                        <a:pt x="1" y="1051"/>
                      </a:cubicBezTo>
                      <a:lnTo>
                        <a:pt x="1" y="1788"/>
                      </a:lnTo>
                      <a:cubicBezTo>
                        <a:pt x="1" y="2368"/>
                        <a:pt x="471" y="2822"/>
                        <a:pt x="1051" y="2822"/>
                      </a:cubicBezTo>
                      <a:lnTo>
                        <a:pt x="1944" y="2822"/>
                      </a:lnTo>
                      <a:cubicBezTo>
                        <a:pt x="2509" y="2822"/>
                        <a:pt x="2979" y="2368"/>
                        <a:pt x="2979" y="1788"/>
                      </a:cubicBezTo>
                      <a:lnTo>
                        <a:pt x="2979" y="1051"/>
                      </a:lnTo>
                      <a:cubicBezTo>
                        <a:pt x="2979" y="471"/>
                        <a:pt x="2509"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1125" name="Google Shape;1125;p30"/>
                <p:cNvSpPr/>
                <p:nvPr/>
              </p:nvSpPr>
              <p:spPr>
                <a:xfrm>
                  <a:off x="5378350" y="3351575"/>
                  <a:ext cx="74850" cy="70575"/>
                </a:xfrm>
                <a:custGeom>
                  <a:avLst/>
                  <a:gdLst/>
                  <a:ahLst/>
                  <a:cxnLst/>
                  <a:rect l="l" t="t" r="r" b="b"/>
                  <a:pathLst>
                    <a:path w="2994" h="2823" extrusionOk="0">
                      <a:moveTo>
                        <a:pt x="1050" y="1"/>
                      </a:moveTo>
                      <a:cubicBezTo>
                        <a:pt x="470" y="1"/>
                        <a:pt x="0" y="471"/>
                        <a:pt x="0" y="1051"/>
                      </a:cubicBezTo>
                      <a:lnTo>
                        <a:pt x="0" y="1788"/>
                      </a:lnTo>
                      <a:cubicBezTo>
                        <a:pt x="0" y="2368"/>
                        <a:pt x="470" y="2822"/>
                        <a:pt x="1050"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1126" name="Google Shape;1126;p30"/>
                <p:cNvSpPr/>
                <p:nvPr/>
              </p:nvSpPr>
              <p:spPr>
                <a:xfrm>
                  <a:off x="5270175" y="3351575"/>
                  <a:ext cx="74500" cy="70575"/>
                </a:xfrm>
                <a:custGeom>
                  <a:avLst/>
                  <a:gdLst/>
                  <a:ahLst/>
                  <a:cxnLst/>
                  <a:rect l="l" t="t" r="r" b="b"/>
                  <a:pathLst>
                    <a:path w="2980" h="2823" extrusionOk="0">
                      <a:moveTo>
                        <a:pt x="1051" y="1"/>
                      </a:moveTo>
                      <a:cubicBezTo>
                        <a:pt x="471" y="1"/>
                        <a:pt x="1" y="471"/>
                        <a:pt x="1" y="1051"/>
                      </a:cubicBezTo>
                      <a:lnTo>
                        <a:pt x="1" y="1788"/>
                      </a:lnTo>
                      <a:cubicBezTo>
                        <a:pt x="1" y="2368"/>
                        <a:pt x="471" y="2822"/>
                        <a:pt x="1051" y="2822"/>
                      </a:cubicBezTo>
                      <a:lnTo>
                        <a:pt x="1945" y="2822"/>
                      </a:lnTo>
                      <a:cubicBezTo>
                        <a:pt x="2509" y="2822"/>
                        <a:pt x="2979" y="2368"/>
                        <a:pt x="2979" y="1788"/>
                      </a:cubicBezTo>
                      <a:lnTo>
                        <a:pt x="2979" y="1051"/>
                      </a:lnTo>
                      <a:cubicBezTo>
                        <a:pt x="2979" y="471"/>
                        <a:pt x="2509" y="1"/>
                        <a:pt x="194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1127" name="Google Shape;1127;p30"/>
                <p:cNvSpPr/>
                <p:nvPr/>
              </p:nvSpPr>
              <p:spPr>
                <a:xfrm>
                  <a:off x="5161650" y="3351575"/>
                  <a:ext cx="74850" cy="70575"/>
                </a:xfrm>
                <a:custGeom>
                  <a:avLst/>
                  <a:gdLst/>
                  <a:ahLst/>
                  <a:cxnLst/>
                  <a:rect l="l" t="t" r="r" b="b"/>
                  <a:pathLst>
                    <a:path w="2994" h="2823" extrusionOk="0">
                      <a:moveTo>
                        <a:pt x="1050" y="1"/>
                      </a:moveTo>
                      <a:cubicBezTo>
                        <a:pt x="470" y="1"/>
                        <a:pt x="0" y="471"/>
                        <a:pt x="0" y="1051"/>
                      </a:cubicBezTo>
                      <a:lnTo>
                        <a:pt x="0" y="1788"/>
                      </a:lnTo>
                      <a:cubicBezTo>
                        <a:pt x="0" y="2368"/>
                        <a:pt x="470" y="2822"/>
                        <a:pt x="1050"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1128" name="Google Shape;1128;p30"/>
                <p:cNvSpPr/>
                <p:nvPr/>
              </p:nvSpPr>
              <p:spPr>
                <a:xfrm>
                  <a:off x="4849325" y="3351575"/>
                  <a:ext cx="74475" cy="70575"/>
                </a:xfrm>
                <a:custGeom>
                  <a:avLst/>
                  <a:gdLst/>
                  <a:ahLst/>
                  <a:cxnLst/>
                  <a:rect l="l" t="t" r="r" b="b"/>
                  <a:pathLst>
                    <a:path w="2979" h="2823" extrusionOk="0">
                      <a:moveTo>
                        <a:pt x="1035" y="1"/>
                      </a:moveTo>
                      <a:cubicBezTo>
                        <a:pt x="471" y="1"/>
                        <a:pt x="1" y="471"/>
                        <a:pt x="1" y="1051"/>
                      </a:cubicBezTo>
                      <a:lnTo>
                        <a:pt x="1" y="1788"/>
                      </a:lnTo>
                      <a:cubicBezTo>
                        <a:pt x="1" y="2368"/>
                        <a:pt x="471" y="2822"/>
                        <a:pt x="1035" y="2822"/>
                      </a:cubicBezTo>
                      <a:lnTo>
                        <a:pt x="1929" y="2822"/>
                      </a:lnTo>
                      <a:cubicBezTo>
                        <a:pt x="2509" y="2822"/>
                        <a:pt x="2979" y="2368"/>
                        <a:pt x="2979" y="1788"/>
                      </a:cubicBezTo>
                      <a:lnTo>
                        <a:pt x="2979" y="1051"/>
                      </a:lnTo>
                      <a:cubicBezTo>
                        <a:pt x="2979" y="471"/>
                        <a:pt x="2509" y="1"/>
                        <a:pt x="19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1129" name="Google Shape;1129;p30"/>
                <p:cNvSpPr/>
                <p:nvPr/>
              </p:nvSpPr>
              <p:spPr>
                <a:xfrm>
                  <a:off x="4736475" y="3351575"/>
                  <a:ext cx="74875" cy="70575"/>
                </a:xfrm>
                <a:custGeom>
                  <a:avLst/>
                  <a:gdLst/>
                  <a:ahLst/>
                  <a:cxnLst/>
                  <a:rect l="l" t="t" r="r" b="b"/>
                  <a:pathLst>
                    <a:path w="2995" h="2823" extrusionOk="0">
                      <a:moveTo>
                        <a:pt x="1051" y="1"/>
                      </a:moveTo>
                      <a:cubicBezTo>
                        <a:pt x="471" y="1"/>
                        <a:pt x="0" y="471"/>
                        <a:pt x="0" y="1051"/>
                      </a:cubicBezTo>
                      <a:lnTo>
                        <a:pt x="0" y="1788"/>
                      </a:lnTo>
                      <a:cubicBezTo>
                        <a:pt x="0" y="2368"/>
                        <a:pt x="471" y="2822"/>
                        <a:pt x="1051"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1130" name="Google Shape;1130;p30"/>
                <p:cNvSpPr/>
                <p:nvPr/>
              </p:nvSpPr>
              <p:spPr>
                <a:xfrm>
                  <a:off x="4628325" y="3351575"/>
                  <a:ext cx="74475" cy="70575"/>
                </a:xfrm>
                <a:custGeom>
                  <a:avLst/>
                  <a:gdLst/>
                  <a:ahLst/>
                  <a:cxnLst/>
                  <a:rect l="l" t="t" r="r" b="b"/>
                  <a:pathLst>
                    <a:path w="2979" h="2823" extrusionOk="0">
                      <a:moveTo>
                        <a:pt x="1051" y="1"/>
                      </a:moveTo>
                      <a:cubicBezTo>
                        <a:pt x="471" y="1"/>
                        <a:pt x="0" y="471"/>
                        <a:pt x="0" y="1051"/>
                      </a:cubicBezTo>
                      <a:lnTo>
                        <a:pt x="0" y="1788"/>
                      </a:lnTo>
                      <a:cubicBezTo>
                        <a:pt x="0" y="2368"/>
                        <a:pt x="471" y="2822"/>
                        <a:pt x="1051" y="2822"/>
                      </a:cubicBezTo>
                      <a:lnTo>
                        <a:pt x="1944" y="2822"/>
                      </a:lnTo>
                      <a:cubicBezTo>
                        <a:pt x="2508" y="2822"/>
                        <a:pt x="2978" y="2368"/>
                        <a:pt x="2978" y="1788"/>
                      </a:cubicBezTo>
                      <a:lnTo>
                        <a:pt x="2978" y="1051"/>
                      </a:lnTo>
                      <a:cubicBezTo>
                        <a:pt x="2978" y="471"/>
                        <a:pt x="2508"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1131" name="Google Shape;1131;p30"/>
                <p:cNvSpPr/>
                <p:nvPr/>
              </p:nvSpPr>
              <p:spPr>
                <a:xfrm>
                  <a:off x="4519775" y="3351575"/>
                  <a:ext cx="74875" cy="70575"/>
                </a:xfrm>
                <a:custGeom>
                  <a:avLst/>
                  <a:gdLst/>
                  <a:ahLst/>
                  <a:cxnLst/>
                  <a:rect l="l" t="t" r="r" b="b"/>
                  <a:pathLst>
                    <a:path w="2995" h="2823" extrusionOk="0">
                      <a:moveTo>
                        <a:pt x="1051" y="1"/>
                      </a:moveTo>
                      <a:cubicBezTo>
                        <a:pt x="471" y="1"/>
                        <a:pt x="1" y="471"/>
                        <a:pt x="1" y="1051"/>
                      </a:cubicBezTo>
                      <a:lnTo>
                        <a:pt x="1" y="1788"/>
                      </a:lnTo>
                      <a:cubicBezTo>
                        <a:pt x="1" y="2368"/>
                        <a:pt x="471" y="2822"/>
                        <a:pt x="1051"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1132" name="Google Shape;1132;p30"/>
                <p:cNvSpPr/>
                <p:nvPr/>
              </p:nvSpPr>
              <p:spPr>
                <a:xfrm>
                  <a:off x="4411625" y="3351575"/>
                  <a:ext cx="74475" cy="70575"/>
                </a:xfrm>
                <a:custGeom>
                  <a:avLst/>
                  <a:gdLst/>
                  <a:ahLst/>
                  <a:cxnLst/>
                  <a:rect l="l" t="t" r="r" b="b"/>
                  <a:pathLst>
                    <a:path w="2979" h="2823" extrusionOk="0">
                      <a:moveTo>
                        <a:pt x="1035" y="1"/>
                      </a:moveTo>
                      <a:cubicBezTo>
                        <a:pt x="471" y="1"/>
                        <a:pt x="0" y="471"/>
                        <a:pt x="0" y="1051"/>
                      </a:cubicBezTo>
                      <a:lnTo>
                        <a:pt x="0" y="1788"/>
                      </a:lnTo>
                      <a:cubicBezTo>
                        <a:pt x="0" y="2368"/>
                        <a:pt x="471" y="2822"/>
                        <a:pt x="1035" y="2822"/>
                      </a:cubicBezTo>
                      <a:lnTo>
                        <a:pt x="1928" y="2822"/>
                      </a:lnTo>
                      <a:cubicBezTo>
                        <a:pt x="2508" y="2822"/>
                        <a:pt x="2979" y="2368"/>
                        <a:pt x="2979" y="1788"/>
                      </a:cubicBezTo>
                      <a:lnTo>
                        <a:pt x="2979" y="1051"/>
                      </a:lnTo>
                      <a:cubicBezTo>
                        <a:pt x="2979" y="471"/>
                        <a:pt x="2508" y="1"/>
                        <a:pt x="192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1133" name="Google Shape;1133;p30"/>
                <p:cNvSpPr/>
                <p:nvPr/>
              </p:nvSpPr>
              <p:spPr>
                <a:xfrm>
                  <a:off x="4303075" y="3351575"/>
                  <a:ext cx="74875" cy="70575"/>
                </a:xfrm>
                <a:custGeom>
                  <a:avLst/>
                  <a:gdLst/>
                  <a:ahLst/>
                  <a:cxnLst/>
                  <a:rect l="l" t="t" r="r" b="b"/>
                  <a:pathLst>
                    <a:path w="2995" h="2823" extrusionOk="0">
                      <a:moveTo>
                        <a:pt x="1051" y="1"/>
                      </a:moveTo>
                      <a:cubicBezTo>
                        <a:pt x="471" y="1"/>
                        <a:pt x="1" y="471"/>
                        <a:pt x="1" y="1051"/>
                      </a:cubicBezTo>
                      <a:lnTo>
                        <a:pt x="1" y="1788"/>
                      </a:lnTo>
                      <a:cubicBezTo>
                        <a:pt x="1" y="2368"/>
                        <a:pt x="471" y="2822"/>
                        <a:pt x="1051"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1134" name="Google Shape;1134;p30"/>
                <p:cNvSpPr/>
                <p:nvPr/>
              </p:nvSpPr>
              <p:spPr>
                <a:xfrm>
                  <a:off x="4194925" y="3351575"/>
                  <a:ext cx="74475" cy="70575"/>
                </a:xfrm>
                <a:custGeom>
                  <a:avLst/>
                  <a:gdLst/>
                  <a:ahLst/>
                  <a:cxnLst/>
                  <a:rect l="l" t="t" r="r" b="b"/>
                  <a:pathLst>
                    <a:path w="2979" h="2823" extrusionOk="0">
                      <a:moveTo>
                        <a:pt x="1035" y="1"/>
                      </a:moveTo>
                      <a:cubicBezTo>
                        <a:pt x="471" y="1"/>
                        <a:pt x="1" y="471"/>
                        <a:pt x="1" y="1051"/>
                      </a:cubicBezTo>
                      <a:lnTo>
                        <a:pt x="1" y="1788"/>
                      </a:lnTo>
                      <a:cubicBezTo>
                        <a:pt x="1" y="2368"/>
                        <a:pt x="471" y="2822"/>
                        <a:pt x="1035" y="2822"/>
                      </a:cubicBezTo>
                      <a:lnTo>
                        <a:pt x="1928" y="2822"/>
                      </a:lnTo>
                      <a:cubicBezTo>
                        <a:pt x="2508" y="2822"/>
                        <a:pt x="2979" y="2368"/>
                        <a:pt x="2979" y="1788"/>
                      </a:cubicBezTo>
                      <a:lnTo>
                        <a:pt x="2979" y="1051"/>
                      </a:lnTo>
                      <a:cubicBezTo>
                        <a:pt x="2979" y="471"/>
                        <a:pt x="2508" y="1"/>
                        <a:pt x="192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1135" name="Google Shape;1135;p30"/>
                <p:cNvSpPr/>
                <p:nvPr/>
              </p:nvSpPr>
              <p:spPr>
                <a:xfrm>
                  <a:off x="4086375" y="3351575"/>
                  <a:ext cx="74875" cy="70575"/>
                </a:xfrm>
                <a:custGeom>
                  <a:avLst/>
                  <a:gdLst/>
                  <a:ahLst/>
                  <a:cxnLst/>
                  <a:rect l="l" t="t" r="r" b="b"/>
                  <a:pathLst>
                    <a:path w="2995" h="2823" extrusionOk="0">
                      <a:moveTo>
                        <a:pt x="1051" y="1"/>
                      </a:moveTo>
                      <a:cubicBezTo>
                        <a:pt x="471" y="1"/>
                        <a:pt x="1" y="471"/>
                        <a:pt x="1" y="1051"/>
                      </a:cubicBezTo>
                      <a:lnTo>
                        <a:pt x="1" y="1788"/>
                      </a:lnTo>
                      <a:cubicBezTo>
                        <a:pt x="1" y="2368"/>
                        <a:pt x="471" y="2822"/>
                        <a:pt x="1051" y="2822"/>
                      </a:cubicBezTo>
                      <a:lnTo>
                        <a:pt x="1944" y="2822"/>
                      </a:lnTo>
                      <a:cubicBezTo>
                        <a:pt x="2524" y="2822"/>
                        <a:pt x="2995" y="2368"/>
                        <a:pt x="2995" y="1788"/>
                      </a:cubicBezTo>
                      <a:lnTo>
                        <a:pt x="2995" y="1051"/>
                      </a:lnTo>
                      <a:cubicBezTo>
                        <a:pt x="2995"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1136" name="Google Shape;1136;p30"/>
                <p:cNvSpPr/>
                <p:nvPr/>
              </p:nvSpPr>
              <p:spPr>
                <a:xfrm>
                  <a:off x="4570325" y="2631750"/>
                  <a:ext cx="2293575" cy="582700"/>
                </a:xfrm>
                <a:custGeom>
                  <a:avLst/>
                  <a:gdLst/>
                  <a:ahLst/>
                  <a:cxnLst/>
                  <a:rect l="l" t="t" r="r" b="b"/>
                  <a:pathLst>
                    <a:path w="91743" h="23308" extrusionOk="0">
                      <a:moveTo>
                        <a:pt x="23857" y="188"/>
                      </a:moveTo>
                      <a:cubicBezTo>
                        <a:pt x="21694" y="658"/>
                        <a:pt x="19813" y="1944"/>
                        <a:pt x="17854" y="2947"/>
                      </a:cubicBezTo>
                      <a:lnTo>
                        <a:pt x="17854" y="2947"/>
                      </a:lnTo>
                      <a:cubicBezTo>
                        <a:pt x="15001" y="4420"/>
                        <a:pt x="11835" y="5376"/>
                        <a:pt x="8637" y="5282"/>
                      </a:cubicBezTo>
                      <a:lnTo>
                        <a:pt x="8637" y="5282"/>
                      </a:lnTo>
                      <a:cubicBezTo>
                        <a:pt x="5440" y="5204"/>
                        <a:pt x="2211" y="4013"/>
                        <a:pt x="1" y="1709"/>
                      </a:cubicBezTo>
                      <a:lnTo>
                        <a:pt x="1" y="1709"/>
                      </a:lnTo>
                      <a:cubicBezTo>
                        <a:pt x="251" y="3339"/>
                        <a:pt x="1458" y="4467"/>
                        <a:pt x="2963" y="5173"/>
                      </a:cubicBezTo>
                      <a:lnTo>
                        <a:pt x="2963" y="5173"/>
                      </a:lnTo>
                      <a:cubicBezTo>
                        <a:pt x="6082" y="6615"/>
                        <a:pt x="9672" y="7022"/>
                        <a:pt x="13026" y="6286"/>
                      </a:cubicBezTo>
                      <a:lnTo>
                        <a:pt x="13026" y="6286"/>
                      </a:lnTo>
                      <a:cubicBezTo>
                        <a:pt x="15910" y="5643"/>
                        <a:pt x="18559" y="4232"/>
                        <a:pt x="21365" y="3323"/>
                      </a:cubicBezTo>
                      <a:lnTo>
                        <a:pt x="21365" y="3323"/>
                      </a:lnTo>
                      <a:cubicBezTo>
                        <a:pt x="24170" y="2414"/>
                        <a:pt x="27384" y="2069"/>
                        <a:pt x="29954" y="3511"/>
                      </a:cubicBezTo>
                      <a:lnTo>
                        <a:pt x="29954" y="3511"/>
                      </a:lnTo>
                      <a:cubicBezTo>
                        <a:pt x="31804" y="4546"/>
                        <a:pt x="33058" y="6364"/>
                        <a:pt x="34735" y="7649"/>
                      </a:cubicBezTo>
                      <a:lnTo>
                        <a:pt x="34735" y="7649"/>
                      </a:lnTo>
                      <a:cubicBezTo>
                        <a:pt x="39108" y="11051"/>
                        <a:pt x="45440" y="10330"/>
                        <a:pt x="50629" y="8386"/>
                      </a:cubicBezTo>
                      <a:lnTo>
                        <a:pt x="50629" y="8386"/>
                      </a:lnTo>
                      <a:cubicBezTo>
                        <a:pt x="52274" y="7775"/>
                        <a:pt x="53905" y="7038"/>
                        <a:pt x="55644" y="6803"/>
                      </a:cubicBezTo>
                      <a:lnTo>
                        <a:pt x="55644" y="6803"/>
                      </a:lnTo>
                      <a:cubicBezTo>
                        <a:pt x="57384" y="6552"/>
                        <a:pt x="59312" y="6897"/>
                        <a:pt x="60550" y="8135"/>
                      </a:cubicBezTo>
                      <a:lnTo>
                        <a:pt x="60550" y="8135"/>
                      </a:lnTo>
                      <a:cubicBezTo>
                        <a:pt x="61851" y="9452"/>
                        <a:pt x="62149" y="11489"/>
                        <a:pt x="63340" y="12916"/>
                      </a:cubicBezTo>
                      <a:lnTo>
                        <a:pt x="63340" y="12916"/>
                      </a:lnTo>
                      <a:cubicBezTo>
                        <a:pt x="64516" y="14326"/>
                        <a:pt x="66413" y="14922"/>
                        <a:pt x="68231" y="15126"/>
                      </a:cubicBezTo>
                      <a:lnTo>
                        <a:pt x="68231" y="15126"/>
                      </a:lnTo>
                      <a:cubicBezTo>
                        <a:pt x="73215" y="15690"/>
                        <a:pt x="76648" y="12571"/>
                        <a:pt x="81397" y="12383"/>
                      </a:cubicBezTo>
                      <a:lnTo>
                        <a:pt x="81397" y="12383"/>
                      </a:lnTo>
                      <a:cubicBezTo>
                        <a:pt x="83200" y="12305"/>
                        <a:pt x="85081" y="12712"/>
                        <a:pt x="86476" y="13841"/>
                      </a:cubicBezTo>
                      <a:lnTo>
                        <a:pt x="86476" y="13841"/>
                      </a:lnTo>
                      <a:cubicBezTo>
                        <a:pt x="87479" y="14656"/>
                        <a:pt x="88169" y="15800"/>
                        <a:pt x="88796" y="16944"/>
                      </a:cubicBezTo>
                      <a:lnTo>
                        <a:pt x="88796" y="16944"/>
                      </a:lnTo>
                      <a:cubicBezTo>
                        <a:pt x="89877" y="18935"/>
                        <a:pt x="90833" y="21051"/>
                        <a:pt x="91225" y="23292"/>
                      </a:cubicBezTo>
                      <a:lnTo>
                        <a:pt x="91225" y="23292"/>
                      </a:lnTo>
                      <a:lnTo>
                        <a:pt x="91398" y="23308"/>
                      </a:lnTo>
                      <a:cubicBezTo>
                        <a:pt x="91742" y="20048"/>
                        <a:pt x="91492" y="16631"/>
                        <a:pt x="89940" y="13747"/>
                      </a:cubicBezTo>
                      <a:lnTo>
                        <a:pt x="89940" y="13747"/>
                      </a:lnTo>
                      <a:cubicBezTo>
                        <a:pt x="88388" y="10862"/>
                        <a:pt x="85332" y="8637"/>
                        <a:pt x="82056" y="8746"/>
                      </a:cubicBezTo>
                      <a:lnTo>
                        <a:pt x="82056" y="8746"/>
                      </a:lnTo>
                      <a:cubicBezTo>
                        <a:pt x="79846" y="8809"/>
                        <a:pt x="77808" y="9891"/>
                        <a:pt x="75723" y="10643"/>
                      </a:cubicBezTo>
                      <a:lnTo>
                        <a:pt x="75723" y="10643"/>
                      </a:lnTo>
                      <a:cubicBezTo>
                        <a:pt x="73544" y="11411"/>
                        <a:pt x="71240" y="11819"/>
                        <a:pt x="68936" y="11850"/>
                      </a:cubicBezTo>
                      <a:lnTo>
                        <a:pt x="68936" y="11850"/>
                      </a:lnTo>
                      <a:cubicBezTo>
                        <a:pt x="67745" y="11881"/>
                        <a:pt x="66491" y="11787"/>
                        <a:pt x="65425" y="11223"/>
                      </a:cubicBezTo>
                      <a:lnTo>
                        <a:pt x="65425" y="11223"/>
                      </a:lnTo>
                      <a:cubicBezTo>
                        <a:pt x="63654" y="10314"/>
                        <a:pt x="62714" y="8370"/>
                        <a:pt x="61334" y="6944"/>
                      </a:cubicBezTo>
                      <a:lnTo>
                        <a:pt x="61334" y="6944"/>
                      </a:lnTo>
                      <a:cubicBezTo>
                        <a:pt x="57839" y="3370"/>
                        <a:pt x="51977" y="3574"/>
                        <a:pt x="47243" y="5188"/>
                      </a:cubicBezTo>
                      <a:lnTo>
                        <a:pt x="47243" y="5188"/>
                      </a:lnTo>
                      <a:cubicBezTo>
                        <a:pt x="45064" y="5925"/>
                        <a:pt x="42838" y="6913"/>
                        <a:pt x="40581" y="6521"/>
                      </a:cubicBezTo>
                      <a:lnTo>
                        <a:pt x="40581" y="6521"/>
                      </a:lnTo>
                      <a:cubicBezTo>
                        <a:pt x="39030" y="6239"/>
                        <a:pt x="37682" y="5345"/>
                        <a:pt x="36381" y="4452"/>
                      </a:cubicBezTo>
                      <a:lnTo>
                        <a:pt x="36381" y="4452"/>
                      </a:lnTo>
                      <a:cubicBezTo>
                        <a:pt x="33152" y="2273"/>
                        <a:pt x="29515" y="0"/>
                        <a:pt x="25738" y="0"/>
                      </a:cubicBezTo>
                      <a:lnTo>
                        <a:pt x="25738" y="0"/>
                      </a:lnTo>
                      <a:cubicBezTo>
                        <a:pt x="25111" y="0"/>
                        <a:pt x="24484" y="63"/>
                        <a:pt x="23857" y="188"/>
                      </a:cubicBezTo>
                    </a:path>
                  </a:pathLst>
                </a:custGeom>
                <a:solidFill>
                  <a:srgbClr val="FFFFFF">
                    <a:alpha val="410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grpSp>
        </p:grpSp>
        <p:grpSp>
          <p:nvGrpSpPr>
            <p:cNvPr id="1364" name="Group 1363">
              <a:extLst>
                <a:ext uri="{FF2B5EF4-FFF2-40B4-BE49-F238E27FC236}">
                  <a16:creationId xmlns:a16="http://schemas.microsoft.com/office/drawing/2014/main" id="{072DF49E-5D5B-8043-323F-D4C907F4F6DF}"/>
                </a:ext>
              </a:extLst>
            </p:cNvPr>
            <p:cNvGrpSpPr/>
            <p:nvPr/>
          </p:nvGrpSpPr>
          <p:grpSpPr>
            <a:xfrm>
              <a:off x="1518706" y="1065483"/>
              <a:ext cx="5406461" cy="2655297"/>
              <a:chOff x="1518706" y="1065483"/>
              <a:chExt cx="5406461" cy="2655297"/>
            </a:xfrm>
          </p:grpSpPr>
          <p:grpSp>
            <p:nvGrpSpPr>
              <p:cNvPr id="48" name="Group 47">
                <a:extLst>
                  <a:ext uri="{FF2B5EF4-FFF2-40B4-BE49-F238E27FC236}">
                    <a16:creationId xmlns:a16="http://schemas.microsoft.com/office/drawing/2014/main" id="{93782764-70E3-A064-D820-B4FC651FAC3A}"/>
                  </a:ext>
                </a:extLst>
              </p:cNvPr>
              <p:cNvGrpSpPr/>
              <p:nvPr/>
            </p:nvGrpSpPr>
            <p:grpSpPr>
              <a:xfrm>
                <a:off x="1518706" y="1142034"/>
                <a:ext cx="1065139" cy="2578746"/>
                <a:chOff x="-4199359" y="619498"/>
                <a:chExt cx="1065139" cy="2578746"/>
              </a:xfrm>
            </p:grpSpPr>
            <p:sp>
              <p:nvSpPr>
                <p:cNvPr id="49" name="Flowchart: Alternate Process 48">
                  <a:extLst>
                    <a:ext uri="{FF2B5EF4-FFF2-40B4-BE49-F238E27FC236}">
                      <a16:creationId xmlns:a16="http://schemas.microsoft.com/office/drawing/2014/main" id="{B24EBB27-1FAE-973F-EB5F-F289F7B937B5}"/>
                    </a:ext>
                  </a:extLst>
                </p:cNvPr>
                <p:cNvSpPr/>
                <p:nvPr/>
              </p:nvSpPr>
              <p:spPr>
                <a:xfrm>
                  <a:off x="-4169718" y="619498"/>
                  <a:ext cx="968879" cy="2578746"/>
                </a:xfrm>
                <a:prstGeom prst="flowChartAlternateProcess">
                  <a:avLst/>
                </a:prstGeom>
                <a:solidFill>
                  <a:srgbClr val="002060"/>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0" name="Group 49">
                  <a:extLst>
                    <a:ext uri="{FF2B5EF4-FFF2-40B4-BE49-F238E27FC236}">
                      <a16:creationId xmlns:a16="http://schemas.microsoft.com/office/drawing/2014/main" id="{B2E969BD-3426-B280-543C-2F9AB6202093}"/>
                    </a:ext>
                  </a:extLst>
                </p:cNvPr>
                <p:cNvGrpSpPr/>
                <p:nvPr/>
              </p:nvGrpSpPr>
              <p:grpSpPr>
                <a:xfrm>
                  <a:off x="-4199359" y="731748"/>
                  <a:ext cx="1065139" cy="2210209"/>
                  <a:chOff x="-4199359" y="731748"/>
                  <a:chExt cx="1065139" cy="2210209"/>
                </a:xfrm>
              </p:grpSpPr>
              <p:pic>
                <p:nvPicPr>
                  <p:cNvPr id="51" name="Picture 50">
                    <a:extLst>
                      <a:ext uri="{FF2B5EF4-FFF2-40B4-BE49-F238E27FC236}">
                        <a16:creationId xmlns:a16="http://schemas.microsoft.com/office/drawing/2014/main" id="{41D633C8-9042-80BF-2546-0C43E958F2D7}"/>
                      </a:ext>
                    </a:extLst>
                  </p:cNvPr>
                  <p:cNvPicPr>
                    <a:picLocks noChangeAspect="1"/>
                  </p:cNvPicPr>
                  <p:nvPr/>
                </p:nvPicPr>
                <p:blipFill>
                  <a:blip r:embed="rId4"/>
                  <a:srcRect/>
                  <a:stretch/>
                </p:blipFill>
                <p:spPr>
                  <a:xfrm>
                    <a:off x="-3916258" y="731748"/>
                    <a:ext cx="365760" cy="365760"/>
                  </a:xfrm>
                  <a:prstGeom prst="rect">
                    <a:avLst/>
                  </a:prstGeom>
                </p:spPr>
              </p:pic>
              <p:grpSp>
                <p:nvGrpSpPr>
                  <p:cNvPr id="52" name="Group 51">
                    <a:extLst>
                      <a:ext uri="{FF2B5EF4-FFF2-40B4-BE49-F238E27FC236}">
                        <a16:creationId xmlns:a16="http://schemas.microsoft.com/office/drawing/2014/main" id="{299B41C1-49D8-8BAA-145B-B0582DFBFD6B}"/>
                      </a:ext>
                    </a:extLst>
                  </p:cNvPr>
                  <p:cNvGrpSpPr/>
                  <p:nvPr/>
                </p:nvGrpSpPr>
                <p:grpSpPr>
                  <a:xfrm>
                    <a:off x="-4199359" y="1144384"/>
                    <a:ext cx="1065139" cy="1797573"/>
                    <a:chOff x="-4199359" y="1144384"/>
                    <a:chExt cx="1065139" cy="1797573"/>
                  </a:xfrm>
                </p:grpSpPr>
                <p:sp>
                  <p:nvSpPr>
                    <p:cNvPr id="53" name="TextBox 52">
                      <a:extLst>
                        <a:ext uri="{FF2B5EF4-FFF2-40B4-BE49-F238E27FC236}">
                          <a16:creationId xmlns:a16="http://schemas.microsoft.com/office/drawing/2014/main" id="{5E57DD9E-AA38-9E37-F83A-8B9EEDE7BAF4}"/>
                        </a:ext>
                      </a:extLst>
                    </p:cNvPr>
                    <p:cNvSpPr txBox="1"/>
                    <p:nvPr/>
                  </p:nvSpPr>
                  <p:spPr>
                    <a:xfrm>
                      <a:off x="-4199359" y="1144384"/>
                      <a:ext cx="1026243" cy="523220"/>
                    </a:xfrm>
                    <a:prstGeom prst="rect">
                      <a:avLst/>
                    </a:prstGeom>
                    <a:noFill/>
                  </p:spPr>
                  <p:txBody>
                    <a:bodyPr wrap="none" rtlCol="0">
                      <a:spAutoFit/>
                    </a:bodyPr>
                    <a:lstStyle/>
                    <a:p>
                      <a:r>
                        <a:rPr lang="en-US" b="1" dirty="0">
                          <a:solidFill>
                            <a:schemeClr val="bg1"/>
                          </a:solidFill>
                          <a:latin typeface="Montserrat SemiBold" panose="00000700000000000000" pitchFamily="2" charset="0"/>
                          <a:ea typeface="Crimson Pro Bold" pitchFamily="34" charset="-122"/>
                          <a:cs typeface="Crimson Pro Bold" pitchFamily="34" charset="-120"/>
                        </a:rPr>
                        <a:t>Power BI</a:t>
                      </a:r>
                      <a:endParaRPr lang="en-US" dirty="0">
                        <a:solidFill>
                          <a:schemeClr val="bg1"/>
                        </a:solidFill>
                        <a:latin typeface="Montserrat SemiBold" panose="00000700000000000000" pitchFamily="2" charset="0"/>
                      </a:endParaRPr>
                    </a:p>
                    <a:p>
                      <a:endParaRPr lang="en-US" dirty="0">
                        <a:solidFill>
                          <a:schemeClr val="bg1"/>
                        </a:solidFill>
                      </a:endParaRPr>
                    </a:p>
                  </p:txBody>
                </p:sp>
                <p:sp>
                  <p:nvSpPr>
                    <p:cNvPr id="54" name="TextBox 53">
                      <a:extLst>
                        <a:ext uri="{FF2B5EF4-FFF2-40B4-BE49-F238E27FC236}">
                          <a16:creationId xmlns:a16="http://schemas.microsoft.com/office/drawing/2014/main" id="{53178B1F-3BA0-93FA-FEAC-D6D5320D09AF}"/>
                        </a:ext>
                      </a:extLst>
                    </p:cNvPr>
                    <p:cNvSpPr txBox="1"/>
                    <p:nvPr/>
                  </p:nvSpPr>
                  <p:spPr>
                    <a:xfrm>
                      <a:off x="-4167769" y="1423593"/>
                      <a:ext cx="1033549" cy="1518364"/>
                    </a:xfrm>
                    <a:prstGeom prst="rect">
                      <a:avLst/>
                    </a:prstGeom>
                    <a:noFill/>
                  </p:spPr>
                  <p:txBody>
                    <a:bodyPr wrap="square" rtlCol="0">
                      <a:spAutoFit/>
                    </a:bodyPr>
                    <a:lstStyle/>
                    <a:p>
                      <a:pPr marL="0" marR="0" lvl="0" indent="0">
                        <a:lnSpc>
                          <a:spcPct val="150000"/>
                        </a:lnSpc>
                        <a:spcAft>
                          <a:spcPts val="800"/>
                        </a:spcAft>
                        <a:buSzPts val="1000"/>
                        <a:tabLst>
                          <a:tab pos="457200" algn="l"/>
                        </a:tabLst>
                      </a:pPr>
                      <a:r>
                        <a:rPr lang="en-US" sz="1200" dirty="0">
                          <a:solidFill>
                            <a:schemeClr val="bg1"/>
                          </a:solidFill>
                          <a:effectLst/>
                          <a:latin typeface="Calibri" panose="020F0502020204030204" pitchFamily="34" charset="0"/>
                          <a:ea typeface="Calibri" panose="020F0502020204030204" pitchFamily="34" charset="0"/>
                          <a:cs typeface="Arial" panose="020B0604020202020204" pitchFamily="34" charset="0"/>
                        </a:rPr>
                        <a:t>creating interactive dashboards (Bonus)</a:t>
                      </a:r>
                      <a:endParaRPr lang="en-US" sz="1200" kern="100" dirty="0">
                        <a:solidFill>
                          <a:schemeClr val="bg1"/>
                        </a:solidFill>
                        <a:effectLst/>
                        <a:latin typeface="Calibri" panose="020F0502020204030204" pitchFamily="34" charset="0"/>
                        <a:ea typeface="Calibri" panose="020F0502020204030204" pitchFamily="34" charset="0"/>
                        <a:cs typeface="Arial" panose="020B0604020202020204" pitchFamily="34" charset="0"/>
                      </a:endParaRPr>
                    </a:p>
                    <a:p>
                      <a:endParaRPr lang="en-US" dirty="0">
                        <a:solidFill>
                          <a:schemeClr val="bg1"/>
                        </a:solidFill>
                      </a:endParaRPr>
                    </a:p>
                  </p:txBody>
                </p:sp>
              </p:grpSp>
            </p:grpSp>
          </p:grpSp>
          <p:grpSp>
            <p:nvGrpSpPr>
              <p:cNvPr id="55" name="Group 54">
                <a:extLst>
                  <a:ext uri="{FF2B5EF4-FFF2-40B4-BE49-F238E27FC236}">
                    <a16:creationId xmlns:a16="http://schemas.microsoft.com/office/drawing/2014/main" id="{87FCA262-3B68-2751-2819-F88A8005928A}"/>
                  </a:ext>
                </a:extLst>
              </p:cNvPr>
              <p:cNvGrpSpPr/>
              <p:nvPr/>
            </p:nvGrpSpPr>
            <p:grpSpPr>
              <a:xfrm>
                <a:off x="2613794" y="1124078"/>
                <a:ext cx="1035498" cy="2578746"/>
                <a:chOff x="-4169718" y="619498"/>
                <a:chExt cx="1035498" cy="2578746"/>
              </a:xfrm>
            </p:grpSpPr>
            <p:sp>
              <p:nvSpPr>
                <p:cNvPr id="56" name="Flowchart: Alternate Process 55">
                  <a:extLst>
                    <a:ext uri="{FF2B5EF4-FFF2-40B4-BE49-F238E27FC236}">
                      <a16:creationId xmlns:a16="http://schemas.microsoft.com/office/drawing/2014/main" id="{315117E0-ABBF-82C0-B4DC-0705CEBCD9BA}"/>
                    </a:ext>
                  </a:extLst>
                </p:cNvPr>
                <p:cNvSpPr/>
                <p:nvPr/>
              </p:nvSpPr>
              <p:spPr>
                <a:xfrm>
                  <a:off x="-4169718" y="619498"/>
                  <a:ext cx="968879" cy="2578746"/>
                </a:xfrm>
                <a:prstGeom prst="flowChartAlternateProcess">
                  <a:avLst/>
                </a:prstGeom>
                <a:solidFill>
                  <a:srgbClr val="002060"/>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7" name="Group 56">
                  <a:extLst>
                    <a:ext uri="{FF2B5EF4-FFF2-40B4-BE49-F238E27FC236}">
                      <a16:creationId xmlns:a16="http://schemas.microsoft.com/office/drawing/2014/main" id="{2811CA55-569F-64F6-E01C-9ACFECAF9A0E}"/>
                    </a:ext>
                  </a:extLst>
                </p:cNvPr>
                <p:cNvGrpSpPr/>
                <p:nvPr/>
              </p:nvGrpSpPr>
              <p:grpSpPr>
                <a:xfrm>
                  <a:off x="-4167769" y="731748"/>
                  <a:ext cx="1033549" cy="1586577"/>
                  <a:chOff x="-4167769" y="731748"/>
                  <a:chExt cx="1033549" cy="1586577"/>
                </a:xfrm>
              </p:grpSpPr>
              <p:pic>
                <p:nvPicPr>
                  <p:cNvPr id="58" name="Picture 57">
                    <a:extLst>
                      <a:ext uri="{FF2B5EF4-FFF2-40B4-BE49-F238E27FC236}">
                        <a16:creationId xmlns:a16="http://schemas.microsoft.com/office/drawing/2014/main" id="{98D8E211-6814-5994-0A62-6890CEA34C0E}"/>
                      </a:ext>
                    </a:extLst>
                  </p:cNvPr>
                  <p:cNvPicPr>
                    <a:picLocks noChangeAspect="1"/>
                  </p:cNvPicPr>
                  <p:nvPr/>
                </p:nvPicPr>
                <p:blipFill>
                  <a:blip r:embed="rId5"/>
                  <a:srcRect/>
                  <a:stretch/>
                </p:blipFill>
                <p:spPr>
                  <a:xfrm>
                    <a:off x="-3916258" y="731748"/>
                    <a:ext cx="365760" cy="365760"/>
                  </a:xfrm>
                  <a:prstGeom prst="rect">
                    <a:avLst/>
                  </a:prstGeom>
                </p:spPr>
              </p:pic>
              <p:grpSp>
                <p:nvGrpSpPr>
                  <p:cNvPr id="59" name="Group 58">
                    <a:extLst>
                      <a:ext uri="{FF2B5EF4-FFF2-40B4-BE49-F238E27FC236}">
                        <a16:creationId xmlns:a16="http://schemas.microsoft.com/office/drawing/2014/main" id="{55714FFA-8BE6-C919-7F36-EBE093BA46B2}"/>
                      </a:ext>
                    </a:extLst>
                  </p:cNvPr>
                  <p:cNvGrpSpPr/>
                  <p:nvPr/>
                </p:nvGrpSpPr>
                <p:grpSpPr>
                  <a:xfrm>
                    <a:off x="-4167769" y="1144637"/>
                    <a:ext cx="1033549" cy="1173688"/>
                    <a:chOff x="-4167769" y="1144637"/>
                    <a:chExt cx="1033549" cy="1173688"/>
                  </a:xfrm>
                </p:grpSpPr>
                <p:sp>
                  <p:nvSpPr>
                    <p:cNvPr id="60" name="TextBox 59">
                      <a:extLst>
                        <a:ext uri="{FF2B5EF4-FFF2-40B4-BE49-F238E27FC236}">
                          <a16:creationId xmlns:a16="http://schemas.microsoft.com/office/drawing/2014/main" id="{FA8C8703-277F-10FE-9DFB-94EE4379E04E}"/>
                        </a:ext>
                      </a:extLst>
                    </p:cNvPr>
                    <p:cNvSpPr txBox="1"/>
                    <p:nvPr/>
                  </p:nvSpPr>
                  <p:spPr>
                    <a:xfrm>
                      <a:off x="-4163225" y="1144637"/>
                      <a:ext cx="918841" cy="307777"/>
                    </a:xfrm>
                    <a:prstGeom prst="rect">
                      <a:avLst/>
                    </a:prstGeom>
                    <a:noFill/>
                  </p:spPr>
                  <p:txBody>
                    <a:bodyPr wrap="none" rtlCol="0">
                      <a:spAutoFit/>
                    </a:bodyPr>
                    <a:lstStyle/>
                    <a:p>
                      <a:r>
                        <a:rPr lang="en-US" b="1" dirty="0">
                          <a:solidFill>
                            <a:schemeClr val="bg1"/>
                          </a:solidFill>
                          <a:latin typeface="Montserrat SemiBold" panose="00000700000000000000" pitchFamily="2" charset="0"/>
                          <a:ea typeface="Crimson Pro Bold" pitchFamily="34" charset="-122"/>
                          <a:cs typeface="Crimson Pro Bold" pitchFamily="34" charset="-120"/>
                        </a:rPr>
                        <a:t>Tableau</a:t>
                      </a:r>
                      <a:endParaRPr lang="en-US" dirty="0">
                        <a:solidFill>
                          <a:schemeClr val="bg1"/>
                        </a:solidFill>
                      </a:endParaRPr>
                    </a:p>
                  </p:txBody>
                </p:sp>
                <p:sp>
                  <p:nvSpPr>
                    <p:cNvPr id="61" name="TextBox 60">
                      <a:extLst>
                        <a:ext uri="{FF2B5EF4-FFF2-40B4-BE49-F238E27FC236}">
                          <a16:creationId xmlns:a16="http://schemas.microsoft.com/office/drawing/2014/main" id="{410BA9B5-CC72-002F-37FC-D4113A310A85}"/>
                        </a:ext>
                      </a:extLst>
                    </p:cNvPr>
                    <p:cNvSpPr txBox="1"/>
                    <p:nvPr/>
                  </p:nvSpPr>
                  <p:spPr>
                    <a:xfrm>
                      <a:off x="-4167769" y="1423593"/>
                      <a:ext cx="1033549" cy="894732"/>
                    </a:xfrm>
                    <a:prstGeom prst="rect">
                      <a:avLst/>
                    </a:prstGeom>
                    <a:noFill/>
                  </p:spPr>
                  <p:txBody>
                    <a:bodyPr wrap="square" rtlCol="0">
                      <a:spAutoFit/>
                    </a:bodyPr>
                    <a:lstStyle/>
                    <a:p>
                      <a:pPr marL="0" marR="0" lvl="0" indent="0">
                        <a:lnSpc>
                          <a:spcPct val="150000"/>
                        </a:lnSpc>
                        <a:spcAft>
                          <a:spcPts val="800"/>
                        </a:spcAft>
                        <a:buSzPts val="1000"/>
                        <a:tabLst>
                          <a:tab pos="457200" algn="l"/>
                        </a:tabLst>
                      </a:pPr>
                      <a:r>
                        <a:rPr lang="en-US" sz="1200" dirty="0">
                          <a:solidFill>
                            <a:schemeClr val="bg1"/>
                          </a:solidFill>
                          <a:effectLst/>
                          <a:latin typeface="Calibri" panose="020F0502020204030204" pitchFamily="34" charset="0"/>
                          <a:ea typeface="Calibri" panose="020F0502020204030204" pitchFamily="34" charset="0"/>
                          <a:cs typeface="Arial" panose="020B0604020202020204" pitchFamily="34" charset="0"/>
                        </a:rPr>
                        <a:t>creating interactive dashboards </a:t>
                      </a:r>
                      <a:endParaRPr lang="en-US" sz="1200" kern="100" dirty="0">
                        <a:solidFill>
                          <a:schemeClr val="bg1"/>
                        </a:solidFill>
                        <a:effectLst/>
                        <a:latin typeface="Calibri" panose="020F0502020204030204" pitchFamily="34" charset="0"/>
                        <a:ea typeface="Calibri" panose="020F0502020204030204" pitchFamily="34" charset="0"/>
                        <a:cs typeface="Arial" panose="020B0604020202020204" pitchFamily="34" charset="0"/>
                      </a:endParaRPr>
                    </a:p>
                  </p:txBody>
                </p:sp>
              </p:grpSp>
            </p:grpSp>
          </p:grpSp>
          <p:grpSp>
            <p:nvGrpSpPr>
              <p:cNvPr id="62" name="Group 61">
                <a:extLst>
                  <a:ext uri="{FF2B5EF4-FFF2-40B4-BE49-F238E27FC236}">
                    <a16:creationId xmlns:a16="http://schemas.microsoft.com/office/drawing/2014/main" id="{751BD357-0C89-4ED3-D6FD-4773411D46A3}"/>
                  </a:ext>
                </a:extLst>
              </p:cNvPr>
              <p:cNvGrpSpPr/>
              <p:nvPr/>
            </p:nvGrpSpPr>
            <p:grpSpPr>
              <a:xfrm>
                <a:off x="3642799" y="1096101"/>
                <a:ext cx="1116852" cy="2578746"/>
                <a:chOff x="-4169718" y="619498"/>
                <a:chExt cx="1116852" cy="2578746"/>
              </a:xfrm>
            </p:grpSpPr>
            <p:sp>
              <p:nvSpPr>
                <p:cNvPr id="63" name="Flowchart: Alternate Process 62">
                  <a:extLst>
                    <a:ext uri="{FF2B5EF4-FFF2-40B4-BE49-F238E27FC236}">
                      <a16:creationId xmlns:a16="http://schemas.microsoft.com/office/drawing/2014/main" id="{6F127AF5-4187-2850-CEB3-F9B562EE1B0B}"/>
                    </a:ext>
                  </a:extLst>
                </p:cNvPr>
                <p:cNvSpPr/>
                <p:nvPr/>
              </p:nvSpPr>
              <p:spPr>
                <a:xfrm>
                  <a:off x="-4169718" y="619498"/>
                  <a:ext cx="1116852" cy="2578746"/>
                </a:xfrm>
                <a:prstGeom prst="flowChartAlternateProcess">
                  <a:avLst/>
                </a:prstGeom>
                <a:solidFill>
                  <a:srgbClr val="002060"/>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44" name="Group 1343">
                  <a:extLst>
                    <a:ext uri="{FF2B5EF4-FFF2-40B4-BE49-F238E27FC236}">
                      <a16:creationId xmlns:a16="http://schemas.microsoft.com/office/drawing/2014/main" id="{4B8CF806-6CE7-16A8-9D86-89870F00791C}"/>
                    </a:ext>
                  </a:extLst>
                </p:cNvPr>
                <p:cNvGrpSpPr/>
                <p:nvPr/>
              </p:nvGrpSpPr>
              <p:grpSpPr>
                <a:xfrm>
                  <a:off x="-4167769" y="731748"/>
                  <a:ext cx="1114903" cy="1586577"/>
                  <a:chOff x="-4167769" y="731748"/>
                  <a:chExt cx="1114903" cy="1586577"/>
                </a:xfrm>
              </p:grpSpPr>
              <p:pic>
                <p:nvPicPr>
                  <p:cNvPr id="1345" name="Picture 1344">
                    <a:extLst>
                      <a:ext uri="{FF2B5EF4-FFF2-40B4-BE49-F238E27FC236}">
                        <a16:creationId xmlns:a16="http://schemas.microsoft.com/office/drawing/2014/main" id="{96328434-EA50-7B6E-2347-A5DEE6091DFE}"/>
                      </a:ext>
                    </a:extLst>
                  </p:cNvPr>
                  <p:cNvPicPr>
                    <a:picLocks noChangeAspect="1"/>
                  </p:cNvPicPr>
                  <p:nvPr/>
                </p:nvPicPr>
                <p:blipFill>
                  <a:blip r:embed="rId6"/>
                  <a:srcRect/>
                  <a:stretch/>
                </p:blipFill>
                <p:spPr>
                  <a:xfrm>
                    <a:off x="-3916258" y="731748"/>
                    <a:ext cx="365760" cy="365760"/>
                  </a:xfrm>
                  <a:prstGeom prst="rect">
                    <a:avLst/>
                  </a:prstGeom>
                </p:spPr>
              </p:pic>
              <p:grpSp>
                <p:nvGrpSpPr>
                  <p:cNvPr id="1346" name="Group 1345">
                    <a:extLst>
                      <a:ext uri="{FF2B5EF4-FFF2-40B4-BE49-F238E27FC236}">
                        <a16:creationId xmlns:a16="http://schemas.microsoft.com/office/drawing/2014/main" id="{24B393CA-58C1-3B0A-B56E-34BA1327537D}"/>
                      </a:ext>
                    </a:extLst>
                  </p:cNvPr>
                  <p:cNvGrpSpPr/>
                  <p:nvPr/>
                </p:nvGrpSpPr>
                <p:grpSpPr>
                  <a:xfrm>
                    <a:off x="-4167769" y="1144637"/>
                    <a:ext cx="1114903" cy="1173688"/>
                    <a:chOff x="-4167769" y="1144637"/>
                    <a:chExt cx="1114903" cy="1173688"/>
                  </a:xfrm>
                </p:grpSpPr>
                <p:sp>
                  <p:nvSpPr>
                    <p:cNvPr id="1347" name="TextBox 1346">
                      <a:extLst>
                        <a:ext uri="{FF2B5EF4-FFF2-40B4-BE49-F238E27FC236}">
                          <a16:creationId xmlns:a16="http://schemas.microsoft.com/office/drawing/2014/main" id="{0BDD79DC-3445-DA37-9C72-AB9613B7E5DB}"/>
                        </a:ext>
                      </a:extLst>
                    </p:cNvPr>
                    <p:cNvSpPr txBox="1"/>
                    <p:nvPr/>
                  </p:nvSpPr>
                  <p:spPr>
                    <a:xfrm>
                      <a:off x="-4163225" y="1144637"/>
                      <a:ext cx="856325" cy="307777"/>
                    </a:xfrm>
                    <a:prstGeom prst="rect">
                      <a:avLst/>
                    </a:prstGeom>
                    <a:noFill/>
                  </p:spPr>
                  <p:txBody>
                    <a:bodyPr wrap="none" rtlCol="0">
                      <a:spAutoFit/>
                    </a:bodyPr>
                    <a:lstStyle/>
                    <a:p>
                      <a:r>
                        <a:rPr lang="en-US" b="1" dirty="0">
                          <a:solidFill>
                            <a:schemeClr val="bg1"/>
                          </a:solidFill>
                          <a:latin typeface="Montserrat SemiBold" panose="00000700000000000000" pitchFamily="2" charset="0"/>
                          <a:ea typeface="Crimson Pro Bold" pitchFamily="34" charset="-122"/>
                          <a:cs typeface="Crimson Pro Bold" pitchFamily="34" charset="-120"/>
                        </a:rPr>
                        <a:t>Python</a:t>
                      </a:r>
                      <a:endParaRPr lang="en-US" dirty="0">
                        <a:solidFill>
                          <a:schemeClr val="bg1"/>
                        </a:solidFill>
                      </a:endParaRPr>
                    </a:p>
                  </p:txBody>
                </p:sp>
                <p:sp>
                  <p:nvSpPr>
                    <p:cNvPr id="1348" name="TextBox 1347">
                      <a:extLst>
                        <a:ext uri="{FF2B5EF4-FFF2-40B4-BE49-F238E27FC236}">
                          <a16:creationId xmlns:a16="http://schemas.microsoft.com/office/drawing/2014/main" id="{EDA70848-DFCE-1DBC-9DA6-5A8CA5748A37}"/>
                        </a:ext>
                      </a:extLst>
                    </p:cNvPr>
                    <p:cNvSpPr txBox="1"/>
                    <p:nvPr/>
                  </p:nvSpPr>
                  <p:spPr>
                    <a:xfrm>
                      <a:off x="-4167769" y="1423593"/>
                      <a:ext cx="1114903" cy="894732"/>
                    </a:xfrm>
                    <a:prstGeom prst="rect">
                      <a:avLst/>
                    </a:prstGeom>
                    <a:noFill/>
                  </p:spPr>
                  <p:txBody>
                    <a:bodyPr wrap="square" rtlCol="0">
                      <a:spAutoFit/>
                    </a:bodyPr>
                    <a:lstStyle/>
                    <a:p>
                      <a:pPr marL="0" marR="0" lvl="0" indent="0">
                        <a:lnSpc>
                          <a:spcPct val="150000"/>
                        </a:lnSpc>
                        <a:spcAft>
                          <a:spcPts val="800"/>
                        </a:spcAft>
                        <a:buSzPts val="1000"/>
                        <a:tabLst>
                          <a:tab pos="457200" algn="l"/>
                        </a:tabLst>
                      </a:pPr>
                      <a:r>
                        <a:rPr lang="en-US" sz="1200" kern="100" dirty="0">
                          <a:solidFill>
                            <a:schemeClr val="bg1"/>
                          </a:solidFill>
                          <a:effectLst/>
                          <a:latin typeface="Calibri" panose="020F0502020204030204" pitchFamily="34" charset="0"/>
                          <a:ea typeface="Calibri" panose="020F0502020204030204" pitchFamily="34" charset="0"/>
                          <a:cs typeface="Arial" panose="020B0604020202020204" pitchFamily="34" charset="0"/>
                        </a:rPr>
                        <a:t>data cleaning, transformation, forecasting</a:t>
                      </a:r>
                    </a:p>
                  </p:txBody>
                </p:sp>
              </p:grpSp>
            </p:grpSp>
          </p:grpSp>
          <p:grpSp>
            <p:nvGrpSpPr>
              <p:cNvPr id="1349" name="Group 1348">
                <a:extLst>
                  <a:ext uri="{FF2B5EF4-FFF2-40B4-BE49-F238E27FC236}">
                    <a16:creationId xmlns:a16="http://schemas.microsoft.com/office/drawing/2014/main" id="{7771E5F7-4542-50B4-B823-3BE7873EFBC9}"/>
                  </a:ext>
                </a:extLst>
              </p:cNvPr>
              <p:cNvGrpSpPr/>
              <p:nvPr/>
            </p:nvGrpSpPr>
            <p:grpSpPr>
              <a:xfrm>
                <a:off x="4759651" y="1065483"/>
                <a:ext cx="1150516" cy="2578746"/>
                <a:chOff x="-4169718" y="588880"/>
                <a:chExt cx="1150516" cy="2578746"/>
              </a:xfrm>
            </p:grpSpPr>
            <p:sp>
              <p:nvSpPr>
                <p:cNvPr id="1350" name="Flowchart: Alternate Process 1349">
                  <a:extLst>
                    <a:ext uri="{FF2B5EF4-FFF2-40B4-BE49-F238E27FC236}">
                      <a16:creationId xmlns:a16="http://schemas.microsoft.com/office/drawing/2014/main" id="{5979620D-3FA8-6985-EA5F-A8CCC35F2A6B}"/>
                    </a:ext>
                  </a:extLst>
                </p:cNvPr>
                <p:cNvSpPr/>
                <p:nvPr/>
              </p:nvSpPr>
              <p:spPr>
                <a:xfrm>
                  <a:off x="-4109166" y="588880"/>
                  <a:ext cx="968879" cy="2578746"/>
                </a:xfrm>
                <a:prstGeom prst="flowChartAlternateProcess">
                  <a:avLst/>
                </a:prstGeom>
                <a:solidFill>
                  <a:srgbClr val="002060"/>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51" name="Group 1350">
                  <a:extLst>
                    <a:ext uri="{FF2B5EF4-FFF2-40B4-BE49-F238E27FC236}">
                      <a16:creationId xmlns:a16="http://schemas.microsoft.com/office/drawing/2014/main" id="{C4B6DF95-2766-327D-4A9D-82592CE267EE}"/>
                    </a:ext>
                  </a:extLst>
                </p:cNvPr>
                <p:cNvGrpSpPr/>
                <p:nvPr/>
              </p:nvGrpSpPr>
              <p:grpSpPr>
                <a:xfrm>
                  <a:off x="-4169718" y="731748"/>
                  <a:ext cx="1150516" cy="2140575"/>
                  <a:chOff x="-4169718" y="731748"/>
                  <a:chExt cx="1150516" cy="2140575"/>
                </a:xfrm>
              </p:grpSpPr>
              <p:pic>
                <p:nvPicPr>
                  <p:cNvPr id="1352" name="Picture 1351">
                    <a:extLst>
                      <a:ext uri="{FF2B5EF4-FFF2-40B4-BE49-F238E27FC236}">
                        <a16:creationId xmlns:a16="http://schemas.microsoft.com/office/drawing/2014/main" id="{A4D8C9DC-2F91-8A94-5F6D-E9DA1B9939CF}"/>
                      </a:ext>
                    </a:extLst>
                  </p:cNvPr>
                  <p:cNvPicPr>
                    <a:picLocks noChangeAspect="1"/>
                  </p:cNvPicPr>
                  <p:nvPr/>
                </p:nvPicPr>
                <p:blipFill>
                  <a:blip r:embed="rId7"/>
                  <a:srcRect/>
                  <a:stretch/>
                </p:blipFill>
                <p:spPr>
                  <a:xfrm>
                    <a:off x="-3916258" y="731748"/>
                    <a:ext cx="365760" cy="365760"/>
                  </a:xfrm>
                  <a:prstGeom prst="rect">
                    <a:avLst/>
                  </a:prstGeom>
                </p:spPr>
              </p:pic>
              <p:grpSp>
                <p:nvGrpSpPr>
                  <p:cNvPr id="1353" name="Group 1352">
                    <a:extLst>
                      <a:ext uri="{FF2B5EF4-FFF2-40B4-BE49-F238E27FC236}">
                        <a16:creationId xmlns:a16="http://schemas.microsoft.com/office/drawing/2014/main" id="{AE453703-9C7C-E69E-33B8-2DDD2C9A116B}"/>
                      </a:ext>
                    </a:extLst>
                  </p:cNvPr>
                  <p:cNvGrpSpPr/>
                  <p:nvPr/>
                </p:nvGrpSpPr>
                <p:grpSpPr>
                  <a:xfrm>
                    <a:off x="-4169718" y="1144391"/>
                    <a:ext cx="1150516" cy="1727932"/>
                    <a:chOff x="-4169718" y="1144391"/>
                    <a:chExt cx="1150516" cy="1727932"/>
                  </a:xfrm>
                </p:grpSpPr>
                <p:sp>
                  <p:nvSpPr>
                    <p:cNvPr id="1354" name="TextBox 1353">
                      <a:extLst>
                        <a:ext uri="{FF2B5EF4-FFF2-40B4-BE49-F238E27FC236}">
                          <a16:creationId xmlns:a16="http://schemas.microsoft.com/office/drawing/2014/main" id="{5C69CBD3-43BA-C957-70B4-973943A9502D}"/>
                        </a:ext>
                      </a:extLst>
                    </p:cNvPr>
                    <p:cNvSpPr txBox="1"/>
                    <p:nvPr/>
                  </p:nvSpPr>
                  <p:spPr>
                    <a:xfrm>
                      <a:off x="-4032813" y="1144391"/>
                      <a:ext cx="554960" cy="307777"/>
                    </a:xfrm>
                    <a:prstGeom prst="rect">
                      <a:avLst/>
                    </a:prstGeom>
                    <a:noFill/>
                  </p:spPr>
                  <p:txBody>
                    <a:bodyPr wrap="none" rtlCol="0">
                      <a:spAutoFit/>
                    </a:bodyPr>
                    <a:lstStyle/>
                    <a:p>
                      <a:r>
                        <a:rPr lang="en-US" dirty="0">
                          <a:solidFill>
                            <a:schemeClr val="bg1"/>
                          </a:solidFill>
                          <a:latin typeface="Montserrat SemiBold" panose="00000700000000000000" pitchFamily="2" charset="0"/>
                        </a:rPr>
                        <a:t>SQL</a:t>
                      </a:r>
                      <a:endParaRPr lang="en-US" dirty="0">
                        <a:solidFill>
                          <a:schemeClr val="bg1"/>
                        </a:solidFill>
                      </a:endParaRPr>
                    </a:p>
                  </p:txBody>
                </p:sp>
                <p:sp>
                  <p:nvSpPr>
                    <p:cNvPr id="1355" name="TextBox 1354">
                      <a:extLst>
                        <a:ext uri="{FF2B5EF4-FFF2-40B4-BE49-F238E27FC236}">
                          <a16:creationId xmlns:a16="http://schemas.microsoft.com/office/drawing/2014/main" id="{8629501E-8E7C-FEC6-1557-43583236982B}"/>
                        </a:ext>
                      </a:extLst>
                    </p:cNvPr>
                    <p:cNvSpPr txBox="1"/>
                    <p:nvPr/>
                  </p:nvSpPr>
                  <p:spPr>
                    <a:xfrm>
                      <a:off x="-4169718" y="1423593"/>
                      <a:ext cx="1150516" cy="1448730"/>
                    </a:xfrm>
                    <a:prstGeom prst="rect">
                      <a:avLst/>
                    </a:prstGeom>
                    <a:noFill/>
                  </p:spPr>
                  <p:txBody>
                    <a:bodyPr wrap="square" rtlCol="0">
                      <a:spAutoFit/>
                    </a:bodyPr>
                    <a:lstStyle/>
                    <a:p>
                      <a:pPr marL="0" marR="0" lvl="0" indent="0">
                        <a:lnSpc>
                          <a:spcPct val="150000"/>
                        </a:lnSpc>
                        <a:spcAft>
                          <a:spcPts val="800"/>
                        </a:spcAft>
                        <a:buSzPts val="1000"/>
                        <a:tabLst>
                          <a:tab pos="457200" algn="l"/>
                        </a:tabLst>
                      </a:pPr>
                      <a:r>
                        <a:rPr lang="en-US" sz="1200" kern="100" dirty="0">
                          <a:solidFill>
                            <a:schemeClr val="bg1"/>
                          </a:solidFill>
                          <a:effectLst/>
                          <a:latin typeface="Calibri" panose="020F0502020204030204" pitchFamily="34" charset="0"/>
                          <a:ea typeface="Calibri" panose="020F0502020204030204" pitchFamily="34" charset="0"/>
                          <a:cs typeface="Arial" panose="020B0604020202020204" pitchFamily="34" charset="0"/>
                        </a:rPr>
                        <a:t>database design, normalization, and query execution.</a:t>
                      </a:r>
                    </a:p>
                  </p:txBody>
                </p:sp>
              </p:grpSp>
            </p:grpSp>
          </p:grpSp>
          <p:grpSp>
            <p:nvGrpSpPr>
              <p:cNvPr id="1356" name="Group 1355">
                <a:extLst>
                  <a:ext uri="{FF2B5EF4-FFF2-40B4-BE49-F238E27FC236}">
                    <a16:creationId xmlns:a16="http://schemas.microsoft.com/office/drawing/2014/main" id="{89067BFA-AE21-62FE-AC68-B5E9D54C4554}"/>
                  </a:ext>
                </a:extLst>
              </p:cNvPr>
              <p:cNvGrpSpPr/>
              <p:nvPr/>
            </p:nvGrpSpPr>
            <p:grpSpPr>
              <a:xfrm>
                <a:off x="5889669" y="1096101"/>
                <a:ext cx="1035498" cy="2578746"/>
                <a:chOff x="-4169718" y="619498"/>
                <a:chExt cx="1035498" cy="2578746"/>
              </a:xfrm>
            </p:grpSpPr>
            <p:sp>
              <p:nvSpPr>
                <p:cNvPr id="1357" name="Flowchart: Alternate Process 1356">
                  <a:extLst>
                    <a:ext uri="{FF2B5EF4-FFF2-40B4-BE49-F238E27FC236}">
                      <a16:creationId xmlns:a16="http://schemas.microsoft.com/office/drawing/2014/main" id="{6019988E-E387-5BDC-5D73-971E011A8AD1}"/>
                    </a:ext>
                  </a:extLst>
                </p:cNvPr>
                <p:cNvSpPr/>
                <p:nvPr/>
              </p:nvSpPr>
              <p:spPr>
                <a:xfrm>
                  <a:off x="-4169718" y="619498"/>
                  <a:ext cx="968879" cy="2578746"/>
                </a:xfrm>
                <a:prstGeom prst="flowChartAlternateProcess">
                  <a:avLst/>
                </a:prstGeom>
                <a:solidFill>
                  <a:srgbClr val="002060"/>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1358" name="Group 1357">
                  <a:extLst>
                    <a:ext uri="{FF2B5EF4-FFF2-40B4-BE49-F238E27FC236}">
                      <a16:creationId xmlns:a16="http://schemas.microsoft.com/office/drawing/2014/main" id="{7BB18FF1-2CBC-13F1-BC23-00E43731A514}"/>
                    </a:ext>
                  </a:extLst>
                </p:cNvPr>
                <p:cNvGrpSpPr/>
                <p:nvPr/>
              </p:nvGrpSpPr>
              <p:grpSpPr>
                <a:xfrm>
                  <a:off x="-4167769" y="731748"/>
                  <a:ext cx="1033549" cy="2140575"/>
                  <a:chOff x="-4167769" y="731748"/>
                  <a:chExt cx="1033549" cy="2140575"/>
                </a:xfrm>
              </p:grpSpPr>
              <p:pic>
                <p:nvPicPr>
                  <p:cNvPr id="1359" name="Picture 1358">
                    <a:extLst>
                      <a:ext uri="{FF2B5EF4-FFF2-40B4-BE49-F238E27FC236}">
                        <a16:creationId xmlns:a16="http://schemas.microsoft.com/office/drawing/2014/main" id="{7990D471-8FBA-1552-50AA-374C6372DD81}"/>
                      </a:ext>
                    </a:extLst>
                  </p:cNvPr>
                  <p:cNvPicPr>
                    <a:picLocks noChangeAspect="1"/>
                  </p:cNvPicPr>
                  <p:nvPr/>
                </p:nvPicPr>
                <p:blipFill>
                  <a:blip r:embed="rId8"/>
                  <a:srcRect/>
                  <a:stretch/>
                </p:blipFill>
                <p:spPr>
                  <a:xfrm>
                    <a:off x="-3916258" y="731748"/>
                    <a:ext cx="365760" cy="365760"/>
                  </a:xfrm>
                  <a:prstGeom prst="rect">
                    <a:avLst/>
                  </a:prstGeom>
                </p:spPr>
              </p:pic>
              <p:grpSp>
                <p:nvGrpSpPr>
                  <p:cNvPr id="1360" name="Group 1359">
                    <a:extLst>
                      <a:ext uri="{FF2B5EF4-FFF2-40B4-BE49-F238E27FC236}">
                        <a16:creationId xmlns:a16="http://schemas.microsoft.com/office/drawing/2014/main" id="{11B05314-EAA5-A2E8-0237-7C595C15E71E}"/>
                      </a:ext>
                    </a:extLst>
                  </p:cNvPr>
                  <p:cNvGrpSpPr/>
                  <p:nvPr/>
                </p:nvGrpSpPr>
                <p:grpSpPr>
                  <a:xfrm>
                    <a:off x="-4167769" y="1144391"/>
                    <a:ext cx="1033549" cy="1727932"/>
                    <a:chOff x="-4167769" y="1144391"/>
                    <a:chExt cx="1033549" cy="1727932"/>
                  </a:xfrm>
                </p:grpSpPr>
                <p:sp>
                  <p:nvSpPr>
                    <p:cNvPr id="1362" name="TextBox 1361">
                      <a:extLst>
                        <a:ext uri="{FF2B5EF4-FFF2-40B4-BE49-F238E27FC236}">
                          <a16:creationId xmlns:a16="http://schemas.microsoft.com/office/drawing/2014/main" id="{4ED48BA6-BD42-0FB0-8AC5-ED3BAF72EFA2}"/>
                        </a:ext>
                      </a:extLst>
                    </p:cNvPr>
                    <p:cNvSpPr txBox="1"/>
                    <p:nvPr/>
                  </p:nvSpPr>
                  <p:spPr>
                    <a:xfrm>
                      <a:off x="-4032813" y="1144391"/>
                      <a:ext cx="652743" cy="307777"/>
                    </a:xfrm>
                    <a:prstGeom prst="rect">
                      <a:avLst/>
                    </a:prstGeom>
                    <a:noFill/>
                  </p:spPr>
                  <p:txBody>
                    <a:bodyPr wrap="none" rtlCol="0">
                      <a:spAutoFit/>
                    </a:bodyPr>
                    <a:lstStyle/>
                    <a:p>
                      <a:r>
                        <a:rPr lang="en-US" b="1" dirty="0">
                          <a:solidFill>
                            <a:schemeClr val="bg1"/>
                          </a:solidFill>
                        </a:rPr>
                        <a:t>Excel</a:t>
                      </a:r>
                    </a:p>
                  </p:txBody>
                </p:sp>
                <p:sp>
                  <p:nvSpPr>
                    <p:cNvPr id="1363" name="TextBox 1362">
                      <a:extLst>
                        <a:ext uri="{FF2B5EF4-FFF2-40B4-BE49-F238E27FC236}">
                          <a16:creationId xmlns:a16="http://schemas.microsoft.com/office/drawing/2014/main" id="{B4E00748-FCF1-CCFE-497B-1BBE33A1A5FE}"/>
                        </a:ext>
                      </a:extLst>
                    </p:cNvPr>
                    <p:cNvSpPr txBox="1"/>
                    <p:nvPr/>
                  </p:nvSpPr>
                  <p:spPr>
                    <a:xfrm>
                      <a:off x="-4167769" y="1423593"/>
                      <a:ext cx="1033549" cy="1448730"/>
                    </a:xfrm>
                    <a:prstGeom prst="rect">
                      <a:avLst/>
                    </a:prstGeom>
                    <a:noFill/>
                  </p:spPr>
                  <p:txBody>
                    <a:bodyPr wrap="square" rtlCol="0">
                      <a:spAutoFit/>
                    </a:bodyPr>
                    <a:lstStyle/>
                    <a:p>
                      <a:pPr marL="0" marR="0" lvl="0" indent="0">
                        <a:lnSpc>
                          <a:spcPct val="150000"/>
                        </a:lnSpc>
                        <a:spcAft>
                          <a:spcPts val="800"/>
                        </a:spcAft>
                        <a:buSzPts val="1000"/>
                        <a:tabLst>
                          <a:tab pos="457200" algn="l"/>
                        </a:tabLst>
                      </a:pPr>
                      <a:r>
                        <a:rPr lang="en-US" sz="1200" kern="100" dirty="0">
                          <a:solidFill>
                            <a:schemeClr val="bg1"/>
                          </a:solidFill>
                          <a:effectLst/>
                          <a:latin typeface="Calibri" panose="020F0502020204030204" pitchFamily="34" charset="0"/>
                          <a:ea typeface="Calibri" panose="020F0502020204030204" pitchFamily="34" charset="0"/>
                          <a:cs typeface="Arial" panose="020B0604020202020204" pitchFamily="34" charset="0"/>
                        </a:rPr>
                        <a:t>Data exploration, </a:t>
                      </a:r>
                      <a:r>
                        <a:rPr lang="en-US" sz="1200" dirty="0">
                          <a:solidFill>
                            <a:schemeClr val="bg1"/>
                          </a:solidFill>
                          <a:effectLst/>
                          <a:latin typeface="Calibri" panose="020F0502020204030204" pitchFamily="34" charset="0"/>
                          <a:ea typeface="Calibri" panose="020F0502020204030204" pitchFamily="34" charset="0"/>
                          <a:cs typeface="Arial" panose="020B0604020202020204" pitchFamily="34" charset="0"/>
                        </a:rPr>
                        <a:t>validation and structuring</a:t>
                      </a:r>
                      <a:r>
                        <a:rPr lang="en-US" sz="1200" kern="100" dirty="0">
                          <a:solidFill>
                            <a:schemeClr val="bg1"/>
                          </a:solidFill>
                          <a:effectLst/>
                          <a:latin typeface="Calibri" panose="020F0502020204030204" pitchFamily="34" charset="0"/>
                          <a:ea typeface="Calibri" panose="020F0502020204030204" pitchFamily="34" charset="0"/>
                          <a:cs typeface="Arial" panose="020B0604020202020204" pitchFamily="34" charset="0"/>
                        </a:rPr>
                        <a:t>.</a:t>
                      </a:r>
                    </a:p>
                  </p:txBody>
                </p:sp>
              </p:grpSp>
            </p:grpSp>
          </p:grpSp>
        </p:grpSp>
      </p:grpSp>
    </p:spTree>
    <p:extLst>
      <p:ext uri="{BB962C8B-B14F-4D97-AF65-F5344CB8AC3E}">
        <p14:creationId xmlns:p14="http://schemas.microsoft.com/office/powerpoint/2010/main" val="297634814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1365"/>
                                        </p:tgtEl>
                                        <p:attrNameLst>
                                          <p:attrName>style.visibility</p:attrName>
                                        </p:attrNameLst>
                                      </p:cBhvr>
                                      <p:to>
                                        <p:strVal val="visible"/>
                                      </p:to>
                                    </p:set>
                                    <p:anim calcmode="lin" valueType="num">
                                      <p:cBhvr additive="base">
                                        <p:cTn id="7" dur="2000" fill="hold"/>
                                        <p:tgtEl>
                                          <p:spTgt spid="1365"/>
                                        </p:tgtEl>
                                        <p:attrNameLst>
                                          <p:attrName>ppt_x</p:attrName>
                                        </p:attrNameLst>
                                      </p:cBhvr>
                                      <p:tavLst>
                                        <p:tav tm="0">
                                          <p:val>
                                            <p:strVal val="0-#ppt_w/2"/>
                                          </p:val>
                                        </p:tav>
                                        <p:tav tm="100000">
                                          <p:val>
                                            <p:strVal val="#ppt_x"/>
                                          </p:val>
                                        </p:tav>
                                      </p:tavLst>
                                    </p:anim>
                                    <p:anim calcmode="lin" valueType="num">
                                      <p:cBhvr additive="base">
                                        <p:cTn id="8" dur="2000" fill="hold"/>
                                        <p:tgtEl>
                                          <p:spTgt spid="1365"/>
                                        </p:tgtEl>
                                        <p:attrNameLst>
                                          <p:attrName>ppt_y</p:attrName>
                                        </p:attrNameLst>
                                      </p:cBhvr>
                                      <p:tavLst>
                                        <p:tav tm="0">
                                          <p:val>
                                            <p:strVal val="#ppt_y"/>
                                          </p:val>
                                        </p:tav>
                                        <p:tav tm="100000">
                                          <p:val>
                                            <p:strVal val="#ppt_y"/>
                                          </p:val>
                                        </p:tav>
                                      </p:tavLst>
                                    </p:anim>
                                  </p:childTnLst>
                                </p:cTn>
                              </p:par>
                            </p:childTnLst>
                          </p:cTn>
                        </p:par>
                        <p:par>
                          <p:cTn id="9" fill="hold">
                            <p:stCondLst>
                              <p:cond delay="2000"/>
                            </p:stCondLst>
                            <p:childTnLst>
                              <p:par>
                                <p:cTn id="10" presetID="2" presetClass="entr" presetSubtype="2" fill="hold" nodeType="afterEffect">
                                  <p:stCondLst>
                                    <p:cond delay="0"/>
                                  </p:stCondLst>
                                  <p:childTnLst>
                                    <p:set>
                                      <p:cBhvr>
                                        <p:cTn id="11" dur="1" fill="hold">
                                          <p:stCondLst>
                                            <p:cond delay="0"/>
                                          </p:stCondLst>
                                        </p:cTn>
                                        <p:tgtEl>
                                          <p:spTgt spid="1367"/>
                                        </p:tgtEl>
                                        <p:attrNameLst>
                                          <p:attrName>style.visibility</p:attrName>
                                        </p:attrNameLst>
                                      </p:cBhvr>
                                      <p:to>
                                        <p:strVal val="visible"/>
                                      </p:to>
                                    </p:set>
                                    <p:anim calcmode="lin" valueType="num">
                                      <p:cBhvr additive="base">
                                        <p:cTn id="12" dur="5000" fill="hold"/>
                                        <p:tgtEl>
                                          <p:spTgt spid="1367"/>
                                        </p:tgtEl>
                                        <p:attrNameLst>
                                          <p:attrName>ppt_x</p:attrName>
                                        </p:attrNameLst>
                                      </p:cBhvr>
                                      <p:tavLst>
                                        <p:tav tm="0">
                                          <p:val>
                                            <p:strVal val="1+#ppt_w/2"/>
                                          </p:val>
                                        </p:tav>
                                        <p:tav tm="100000">
                                          <p:val>
                                            <p:strVal val="#ppt_x"/>
                                          </p:val>
                                        </p:tav>
                                      </p:tavLst>
                                    </p:anim>
                                    <p:anim calcmode="lin" valueType="num">
                                      <p:cBhvr additive="base">
                                        <p:cTn id="13" dur="5000" fill="hold"/>
                                        <p:tgtEl>
                                          <p:spTgt spid="1367"/>
                                        </p:tgtEl>
                                        <p:attrNameLst>
                                          <p:attrName>ppt_y</p:attrName>
                                        </p:attrNameLst>
                                      </p:cBhvr>
                                      <p:tavLst>
                                        <p:tav tm="0">
                                          <p:val>
                                            <p:strVal val="#ppt_y"/>
                                          </p:val>
                                        </p:tav>
                                        <p:tav tm="100000">
                                          <p:val>
                                            <p:strVal val="#ppt_y"/>
                                          </p:val>
                                        </p:tav>
                                      </p:tavLst>
                                    </p:anim>
                                  </p:childTnLst>
                                </p:cTn>
                              </p:par>
                              <p:par>
                                <p:cTn id="14" presetID="2" presetClass="entr" presetSubtype="2" fill="hold" nodeType="withEffect">
                                  <p:stCondLst>
                                    <p:cond delay="2000"/>
                                  </p:stCondLst>
                                  <p:childTnLst>
                                    <p:set>
                                      <p:cBhvr>
                                        <p:cTn id="15" dur="1" fill="hold">
                                          <p:stCondLst>
                                            <p:cond delay="0"/>
                                          </p:stCondLst>
                                        </p:cTn>
                                        <p:tgtEl>
                                          <p:spTgt spid="1162"/>
                                        </p:tgtEl>
                                        <p:attrNameLst>
                                          <p:attrName>style.visibility</p:attrName>
                                        </p:attrNameLst>
                                      </p:cBhvr>
                                      <p:to>
                                        <p:strVal val="visible"/>
                                      </p:to>
                                    </p:set>
                                    <p:anim calcmode="lin" valueType="num">
                                      <p:cBhvr additive="base">
                                        <p:cTn id="16" dur="5000" fill="hold"/>
                                        <p:tgtEl>
                                          <p:spTgt spid="1162"/>
                                        </p:tgtEl>
                                        <p:attrNameLst>
                                          <p:attrName>ppt_x</p:attrName>
                                        </p:attrNameLst>
                                      </p:cBhvr>
                                      <p:tavLst>
                                        <p:tav tm="0">
                                          <p:val>
                                            <p:strVal val="1+#ppt_w/2"/>
                                          </p:val>
                                        </p:tav>
                                        <p:tav tm="100000">
                                          <p:val>
                                            <p:strVal val="#ppt_x"/>
                                          </p:val>
                                        </p:tav>
                                      </p:tavLst>
                                    </p:anim>
                                    <p:anim calcmode="lin" valueType="num">
                                      <p:cBhvr additive="base">
                                        <p:cTn id="17" dur="5000" fill="hold"/>
                                        <p:tgtEl>
                                          <p:spTgt spid="1162"/>
                                        </p:tgtEl>
                                        <p:attrNameLst>
                                          <p:attrName>ppt_y</p:attrName>
                                        </p:attrNameLst>
                                      </p:cBhvr>
                                      <p:tavLst>
                                        <p:tav tm="0">
                                          <p:val>
                                            <p:strVal val="#ppt_y"/>
                                          </p:val>
                                        </p:tav>
                                        <p:tav tm="100000">
                                          <p:val>
                                            <p:strVal val="#ppt_y"/>
                                          </p:val>
                                        </p:tav>
                                      </p:tavLst>
                                    </p:anim>
                                  </p:childTnLst>
                                </p:cTn>
                              </p:par>
                              <p:par>
                                <p:cTn id="18" presetID="2" presetClass="entr" presetSubtype="2" fill="hold" nodeType="withEffect">
                                  <p:stCondLst>
                                    <p:cond delay="2000"/>
                                  </p:stCondLst>
                                  <p:childTnLst>
                                    <p:set>
                                      <p:cBhvr>
                                        <p:cTn id="19" dur="1" fill="hold">
                                          <p:stCondLst>
                                            <p:cond delay="0"/>
                                          </p:stCondLst>
                                        </p:cTn>
                                        <p:tgtEl>
                                          <p:spTgt spid="1138"/>
                                        </p:tgtEl>
                                        <p:attrNameLst>
                                          <p:attrName>style.visibility</p:attrName>
                                        </p:attrNameLst>
                                      </p:cBhvr>
                                      <p:to>
                                        <p:strVal val="visible"/>
                                      </p:to>
                                    </p:set>
                                    <p:anim calcmode="lin" valueType="num">
                                      <p:cBhvr additive="base">
                                        <p:cTn id="20" dur="5000" fill="hold"/>
                                        <p:tgtEl>
                                          <p:spTgt spid="1138"/>
                                        </p:tgtEl>
                                        <p:attrNameLst>
                                          <p:attrName>ppt_x</p:attrName>
                                        </p:attrNameLst>
                                      </p:cBhvr>
                                      <p:tavLst>
                                        <p:tav tm="0">
                                          <p:val>
                                            <p:strVal val="1+#ppt_w/2"/>
                                          </p:val>
                                        </p:tav>
                                        <p:tav tm="100000">
                                          <p:val>
                                            <p:strVal val="#ppt_x"/>
                                          </p:val>
                                        </p:tav>
                                      </p:tavLst>
                                    </p:anim>
                                    <p:anim calcmode="lin" valueType="num">
                                      <p:cBhvr additive="base">
                                        <p:cTn id="21" dur="5000" fill="hold"/>
                                        <p:tgtEl>
                                          <p:spTgt spid="1138"/>
                                        </p:tgtEl>
                                        <p:attrNameLst>
                                          <p:attrName>ppt_y</p:attrName>
                                        </p:attrNameLst>
                                      </p:cBhvr>
                                      <p:tavLst>
                                        <p:tav tm="0">
                                          <p:val>
                                            <p:strVal val="#ppt_y"/>
                                          </p:val>
                                        </p:tav>
                                        <p:tav tm="100000">
                                          <p:val>
                                            <p:strVal val="#ppt_y"/>
                                          </p:val>
                                        </p:tav>
                                      </p:tavLst>
                                    </p:anim>
                                  </p:childTnLst>
                                </p:cTn>
                              </p:par>
                              <p:par>
                                <p:cTn id="22" presetID="2" presetClass="entr" presetSubtype="2" fill="hold" nodeType="withEffect">
                                  <p:stCondLst>
                                    <p:cond delay="2000"/>
                                  </p:stCondLst>
                                  <p:childTnLst>
                                    <p:set>
                                      <p:cBhvr>
                                        <p:cTn id="23" dur="1" fill="hold">
                                          <p:stCondLst>
                                            <p:cond delay="0"/>
                                          </p:stCondLst>
                                        </p:cTn>
                                        <p:tgtEl>
                                          <p:spTgt spid="1167"/>
                                        </p:tgtEl>
                                        <p:attrNameLst>
                                          <p:attrName>style.visibility</p:attrName>
                                        </p:attrNameLst>
                                      </p:cBhvr>
                                      <p:to>
                                        <p:strVal val="visible"/>
                                      </p:to>
                                    </p:set>
                                    <p:anim calcmode="lin" valueType="num">
                                      <p:cBhvr additive="base">
                                        <p:cTn id="24" dur="5000" fill="hold"/>
                                        <p:tgtEl>
                                          <p:spTgt spid="1167"/>
                                        </p:tgtEl>
                                        <p:attrNameLst>
                                          <p:attrName>ppt_x</p:attrName>
                                        </p:attrNameLst>
                                      </p:cBhvr>
                                      <p:tavLst>
                                        <p:tav tm="0">
                                          <p:val>
                                            <p:strVal val="1+#ppt_w/2"/>
                                          </p:val>
                                        </p:tav>
                                        <p:tav tm="100000">
                                          <p:val>
                                            <p:strVal val="#ppt_x"/>
                                          </p:val>
                                        </p:tav>
                                      </p:tavLst>
                                    </p:anim>
                                    <p:anim calcmode="lin" valueType="num">
                                      <p:cBhvr additive="base">
                                        <p:cTn id="25" dur="5000" fill="hold"/>
                                        <p:tgtEl>
                                          <p:spTgt spid="1167"/>
                                        </p:tgtEl>
                                        <p:attrNameLst>
                                          <p:attrName>ppt_y</p:attrName>
                                        </p:attrNameLst>
                                      </p:cBhvr>
                                      <p:tavLst>
                                        <p:tav tm="0">
                                          <p:val>
                                            <p:strVal val="#ppt_y"/>
                                          </p:val>
                                        </p:tav>
                                        <p:tav tm="100000">
                                          <p:val>
                                            <p:strVal val="#ppt_y"/>
                                          </p:val>
                                        </p:tav>
                                      </p:tavLst>
                                    </p:anim>
                                  </p:childTnLst>
                                </p:cTn>
                              </p:par>
                              <p:par>
                                <p:cTn id="26" presetID="2" presetClass="entr" presetSubtype="2" fill="hold" nodeType="withEffect">
                                  <p:stCondLst>
                                    <p:cond delay="2000"/>
                                  </p:stCondLst>
                                  <p:childTnLst>
                                    <p:set>
                                      <p:cBhvr>
                                        <p:cTn id="27" dur="1" fill="hold">
                                          <p:stCondLst>
                                            <p:cond delay="0"/>
                                          </p:stCondLst>
                                        </p:cTn>
                                        <p:tgtEl>
                                          <p:spTgt spid="1143"/>
                                        </p:tgtEl>
                                        <p:attrNameLst>
                                          <p:attrName>style.visibility</p:attrName>
                                        </p:attrNameLst>
                                      </p:cBhvr>
                                      <p:to>
                                        <p:strVal val="visible"/>
                                      </p:to>
                                    </p:set>
                                    <p:anim calcmode="lin" valueType="num">
                                      <p:cBhvr additive="base">
                                        <p:cTn id="28" dur="5000" fill="hold"/>
                                        <p:tgtEl>
                                          <p:spTgt spid="1143"/>
                                        </p:tgtEl>
                                        <p:attrNameLst>
                                          <p:attrName>ppt_x</p:attrName>
                                        </p:attrNameLst>
                                      </p:cBhvr>
                                      <p:tavLst>
                                        <p:tav tm="0">
                                          <p:val>
                                            <p:strVal val="1+#ppt_w/2"/>
                                          </p:val>
                                        </p:tav>
                                        <p:tav tm="100000">
                                          <p:val>
                                            <p:strVal val="#ppt_x"/>
                                          </p:val>
                                        </p:tav>
                                      </p:tavLst>
                                    </p:anim>
                                    <p:anim calcmode="lin" valueType="num">
                                      <p:cBhvr additive="base">
                                        <p:cTn id="29" dur="5000" fill="hold"/>
                                        <p:tgtEl>
                                          <p:spTgt spid="1143"/>
                                        </p:tgtEl>
                                        <p:attrNameLst>
                                          <p:attrName>ppt_y</p:attrName>
                                        </p:attrNameLst>
                                      </p:cBhvr>
                                      <p:tavLst>
                                        <p:tav tm="0">
                                          <p:val>
                                            <p:strVal val="#ppt_y"/>
                                          </p:val>
                                        </p:tav>
                                        <p:tav tm="100000">
                                          <p:val>
                                            <p:strVal val="#ppt_y"/>
                                          </p:val>
                                        </p:tav>
                                      </p:tavLst>
                                    </p:anim>
                                  </p:childTnLst>
                                </p:cTn>
                              </p:par>
                              <p:par>
                                <p:cTn id="30" presetID="2" presetClass="entr" presetSubtype="2" fill="hold" nodeType="withEffect">
                                  <p:stCondLst>
                                    <p:cond delay="2000"/>
                                  </p:stCondLst>
                                  <p:childTnLst>
                                    <p:set>
                                      <p:cBhvr>
                                        <p:cTn id="31" dur="1" fill="hold">
                                          <p:stCondLst>
                                            <p:cond delay="0"/>
                                          </p:stCondLst>
                                        </p:cTn>
                                        <p:tgtEl>
                                          <p:spTgt spid="1149"/>
                                        </p:tgtEl>
                                        <p:attrNameLst>
                                          <p:attrName>style.visibility</p:attrName>
                                        </p:attrNameLst>
                                      </p:cBhvr>
                                      <p:to>
                                        <p:strVal val="visible"/>
                                      </p:to>
                                    </p:set>
                                    <p:anim calcmode="lin" valueType="num">
                                      <p:cBhvr additive="base">
                                        <p:cTn id="32" dur="5000" fill="hold"/>
                                        <p:tgtEl>
                                          <p:spTgt spid="1149"/>
                                        </p:tgtEl>
                                        <p:attrNameLst>
                                          <p:attrName>ppt_x</p:attrName>
                                        </p:attrNameLst>
                                      </p:cBhvr>
                                      <p:tavLst>
                                        <p:tav tm="0">
                                          <p:val>
                                            <p:strVal val="1+#ppt_w/2"/>
                                          </p:val>
                                        </p:tav>
                                        <p:tav tm="100000">
                                          <p:val>
                                            <p:strVal val="#ppt_x"/>
                                          </p:val>
                                        </p:tav>
                                      </p:tavLst>
                                    </p:anim>
                                    <p:anim calcmode="lin" valueType="num">
                                      <p:cBhvr additive="base">
                                        <p:cTn id="33" dur="5000" fill="hold"/>
                                        <p:tgtEl>
                                          <p:spTgt spid="1149"/>
                                        </p:tgtEl>
                                        <p:attrNameLst>
                                          <p:attrName>ppt_y</p:attrName>
                                        </p:attrNameLst>
                                      </p:cBhvr>
                                      <p:tavLst>
                                        <p:tav tm="0">
                                          <p:val>
                                            <p:strVal val="#ppt_y"/>
                                          </p:val>
                                        </p:tav>
                                        <p:tav tm="100000">
                                          <p:val>
                                            <p:strVal val="#ppt_y"/>
                                          </p:val>
                                        </p:tav>
                                      </p:tavLst>
                                    </p:anim>
                                  </p:childTnLst>
                                </p:cTn>
                              </p:par>
                              <p:par>
                                <p:cTn id="34" presetID="2" presetClass="entr" presetSubtype="2" fill="hold" nodeType="withEffect">
                                  <p:stCondLst>
                                    <p:cond delay="0"/>
                                  </p:stCondLst>
                                  <p:childTnLst>
                                    <p:set>
                                      <p:cBhvr>
                                        <p:cTn id="35" dur="1" fill="hold">
                                          <p:stCondLst>
                                            <p:cond delay="0"/>
                                          </p:stCondLst>
                                        </p:cTn>
                                        <p:tgtEl>
                                          <p:spTgt spid="1098"/>
                                        </p:tgtEl>
                                        <p:attrNameLst>
                                          <p:attrName>style.visibility</p:attrName>
                                        </p:attrNameLst>
                                      </p:cBhvr>
                                      <p:to>
                                        <p:strVal val="visible"/>
                                      </p:to>
                                    </p:set>
                                    <p:anim calcmode="lin" valueType="num">
                                      <p:cBhvr additive="base">
                                        <p:cTn id="36" dur="10000" fill="hold"/>
                                        <p:tgtEl>
                                          <p:spTgt spid="1098"/>
                                        </p:tgtEl>
                                        <p:attrNameLst>
                                          <p:attrName>ppt_x</p:attrName>
                                        </p:attrNameLst>
                                      </p:cBhvr>
                                      <p:tavLst>
                                        <p:tav tm="0">
                                          <p:val>
                                            <p:strVal val="1+#ppt_w/2"/>
                                          </p:val>
                                        </p:tav>
                                        <p:tav tm="100000">
                                          <p:val>
                                            <p:strVal val="#ppt_x"/>
                                          </p:val>
                                        </p:tav>
                                      </p:tavLst>
                                    </p:anim>
                                    <p:anim calcmode="lin" valueType="num">
                                      <p:cBhvr additive="base">
                                        <p:cTn id="37" dur="10000" fill="hold"/>
                                        <p:tgtEl>
                                          <p:spTgt spid="109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55">
          <a:extLst>
            <a:ext uri="{FF2B5EF4-FFF2-40B4-BE49-F238E27FC236}">
              <a16:creationId xmlns:a16="http://schemas.microsoft.com/office/drawing/2014/main" id="{F54BE4B7-6102-6E8C-CFAD-F8634B0679A5}"/>
            </a:ext>
          </a:extLst>
        </p:cNvPr>
        <p:cNvGrpSpPr/>
        <p:nvPr/>
      </p:nvGrpSpPr>
      <p:grpSpPr>
        <a:xfrm>
          <a:off x="0" y="0"/>
          <a:ext cx="0" cy="0"/>
          <a:chOff x="0" y="0"/>
          <a:chExt cx="0" cy="0"/>
        </a:xfrm>
      </p:grpSpPr>
      <p:sp>
        <p:nvSpPr>
          <p:cNvPr id="1256" name="Google Shape;1256;p34">
            <a:extLst>
              <a:ext uri="{FF2B5EF4-FFF2-40B4-BE49-F238E27FC236}">
                <a16:creationId xmlns:a16="http://schemas.microsoft.com/office/drawing/2014/main" id="{EDC0DBC7-1F7D-AD22-7EA9-5BAC07AAE313}"/>
              </a:ext>
            </a:extLst>
          </p:cNvPr>
          <p:cNvSpPr/>
          <p:nvPr/>
        </p:nvSpPr>
        <p:spPr>
          <a:xfrm>
            <a:off x="-94225" y="3782425"/>
            <a:ext cx="4442125" cy="1160325"/>
          </a:xfrm>
          <a:custGeom>
            <a:avLst/>
            <a:gdLst/>
            <a:ahLst/>
            <a:cxnLst/>
            <a:rect l="l" t="t" r="r" b="b"/>
            <a:pathLst>
              <a:path w="177685" h="46413" extrusionOk="0">
                <a:moveTo>
                  <a:pt x="53027" y="1"/>
                </a:moveTo>
                <a:cubicBezTo>
                  <a:pt x="53027" y="1"/>
                  <a:pt x="79109" y="2070"/>
                  <a:pt x="70927" y="2540"/>
                </a:cubicBezTo>
                <a:cubicBezTo>
                  <a:pt x="62761" y="3026"/>
                  <a:pt x="21224" y="5706"/>
                  <a:pt x="20644" y="7838"/>
                </a:cubicBezTo>
                <a:cubicBezTo>
                  <a:pt x="20064" y="9969"/>
                  <a:pt x="61977" y="9076"/>
                  <a:pt x="62369" y="12462"/>
                </a:cubicBezTo>
                <a:cubicBezTo>
                  <a:pt x="62761" y="15847"/>
                  <a:pt x="1" y="12462"/>
                  <a:pt x="1458" y="16098"/>
                </a:cubicBezTo>
                <a:cubicBezTo>
                  <a:pt x="2932" y="19750"/>
                  <a:pt x="51851" y="19202"/>
                  <a:pt x="51459" y="21380"/>
                </a:cubicBezTo>
                <a:cubicBezTo>
                  <a:pt x="51295" y="22331"/>
                  <a:pt x="42835" y="22437"/>
                  <a:pt x="33312" y="22437"/>
                </a:cubicBezTo>
                <a:cubicBezTo>
                  <a:pt x="30561" y="22437"/>
                  <a:pt x="27722" y="22428"/>
                  <a:pt x="24968" y="22428"/>
                </a:cubicBezTo>
                <a:cubicBezTo>
                  <a:pt x="15398" y="22428"/>
                  <a:pt x="6865" y="22536"/>
                  <a:pt x="6694" y="23496"/>
                </a:cubicBezTo>
                <a:cubicBezTo>
                  <a:pt x="6302" y="25691"/>
                  <a:pt x="55362" y="31240"/>
                  <a:pt x="52635" y="32964"/>
                </a:cubicBezTo>
                <a:cubicBezTo>
                  <a:pt x="51598" y="33619"/>
                  <a:pt x="46686" y="33692"/>
                  <a:pt x="40946" y="33692"/>
                </a:cubicBezTo>
                <a:cubicBezTo>
                  <a:pt x="39300" y="33692"/>
                  <a:pt x="37585" y="33686"/>
                  <a:pt x="35874" y="33686"/>
                </a:cubicBezTo>
                <a:cubicBezTo>
                  <a:pt x="27866" y="33686"/>
                  <a:pt x="19940" y="33818"/>
                  <a:pt x="19468" y="35315"/>
                </a:cubicBezTo>
                <a:cubicBezTo>
                  <a:pt x="18559" y="38246"/>
                  <a:pt x="53811" y="46412"/>
                  <a:pt x="53811" y="46412"/>
                </a:cubicBezTo>
                <a:lnTo>
                  <a:pt x="123875" y="46412"/>
                </a:lnTo>
                <a:cubicBezTo>
                  <a:pt x="123875" y="46412"/>
                  <a:pt x="159126" y="38246"/>
                  <a:pt x="158202" y="35315"/>
                </a:cubicBezTo>
                <a:cubicBezTo>
                  <a:pt x="157729" y="33818"/>
                  <a:pt x="149803" y="33686"/>
                  <a:pt x="141795" y="33686"/>
                </a:cubicBezTo>
                <a:cubicBezTo>
                  <a:pt x="140085" y="33686"/>
                  <a:pt x="138370" y="33692"/>
                  <a:pt x="136724" y="33692"/>
                </a:cubicBezTo>
                <a:cubicBezTo>
                  <a:pt x="130984" y="33692"/>
                  <a:pt x="126072" y="33619"/>
                  <a:pt x="125035" y="32964"/>
                </a:cubicBezTo>
                <a:cubicBezTo>
                  <a:pt x="122307" y="31240"/>
                  <a:pt x="171368" y="25691"/>
                  <a:pt x="170976" y="23496"/>
                </a:cubicBezTo>
                <a:cubicBezTo>
                  <a:pt x="170811" y="22536"/>
                  <a:pt x="162283" y="22428"/>
                  <a:pt x="152713" y="22428"/>
                </a:cubicBezTo>
                <a:cubicBezTo>
                  <a:pt x="149960" y="22428"/>
                  <a:pt x="147120" y="22437"/>
                  <a:pt x="144369" y="22437"/>
                </a:cubicBezTo>
                <a:cubicBezTo>
                  <a:pt x="134846" y="22437"/>
                  <a:pt x="126381" y="22331"/>
                  <a:pt x="126210" y="21380"/>
                </a:cubicBezTo>
                <a:cubicBezTo>
                  <a:pt x="125818" y="19202"/>
                  <a:pt x="174738" y="19750"/>
                  <a:pt x="176211" y="16098"/>
                </a:cubicBezTo>
                <a:cubicBezTo>
                  <a:pt x="177685" y="12462"/>
                  <a:pt x="114909" y="15847"/>
                  <a:pt x="115301" y="12462"/>
                </a:cubicBezTo>
                <a:cubicBezTo>
                  <a:pt x="115693" y="9076"/>
                  <a:pt x="157622" y="9969"/>
                  <a:pt x="157026" y="7838"/>
                </a:cubicBezTo>
                <a:cubicBezTo>
                  <a:pt x="156446" y="5706"/>
                  <a:pt x="114909" y="3026"/>
                  <a:pt x="106743" y="2540"/>
                </a:cubicBezTo>
                <a:cubicBezTo>
                  <a:pt x="98561" y="2070"/>
                  <a:pt x="124643" y="1"/>
                  <a:pt x="124643" y="1"/>
                </a:cubicBezTo>
                <a:close/>
              </a:path>
            </a:pathLst>
          </a:custGeom>
          <a:solidFill>
            <a:srgbClr val="FFFFFF">
              <a:alpha val="410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7" name="Google Shape;1257;p34">
            <a:extLst>
              <a:ext uri="{FF2B5EF4-FFF2-40B4-BE49-F238E27FC236}">
                <a16:creationId xmlns:a16="http://schemas.microsoft.com/office/drawing/2014/main" id="{188C57D9-8DAF-4C49-750B-C4E46E835E93}"/>
              </a:ext>
            </a:extLst>
          </p:cNvPr>
          <p:cNvSpPr/>
          <p:nvPr/>
        </p:nvSpPr>
        <p:spPr>
          <a:xfrm>
            <a:off x="-838450" y="4242475"/>
            <a:ext cx="5219975" cy="901025"/>
          </a:xfrm>
          <a:custGeom>
            <a:avLst/>
            <a:gdLst/>
            <a:ahLst/>
            <a:cxnLst/>
            <a:rect l="l" t="t" r="r" b="b"/>
            <a:pathLst>
              <a:path w="208799" h="36041" extrusionOk="0">
                <a:moveTo>
                  <a:pt x="11178" y="0"/>
                </a:moveTo>
                <a:lnTo>
                  <a:pt x="0" y="8522"/>
                </a:lnTo>
                <a:lnTo>
                  <a:pt x="0" y="36041"/>
                </a:lnTo>
                <a:lnTo>
                  <a:pt x="208798" y="36041"/>
                </a:lnTo>
                <a:lnTo>
                  <a:pt x="208798" y="19925"/>
                </a:lnTo>
                <a:lnTo>
                  <a:pt x="161254" y="27018"/>
                </a:lnTo>
                <a:lnTo>
                  <a:pt x="129800" y="19925"/>
                </a:lnTo>
                <a:lnTo>
                  <a:pt x="113259" y="16166"/>
                </a:lnTo>
                <a:lnTo>
                  <a:pt x="98021" y="23284"/>
                </a:lnTo>
                <a:lnTo>
                  <a:pt x="71955" y="3735"/>
                </a:lnTo>
                <a:lnTo>
                  <a:pt x="48472" y="23108"/>
                </a:lnTo>
                <a:lnTo>
                  <a:pt x="11178" y="0"/>
                </a:lnTo>
                <a:close/>
              </a:path>
            </a:pathLst>
          </a:custGeom>
          <a:solidFill>
            <a:srgbClr val="274E13"/>
          </a:solidFill>
          <a:ln>
            <a:solidFill>
              <a:srgbClr val="274E13"/>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58" name="Google Shape;1258;p34">
            <a:extLst>
              <a:ext uri="{FF2B5EF4-FFF2-40B4-BE49-F238E27FC236}">
                <a16:creationId xmlns:a16="http://schemas.microsoft.com/office/drawing/2014/main" id="{40B80409-10B1-FFC0-07CD-B8C26E9A5E2D}"/>
              </a:ext>
            </a:extLst>
          </p:cNvPr>
          <p:cNvGrpSpPr/>
          <p:nvPr/>
        </p:nvGrpSpPr>
        <p:grpSpPr>
          <a:xfrm>
            <a:off x="4766341" y="1416933"/>
            <a:ext cx="1530872" cy="2106828"/>
            <a:chOff x="4219225" y="4565175"/>
            <a:chExt cx="389525" cy="536075"/>
          </a:xfrm>
          <a:solidFill>
            <a:srgbClr val="38761D"/>
          </a:solidFill>
        </p:grpSpPr>
        <p:grpSp>
          <p:nvGrpSpPr>
            <p:cNvPr id="1259" name="Google Shape;1259;p34">
              <a:extLst>
                <a:ext uri="{FF2B5EF4-FFF2-40B4-BE49-F238E27FC236}">
                  <a16:creationId xmlns:a16="http://schemas.microsoft.com/office/drawing/2014/main" id="{89D4AE49-C050-10AC-90A3-EFD0F99E9776}"/>
                </a:ext>
              </a:extLst>
            </p:cNvPr>
            <p:cNvGrpSpPr/>
            <p:nvPr/>
          </p:nvGrpSpPr>
          <p:grpSpPr>
            <a:xfrm>
              <a:off x="4295625" y="4565175"/>
              <a:ext cx="237100" cy="294300"/>
              <a:chOff x="4295625" y="4565175"/>
              <a:chExt cx="237100" cy="294300"/>
            </a:xfrm>
            <a:grpFill/>
          </p:grpSpPr>
          <p:sp>
            <p:nvSpPr>
              <p:cNvPr id="1260" name="Google Shape;1260;p34">
                <a:extLst>
                  <a:ext uri="{FF2B5EF4-FFF2-40B4-BE49-F238E27FC236}">
                    <a16:creationId xmlns:a16="http://schemas.microsoft.com/office/drawing/2014/main" id="{527E7747-FDBF-E85D-A999-A801EE86ADEF}"/>
                  </a:ext>
                </a:extLst>
              </p:cNvPr>
              <p:cNvSpPr/>
              <p:nvPr/>
            </p:nvSpPr>
            <p:spPr>
              <a:xfrm>
                <a:off x="4330900" y="4565175"/>
                <a:ext cx="166175" cy="189675"/>
              </a:xfrm>
              <a:custGeom>
                <a:avLst/>
                <a:gdLst/>
                <a:ahLst/>
                <a:cxnLst/>
                <a:rect l="l" t="t" r="r" b="b"/>
                <a:pathLst>
                  <a:path w="6647" h="7587" extrusionOk="0">
                    <a:moveTo>
                      <a:pt x="3323" y="0"/>
                    </a:moveTo>
                    <a:cubicBezTo>
                      <a:pt x="3323" y="0"/>
                      <a:pt x="2461" y="6850"/>
                      <a:pt x="1" y="6850"/>
                    </a:cubicBezTo>
                    <a:cubicBezTo>
                      <a:pt x="1" y="6850"/>
                      <a:pt x="1286" y="7587"/>
                      <a:pt x="3323" y="7587"/>
                    </a:cubicBezTo>
                    <a:cubicBezTo>
                      <a:pt x="5361" y="7587"/>
                      <a:pt x="6646" y="6850"/>
                      <a:pt x="6646" y="6850"/>
                    </a:cubicBezTo>
                    <a:cubicBezTo>
                      <a:pt x="4186" y="6850"/>
                      <a:pt x="3323" y="0"/>
                      <a:pt x="3323"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1" name="Google Shape;1261;p34">
                <a:extLst>
                  <a:ext uri="{FF2B5EF4-FFF2-40B4-BE49-F238E27FC236}">
                    <a16:creationId xmlns:a16="http://schemas.microsoft.com/office/drawing/2014/main" id="{31670E16-06D2-95B5-36BB-736609D21F0D}"/>
                  </a:ext>
                </a:extLst>
              </p:cNvPr>
              <p:cNvSpPr/>
              <p:nvPr/>
            </p:nvSpPr>
            <p:spPr>
              <a:xfrm>
                <a:off x="4295625" y="4689000"/>
                <a:ext cx="237100" cy="170475"/>
              </a:xfrm>
              <a:custGeom>
                <a:avLst/>
                <a:gdLst/>
                <a:ahLst/>
                <a:cxnLst/>
                <a:rect l="l" t="t" r="r" b="b"/>
                <a:pathLst>
                  <a:path w="9484" h="6819" extrusionOk="0">
                    <a:moveTo>
                      <a:pt x="4734" y="0"/>
                    </a:moveTo>
                    <a:cubicBezTo>
                      <a:pt x="4734" y="0"/>
                      <a:pt x="3214" y="5330"/>
                      <a:pt x="1" y="5330"/>
                    </a:cubicBezTo>
                    <a:cubicBezTo>
                      <a:pt x="1" y="5330"/>
                      <a:pt x="1882" y="6819"/>
                      <a:pt x="4734" y="6819"/>
                    </a:cubicBezTo>
                    <a:cubicBezTo>
                      <a:pt x="7587" y="6819"/>
                      <a:pt x="9484" y="5330"/>
                      <a:pt x="9484" y="5330"/>
                    </a:cubicBezTo>
                    <a:cubicBezTo>
                      <a:pt x="6255" y="5330"/>
                      <a:pt x="4734" y="0"/>
                      <a:pt x="473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62" name="Google Shape;1262;p34">
              <a:extLst>
                <a:ext uri="{FF2B5EF4-FFF2-40B4-BE49-F238E27FC236}">
                  <a16:creationId xmlns:a16="http://schemas.microsoft.com/office/drawing/2014/main" id="{1531F21F-F1E1-18C5-BDAE-9EAAA4A46B72}"/>
                </a:ext>
              </a:extLst>
            </p:cNvPr>
            <p:cNvGrpSpPr/>
            <p:nvPr/>
          </p:nvGrpSpPr>
          <p:grpSpPr>
            <a:xfrm>
              <a:off x="4219225" y="4744250"/>
              <a:ext cx="389525" cy="357000"/>
              <a:chOff x="4219225" y="4744250"/>
              <a:chExt cx="389525" cy="357000"/>
            </a:xfrm>
            <a:grpFill/>
          </p:grpSpPr>
          <p:sp>
            <p:nvSpPr>
              <p:cNvPr id="1263" name="Google Shape;1263;p34">
                <a:extLst>
                  <a:ext uri="{FF2B5EF4-FFF2-40B4-BE49-F238E27FC236}">
                    <a16:creationId xmlns:a16="http://schemas.microsoft.com/office/drawing/2014/main" id="{AD3F0F1C-F6FA-1725-74CF-C7F8DC3AA12B}"/>
                  </a:ext>
                </a:extLst>
              </p:cNvPr>
              <p:cNvSpPr/>
              <p:nvPr/>
            </p:nvSpPr>
            <p:spPr>
              <a:xfrm>
                <a:off x="4271725" y="4744250"/>
                <a:ext cx="284525" cy="204175"/>
              </a:xfrm>
              <a:custGeom>
                <a:avLst/>
                <a:gdLst/>
                <a:ahLst/>
                <a:cxnLst/>
                <a:rect l="l" t="t" r="r" b="b"/>
                <a:pathLst>
                  <a:path w="11381" h="8167" extrusionOk="0">
                    <a:moveTo>
                      <a:pt x="5690" y="0"/>
                    </a:moveTo>
                    <a:cubicBezTo>
                      <a:pt x="5690" y="0"/>
                      <a:pt x="3872" y="6396"/>
                      <a:pt x="1" y="6396"/>
                    </a:cubicBezTo>
                    <a:cubicBezTo>
                      <a:pt x="1" y="6396"/>
                      <a:pt x="2273" y="8167"/>
                      <a:pt x="5690" y="8167"/>
                    </a:cubicBezTo>
                    <a:cubicBezTo>
                      <a:pt x="9107" y="8167"/>
                      <a:pt x="11380" y="6396"/>
                      <a:pt x="11380" y="6396"/>
                    </a:cubicBezTo>
                    <a:cubicBezTo>
                      <a:pt x="7509" y="6396"/>
                      <a:pt x="5690" y="0"/>
                      <a:pt x="569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4" name="Google Shape;1264;p34">
                <a:extLst>
                  <a:ext uri="{FF2B5EF4-FFF2-40B4-BE49-F238E27FC236}">
                    <a16:creationId xmlns:a16="http://schemas.microsoft.com/office/drawing/2014/main" id="{BBEE6B8A-19D8-F9BF-7E57-E467B71A9941}"/>
                  </a:ext>
                </a:extLst>
              </p:cNvPr>
              <p:cNvSpPr/>
              <p:nvPr/>
            </p:nvSpPr>
            <p:spPr>
              <a:xfrm>
                <a:off x="4219225" y="4821450"/>
                <a:ext cx="389525" cy="279800"/>
              </a:xfrm>
              <a:custGeom>
                <a:avLst/>
                <a:gdLst/>
                <a:ahLst/>
                <a:cxnLst/>
                <a:rect l="l" t="t" r="r" b="b"/>
                <a:pathLst>
                  <a:path w="15581" h="11192" extrusionOk="0">
                    <a:moveTo>
                      <a:pt x="7790" y="0"/>
                    </a:moveTo>
                    <a:cubicBezTo>
                      <a:pt x="7790" y="0"/>
                      <a:pt x="5298" y="8762"/>
                      <a:pt x="0" y="8762"/>
                    </a:cubicBezTo>
                    <a:cubicBezTo>
                      <a:pt x="0" y="8762"/>
                      <a:pt x="3120" y="11192"/>
                      <a:pt x="7790" y="11192"/>
                    </a:cubicBezTo>
                    <a:cubicBezTo>
                      <a:pt x="12461" y="11192"/>
                      <a:pt x="15581" y="8762"/>
                      <a:pt x="15581" y="8762"/>
                    </a:cubicBezTo>
                    <a:cubicBezTo>
                      <a:pt x="10283" y="8762"/>
                      <a:pt x="7790" y="0"/>
                      <a:pt x="779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265" name="Google Shape;1265;p34">
            <a:extLst>
              <a:ext uri="{FF2B5EF4-FFF2-40B4-BE49-F238E27FC236}">
                <a16:creationId xmlns:a16="http://schemas.microsoft.com/office/drawing/2014/main" id="{4D90F6D4-3BE2-C607-59E5-058757D9FD8F}"/>
              </a:ext>
            </a:extLst>
          </p:cNvPr>
          <p:cNvGrpSpPr/>
          <p:nvPr/>
        </p:nvGrpSpPr>
        <p:grpSpPr>
          <a:xfrm>
            <a:off x="4293618" y="1788397"/>
            <a:ext cx="945961" cy="1301858"/>
            <a:chOff x="4219225" y="4565175"/>
            <a:chExt cx="389525" cy="536075"/>
          </a:xfrm>
          <a:solidFill>
            <a:srgbClr val="38761D"/>
          </a:solidFill>
        </p:grpSpPr>
        <p:grpSp>
          <p:nvGrpSpPr>
            <p:cNvPr id="1266" name="Google Shape;1266;p34">
              <a:extLst>
                <a:ext uri="{FF2B5EF4-FFF2-40B4-BE49-F238E27FC236}">
                  <a16:creationId xmlns:a16="http://schemas.microsoft.com/office/drawing/2014/main" id="{89E74016-D76B-0982-3FCF-1074252163C7}"/>
                </a:ext>
              </a:extLst>
            </p:cNvPr>
            <p:cNvGrpSpPr/>
            <p:nvPr/>
          </p:nvGrpSpPr>
          <p:grpSpPr>
            <a:xfrm>
              <a:off x="4295625" y="4565175"/>
              <a:ext cx="237100" cy="294300"/>
              <a:chOff x="4295625" y="4565175"/>
              <a:chExt cx="237100" cy="294300"/>
            </a:xfrm>
            <a:grpFill/>
          </p:grpSpPr>
          <p:sp>
            <p:nvSpPr>
              <p:cNvPr id="1267" name="Google Shape;1267;p34">
                <a:extLst>
                  <a:ext uri="{FF2B5EF4-FFF2-40B4-BE49-F238E27FC236}">
                    <a16:creationId xmlns:a16="http://schemas.microsoft.com/office/drawing/2014/main" id="{A96148FC-74AB-7DFA-3F18-FEA1D4140BD5}"/>
                  </a:ext>
                </a:extLst>
              </p:cNvPr>
              <p:cNvSpPr/>
              <p:nvPr/>
            </p:nvSpPr>
            <p:spPr>
              <a:xfrm>
                <a:off x="4330900" y="4565175"/>
                <a:ext cx="166175" cy="189675"/>
              </a:xfrm>
              <a:custGeom>
                <a:avLst/>
                <a:gdLst/>
                <a:ahLst/>
                <a:cxnLst/>
                <a:rect l="l" t="t" r="r" b="b"/>
                <a:pathLst>
                  <a:path w="6647" h="7587" extrusionOk="0">
                    <a:moveTo>
                      <a:pt x="3323" y="0"/>
                    </a:moveTo>
                    <a:cubicBezTo>
                      <a:pt x="3323" y="0"/>
                      <a:pt x="2461" y="6850"/>
                      <a:pt x="1" y="6850"/>
                    </a:cubicBezTo>
                    <a:cubicBezTo>
                      <a:pt x="1" y="6850"/>
                      <a:pt x="1286" y="7587"/>
                      <a:pt x="3323" y="7587"/>
                    </a:cubicBezTo>
                    <a:cubicBezTo>
                      <a:pt x="5361" y="7587"/>
                      <a:pt x="6646" y="6850"/>
                      <a:pt x="6646" y="6850"/>
                    </a:cubicBezTo>
                    <a:cubicBezTo>
                      <a:pt x="4186" y="6850"/>
                      <a:pt x="3323" y="0"/>
                      <a:pt x="3323"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8" name="Google Shape;1268;p34">
                <a:extLst>
                  <a:ext uri="{FF2B5EF4-FFF2-40B4-BE49-F238E27FC236}">
                    <a16:creationId xmlns:a16="http://schemas.microsoft.com/office/drawing/2014/main" id="{7B997B52-E874-5F89-EB76-144659667F76}"/>
                  </a:ext>
                </a:extLst>
              </p:cNvPr>
              <p:cNvSpPr/>
              <p:nvPr/>
            </p:nvSpPr>
            <p:spPr>
              <a:xfrm>
                <a:off x="4295625" y="4689000"/>
                <a:ext cx="237100" cy="170475"/>
              </a:xfrm>
              <a:custGeom>
                <a:avLst/>
                <a:gdLst/>
                <a:ahLst/>
                <a:cxnLst/>
                <a:rect l="l" t="t" r="r" b="b"/>
                <a:pathLst>
                  <a:path w="9484" h="6819" extrusionOk="0">
                    <a:moveTo>
                      <a:pt x="4734" y="0"/>
                    </a:moveTo>
                    <a:cubicBezTo>
                      <a:pt x="4734" y="0"/>
                      <a:pt x="3214" y="5330"/>
                      <a:pt x="1" y="5330"/>
                    </a:cubicBezTo>
                    <a:cubicBezTo>
                      <a:pt x="1" y="5330"/>
                      <a:pt x="1882" y="6819"/>
                      <a:pt x="4734" y="6819"/>
                    </a:cubicBezTo>
                    <a:cubicBezTo>
                      <a:pt x="7587" y="6819"/>
                      <a:pt x="9484" y="5330"/>
                      <a:pt x="9484" y="5330"/>
                    </a:cubicBezTo>
                    <a:cubicBezTo>
                      <a:pt x="6255" y="5330"/>
                      <a:pt x="4734" y="0"/>
                      <a:pt x="473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69" name="Google Shape;1269;p34">
              <a:extLst>
                <a:ext uri="{FF2B5EF4-FFF2-40B4-BE49-F238E27FC236}">
                  <a16:creationId xmlns:a16="http://schemas.microsoft.com/office/drawing/2014/main" id="{910BA6AD-1081-9933-8415-44B0114BADAB}"/>
                </a:ext>
              </a:extLst>
            </p:cNvPr>
            <p:cNvGrpSpPr/>
            <p:nvPr/>
          </p:nvGrpSpPr>
          <p:grpSpPr>
            <a:xfrm>
              <a:off x="4219225" y="4744250"/>
              <a:ext cx="389525" cy="357000"/>
              <a:chOff x="4219225" y="4744250"/>
              <a:chExt cx="389525" cy="357000"/>
            </a:xfrm>
            <a:grpFill/>
          </p:grpSpPr>
          <p:sp>
            <p:nvSpPr>
              <p:cNvPr id="1270" name="Google Shape;1270;p34">
                <a:extLst>
                  <a:ext uri="{FF2B5EF4-FFF2-40B4-BE49-F238E27FC236}">
                    <a16:creationId xmlns:a16="http://schemas.microsoft.com/office/drawing/2014/main" id="{6B42030C-A5E2-FB5F-65A8-DB5CF0455C4E}"/>
                  </a:ext>
                </a:extLst>
              </p:cNvPr>
              <p:cNvSpPr/>
              <p:nvPr/>
            </p:nvSpPr>
            <p:spPr>
              <a:xfrm>
                <a:off x="4271725" y="4744250"/>
                <a:ext cx="284525" cy="204175"/>
              </a:xfrm>
              <a:custGeom>
                <a:avLst/>
                <a:gdLst/>
                <a:ahLst/>
                <a:cxnLst/>
                <a:rect l="l" t="t" r="r" b="b"/>
                <a:pathLst>
                  <a:path w="11381" h="8167" extrusionOk="0">
                    <a:moveTo>
                      <a:pt x="5690" y="0"/>
                    </a:moveTo>
                    <a:cubicBezTo>
                      <a:pt x="5690" y="0"/>
                      <a:pt x="3872" y="6396"/>
                      <a:pt x="1" y="6396"/>
                    </a:cubicBezTo>
                    <a:cubicBezTo>
                      <a:pt x="1" y="6396"/>
                      <a:pt x="2273" y="8167"/>
                      <a:pt x="5690" y="8167"/>
                    </a:cubicBezTo>
                    <a:cubicBezTo>
                      <a:pt x="9107" y="8167"/>
                      <a:pt x="11380" y="6396"/>
                      <a:pt x="11380" y="6396"/>
                    </a:cubicBezTo>
                    <a:cubicBezTo>
                      <a:pt x="7509" y="6396"/>
                      <a:pt x="5690" y="0"/>
                      <a:pt x="569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1" name="Google Shape;1271;p34">
                <a:extLst>
                  <a:ext uri="{FF2B5EF4-FFF2-40B4-BE49-F238E27FC236}">
                    <a16:creationId xmlns:a16="http://schemas.microsoft.com/office/drawing/2014/main" id="{F064E17B-52AB-6AB1-2B51-8531EFBE7928}"/>
                  </a:ext>
                </a:extLst>
              </p:cNvPr>
              <p:cNvSpPr/>
              <p:nvPr/>
            </p:nvSpPr>
            <p:spPr>
              <a:xfrm>
                <a:off x="4219225" y="4821450"/>
                <a:ext cx="389525" cy="279800"/>
              </a:xfrm>
              <a:custGeom>
                <a:avLst/>
                <a:gdLst/>
                <a:ahLst/>
                <a:cxnLst/>
                <a:rect l="l" t="t" r="r" b="b"/>
                <a:pathLst>
                  <a:path w="15581" h="11192" extrusionOk="0">
                    <a:moveTo>
                      <a:pt x="7790" y="0"/>
                    </a:moveTo>
                    <a:cubicBezTo>
                      <a:pt x="7790" y="0"/>
                      <a:pt x="5298" y="8762"/>
                      <a:pt x="0" y="8762"/>
                    </a:cubicBezTo>
                    <a:cubicBezTo>
                      <a:pt x="0" y="8762"/>
                      <a:pt x="3120" y="11192"/>
                      <a:pt x="7790" y="11192"/>
                    </a:cubicBezTo>
                    <a:cubicBezTo>
                      <a:pt x="12461" y="11192"/>
                      <a:pt x="15581" y="8762"/>
                      <a:pt x="15581" y="8762"/>
                    </a:cubicBezTo>
                    <a:cubicBezTo>
                      <a:pt x="10283" y="8762"/>
                      <a:pt x="7790" y="0"/>
                      <a:pt x="779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272" name="Google Shape;1272;p34">
            <a:extLst>
              <a:ext uri="{FF2B5EF4-FFF2-40B4-BE49-F238E27FC236}">
                <a16:creationId xmlns:a16="http://schemas.microsoft.com/office/drawing/2014/main" id="{13A7F81E-6E81-573E-B91F-0494DFC69EE7}"/>
              </a:ext>
            </a:extLst>
          </p:cNvPr>
          <p:cNvSpPr/>
          <p:nvPr/>
        </p:nvSpPr>
        <p:spPr>
          <a:xfrm flipH="1">
            <a:off x="-1057094" y="1098231"/>
            <a:ext cx="8629070" cy="2684190"/>
          </a:xfrm>
          <a:custGeom>
            <a:avLst/>
            <a:gdLst/>
            <a:ahLst/>
            <a:cxnLst/>
            <a:rect l="l" t="t" r="r" b="b"/>
            <a:pathLst>
              <a:path w="195272" h="47557" extrusionOk="0">
                <a:moveTo>
                  <a:pt x="169456" y="6161"/>
                </a:moveTo>
                <a:cubicBezTo>
                  <a:pt x="153343" y="18559"/>
                  <a:pt x="158233" y="14907"/>
                  <a:pt x="149001" y="12290"/>
                </a:cubicBezTo>
                <a:lnTo>
                  <a:pt x="149001" y="12290"/>
                </a:lnTo>
                <a:cubicBezTo>
                  <a:pt x="139753" y="9688"/>
                  <a:pt x="141070" y="6020"/>
                  <a:pt x="130489" y="13340"/>
                </a:cubicBezTo>
                <a:lnTo>
                  <a:pt x="130489" y="13340"/>
                </a:lnTo>
                <a:cubicBezTo>
                  <a:pt x="125160" y="17023"/>
                  <a:pt x="118279" y="16318"/>
                  <a:pt x="111147" y="15628"/>
                </a:cubicBezTo>
                <a:lnTo>
                  <a:pt x="111147" y="15628"/>
                </a:lnTo>
                <a:cubicBezTo>
                  <a:pt x="104125" y="14938"/>
                  <a:pt x="96868" y="14233"/>
                  <a:pt x="90645" y="17760"/>
                </a:cubicBezTo>
                <a:lnTo>
                  <a:pt x="90645" y="17760"/>
                </a:lnTo>
                <a:cubicBezTo>
                  <a:pt x="78106" y="24829"/>
                  <a:pt x="65990" y="32980"/>
                  <a:pt x="62416" y="32494"/>
                </a:cubicBezTo>
                <a:lnTo>
                  <a:pt x="62416" y="32494"/>
                </a:lnTo>
                <a:cubicBezTo>
                  <a:pt x="29515" y="28058"/>
                  <a:pt x="1" y="47557"/>
                  <a:pt x="1" y="47557"/>
                </a:cubicBezTo>
                <a:lnTo>
                  <a:pt x="1" y="47557"/>
                </a:lnTo>
                <a:lnTo>
                  <a:pt x="195271" y="47557"/>
                </a:lnTo>
                <a:lnTo>
                  <a:pt x="195271" y="3935"/>
                </a:lnTo>
                <a:cubicBezTo>
                  <a:pt x="195271" y="3935"/>
                  <a:pt x="191525" y="1"/>
                  <a:pt x="184817" y="1"/>
                </a:cubicBezTo>
                <a:lnTo>
                  <a:pt x="184817" y="1"/>
                </a:lnTo>
                <a:cubicBezTo>
                  <a:pt x="180726" y="1"/>
                  <a:pt x="175553" y="1459"/>
                  <a:pt x="169456" y="6161"/>
                </a:cubicBezTo>
                <a:close/>
              </a:path>
            </a:pathLst>
          </a:custGeom>
          <a:solidFill>
            <a:srgbClr val="7A9E6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3" name="Google Shape;1273;p34">
            <a:extLst>
              <a:ext uri="{FF2B5EF4-FFF2-40B4-BE49-F238E27FC236}">
                <a16:creationId xmlns:a16="http://schemas.microsoft.com/office/drawing/2014/main" id="{2F414E49-B52A-F29B-3654-19391A4250D3}"/>
              </a:ext>
            </a:extLst>
          </p:cNvPr>
          <p:cNvSpPr txBox="1">
            <a:spLocks noGrp="1"/>
          </p:cNvSpPr>
          <p:nvPr>
            <p:ph type="title"/>
          </p:nvPr>
        </p:nvSpPr>
        <p:spPr>
          <a:xfrm>
            <a:off x="738352" y="2105101"/>
            <a:ext cx="3957000" cy="1118400"/>
          </a:xfrm>
          <a:prstGeom prst="rect">
            <a:avLst/>
          </a:prstGeom>
        </p:spPr>
        <p:txBody>
          <a:bodyPr spcFirstLastPara="1" wrap="square" lIns="91425" tIns="91425" rIns="91425" bIns="91425" anchor="ctr" anchorCtr="0">
            <a:noAutofit/>
          </a:bodyPr>
          <a:lstStyle/>
          <a:p>
            <a:pPr lvl="0"/>
            <a:r>
              <a:rPr lang="en-US" dirty="0"/>
              <a:t>Data Exploration </a:t>
            </a:r>
            <a:endParaRPr i="1" dirty="0"/>
          </a:p>
        </p:txBody>
      </p:sp>
      <p:sp>
        <p:nvSpPr>
          <p:cNvPr id="1274" name="Google Shape;1274;p34">
            <a:extLst>
              <a:ext uri="{FF2B5EF4-FFF2-40B4-BE49-F238E27FC236}">
                <a16:creationId xmlns:a16="http://schemas.microsoft.com/office/drawing/2014/main" id="{1E96AD82-8ECD-F6BF-A817-6218CFF60C5C}"/>
              </a:ext>
            </a:extLst>
          </p:cNvPr>
          <p:cNvSpPr txBox="1">
            <a:spLocks noGrp="1"/>
          </p:cNvSpPr>
          <p:nvPr>
            <p:ph type="title" idx="2"/>
          </p:nvPr>
        </p:nvSpPr>
        <p:spPr>
          <a:xfrm>
            <a:off x="726494" y="478031"/>
            <a:ext cx="1303200" cy="1334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01</a:t>
            </a:r>
            <a:endParaRPr dirty="0"/>
          </a:p>
        </p:txBody>
      </p:sp>
      <p:sp>
        <p:nvSpPr>
          <p:cNvPr id="1275" name="Google Shape;1275;p34">
            <a:extLst>
              <a:ext uri="{FF2B5EF4-FFF2-40B4-BE49-F238E27FC236}">
                <a16:creationId xmlns:a16="http://schemas.microsoft.com/office/drawing/2014/main" id="{95D1AA2A-463E-8B3D-5B47-8410170A1D8B}"/>
              </a:ext>
            </a:extLst>
          </p:cNvPr>
          <p:cNvSpPr txBox="1">
            <a:spLocks noGrp="1"/>
          </p:cNvSpPr>
          <p:nvPr>
            <p:ph type="subTitle" idx="1"/>
          </p:nvPr>
        </p:nvSpPr>
        <p:spPr>
          <a:xfrm>
            <a:off x="713225" y="3426518"/>
            <a:ext cx="3740400" cy="380100"/>
          </a:xfrm>
          <a:prstGeom prst="rect">
            <a:avLst/>
          </a:prstGeom>
        </p:spPr>
        <p:txBody>
          <a:bodyPr spcFirstLastPara="1" wrap="square" lIns="91425" tIns="91425" rIns="91425" bIns="91425" anchor="b" anchorCtr="0">
            <a:noAutofit/>
          </a:bodyPr>
          <a:lstStyle/>
          <a:p>
            <a:pPr marL="0" lvl="0" indent="0"/>
            <a:r>
              <a:rPr lang="en-US" dirty="0"/>
              <a:t>What Is Going on ?</a:t>
            </a:r>
          </a:p>
        </p:txBody>
      </p:sp>
      <p:sp>
        <p:nvSpPr>
          <p:cNvPr id="1277" name="Google Shape;1277;p34">
            <a:extLst>
              <a:ext uri="{FF2B5EF4-FFF2-40B4-BE49-F238E27FC236}">
                <a16:creationId xmlns:a16="http://schemas.microsoft.com/office/drawing/2014/main" id="{0B86F439-5072-0604-36E2-750AA6827502}"/>
              </a:ext>
            </a:extLst>
          </p:cNvPr>
          <p:cNvSpPr/>
          <p:nvPr/>
        </p:nvSpPr>
        <p:spPr>
          <a:xfrm>
            <a:off x="4017683" y="3121844"/>
            <a:ext cx="2362528" cy="1915658"/>
          </a:xfrm>
          <a:custGeom>
            <a:avLst/>
            <a:gdLst/>
            <a:ahLst/>
            <a:cxnLst/>
            <a:rect l="l" t="t" r="r" b="b"/>
            <a:pathLst>
              <a:path w="96067" h="77896" extrusionOk="0">
                <a:moveTo>
                  <a:pt x="93685" y="0"/>
                </a:moveTo>
                <a:lnTo>
                  <a:pt x="1" y="77895"/>
                </a:lnTo>
                <a:lnTo>
                  <a:pt x="13434" y="77895"/>
                </a:lnTo>
                <a:lnTo>
                  <a:pt x="96066" y="3634"/>
                </a:lnTo>
                <a:lnTo>
                  <a:pt x="93685" y="0"/>
                </a:lnTo>
                <a:close/>
              </a:path>
            </a:pathLst>
          </a:custGeom>
          <a:solidFill>
            <a:schemeClr val="bg1">
              <a:lumMod val="6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 name="Google Shape;1278;p34">
            <a:extLst>
              <a:ext uri="{FF2B5EF4-FFF2-40B4-BE49-F238E27FC236}">
                <a16:creationId xmlns:a16="http://schemas.microsoft.com/office/drawing/2014/main" id="{4ECF9A14-55C0-5682-D39B-8158CE0ACB20}"/>
              </a:ext>
            </a:extLst>
          </p:cNvPr>
          <p:cNvSpPr/>
          <p:nvPr/>
        </p:nvSpPr>
        <p:spPr>
          <a:xfrm>
            <a:off x="4012765" y="5033763"/>
            <a:ext cx="339008" cy="102354"/>
          </a:xfrm>
          <a:custGeom>
            <a:avLst/>
            <a:gdLst/>
            <a:ahLst/>
            <a:cxnLst/>
            <a:rect l="l" t="t" r="r" b="b"/>
            <a:pathLst>
              <a:path w="13785" h="4162" extrusionOk="0">
                <a:moveTo>
                  <a:pt x="0" y="1"/>
                </a:moveTo>
                <a:lnTo>
                  <a:pt x="0" y="4161"/>
                </a:lnTo>
                <a:lnTo>
                  <a:pt x="13785" y="4161"/>
                </a:lnTo>
                <a:lnTo>
                  <a:pt x="13785" y="1"/>
                </a:lnTo>
                <a:close/>
              </a:path>
            </a:pathLst>
          </a:custGeom>
          <a:solidFill>
            <a:schemeClr val="bg1">
              <a:lumMod val="5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 name="Google Shape;1279;p34">
            <a:extLst>
              <a:ext uri="{FF2B5EF4-FFF2-40B4-BE49-F238E27FC236}">
                <a16:creationId xmlns:a16="http://schemas.microsoft.com/office/drawing/2014/main" id="{9B2E69B9-CF10-7BA1-7DC9-56CB1DDF37BE}"/>
              </a:ext>
            </a:extLst>
          </p:cNvPr>
          <p:cNvSpPr/>
          <p:nvPr/>
        </p:nvSpPr>
        <p:spPr>
          <a:xfrm>
            <a:off x="4341272" y="3491641"/>
            <a:ext cx="1725828" cy="1644476"/>
          </a:xfrm>
          <a:custGeom>
            <a:avLst/>
            <a:gdLst/>
            <a:ahLst/>
            <a:cxnLst/>
            <a:rect l="l" t="t" r="r" b="b"/>
            <a:pathLst>
              <a:path w="70177" h="66869" extrusionOk="0">
                <a:moveTo>
                  <a:pt x="70176" y="1"/>
                </a:moveTo>
                <a:lnTo>
                  <a:pt x="0" y="62658"/>
                </a:lnTo>
                <a:lnTo>
                  <a:pt x="0" y="66868"/>
                </a:lnTo>
                <a:lnTo>
                  <a:pt x="1680" y="66868"/>
                </a:lnTo>
                <a:lnTo>
                  <a:pt x="70176" y="1"/>
                </a:lnTo>
                <a:close/>
              </a:path>
            </a:pathLst>
          </a:custGeom>
          <a:solidFill>
            <a:schemeClr val="bg1">
              <a:lumMod val="5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 name="Google Shape;1280;p34">
            <a:extLst>
              <a:ext uri="{FF2B5EF4-FFF2-40B4-BE49-F238E27FC236}">
                <a16:creationId xmlns:a16="http://schemas.microsoft.com/office/drawing/2014/main" id="{9457197E-87DC-29C5-9D8D-CCBF99717A65}"/>
              </a:ext>
            </a:extLst>
          </p:cNvPr>
          <p:cNvSpPr/>
          <p:nvPr/>
        </p:nvSpPr>
        <p:spPr>
          <a:xfrm>
            <a:off x="4538503" y="3092874"/>
            <a:ext cx="2400744" cy="2615216"/>
          </a:xfrm>
          <a:custGeom>
            <a:avLst/>
            <a:gdLst/>
            <a:ahLst/>
            <a:cxnLst/>
            <a:rect l="l" t="t" r="r" b="b"/>
            <a:pathLst>
              <a:path w="97621" h="106342" fill="none" extrusionOk="0">
                <a:moveTo>
                  <a:pt x="1" y="106342"/>
                </a:moveTo>
                <a:lnTo>
                  <a:pt x="97620" y="0"/>
                </a:lnTo>
              </a:path>
            </a:pathLst>
          </a:custGeom>
          <a:solidFill>
            <a:schemeClr val="lt2"/>
          </a:solidFill>
          <a:ln w="73300" cap="flat" cmpd="sng">
            <a:solidFill>
              <a:schemeClr val="bg1">
                <a:lumMod val="65000"/>
              </a:schemeClr>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1" name="Google Shape;1281;p34">
            <a:extLst>
              <a:ext uri="{FF2B5EF4-FFF2-40B4-BE49-F238E27FC236}">
                <a16:creationId xmlns:a16="http://schemas.microsoft.com/office/drawing/2014/main" id="{0FA0943E-597D-6F1A-BEEA-53DC306064F0}"/>
              </a:ext>
            </a:extLst>
          </p:cNvPr>
          <p:cNvSpPr/>
          <p:nvPr/>
        </p:nvSpPr>
        <p:spPr>
          <a:xfrm>
            <a:off x="4593984" y="3144026"/>
            <a:ext cx="2397031" cy="2611527"/>
          </a:xfrm>
          <a:custGeom>
            <a:avLst/>
            <a:gdLst/>
            <a:ahLst/>
            <a:cxnLst/>
            <a:rect l="l" t="t" r="r" b="b"/>
            <a:pathLst>
              <a:path w="97470" h="106192" fill="none" extrusionOk="0">
                <a:moveTo>
                  <a:pt x="0" y="106191"/>
                </a:moveTo>
                <a:lnTo>
                  <a:pt x="97469" y="0"/>
                </a:lnTo>
              </a:path>
            </a:pathLst>
          </a:custGeom>
          <a:solidFill>
            <a:schemeClr val="dk1"/>
          </a:solidFill>
          <a:ln w="73300" cap="flat" cmpd="sng">
            <a:solidFill>
              <a:schemeClr val="bg1">
                <a:lumMod val="50000"/>
              </a:schemeClr>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82" name="Google Shape;1282;p34">
            <a:extLst>
              <a:ext uri="{FF2B5EF4-FFF2-40B4-BE49-F238E27FC236}">
                <a16:creationId xmlns:a16="http://schemas.microsoft.com/office/drawing/2014/main" id="{C7DA5678-3926-12ED-D4F7-E4EC11B07FDE}"/>
              </a:ext>
            </a:extLst>
          </p:cNvPr>
          <p:cNvSpPr/>
          <p:nvPr/>
        </p:nvSpPr>
        <p:spPr>
          <a:xfrm>
            <a:off x="5648560" y="3720942"/>
            <a:ext cx="1700547" cy="2090068"/>
          </a:xfrm>
          <a:custGeom>
            <a:avLst/>
            <a:gdLst/>
            <a:ahLst/>
            <a:cxnLst/>
            <a:rect l="l" t="t" r="r" b="b"/>
            <a:pathLst>
              <a:path w="69149" h="84988" fill="none" extrusionOk="0">
                <a:moveTo>
                  <a:pt x="1" y="84988"/>
                </a:moveTo>
                <a:lnTo>
                  <a:pt x="69149" y="0"/>
                </a:lnTo>
              </a:path>
            </a:pathLst>
          </a:custGeom>
          <a:solidFill>
            <a:schemeClr val="lt2"/>
          </a:solidFill>
          <a:ln w="73300" cap="flat" cmpd="sng">
            <a:solidFill>
              <a:schemeClr val="bg1">
                <a:lumMod val="65000"/>
              </a:schemeClr>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 name="Google Shape;1283;p34">
            <a:extLst>
              <a:ext uri="{FF2B5EF4-FFF2-40B4-BE49-F238E27FC236}">
                <a16:creationId xmlns:a16="http://schemas.microsoft.com/office/drawing/2014/main" id="{AFE13891-ACCF-4E9E-3D98-D02646537546}"/>
              </a:ext>
            </a:extLst>
          </p:cNvPr>
          <p:cNvSpPr/>
          <p:nvPr/>
        </p:nvSpPr>
        <p:spPr>
          <a:xfrm>
            <a:off x="5703426" y="3850987"/>
            <a:ext cx="1622269" cy="2007486"/>
          </a:xfrm>
          <a:custGeom>
            <a:avLst/>
            <a:gdLst/>
            <a:ahLst/>
            <a:cxnLst/>
            <a:rect l="l" t="t" r="r" b="b"/>
            <a:pathLst>
              <a:path w="65966" h="81630" fill="none" extrusionOk="0">
                <a:moveTo>
                  <a:pt x="0" y="81630"/>
                </a:moveTo>
                <a:lnTo>
                  <a:pt x="65966" y="0"/>
                </a:lnTo>
              </a:path>
            </a:pathLst>
          </a:custGeom>
          <a:solidFill>
            <a:schemeClr val="dk1"/>
          </a:solidFill>
          <a:ln w="73300" cap="flat" cmpd="sng">
            <a:solidFill>
              <a:schemeClr val="bg1">
                <a:lumMod val="50000"/>
              </a:schemeClr>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 name="Google Shape;1284;p34">
            <a:extLst>
              <a:ext uri="{FF2B5EF4-FFF2-40B4-BE49-F238E27FC236}">
                <a16:creationId xmlns:a16="http://schemas.microsoft.com/office/drawing/2014/main" id="{8BAE171E-5F2A-DA8F-2779-53932A17B579}"/>
              </a:ext>
            </a:extLst>
          </p:cNvPr>
          <p:cNvSpPr/>
          <p:nvPr/>
        </p:nvSpPr>
        <p:spPr>
          <a:xfrm>
            <a:off x="5153021" y="4402621"/>
            <a:ext cx="271821" cy="271846"/>
          </a:xfrm>
          <a:custGeom>
            <a:avLst/>
            <a:gdLst/>
            <a:ahLst/>
            <a:cxnLst/>
            <a:rect l="l" t="t" r="r" b="b"/>
            <a:pathLst>
              <a:path w="11053" h="11054" fill="none" extrusionOk="0">
                <a:moveTo>
                  <a:pt x="0" y="11053"/>
                </a:moveTo>
                <a:lnTo>
                  <a:pt x="11053" y="1"/>
                </a:lnTo>
              </a:path>
            </a:pathLst>
          </a:custGeom>
          <a:noFill/>
          <a:ln w="20675" cap="rnd" cmpd="sng">
            <a:solidFill>
              <a:schemeClr val="bg1">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a:spcBef>
                <a:spcPts val="0"/>
              </a:spcBef>
              <a:spcAft>
                <a:spcPts val="0"/>
              </a:spcAft>
              <a:buNone/>
            </a:pPr>
            <a:endParaRPr/>
          </a:p>
        </p:txBody>
      </p:sp>
      <p:sp>
        <p:nvSpPr>
          <p:cNvPr id="1285" name="Google Shape;1285;p34">
            <a:extLst>
              <a:ext uri="{FF2B5EF4-FFF2-40B4-BE49-F238E27FC236}">
                <a16:creationId xmlns:a16="http://schemas.microsoft.com/office/drawing/2014/main" id="{5A83CBF5-D6DC-67C0-3877-8A93E2820889}"/>
              </a:ext>
            </a:extLst>
          </p:cNvPr>
          <p:cNvSpPr/>
          <p:nvPr/>
        </p:nvSpPr>
        <p:spPr>
          <a:xfrm>
            <a:off x="6200809" y="4166558"/>
            <a:ext cx="271845" cy="271846"/>
          </a:xfrm>
          <a:custGeom>
            <a:avLst/>
            <a:gdLst/>
            <a:ahLst/>
            <a:cxnLst/>
            <a:rect l="l" t="t" r="r" b="b"/>
            <a:pathLst>
              <a:path w="11054" h="11054" fill="none" extrusionOk="0">
                <a:moveTo>
                  <a:pt x="1" y="11053"/>
                </a:moveTo>
                <a:lnTo>
                  <a:pt x="11054" y="0"/>
                </a:lnTo>
              </a:path>
            </a:pathLst>
          </a:custGeom>
          <a:noFill/>
          <a:ln w="20675" cap="rnd" cmpd="sng">
            <a:solidFill>
              <a:schemeClr val="bg1">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a:spcBef>
                <a:spcPts val="0"/>
              </a:spcBef>
              <a:spcAft>
                <a:spcPts val="0"/>
              </a:spcAft>
              <a:buNone/>
            </a:pPr>
            <a:endParaRPr/>
          </a:p>
        </p:txBody>
      </p:sp>
      <p:sp>
        <p:nvSpPr>
          <p:cNvPr id="1286" name="Google Shape;1286;p34">
            <a:extLst>
              <a:ext uri="{FF2B5EF4-FFF2-40B4-BE49-F238E27FC236}">
                <a16:creationId xmlns:a16="http://schemas.microsoft.com/office/drawing/2014/main" id="{84AA35E1-7075-80D9-D704-FE2882A13D01}"/>
              </a:ext>
            </a:extLst>
          </p:cNvPr>
          <p:cNvSpPr/>
          <p:nvPr/>
        </p:nvSpPr>
        <p:spPr>
          <a:xfrm>
            <a:off x="4598288" y="4669499"/>
            <a:ext cx="271845" cy="271846"/>
          </a:xfrm>
          <a:custGeom>
            <a:avLst/>
            <a:gdLst/>
            <a:ahLst/>
            <a:cxnLst/>
            <a:rect l="l" t="t" r="r" b="b"/>
            <a:pathLst>
              <a:path w="11054" h="11054" fill="none" extrusionOk="0">
                <a:moveTo>
                  <a:pt x="1" y="11053"/>
                </a:moveTo>
                <a:lnTo>
                  <a:pt x="11053" y="1"/>
                </a:lnTo>
              </a:path>
            </a:pathLst>
          </a:custGeom>
          <a:noFill/>
          <a:ln w="20675" cap="rnd" cmpd="sng">
            <a:solidFill>
              <a:schemeClr val="bg1">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a:spcBef>
                <a:spcPts val="0"/>
              </a:spcBef>
              <a:spcAft>
                <a:spcPts val="0"/>
              </a:spcAft>
              <a:buNone/>
            </a:pPr>
            <a:endParaRPr/>
          </a:p>
        </p:txBody>
      </p:sp>
      <p:sp>
        <p:nvSpPr>
          <p:cNvPr id="1287" name="Google Shape;1287;p34">
            <a:extLst>
              <a:ext uri="{FF2B5EF4-FFF2-40B4-BE49-F238E27FC236}">
                <a16:creationId xmlns:a16="http://schemas.microsoft.com/office/drawing/2014/main" id="{130C1FBF-0FE4-1BF0-675D-1F5AC5CF6411}"/>
              </a:ext>
            </a:extLst>
          </p:cNvPr>
          <p:cNvSpPr/>
          <p:nvPr/>
        </p:nvSpPr>
        <p:spPr>
          <a:xfrm>
            <a:off x="6076322" y="4681205"/>
            <a:ext cx="252713" cy="289724"/>
          </a:xfrm>
          <a:custGeom>
            <a:avLst/>
            <a:gdLst/>
            <a:ahLst/>
            <a:cxnLst/>
            <a:rect l="l" t="t" r="r" b="b"/>
            <a:pathLst>
              <a:path w="10276" h="11781" fill="none" extrusionOk="0">
                <a:moveTo>
                  <a:pt x="0" y="11780"/>
                </a:moveTo>
                <a:lnTo>
                  <a:pt x="10276" y="1"/>
                </a:lnTo>
              </a:path>
            </a:pathLst>
          </a:custGeom>
          <a:noFill/>
          <a:ln w="20675" cap="rnd" cmpd="sng">
            <a:solidFill>
              <a:schemeClr val="bg1">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a:spcBef>
                <a:spcPts val="0"/>
              </a:spcBef>
              <a:spcAft>
                <a:spcPts val="0"/>
              </a:spcAft>
              <a:buNone/>
            </a:pPr>
            <a:endParaRPr/>
          </a:p>
        </p:txBody>
      </p:sp>
      <p:sp>
        <p:nvSpPr>
          <p:cNvPr id="1288" name="Google Shape;1288;p34">
            <a:extLst>
              <a:ext uri="{FF2B5EF4-FFF2-40B4-BE49-F238E27FC236}">
                <a16:creationId xmlns:a16="http://schemas.microsoft.com/office/drawing/2014/main" id="{D69AF97E-CEED-7632-38E3-81DF4F66F355}"/>
              </a:ext>
            </a:extLst>
          </p:cNvPr>
          <p:cNvSpPr/>
          <p:nvPr/>
        </p:nvSpPr>
        <p:spPr>
          <a:xfrm>
            <a:off x="7116117" y="4093838"/>
            <a:ext cx="248409" cy="293389"/>
          </a:xfrm>
          <a:custGeom>
            <a:avLst/>
            <a:gdLst/>
            <a:ahLst/>
            <a:cxnLst/>
            <a:rect l="l" t="t" r="r" b="b"/>
            <a:pathLst>
              <a:path w="10101" h="11930" fill="none" extrusionOk="0">
                <a:moveTo>
                  <a:pt x="0" y="11930"/>
                </a:moveTo>
                <a:lnTo>
                  <a:pt x="10100" y="0"/>
                </a:lnTo>
              </a:path>
            </a:pathLst>
          </a:custGeom>
          <a:noFill/>
          <a:ln w="20675" cap="rnd" cmpd="sng">
            <a:solidFill>
              <a:schemeClr val="bg1">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a:spcBef>
                <a:spcPts val="0"/>
              </a:spcBef>
              <a:spcAft>
                <a:spcPts val="0"/>
              </a:spcAft>
              <a:buNone/>
            </a:pPr>
            <a:endParaRPr/>
          </a:p>
        </p:txBody>
      </p:sp>
      <p:sp>
        <p:nvSpPr>
          <p:cNvPr id="1289" name="Google Shape;1289;p34">
            <a:extLst>
              <a:ext uri="{FF2B5EF4-FFF2-40B4-BE49-F238E27FC236}">
                <a16:creationId xmlns:a16="http://schemas.microsoft.com/office/drawing/2014/main" id="{01069475-C71C-C5EF-1853-A530D13C7AC5}"/>
              </a:ext>
            </a:extLst>
          </p:cNvPr>
          <p:cNvSpPr/>
          <p:nvPr/>
        </p:nvSpPr>
        <p:spPr>
          <a:xfrm>
            <a:off x="6766633" y="3939741"/>
            <a:ext cx="249024" cy="293413"/>
          </a:xfrm>
          <a:custGeom>
            <a:avLst/>
            <a:gdLst/>
            <a:ahLst/>
            <a:cxnLst/>
            <a:rect l="l" t="t" r="r" b="b"/>
            <a:pathLst>
              <a:path w="10126" h="11931" fill="none" extrusionOk="0">
                <a:moveTo>
                  <a:pt x="1" y="11930"/>
                </a:moveTo>
                <a:lnTo>
                  <a:pt x="10126" y="0"/>
                </a:lnTo>
              </a:path>
            </a:pathLst>
          </a:custGeom>
          <a:noFill/>
          <a:ln w="20675" cap="rnd" cmpd="sng">
            <a:solidFill>
              <a:schemeClr val="bg1">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a:spcBef>
                <a:spcPts val="0"/>
              </a:spcBef>
              <a:spcAft>
                <a:spcPts val="0"/>
              </a:spcAft>
              <a:buNone/>
            </a:pPr>
            <a:endParaRPr/>
          </a:p>
        </p:txBody>
      </p:sp>
      <p:sp>
        <p:nvSpPr>
          <p:cNvPr id="1292" name="Google Shape;1292;p34">
            <a:extLst>
              <a:ext uri="{FF2B5EF4-FFF2-40B4-BE49-F238E27FC236}">
                <a16:creationId xmlns:a16="http://schemas.microsoft.com/office/drawing/2014/main" id="{D73D9527-8DA6-5545-EF7E-62BECC5F91EE}"/>
              </a:ext>
            </a:extLst>
          </p:cNvPr>
          <p:cNvSpPr/>
          <p:nvPr/>
        </p:nvSpPr>
        <p:spPr>
          <a:xfrm>
            <a:off x="8821558" y="2543920"/>
            <a:ext cx="227481" cy="210586"/>
          </a:xfrm>
          <a:custGeom>
            <a:avLst/>
            <a:gdLst/>
            <a:ahLst/>
            <a:cxnLst/>
            <a:rect l="l" t="t" r="r" b="b"/>
            <a:pathLst>
              <a:path w="9250" h="8563" extrusionOk="0">
                <a:moveTo>
                  <a:pt x="8900" y="1"/>
                </a:moveTo>
                <a:cubicBezTo>
                  <a:pt x="8029" y="1"/>
                  <a:pt x="7085" y="257"/>
                  <a:pt x="6215" y="257"/>
                </a:cubicBezTo>
                <a:cubicBezTo>
                  <a:pt x="6097" y="257"/>
                  <a:pt x="5980" y="252"/>
                  <a:pt x="5866" y="242"/>
                </a:cubicBezTo>
                <a:lnTo>
                  <a:pt x="26" y="442"/>
                </a:lnTo>
                <a:lnTo>
                  <a:pt x="1" y="8563"/>
                </a:lnTo>
                <a:cubicBezTo>
                  <a:pt x="3059" y="7861"/>
                  <a:pt x="5540" y="7836"/>
                  <a:pt x="9149" y="7786"/>
                </a:cubicBezTo>
                <a:lnTo>
                  <a:pt x="9249" y="16"/>
                </a:lnTo>
                <a:cubicBezTo>
                  <a:pt x="9134" y="6"/>
                  <a:pt x="9018" y="1"/>
                  <a:pt x="890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 name="Group 3">
            <a:extLst>
              <a:ext uri="{FF2B5EF4-FFF2-40B4-BE49-F238E27FC236}">
                <a16:creationId xmlns:a16="http://schemas.microsoft.com/office/drawing/2014/main" id="{BCEA0705-E981-F254-5B90-490818D42A76}"/>
              </a:ext>
            </a:extLst>
          </p:cNvPr>
          <p:cNvGrpSpPr/>
          <p:nvPr/>
        </p:nvGrpSpPr>
        <p:grpSpPr>
          <a:xfrm>
            <a:off x="9144000" y="1270988"/>
            <a:ext cx="3436827" cy="2055883"/>
            <a:chOff x="5609113" y="2041668"/>
            <a:chExt cx="3436827" cy="2055883"/>
          </a:xfrm>
        </p:grpSpPr>
        <p:sp>
          <p:nvSpPr>
            <p:cNvPr id="1301" name="Google Shape;1301;p34">
              <a:extLst>
                <a:ext uri="{FF2B5EF4-FFF2-40B4-BE49-F238E27FC236}">
                  <a16:creationId xmlns:a16="http://schemas.microsoft.com/office/drawing/2014/main" id="{F7B73FAD-897E-3B4C-70CD-1E20F962DBE8}"/>
                </a:ext>
              </a:extLst>
            </p:cNvPr>
            <p:cNvSpPr/>
            <p:nvPr/>
          </p:nvSpPr>
          <p:spPr>
            <a:xfrm>
              <a:off x="5613442" y="3685184"/>
              <a:ext cx="1792375" cy="412367"/>
            </a:xfrm>
            <a:custGeom>
              <a:avLst/>
              <a:gdLst/>
              <a:ahLst/>
              <a:cxnLst/>
              <a:rect l="l" t="t" r="r" b="b"/>
              <a:pathLst>
                <a:path w="72883" h="16768" extrusionOk="0">
                  <a:moveTo>
                    <a:pt x="72883" y="0"/>
                  </a:moveTo>
                  <a:lnTo>
                    <a:pt x="0" y="51"/>
                  </a:lnTo>
                  <a:lnTo>
                    <a:pt x="25" y="12281"/>
                  </a:lnTo>
                  <a:cubicBezTo>
                    <a:pt x="25" y="15962"/>
                    <a:pt x="6438" y="16370"/>
                    <a:pt x="8711" y="16370"/>
                  </a:cubicBezTo>
                  <a:cubicBezTo>
                    <a:pt x="9209" y="16370"/>
                    <a:pt x="9508" y="16350"/>
                    <a:pt x="9499" y="16341"/>
                  </a:cubicBezTo>
                  <a:lnTo>
                    <a:pt x="62908" y="16341"/>
                  </a:lnTo>
                  <a:cubicBezTo>
                    <a:pt x="62958" y="16266"/>
                    <a:pt x="72256" y="16767"/>
                    <a:pt x="72256" y="12281"/>
                  </a:cubicBezTo>
                  <a:lnTo>
                    <a:pt x="7288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3" name="Group 2">
              <a:extLst>
                <a:ext uri="{FF2B5EF4-FFF2-40B4-BE49-F238E27FC236}">
                  <a16:creationId xmlns:a16="http://schemas.microsoft.com/office/drawing/2014/main" id="{FC60A46C-DBDD-F784-52E7-B4359EC42314}"/>
                </a:ext>
              </a:extLst>
            </p:cNvPr>
            <p:cNvGrpSpPr/>
            <p:nvPr/>
          </p:nvGrpSpPr>
          <p:grpSpPr>
            <a:xfrm>
              <a:off x="5609113" y="2041668"/>
              <a:ext cx="3436827" cy="2046096"/>
              <a:chOff x="5609113" y="2041668"/>
              <a:chExt cx="3436827" cy="2046096"/>
            </a:xfrm>
          </p:grpSpPr>
          <p:sp>
            <p:nvSpPr>
              <p:cNvPr id="1291" name="Google Shape;1291;p34">
                <a:extLst>
                  <a:ext uri="{FF2B5EF4-FFF2-40B4-BE49-F238E27FC236}">
                    <a16:creationId xmlns:a16="http://schemas.microsoft.com/office/drawing/2014/main" id="{58B05A7E-1FC9-3726-2F63-E9048CCC6C8F}"/>
                  </a:ext>
                </a:extLst>
              </p:cNvPr>
              <p:cNvSpPr/>
              <p:nvPr/>
            </p:nvSpPr>
            <p:spPr>
              <a:xfrm>
                <a:off x="6489279" y="2041668"/>
                <a:ext cx="2556661" cy="2031267"/>
              </a:xfrm>
              <a:custGeom>
                <a:avLst/>
                <a:gdLst/>
                <a:ahLst/>
                <a:cxnLst/>
                <a:rect l="l" t="t" r="r" b="b"/>
                <a:pathLst>
                  <a:path w="103961" h="82597" extrusionOk="0">
                    <a:moveTo>
                      <a:pt x="1611" y="0"/>
                    </a:moveTo>
                    <a:cubicBezTo>
                      <a:pt x="524" y="0"/>
                      <a:pt x="0" y="63"/>
                      <a:pt x="0" y="63"/>
                    </a:cubicBezTo>
                    <a:lnTo>
                      <a:pt x="15088" y="76079"/>
                    </a:lnTo>
                    <a:cubicBezTo>
                      <a:pt x="15088" y="76079"/>
                      <a:pt x="23905" y="82597"/>
                      <a:pt x="30841" y="82597"/>
                    </a:cubicBezTo>
                    <a:cubicBezTo>
                      <a:pt x="33009" y="82597"/>
                      <a:pt x="34993" y="81960"/>
                      <a:pt x="36467" y="80289"/>
                    </a:cubicBezTo>
                    <a:cubicBezTo>
                      <a:pt x="45640" y="69913"/>
                      <a:pt x="83660" y="37958"/>
                      <a:pt x="88196" y="34174"/>
                    </a:cubicBezTo>
                    <a:cubicBezTo>
                      <a:pt x="91892" y="31097"/>
                      <a:pt x="97933" y="30614"/>
                      <a:pt x="101365" y="30614"/>
                    </a:cubicBezTo>
                    <a:cubicBezTo>
                      <a:pt x="102937" y="30614"/>
                      <a:pt x="103961" y="30715"/>
                      <a:pt x="103961" y="30715"/>
                    </a:cubicBezTo>
                    <a:lnTo>
                      <a:pt x="103585" y="12695"/>
                    </a:lnTo>
                    <a:cubicBezTo>
                      <a:pt x="103585" y="12695"/>
                      <a:pt x="91065" y="14257"/>
                      <a:pt x="76115" y="14257"/>
                    </a:cubicBezTo>
                    <a:cubicBezTo>
                      <a:pt x="63887" y="14257"/>
                      <a:pt x="50033" y="13212"/>
                      <a:pt x="40076" y="9412"/>
                    </a:cubicBezTo>
                    <a:cubicBezTo>
                      <a:pt x="17828" y="893"/>
                      <a:pt x="5712" y="0"/>
                      <a:pt x="1611" y="0"/>
                    </a:cubicBezTo>
                    <a:close/>
                  </a:path>
                </a:pathLst>
              </a:custGeom>
              <a:solidFill>
                <a:srgbClr val="002E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8" name="Google Shape;1298;p34">
                <a:extLst>
                  <a:ext uri="{FF2B5EF4-FFF2-40B4-BE49-F238E27FC236}">
                    <a16:creationId xmlns:a16="http://schemas.microsoft.com/office/drawing/2014/main" id="{205BDC51-EAC0-9CC5-F744-E586F3580ED0}"/>
                  </a:ext>
                </a:extLst>
              </p:cNvPr>
              <p:cNvSpPr/>
              <p:nvPr/>
            </p:nvSpPr>
            <p:spPr>
              <a:xfrm>
                <a:off x="5609113" y="2043217"/>
                <a:ext cx="1789916" cy="2044547"/>
              </a:xfrm>
              <a:custGeom>
                <a:avLst/>
                <a:gdLst/>
                <a:ahLst/>
                <a:cxnLst/>
                <a:rect l="l" t="t" r="r" b="b"/>
                <a:pathLst>
                  <a:path w="72783" h="83137" extrusionOk="0">
                    <a:moveTo>
                      <a:pt x="36392" y="0"/>
                    </a:moveTo>
                    <a:cubicBezTo>
                      <a:pt x="16291" y="0"/>
                      <a:pt x="1" y="16291"/>
                      <a:pt x="1" y="36391"/>
                    </a:cubicBezTo>
                    <a:lnTo>
                      <a:pt x="201" y="79048"/>
                    </a:lnTo>
                    <a:cubicBezTo>
                      <a:pt x="201" y="82729"/>
                      <a:pt x="6614" y="83137"/>
                      <a:pt x="8887" y="83137"/>
                    </a:cubicBezTo>
                    <a:cubicBezTo>
                      <a:pt x="9385" y="83137"/>
                      <a:pt x="9684" y="83117"/>
                      <a:pt x="9675" y="83108"/>
                    </a:cubicBezTo>
                    <a:lnTo>
                      <a:pt x="63084" y="83108"/>
                    </a:lnTo>
                    <a:cubicBezTo>
                      <a:pt x="63134" y="83033"/>
                      <a:pt x="72432" y="76843"/>
                      <a:pt x="72432" y="72356"/>
                    </a:cubicBezTo>
                    <a:lnTo>
                      <a:pt x="72783" y="36391"/>
                    </a:lnTo>
                    <a:cubicBezTo>
                      <a:pt x="72783" y="16291"/>
                      <a:pt x="56492" y="0"/>
                      <a:pt x="36392" y="0"/>
                    </a:cubicBezTo>
                    <a:close/>
                  </a:path>
                </a:pathLst>
              </a:custGeom>
              <a:solidFill>
                <a:srgbClr val="002E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2" name="Group 1">
                <a:extLst>
                  <a:ext uri="{FF2B5EF4-FFF2-40B4-BE49-F238E27FC236}">
                    <a16:creationId xmlns:a16="http://schemas.microsoft.com/office/drawing/2014/main" id="{02D96E22-6D11-788B-80AC-B0838548DB5F}"/>
                  </a:ext>
                </a:extLst>
              </p:cNvPr>
              <p:cNvGrpSpPr/>
              <p:nvPr/>
            </p:nvGrpSpPr>
            <p:grpSpPr>
              <a:xfrm>
                <a:off x="5758267" y="2217627"/>
                <a:ext cx="3202017" cy="1751724"/>
                <a:chOff x="5758267" y="2217627"/>
                <a:chExt cx="3202017" cy="1751724"/>
              </a:xfrm>
            </p:grpSpPr>
            <p:sp>
              <p:nvSpPr>
                <p:cNvPr id="1293" name="Google Shape;1293;p34">
                  <a:extLst>
                    <a:ext uri="{FF2B5EF4-FFF2-40B4-BE49-F238E27FC236}">
                      <a16:creationId xmlns:a16="http://schemas.microsoft.com/office/drawing/2014/main" id="{D0FC9301-E52F-91EA-AB36-06B8C84753CA}"/>
                    </a:ext>
                  </a:extLst>
                </p:cNvPr>
                <p:cNvSpPr/>
                <p:nvPr/>
              </p:nvSpPr>
              <p:spPr>
                <a:xfrm>
                  <a:off x="8522636" y="2565881"/>
                  <a:ext cx="228071" cy="291569"/>
                </a:xfrm>
                <a:custGeom>
                  <a:avLst/>
                  <a:gdLst/>
                  <a:ahLst/>
                  <a:cxnLst/>
                  <a:rect l="l" t="t" r="r" b="b"/>
                  <a:pathLst>
                    <a:path w="9274" h="11856" extrusionOk="0">
                      <a:moveTo>
                        <a:pt x="51" y="0"/>
                      </a:moveTo>
                      <a:lnTo>
                        <a:pt x="0" y="11855"/>
                      </a:lnTo>
                      <a:cubicBezTo>
                        <a:pt x="3083" y="10702"/>
                        <a:pt x="6141" y="9725"/>
                        <a:pt x="9224" y="8898"/>
                      </a:cubicBezTo>
                      <a:lnTo>
                        <a:pt x="9274" y="101"/>
                      </a:lnTo>
                      <a:lnTo>
                        <a:pt x="5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4" name="Google Shape;1294;p34">
                  <a:extLst>
                    <a:ext uri="{FF2B5EF4-FFF2-40B4-BE49-F238E27FC236}">
                      <a16:creationId xmlns:a16="http://schemas.microsoft.com/office/drawing/2014/main" id="{5C4547DC-C309-7CF9-41D8-27F0DFCF2509}"/>
                    </a:ext>
                  </a:extLst>
                </p:cNvPr>
                <p:cNvSpPr/>
                <p:nvPr/>
              </p:nvSpPr>
              <p:spPr>
                <a:xfrm>
                  <a:off x="7882247" y="2533837"/>
                  <a:ext cx="232989" cy="676786"/>
                </a:xfrm>
                <a:custGeom>
                  <a:avLst/>
                  <a:gdLst/>
                  <a:ahLst/>
                  <a:cxnLst/>
                  <a:rect l="l" t="t" r="r" b="b"/>
                  <a:pathLst>
                    <a:path w="9474" h="27520" extrusionOk="0">
                      <a:moveTo>
                        <a:pt x="301" y="0"/>
                      </a:moveTo>
                      <a:lnTo>
                        <a:pt x="0" y="27519"/>
                      </a:lnTo>
                      <a:cubicBezTo>
                        <a:pt x="2958" y="25238"/>
                        <a:pt x="6316" y="22707"/>
                        <a:pt x="9449" y="21003"/>
                      </a:cubicBezTo>
                      <a:lnTo>
                        <a:pt x="9474" y="1128"/>
                      </a:lnTo>
                      <a:lnTo>
                        <a:pt x="30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5" name="Google Shape;1295;p34">
                  <a:extLst>
                    <a:ext uri="{FF2B5EF4-FFF2-40B4-BE49-F238E27FC236}">
                      <a16:creationId xmlns:a16="http://schemas.microsoft.com/office/drawing/2014/main" id="{7795AEAB-0C2B-D8AA-2056-63C22B990943}"/>
                    </a:ext>
                  </a:extLst>
                </p:cNvPr>
                <p:cNvSpPr/>
                <p:nvPr/>
              </p:nvSpPr>
              <p:spPr>
                <a:xfrm>
                  <a:off x="8210139" y="2546773"/>
                  <a:ext cx="231169" cy="449969"/>
                </a:xfrm>
                <a:custGeom>
                  <a:avLst/>
                  <a:gdLst/>
                  <a:ahLst/>
                  <a:cxnLst/>
                  <a:rect l="l" t="t" r="r" b="b"/>
                  <a:pathLst>
                    <a:path w="9400" h="18297" extrusionOk="0">
                      <a:moveTo>
                        <a:pt x="201" y="0"/>
                      </a:moveTo>
                      <a:lnTo>
                        <a:pt x="1" y="18296"/>
                      </a:lnTo>
                      <a:cubicBezTo>
                        <a:pt x="2532" y="16993"/>
                        <a:pt x="5063" y="15740"/>
                        <a:pt x="7620" y="14612"/>
                      </a:cubicBezTo>
                      <a:cubicBezTo>
                        <a:pt x="8171" y="14361"/>
                        <a:pt x="8697" y="14136"/>
                        <a:pt x="9249" y="13910"/>
                      </a:cubicBezTo>
                      <a:lnTo>
                        <a:pt x="9399" y="602"/>
                      </a:lnTo>
                      <a:lnTo>
                        <a:pt x="20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6" name="Google Shape;1296;p34">
                  <a:extLst>
                    <a:ext uri="{FF2B5EF4-FFF2-40B4-BE49-F238E27FC236}">
                      <a16:creationId xmlns:a16="http://schemas.microsoft.com/office/drawing/2014/main" id="{5637178F-4761-687C-8E85-D49B36F8F4F9}"/>
                    </a:ext>
                  </a:extLst>
                </p:cNvPr>
                <p:cNvSpPr/>
                <p:nvPr/>
              </p:nvSpPr>
              <p:spPr>
                <a:xfrm>
                  <a:off x="7505638" y="2432123"/>
                  <a:ext cx="286650" cy="1020097"/>
                </a:xfrm>
                <a:custGeom>
                  <a:avLst/>
                  <a:gdLst/>
                  <a:ahLst/>
                  <a:cxnLst/>
                  <a:rect l="l" t="t" r="r" b="b"/>
                  <a:pathLst>
                    <a:path w="11656" h="41480" extrusionOk="0">
                      <a:moveTo>
                        <a:pt x="1" y="1"/>
                      </a:moveTo>
                      <a:lnTo>
                        <a:pt x="2056" y="41480"/>
                      </a:lnTo>
                      <a:cubicBezTo>
                        <a:pt x="5615" y="38522"/>
                        <a:pt x="8071" y="36417"/>
                        <a:pt x="11329" y="34136"/>
                      </a:cubicBezTo>
                      <a:lnTo>
                        <a:pt x="11655" y="3359"/>
                      </a:lnTo>
                      <a:lnTo>
                        <a:pt x="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7" name="Google Shape;1297;p34">
                  <a:extLst>
                    <a:ext uri="{FF2B5EF4-FFF2-40B4-BE49-F238E27FC236}">
                      <a16:creationId xmlns:a16="http://schemas.microsoft.com/office/drawing/2014/main" id="{7D69B8FD-3B88-9539-0E10-3ACDAFE05D16}"/>
                    </a:ext>
                  </a:extLst>
                </p:cNvPr>
                <p:cNvSpPr/>
                <p:nvPr/>
              </p:nvSpPr>
              <p:spPr>
                <a:xfrm>
                  <a:off x="7505638" y="2353845"/>
                  <a:ext cx="1454646" cy="109683"/>
                </a:xfrm>
                <a:custGeom>
                  <a:avLst/>
                  <a:gdLst/>
                  <a:ahLst/>
                  <a:cxnLst/>
                  <a:rect l="l" t="t" r="r" b="b"/>
                  <a:pathLst>
                    <a:path w="59150" h="4460" extrusionOk="0">
                      <a:moveTo>
                        <a:pt x="1" y="1"/>
                      </a:moveTo>
                      <a:cubicBezTo>
                        <a:pt x="1" y="1"/>
                        <a:pt x="201" y="101"/>
                        <a:pt x="627" y="251"/>
                      </a:cubicBezTo>
                      <a:cubicBezTo>
                        <a:pt x="1028" y="377"/>
                        <a:pt x="1630" y="577"/>
                        <a:pt x="2432" y="828"/>
                      </a:cubicBezTo>
                      <a:cubicBezTo>
                        <a:pt x="3209" y="1053"/>
                        <a:pt x="4161" y="1329"/>
                        <a:pt x="5264" y="1580"/>
                      </a:cubicBezTo>
                      <a:cubicBezTo>
                        <a:pt x="6367" y="1855"/>
                        <a:pt x="7620" y="2156"/>
                        <a:pt x="8998" y="2407"/>
                      </a:cubicBezTo>
                      <a:cubicBezTo>
                        <a:pt x="9675" y="2532"/>
                        <a:pt x="10402" y="2683"/>
                        <a:pt x="11129" y="2808"/>
                      </a:cubicBezTo>
                      <a:cubicBezTo>
                        <a:pt x="11881" y="2908"/>
                        <a:pt x="12658" y="3058"/>
                        <a:pt x="13460" y="3159"/>
                      </a:cubicBezTo>
                      <a:cubicBezTo>
                        <a:pt x="14237" y="3284"/>
                        <a:pt x="15064" y="3384"/>
                        <a:pt x="15891" y="3510"/>
                      </a:cubicBezTo>
                      <a:cubicBezTo>
                        <a:pt x="16718" y="3610"/>
                        <a:pt x="17595" y="3685"/>
                        <a:pt x="18447" y="3785"/>
                      </a:cubicBezTo>
                      <a:cubicBezTo>
                        <a:pt x="19324" y="3886"/>
                        <a:pt x="20201" y="3936"/>
                        <a:pt x="21104" y="4011"/>
                      </a:cubicBezTo>
                      <a:cubicBezTo>
                        <a:pt x="22006" y="4086"/>
                        <a:pt x="22908" y="4161"/>
                        <a:pt x="23836" y="4211"/>
                      </a:cubicBezTo>
                      <a:cubicBezTo>
                        <a:pt x="24738" y="4261"/>
                        <a:pt x="25665" y="4312"/>
                        <a:pt x="26592" y="4362"/>
                      </a:cubicBezTo>
                      <a:cubicBezTo>
                        <a:pt x="27520" y="4387"/>
                        <a:pt x="28447" y="4412"/>
                        <a:pt x="29400" y="4437"/>
                      </a:cubicBezTo>
                      <a:cubicBezTo>
                        <a:pt x="30018" y="4454"/>
                        <a:pt x="30639" y="4459"/>
                        <a:pt x="31260" y="4459"/>
                      </a:cubicBezTo>
                      <a:cubicBezTo>
                        <a:pt x="32502" y="4459"/>
                        <a:pt x="33744" y="4437"/>
                        <a:pt x="34963" y="4437"/>
                      </a:cubicBezTo>
                      <a:cubicBezTo>
                        <a:pt x="36793" y="4412"/>
                        <a:pt x="38598" y="4312"/>
                        <a:pt x="40352" y="4261"/>
                      </a:cubicBezTo>
                      <a:cubicBezTo>
                        <a:pt x="42081" y="4136"/>
                        <a:pt x="43786" y="4011"/>
                        <a:pt x="45365" y="3911"/>
                      </a:cubicBezTo>
                      <a:cubicBezTo>
                        <a:pt x="46969" y="3810"/>
                        <a:pt x="48472" y="3660"/>
                        <a:pt x="49876" y="3560"/>
                      </a:cubicBezTo>
                      <a:cubicBezTo>
                        <a:pt x="51279" y="3434"/>
                        <a:pt x="52532" y="3309"/>
                        <a:pt x="53685" y="3184"/>
                      </a:cubicBezTo>
                      <a:cubicBezTo>
                        <a:pt x="54813" y="3084"/>
                        <a:pt x="55791" y="2983"/>
                        <a:pt x="56593" y="2883"/>
                      </a:cubicBezTo>
                      <a:cubicBezTo>
                        <a:pt x="58221" y="2708"/>
                        <a:pt x="59149" y="2607"/>
                        <a:pt x="59149" y="2607"/>
                      </a:cubicBezTo>
                      <a:lnTo>
                        <a:pt x="59149" y="2607"/>
                      </a:lnTo>
                      <a:cubicBezTo>
                        <a:pt x="59149" y="2607"/>
                        <a:pt x="58221" y="2683"/>
                        <a:pt x="56593" y="2808"/>
                      </a:cubicBezTo>
                      <a:cubicBezTo>
                        <a:pt x="55791" y="2883"/>
                        <a:pt x="54788" y="2958"/>
                        <a:pt x="53660" y="3058"/>
                      </a:cubicBezTo>
                      <a:cubicBezTo>
                        <a:pt x="52532" y="3159"/>
                        <a:pt x="51254" y="3234"/>
                        <a:pt x="49851" y="3334"/>
                      </a:cubicBezTo>
                      <a:cubicBezTo>
                        <a:pt x="48472" y="3434"/>
                        <a:pt x="46969" y="3560"/>
                        <a:pt x="45365" y="3635"/>
                      </a:cubicBezTo>
                      <a:cubicBezTo>
                        <a:pt x="43760" y="3710"/>
                        <a:pt x="42081" y="3810"/>
                        <a:pt x="40327" y="3911"/>
                      </a:cubicBezTo>
                      <a:cubicBezTo>
                        <a:pt x="38598" y="3936"/>
                        <a:pt x="36793" y="4036"/>
                        <a:pt x="34963" y="4036"/>
                      </a:cubicBezTo>
                      <a:cubicBezTo>
                        <a:pt x="33904" y="4036"/>
                        <a:pt x="32844" y="4052"/>
                        <a:pt x="31784" y="4052"/>
                      </a:cubicBezTo>
                      <a:cubicBezTo>
                        <a:pt x="30989" y="4052"/>
                        <a:pt x="30194" y="4043"/>
                        <a:pt x="29400" y="4011"/>
                      </a:cubicBezTo>
                      <a:cubicBezTo>
                        <a:pt x="28472" y="3986"/>
                        <a:pt x="27545" y="3961"/>
                        <a:pt x="26618" y="3936"/>
                      </a:cubicBezTo>
                      <a:cubicBezTo>
                        <a:pt x="25690" y="3911"/>
                        <a:pt x="24763" y="3860"/>
                        <a:pt x="23861" y="3810"/>
                      </a:cubicBezTo>
                      <a:cubicBezTo>
                        <a:pt x="22933" y="3785"/>
                        <a:pt x="22031" y="3710"/>
                        <a:pt x="21129" y="3635"/>
                      </a:cubicBezTo>
                      <a:cubicBezTo>
                        <a:pt x="20252" y="3560"/>
                        <a:pt x="19349" y="3510"/>
                        <a:pt x="18497" y="3409"/>
                      </a:cubicBezTo>
                      <a:cubicBezTo>
                        <a:pt x="17620" y="3334"/>
                        <a:pt x="16768" y="3234"/>
                        <a:pt x="15941" y="3159"/>
                      </a:cubicBezTo>
                      <a:cubicBezTo>
                        <a:pt x="15089" y="3058"/>
                        <a:pt x="14287" y="2958"/>
                        <a:pt x="13485" y="2858"/>
                      </a:cubicBezTo>
                      <a:cubicBezTo>
                        <a:pt x="12708" y="2758"/>
                        <a:pt x="11931" y="2632"/>
                        <a:pt x="11179" y="2532"/>
                      </a:cubicBezTo>
                      <a:cubicBezTo>
                        <a:pt x="10452" y="2407"/>
                        <a:pt x="9725" y="2282"/>
                        <a:pt x="9049" y="2156"/>
                      </a:cubicBezTo>
                      <a:cubicBezTo>
                        <a:pt x="8347" y="2056"/>
                        <a:pt x="7695" y="1931"/>
                        <a:pt x="7069" y="1805"/>
                      </a:cubicBezTo>
                      <a:cubicBezTo>
                        <a:pt x="6442" y="1680"/>
                        <a:pt x="5840" y="1555"/>
                        <a:pt x="5289" y="1429"/>
                      </a:cubicBezTo>
                      <a:cubicBezTo>
                        <a:pt x="4186" y="1179"/>
                        <a:pt x="3234" y="953"/>
                        <a:pt x="2457" y="753"/>
                      </a:cubicBezTo>
                      <a:cubicBezTo>
                        <a:pt x="1655" y="527"/>
                        <a:pt x="1053" y="352"/>
                        <a:pt x="627" y="226"/>
                      </a:cubicBezTo>
                      <a:cubicBezTo>
                        <a:pt x="202" y="76"/>
                        <a:pt x="1" y="1"/>
                        <a:pt x="1" y="1"/>
                      </a:cubicBezTo>
                      <a:close/>
                    </a:path>
                  </a:pathLst>
                </a:custGeom>
                <a:solidFill>
                  <a:srgbClr val="CBE5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9" name="Google Shape;1299;p34">
                  <a:extLst>
                    <a:ext uri="{FF2B5EF4-FFF2-40B4-BE49-F238E27FC236}">
                      <a16:creationId xmlns:a16="http://schemas.microsoft.com/office/drawing/2014/main" id="{D6AA7589-9A2E-73FD-941E-E0CB17785992}"/>
                    </a:ext>
                  </a:extLst>
                </p:cNvPr>
                <p:cNvSpPr/>
                <p:nvPr/>
              </p:nvSpPr>
              <p:spPr>
                <a:xfrm>
                  <a:off x="5783548" y="2217627"/>
                  <a:ext cx="1440456" cy="1696243"/>
                </a:xfrm>
                <a:custGeom>
                  <a:avLst/>
                  <a:gdLst/>
                  <a:ahLst/>
                  <a:cxnLst/>
                  <a:rect l="l" t="t" r="r" b="b"/>
                  <a:pathLst>
                    <a:path w="58573" h="68974" extrusionOk="0">
                      <a:moveTo>
                        <a:pt x="29299" y="1"/>
                      </a:moveTo>
                      <a:cubicBezTo>
                        <a:pt x="13133" y="1"/>
                        <a:pt x="0" y="13159"/>
                        <a:pt x="0" y="29274"/>
                      </a:cubicBezTo>
                      <a:lnTo>
                        <a:pt x="201" y="65239"/>
                      </a:lnTo>
                      <a:cubicBezTo>
                        <a:pt x="928" y="66167"/>
                        <a:pt x="2757" y="67721"/>
                        <a:pt x="4612" y="68974"/>
                      </a:cubicBezTo>
                      <a:lnTo>
                        <a:pt x="53635" y="68974"/>
                      </a:lnTo>
                      <a:cubicBezTo>
                        <a:pt x="56692" y="66467"/>
                        <a:pt x="57870" y="65114"/>
                        <a:pt x="58246" y="64538"/>
                      </a:cubicBezTo>
                      <a:lnTo>
                        <a:pt x="58572" y="29274"/>
                      </a:lnTo>
                      <a:cubicBezTo>
                        <a:pt x="58572" y="13134"/>
                        <a:pt x="45439" y="1"/>
                        <a:pt x="29299" y="1"/>
                      </a:cubicBezTo>
                      <a:close/>
                    </a:path>
                  </a:pathLst>
                </a:custGeom>
                <a:solidFill>
                  <a:srgbClr val="0070C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02" name="Google Shape;1302;p34">
                  <a:extLst>
                    <a:ext uri="{FF2B5EF4-FFF2-40B4-BE49-F238E27FC236}">
                      <a16:creationId xmlns:a16="http://schemas.microsoft.com/office/drawing/2014/main" id="{50E39258-C9B1-BAF9-C282-716AD431C609}"/>
                    </a:ext>
                  </a:extLst>
                </p:cNvPr>
                <p:cNvSpPr/>
                <p:nvPr/>
              </p:nvSpPr>
              <p:spPr>
                <a:xfrm>
                  <a:off x="5758267" y="3773939"/>
                  <a:ext cx="195412" cy="195412"/>
                </a:xfrm>
                <a:custGeom>
                  <a:avLst/>
                  <a:gdLst/>
                  <a:ahLst/>
                  <a:cxnLst/>
                  <a:rect l="l" t="t" r="r" b="b"/>
                  <a:pathLst>
                    <a:path w="7946" h="7946" extrusionOk="0">
                      <a:moveTo>
                        <a:pt x="3961" y="0"/>
                      </a:moveTo>
                      <a:cubicBezTo>
                        <a:pt x="1780" y="0"/>
                        <a:pt x="1" y="1780"/>
                        <a:pt x="1" y="3960"/>
                      </a:cubicBezTo>
                      <a:cubicBezTo>
                        <a:pt x="1" y="6166"/>
                        <a:pt x="1780" y="7945"/>
                        <a:pt x="3961" y="7945"/>
                      </a:cubicBezTo>
                      <a:cubicBezTo>
                        <a:pt x="6166" y="7945"/>
                        <a:pt x="7946" y="6166"/>
                        <a:pt x="7946" y="3960"/>
                      </a:cubicBezTo>
                      <a:cubicBezTo>
                        <a:pt x="7946" y="1780"/>
                        <a:pt x="6166" y="0"/>
                        <a:pt x="3961" y="0"/>
                      </a:cubicBezTo>
                      <a:close/>
                    </a:path>
                  </a:pathLst>
                </a:custGeom>
                <a:solidFill>
                  <a:srgbClr val="FCFC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3" name="Google Shape;1303;p34">
                  <a:extLst>
                    <a:ext uri="{FF2B5EF4-FFF2-40B4-BE49-F238E27FC236}">
                      <a16:creationId xmlns:a16="http://schemas.microsoft.com/office/drawing/2014/main" id="{FAD2D044-5042-8F0B-1294-830C1838CB10}"/>
                    </a:ext>
                  </a:extLst>
                </p:cNvPr>
                <p:cNvSpPr/>
                <p:nvPr/>
              </p:nvSpPr>
              <p:spPr>
                <a:xfrm>
                  <a:off x="5768743" y="3785030"/>
                  <a:ext cx="173844" cy="173230"/>
                </a:xfrm>
                <a:custGeom>
                  <a:avLst/>
                  <a:gdLst/>
                  <a:ahLst/>
                  <a:cxnLst/>
                  <a:rect l="l" t="t" r="r" b="b"/>
                  <a:pathLst>
                    <a:path w="7069" h="7044" extrusionOk="0">
                      <a:moveTo>
                        <a:pt x="3535" y="1"/>
                      </a:moveTo>
                      <a:cubicBezTo>
                        <a:pt x="1580" y="1"/>
                        <a:pt x="1" y="1580"/>
                        <a:pt x="1" y="3509"/>
                      </a:cubicBezTo>
                      <a:cubicBezTo>
                        <a:pt x="1" y="5464"/>
                        <a:pt x="1580" y="7043"/>
                        <a:pt x="3535" y="7043"/>
                      </a:cubicBezTo>
                      <a:cubicBezTo>
                        <a:pt x="5490" y="7043"/>
                        <a:pt x="7069" y="5464"/>
                        <a:pt x="7069" y="3509"/>
                      </a:cubicBezTo>
                      <a:cubicBezTo>
                        <a:pt x="7069" y="1580"/>
                        <a:pt x="5490" y="1"/>
                        <a:pt x="353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4" name="Google Shape;1304;p34">
                  <a:extLst>
                    <a:ext uri="{FF2B5EF4-FFF2-40B4-BE49-F238E27FC236}">
                      <a16:creationId xmlns:a16="http://schemas.microsoft.com/office/drawing/2014/main" id="{92D19C02-8F4D-16E4-BBEE-41732E58C36E}"/>
                    </a:ext>
                  </a:extLst>
                </p:cNvPr>
                <p:cNvSpPr/>
                <p:nvPr/>
              </p:nvSpPr>
              <p:spPr>
                <a:xfrm>
                  <a:off x="7042143" y="3773939"/>
                  <a:ext cx="195412" cy="195412"/>
                </a:xfrm>
                <a:custGeom>
                  <a:avLst/>
                  <a:gdLst/>
                  <a:ahLst/>
                  <a:cxnLst/>
                  <a:rect l="l" t="t" r="r" b="b"/>
                  <a:pathLst>
                    <a:path w="7946" h="7946" extrusionOk="0">
                      <a:moveTo>
                        <a:pt x="3961" y="0"/>
                      </a:moveTo>
                      <a:cubicBezTo>
                        <a:pt x="1780" y="0"/>
                        <a:pt x="1" y="1780"/>
                        <a:pt x="1" y="3960"/>
                      </a:cubicBezTo>
                      <a:cubicBezTo>
                        <a:pt x="1" y="6166"/>
                        <a:pt x="1780" y="7945"/>
                        <a:pt x="3961" y="7945"/>
                      </a:cubicBezTo>
                      <a:cubicBezTo>
                        <a:pt x="6166" y="7945"/>
                        <a:pt x="7946" y="6166"/>
                        <a:pt x="7946" y="3960"/>
                      </a:cubicBezTo>
                      <a:cubicBezTo>
                        <a:pt x="7946" y="1780"/>
                        <a:pt x="6166" y="0"/>
                        <a:pt x="3961" y="0"/>
                      </a:cubicBezTo>
                      <a:close/>
                    </a:path>
                  </a:pathLst>
                </a:custGeom>
                <a:solidFill>
                  <a:srgbClr val="FCFC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5" name="Google Shape;1305;p34">
                  <a:extLst>
                    <a:ext uri="{FF2B5EF4-FFF2-40B4-BE49-F238E27FC236}">
                      <a16:creationId xmlns:a16="http://schemas.microsoft.com/office/drawing/2014/main" id="{E9DC3CBD-CCEC-0100-AE18-48B9D5FC8901}"/>
                    </a:ext>
                  </a:extLst>
                </p:cNvPr>
                <p:cNvSpPr/>
                <p:nvPr/>
              </p:nvSpPr>
              <p:spPr>
                <a:xfrm>
                  <a:off x="7053234" y="3785030"/>
                  <a:ext cx="173230" cy="173230"/>
                </a:xfrm>
                <a:custGeom>
                  <a:avLst/>
                  <a:gdLst/>
                  <a:ahLst/>
                  <a:cxnLst/>
                  <a:rect l="l" t="t" r="r" b="b"/>
                  <a:pathLst>
                    <a:path w="7044" h="7044" extrusionOk="0">
                      <a:moveTo>
                        <a:pt x="3510" y="1"/>
                      </a:moveTo>
                      <a:cubicBezTo>
                        <a:pt x="1580" y="1"/>
                        <a:pt x="1" y="1580"/>
                        <a:pt x="1" y="3509"/>
                      </a:cubicBezTo>
                      <a:cubicBezTo>
                        <a:pt x="1" y="5464"/>
                        <a:pt x="1580" y="7043"/>
                        <a:pt x="3510" y="7043"/>
                      </a:cubicBezTo>
                      <a:cubicBezTo>
                        <a:pt x="5464" y="7043"/>
                        <a:pt x="7043" y="5464"/>
                        <a:pt x="7043" y="3509"/>
                      </a:cubicBezTo>
                      <a:cubicBezTo>
                        <a:pt x="7043" y="1580"/>
                        <a:pt x="5464" y="1"/>
                        <a:pt x="351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6" name="Google Shape;1306;p34">
                  <a:extLst>
                    <a:ext uri="{FF2B5EF4-FFF2-40B4-BE49-F238E27FC236}">
                      <a16:creationId xmlns:a16="http://schemas.microsoft.com/office/drawing/2014/main" id="{391173D5-DCB6-E852-2D03-907F8E278859}"/>
                    </a:ext>
                  </a:extLst>
                </p:cNvPr>
                <p:cNvSpPr/>
                <p:nvPr/>
              </p:nvSpPr>
              <p:spPr>
                <a:xfrm>
                  <a:off x="6026399" y="3780111"/>
                  <a:ext cx="944893" cy="20977"/>
                </a:xfrm>
                <a:custGeom>
                  <a:avLst/>
                  <a:gdLst/>
                  <a:ahLst/>
                  <a:cxnLst/>
                  <a:rect l="l" t="t" r="r" b="b"/>
                  <a:pathLst>
                    <a:path w="38422" h="853" extrusionOk="0">
                      <a:moveTo>
                        <a:pt x="401" y="0"/>
                      </a:moveTo>
                      <a:cubicBezTo>
                        <a:pt x="176" y="0"/>
                        <a:pt x="0" y="176"/>
                        <a:pt x="0" y="401"/>
                      </a:cubicBezTo>
                      <a:lnTo>
                        <a:pt x="0" y="451"/>
                      </a:lnTo>
                      <a:cubicBezTo>
                        <a:pt x="0" y="677"/>
                        <a:pt x="176" y="852"/>
                        <a:pt x="401" y="852"/>
                      </a:cubicBezTo>
                      <a:lnTo>
                        <a:pt x="38020" y="852"/>
                      </a:lnTo>
                      <a:cubicBezTo>
                        <a:pt x="38246" y="852"/>
                        <a:pt x="38421" y="677"/>
                        <a:pt x="38421" y="451"/>
                      </a:cubicBezTo>
                      <a:lnTo>
                        <a:pt x="38421" y="401"/>
                      </a:lnTo>
                      <a:cubicBezTo>
                        <a:pt x="38421" y="176"/>
                        <a:pt x="38246" y="0"/>
                        <a:pt x="38020" y="0"/>
                      </a:cubicBezTo>
                      <a:close/>
                    </a:path>
                  </a:pathLst>
                </a:custGeom>
                <a:solidFill>
                  <a:srgbClr val="E8E8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7" name="Google Shape;1307;p34">
                  <a:extLst>
                    <a:ext uri="{FF2B5EF4-FFF2-40B4-BE49-F238E27FC236}">
                      <a16:creationId xmlns:a16="http://schemas.microsoft.com/office/drawing/2014/main" id="{CCA29CAC-9895-1B30-B945-7090EB7CC71C}"/>
                    </a:ext>
                  </a:extLst>
                </p:cNvPr>
                <p:cNvSpPr/>
                <p:nvPr/>
              </p:nvSpPr>
              <p:spPr>
                <a:xfrm>
                  <a:off x="6026399" y="3862693"/>
                  <a:ext cx="944893" cy="20363"/>
                </a:xfrm>
                <a:custGeom>
                  <a:avLst/>
                  <a:gdLst/>
                  <a:ahLst/>
                  <a:cxnLst/>
                  <a:rect l="l" t="t" r="r" b="b"/>
                  <a:pathLst>
                    <a:path w="38422" h="828" extrusionOk="0">
                      <a:moveTo>
                        <a:pt x="401" y="1"/>
                      </a:moveTo>
                      <a:cubicBezTo>
                        <a:pt x="176" y="1"/>
                        <a:pt x="0" y="176"/>
                        <a:pt x="0" y="402"/>
                      </a:cubicBezTo>
                      <a:lnTo>
                        <a:pt x="0" y="427"/>
                      </a:lnTo>
                      <a:cubicBezTo>
                        <a:pt x="0" y="652"/>
                        <a:pt x="176" y="828"/>
                        <a:pt x="401" y="828"/>
                      </a:cubicBezTo>
                      <a:lnTo>
                        <a:pt x="38020" y="828"/>
                      </a:lnTo>
                      <a:cubicBezTo>
                        <a:pt x="38246" y="828"/>
                        <a:pt x="38421" y="652"/>
                        <a:pt x="38421" y="427"/>
                      </a:cubicBezTo>
                      <a:lnTo>
                        <a:pt x="38421" y="402"/>
                      </a:lnTo>
                      <a:cubicBezTo>
                        <a:pt x="38421" y="176"/>
                        <a:pt x="38246" y="1"/>
                        <a:pt x="38020" y="1"/>
                      </a:cubicBezTo>
                      <a:close/>
                    </a:path>
                  </a:pathLst>
                </a:custGeom>
                <a:solidFill>
                  <a:srgbClr val="E8E8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8" name="Google Shape;1308;p34">
                  <a:extLst>
                    <a:ext uri="{FF2B5EF4-FFF2-40B4-BE49-F238E27FC236}">
                      <a16:creationId xmlns:a16="http://schemas.microsoft.com/office/drawing/2014/main" id="{1D71FDB8-3C8E-B2BD-D386-32CB4071B863}"/>
                    </a:ext>
                  </a:extLst>
                </p:cNvPr>
                <p:cNvSpPr/>
                <p:nvPr/>
              </p:nvSpPr>
              <p:spPr>
                <a:xfrm>
                  <a:off x="6026399" y="3944660"/>
                  <a:ext cx="944893" cy="20363"/>
                </a:xfrm>
                <a:custGeom>
                  <a:avLst/>
                  <a:gdLst/>
                  <a:ahLst/>
                  <a:cxnLst/>
                  <a:rect l="l" t="t" r="r" b="b"/>
                  <a:pathLst>
                    <a:path w="38422" h="828" extrusionOk="0">
                      <a:moveTo>
                        <a:pt x="401" y="1"/>
                      </a:moveTo>
                      <a:cubicBezTo>
                        <a:pt x="176" y="1"/>
                        <a:pt x="0" y="176"/>
                        <a:pt x="0" y="402"/>
                      </a:cubicBezTo>
                      <a:lnTo>
                        <a:pt x="0" y="427"/>
                      </a:lnTo>
                      <a:cubicBezTo>
                        <a:pt x="0" y="653"/>
                        <a:pt x="176" y="828"/>
                        <a:pt x="401" y="828"/>
                      </a:cubicBezTo>
                      <a:lnTo>
                        <a:pt x="38020" y="828"/>
                      </a:lnTo>
                      <a:cubicBezTo>
                        <a:pt x="38246" y="828"/>
                        <a:pt x="38421" y="653"/>
                        <a:pt x="38421" y="427"/>
                      </a:cubicBezTo>
                      <a:lnTo>
                        <a:pt x="38421" y="402"/>
                      </a:lnTo>
                      <a:cubicBezTo>
                        <a:pt x="38421" y="176"/>
                        <a:pt x="38246" y="1"/>
                        <a:pt x="38020" y="1"/>
                      </a:cubicBezTo>
                      <a:close/>
                    </a:path>
                  </a:pathLst>
                </a:custGeom>
                <a:solidFill>
                  <a:srgbClr val="E8E8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9" name="Google Shape;1309;p34">
                  <a:extLst>
                    <a:ext uri="{FF2B5EF4-FFF2-40B4-BE49-F238E27FC236}">
                      <a16:creationId xmlns:a16="http://schemas.microsoft.com/office/drawing/2014/main" id="{E572D929-4B7E-1484-D0BD-F8F0E0764A2A}"/>
                    </a:ext>
                  </a:extLst>
                </p:cNvPr>
                <p:cNvSpPr/>
                <p:nvPr/>
              </p:nvSpPr>
              <p:spPr>
                <a:xfrm>
                  <a:off x="5923455" y="2742775"/>
                  <a:ext cx="1181596" cy="636724"/>
                </a:xfrm>
                <a:custGeom>
                  <a:avLst/>
                  <a:gdLst/>
                  <a:ahLst/>
                  <a:cxnLst/>
                  <a:rect l="l" t="t" r="r" b="b"/>
                  <a:pathLst>
                    <a:path w="48047" h="25891" extrusionOk="0">
                      <a:moveTo>
                        <a:pt x="1329" y="0"/>
                      </a:moveTo>
                      <a:cubicBezTo>
                        <a:pt x="602" y="0"/>
                        <a:pt x="1" y="602"/>
                        <a:pt x="1" y="1329"/>
                      </a:cubicBezTo>
                      <a:lnTo>
                        <a:pt x="1" y="24562"/>
                      </a:lnTo>
                      <a:cubicBezTo>
                        <a:pt x="1" y="25314"/>
                        <a:pt x="602" y="25890"/>
                        <a:pt x="1329" y="25890"/>
                      </a:cubicBezTo>
                      <a:lnTo>
                        <a:pt x="46718" y="25890"/>
                      </a:lnTo>
                      <a:cubicBezTo>
                        <a:pt x="47445" y="25890"/>
                        <a:pt x="48046" y="25314"/>
                        <a:pt x="48046" y="24562"/>
                      </a:cubicBezTo>
                      <a:lnTo>
                        <a:pt x="48046" y="1329"/>
                      </a:lnTo>
                      <a:cubicBezTo>
                        <a:pt x="48046" y="602"/>
                        <a:pt x="47445" y="0"/>
                        <a:pt x="4671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0" name="Google Shape;1310;p34">
                  <a:extLst>
                    <a:ext uri="{FF2B5EF4-FFF2-40B4-BE49-F238E27FC236}">
                      <a16:creationId xmlns:a16="http://schemas.microsoft.com/office/drawing/2014/main" id="{55136C17-3BDE-FE44-E31D-C7C36A029771}"/>
                    </a:ext>
                  </a:extLst>
                </p:cNvPr>
                <p:cNvSpPr/>
                <p:nvPr/>
              </p:nvSpPr>
              <p:spPr>
                <a:xfrm>
                  <a:off x="6149656" y="2454945"/>
                  <a:ext cx="667539" cy="195387"/>
                </a:xfrm>
                <a:custGeom>
                  <a:avLst/>
                  <a:gdLst/>
                  <a:ahLst/>
                  <a:cxnLst/>
                  <a:rect l="l" t="t" r="r" b="b"/>
                  <a:pathLst>
                    <a:path w="27144" h="7945" extrusionOk="0">
                      <a:moveTo>
                        <a:pt x="1580" y="0"/>
                      </a:moveTo>
                      <a:cubicBezTo>
                        <a:pt x="803" y="0"/>
                        <a:pt x="1" y="652"/>
                        <a:pt x="1" y="1479"/>
                      </a:cubicBezTo>
                      <a:lnTo>
                        <a:pt x="1" y="6441"/>
                      </a:lnTo>
                      <a:cubicBezTo>
                        <a:pt x="1" y="7268"/>
                        <a:pt x="803" y="7945"/>
                        <a:pt x="1580" y="7945"/>
                      </a:cubicBezTo>
                      <a:lnTo>
                        <a:pt x="25565" y="7945"/>
                      </a:lnTo>
                      <a:cubicBezTo>
                        <a:pt x="26342" y="7945"/>
                        <a:pt x="27144" y="7268"/>
                        <a:pt x="27144" y="6441"/>
                      </a:cubicBezTo>
                      <a:lnTo>
                        <a:pt x="27144" y="1479"/>
                      </a:lnTo>
                      <a:cubicBezTo>
                        <a:pt x="27144" y="652"/>
                        <a:pt x="26342" y="0"/>
                        <a:pt x="2556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1" name="Google Shape;1311;p34">
                  <a:extLst>
                    <a:ext uri="{FF2B5EF4-FFF2-40B4-BE49-F238E27FC236}">
                      <a16:creationId xmlns:a16="http://schemas.microsoft.com/office/drawing/2014/main" id="{9FBFC1B3-ABEB-9206-7F98-3A512FA49E5B}"/>
                    </a:ext>
                  </a:extLst>
                </p:cNvPr>
                <p:cNvSpPr/>
                <p:nvPr/>
              </p:nvSpPr>
              <p:spPr>
                <a:xfrm>
                  <a:off x="6190332" y="2485759"/>
                  <a:ext cx="20977" cy="123282"/>
                </a:xfrm>
                <a:custGeom>
                  <a:avLst/>
                  <a:gdLst/>
                  <a:ahLst/>
                  <a:cxnLst/>
                  <a:rect l="l" t="t" r="r" b="b"/>
                  <a:pathLst>
                    <a:path w="853" h="5013" extrusionOk="0">
                      <a:moveTo>
                        <a:pt x="427" y="0"/>
                      </a:moveTo>
                      <a:cubicBezTo>
                        <a:pt x="201" y="0"/>
                        <a:pt x="1" y="201"/>
                        <a:pt x="1" y="426"/>
                      </a:cubicBezTo>
                      <a:lnTo>
                        <a:pt x="1" y="4612"/>
                      </a:lnTo>
                      <a:cubicBezTo>
                        <a:pt x="1" y="4837"/>
                        <a:pt x="201" y="5013"/>
                        <a:pt x="427" y="5013"/>
                      </a:cubicBezTo>
                      <a:cubicBezTo>
                        <a:pt x="652" y="5013"/>
                        <a:pt x="853" y="4837"/>
                        <a:pt x="853" y="4612"/>
                      </a:cubicBezTo>
                      <a:lnTo>
                        <a:pt x="853" y="426"/>
                      </a:lnTo>
                      <a:cubicBezTo>
                        <a:pt x="853" y="201"/>
                        <a:pt x="652" y="0"/>
                        <a:pt x="427" y="0"/>
                      </a:cubicBezTo>
                      <a:close/>
                    </a:path>
                  </a:pathLst>
                </a:custGeom>
                <a:solidFill>
                  <a:srgbClr val="FCFC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2" name="Google Shape;1312;p34">
                  <a:extLst>
                    <a:ext uri="{FF2B5EF4-FFF2-40B4-BE49-F238E27FC236}">
                      <a16:creationId xmlns:a16="http://schemas.microsoft.com/office/drawing/2014/main" id="{77FCE3DC-4047-F1E1-364D-8BC5BB2F02AD}"/>
                    </a:ext>
                  </a:extLst>
                </p:cNvPr>
                <p:cNvSpPr/>
                <p:nvPr/>
              </p:nvSpPr>
              <p:spPr>
                <a:xfrm>
                  <a:off x="6242124" y="2485759"/>
                  <a:ext cx="20363" cy="123282"/>
                </a:xfrm>
                <a:custGeom>
                  <a:avLst/>
                  <a:gdLst/>
                  <a:ahLst/>
                  <a:cxnLst/>
                  <a:rect l="l" t="t" r="r" b="b"/>
                  <a:pathLst>
                    <a:path w="828" h="5013" extrusionOk="0">
                      <a:moveTo>
                        <a:pt x="401" y="0"/>
                      </a:moveTo>
                      <a:cubicBezTo>
                        <a:pt x="176" y="0"/>
                        <a:pt x="0" y="201"/>
                        <a:pt x="0" y="426"/>
                      </a:cubicBezTo>
                      <a:lnTo>
                        <a:pt x="0" y="4612"/>
                      </a:lnTo>
                      <a:cubicBezTo>
                        <a:pt x="0" y="4837"/>
                        <a:pt x="176" y="5013"/>
                        <a:pt x="401" y="5013"/>
                      </a:cubicBezTo>
                      <a:cubicBezTo>
                        <a:pt x="652" y="5013"/>
                        <a:pt x="827" y="4837"/>
                        <a:pt x="827" y="4612"/>
                      </a:cubicBezTo>
                      <a:lnTo>
                        <a:pt x="827" y="426"/>
                      </a:lnTo>
                      <a:cubicBezTo>
                        <a:pt x="827" y="201"/>
                        <a:pt x="652" y="0"/>
                        <a:pt x="401" y="0"/>
                      </a:cubicBezTo>
                      <a:close/>
                    </a:path>
                  </a:pathLst>
                </a:custGeom>
                <a:solidFill>
                  <a:srgbClr val="FCFC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3" name="Google Shape;1313;p34">
                  <a:extLst>
                    <a:ext uri="{FF2B5EF4-FFF2-40B4-BE49-F238E27FC236}">
                      <a16:creationId xmlns:a16="http://schemas.microsoft.com/office/drawing/2014/main" id="{3FE4F226-6570-6534-269A-7DEC1ED97D06}"/>
                    </a:ext>
                  </a:extLst>
                </p:cNvPr>
                <p:cNvSpPr/>
                <p:nvPr/>
              </p:nvSpPr>
              <p:spPr>
                <a:xfrm>
                  <a:off x="6293277" y="2485759"/>
                  <a:ext cx="20363" cy="123282"/>
                </a:xfrm>
                <a:custGeom>
                  <a:avLst/>
                  <a:gdLst/>
                  <a:ahLst/>
                  <a:cxnLst/>
                  <a:rect l="l" t="t" r="r" b="b"/>
                  <a:pathLst>
                    <a:path w="828" h="5013" extrusionOk="0">
                      <a:moveTo>
                        <a:pt x="426" y="0"/>
                      </a:moveTo>
                      <a:cubicBezTo>
                        <a:pt x="176" y="0"/>
                        <a:pt x="0" y="201"/>
                        <a:pt x="0" y="426"/>
                      </a:cubicBezTo>
                      <a:lnTo>
                        <a:pt x="0" y="4612"/>
                      </a:lnTo>
                      <a:cubicBezTo>
                        <a:pt x="0" y="4837"/>
                        <a:pt x="176" y="5013"/>
                        <a:pt x="426" y="5013"/>
                      </a:cubicBezTo>
                      <a:cubicBezTo>
                        <a:pt x="652" y="5013"/>
                        <a:pt x="827" y="4837"/>
                        <a:pt x="827" y="4612"/>
                      </a:cubicBezTo>
                      <a:lnTo>
                        <a:pt x="827" y="426"/>
                      </a:lnTo>
                      <a:cubicBezTo>
                        <a:pt x="827" y="201"/>
                        <a:pt x="652" y="0"/>
                        <a:pt x="426" y="0"/>
                      </a:cubicBezTo>
                      <a:close/>
                    </a:path>
                  </a:pathLst>
                </a:custGeom>
                <a:solidFill>
                  <a:srgbClr val="FCFC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4" name="Google Shape;1314;p34">
                  <a:extLst>
                    <a:ext uri="{FF2B5EF4-FFF2-40B4-BE49-F238E27FC236}">
                      <a16:creationId xmlns:a16="http://schemas.microsoft.com/office/drawing/2014/main" id="{DDDFD2E9-46E7-5BB6-E69A-DBF3A6B086F1}"/>
                    </a:ext>
                  </a:extLst>
                </p:cNvPr>
                <p:cNvSpPr/>
                <p:nvPr/>
              </p:nvSpPr>
              <p:spPr>
                <a:xfrm>
                  <a:off x="6344429" y="2485759"/>
                  <a:ext cx="20977" cy="123282"/>
                </a:xfrm>
                <a:custGeom>
                  <a:avLst/>
                  <a:gdLst/>
                  <a:ahLst/>
                  <a:cxnLst/>
                  <a:rect l="l" t="t" r="r" b="b"/>
                  <a:pathLst>
                    <a:path w="853" h="5013" extrusionOk="0">
                      <a:moveTo>
                        <a:pt x="427" y="0"/>
                      </a:moveTo>
                      <a:cubicBezTo>
                        <a:pt x="201" y="0"/>
                        <a:pt x="1" y="201"/>
                        <a:pt x="1" y="426"/>
                      </a:cubicBezTo>
                      <a:lnTo>
                        <a:pt x="1" y="4612"/>
                      </a:lnTo>
                      <a:cubicBezTo>
                        <a:pt x="1" y="4837"/>
                        <a:pt x="201" y="5013"/>
                        <a:pt x="427" y="5013"/>
                      </a:cubicBezTo>
                      <a:cubicBezTo>
                        <a:pt x="652" y="5013"/>
                        <a:pt x="853" y="4837"/>
                        <a:pt x="853" y="4612"/>
                      </a:cubicBezTo>
                      <a:lnTo>
                        <a:pt x="853" y="426"/>
                      </a:lnTo>
                      <a:cubicBezTo>
                        <a:pt x="853" y="201"/>
                        <a:pt x="652" y="0"/>
                        <a:pt x="427" y="0"/>
                      </a:cubicBezTo>
                      <a:close/>
                    </a:path>
                  </a:pathLst>
                </a:custGeom>
                <a:solidFill>
                  <a:srgbClr val="FCFC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5" name="Google Shape;1315;p34">
                  <a:extLst>
                    <a:ext uri="{FF2B5EF4-FFF2-40B4-BE49-F238E27FC236}">
                      <a16:creationId xmlns:a16="http://schemas.microsoft.com/office/drawing/2014/main" id="{7C3AC096-5979-E7B3-E3AA-10BBA0271018}"/>
                    </a:ext>
                  </a:extLst>
                </p:cNvPr>
                <p:cNvSpPr/>
                <p:nvPr/>
              </p:nvSpPr>
              <p:spPr>
                <a:xfrm>
                  <a:off x="6396196" y="2485759"/>
                  <a:ext cx="20363" cy="123282"/>
                </a:xfrm>
                <a:custGeom>
                  <a:avLst/>
                  <a:gdLst/>
                  <a:ahLst/>
                  <a:cxnLst/>
                  <a:rect l="l" t="t" r="r" b="b"/>
                  <a:pathLst>
                    <a:path w="828" h="5013" extrusionOk="0">
                      <a:moveTo>
                        <a:pt x="402" y="0"/>
                      </a:moveTo>
                      <a:cubicBezTo>
                        <a:pt x="176" y="0"/>
                        <a:pt x="1" y="201"/>
                        <a:pt x="1" y="426"/>
                      </a:cubicBezTo>
                      <a:lnTo>
                        <a:pt x="1" y="4612"/>
                      </a:lnTo>
                      <a:cubicBezTo>
                        <a:pt x="1" y="4837"/>
                        <a:pt x="176" y="5013"/>
                        <a:pt x="402" y="5013"/>
                      </a:cubicBezTo>
                      <a:cubicBezTo>
                        <a:pt x="652" y="5013"/>
                        <a:pt x="828" y="4837"/>
                        <a:pt x="828" y="4612"/>
                      </a:cubicBezTo>
                      <a:lnTo>
                        <a:pt x="828" y="426"/>
                      </a:lnTo>
                      <a:cubicBezTo>
                        <a:pt x="828" y="201"/>
                        <a:pt x="652" y="0"/>
                        <a:pt x="402" y="0"/>
                      </a:cubicBezTo>
                      <a:close/>
                    </a:path>
                  </a:pathLst>
                </a:custGeom>
                <a:solidFill>
                  <a:srgbClr val="FCFC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6" name="Google Shape;1316;p34">
                  <a:extLst>
                    <a:ext uri="{FF2B5EF4-FFF2-40B4-BE49-F238E27FC236}">
                      <a16:creationId xmlns:a16="http://schemas.microsoft.com/office/drawing/2014/main" id="{5F34E5BD-48E0-269B-83D1-CDFDE1DECA1D}"/>
                    </a:ext>
                  </a:extLst>
                </p:cNvPr>
                <p:cNvSpPr/>
                <p:nvPr/>
              </p:nvSpPr>
              <p:spPr>
                <a:xfrm>
                  <a:off x="6447373" y="2485759"/>
                  <a:ext cx="20363" cy="123282"/>
                </a:xfrm>
                <a:custGeom>
                  <a:avLst/>
                  <a:gdLst/>
                  <a:ahLst/>
                  <a:cxnLst/>
                  <a:rect l="l" t="t" r="r" b="b"/>
                  <a:pathLst>
                    <a:path w="828" h="5013" extrusionOk="0">
                      <a:moveTo>
                        <a:pt x="426" y="0"/>
                      </a:moveTo>
                      <a:cubicBezTo>
                        <a:pt x="175" y="0"/>
                        <a:pt x="0" y="201"/>
                        <a:pt x="0" y="426"/>
                      </a:cubicBezTo>
                      <a:lnTo>
                        <a:pt x="0" y="4612"/>
                      </a:lnTo>
                      <a:cubicBezTo>
                        <a:pt x="0" y="4837"/>
                        <a:pt x="175" y="5013"/>
                        <a:pt x="426" y="5013"/>
                      </a:cubicBezTo>
                      <a:cubicBezTo>
                        <a:pt x="652" y="5013"/>
                        <a:pt x="827" y="4837"/>
                        <a:pt x="827" y="4612"/>
                      </a:cubicBezTo>
                      <a:lnTo>
                        <a:pt x="827" y="426"/>
                      </a:lnTo>
                      <a:cubicBezTo>
                        <a:pt x="827" y="201"/>
                        <a:pt x="652" y="0"/>
                        <a:pt x="426" y="0"/>
                      </a:cubicBezTo>
                      <a:close/>
                    </a:path>
                  </a:pathLst>
                </a:custGeom>
                <a:solidFill>
                  <a:srgbClr val="FCFC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7" name="Google Shape;1317;p34">
                  <a:extLst>
                    <a:ext uri="{FF2B5EF4-FFF2-40B4-BE49-F238E27FC236}">
                      <a16:creationId xmlns:a16="http://schemas.microsoft.com/office/drawing/2014/main" id="{09EEC5A8-C196-9931-A1D5-B2DDADC15516}"/>
                    </a:ext>
                  </a:extLst>
                </p:cNvPr>
                <p:cNvSpPr/>
                <p:nvPr/>
              </p:nvSpPr>
              <p:spPr>
                <a:xfrm>
                  <a:off x="6498526" y="2485759"/>
                  <a:ext cx="20977" cy="123282"/>
                </a:xfrm>
                <a:custGeom>
                  <a:avLst/>
                  <a:gdLst/>
                  <a:ahLst/>
                  <a:cxnLst/>
                  <a:rect l="l" t="t" r="r" b="b"/>
                  <a:pathLst>
                    <a:path w="853" h="5013" extrusionOk="0">
                      <a:moveTo>
                        <a:pt x="426" y="0"/>
                      </a:moveTo>
                      <a:cubicBezTo>
                        <a:pt x="201" y="0"/>
                        <a:pt x="0" y="201"/>
                        <a:pt x="0" y="426"/>
                      </a:cubicBezTo>
                      <a:lnTo>
                        <a:pt x="0" y="4612"/>
                      </a:lnTo>
                      <a:cubicBezTo>
                        <a:pt x="0" y="4837"/>
                        <a:pt x="201" y="5013"/>
                        <a:pt x="426" y="5013"/>
                      </a:cubicBezTo>
                      <a:cubicBezTo>
                        <a:pt x="652" y="5013"/>
                        <a:pt x="852" y="4837"/>
                        <a:pt x="852" y="4612"/>
                      </a:cubicBezTo>
                      <a:lnTo>
                        <a:pt x="852" y="426"/>
                      </a:lnTo>
                      <a:cubicBezTo>
                        <a:pt x="852" y="201"/>
                        <a:pt x="652" y="0"/>
                        <a:pt x="426" y="0"/>
                      </a:cubicBezTo>
                      <a:close/>
                    </a:path>
                  </a:pathLst>
                </a:custGeom>
                <a:solidFill>
                  <a:srgbClr val="FCFC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8" name="Google Shape;1318;p34">
                  <a:extLst>
                    <a:ext uri="{FF2B5EF4-FFF2-40B4-BE49-F238E27FC236}">
                      <a16:creationId xmlns:a16="http://schemas.microsoft.com/office/drawing/2014/main" id="{D86066A7-78DB-2334-65EC-96411ADC5D95}"/>
                    </a:ext>
                  </a:extLst>
                </p:cNvPr>
                <p:cNvSpPr/>
                <p:nvPr/>
              </p:nvSpPr>
              <p:spPr>
                <a:xfrm>
                  <a:off x="6550293" y="2485759"/>
                  <a:ext cx="20363" cy="123282"/>
                </a:xfrm>
                <a:custGeom>
                  <a:avLst/>
                  <a:gdLst/>
                  <a:ahLst/>
                  <a:cxnLst/>
                  <a:rect l="l" t="t" r="r" b="b"/>
                  <a:pathLst>
                    <a:path w="828" h="5013" extrusionOk="0">
                      <a:moveTo>
                        <a:pt x="402" y="0"/>
                      </a:moveTo>
                      <a:cubicBezTo>
                        <a:pt x="176" y="0"/>
                        <a:pt x="1" y="201"/>
                        <a:pt x="1" y="426"/>
                      </a:cubicBezTo>
                      <a:lnTo>
                        <a:pt x="1" y="4612"/>
                      </a:lnTo>
                      <a:cubicBezTo>
                        <a:pt x="1" y="4837"/>
                        <a:pt x="176" y="5013"/>
                        <a:pt x="402" y="5013"/>
                      </a:cubicBezTo>
                      <a:cubicBezTo>
                        <a:pt x="652" y="5013"/>
                        <a:pt x="828" y="4837"/>
                        <a:pt x="828" y="4612"/>
                      </a:cubicBezTo>
                      <a:lnTo>
                        <a:pt x="828" y="426"/>
                      </a:lnTo>
                      <a:cubicBezTo>
                        <a:pt x="828" y="201"/>
                        <a:pt x="652" y="0"/>
                        <a:pt x="402" y="0"/>
                      </a:cubicBezTo>
                      <a:close/>
                    </a:path>
                  </a:pathLst>
                </a:custGeom>
                <a:solidFill>
                  <a:srgbClr val="FCFC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9" name="Google Shape;1319;p34">
                  <a:extLst>
                    <a:ext uri="{FF2B5EF4-FFF2-40B4-BE49-F238E27FC236}">
                      <a16:creationId xmlns:a16="http://schemas.microsoft.com/office/drawing/2014/main" id="{CD24B576-92AE-59B5-9CC6-8F00ECAD311F}"/>
                    </a:ext>
                  </a:extLst>
                </p:cNvPr>
                <p:cNvSpPr/>
                <p:nvPr/>
              </p:nvSpPr>
              <p:spPr>
                <a:xfrm>
                  <a:off x="6601445" y="2485759"/>
                  <a:ext cx="20363" cy="123282"/>
                </a:xfrm>
                <a:custGeom>
                  <a:avLst/>
                  <a:gdLst/>
                  <a:ahLst/>
                  <a:cxnLst/>
                  <a:rect l="l" t="t" r="r" b="b"/>
                  <a:pathLst>
                    <a:path w="828" h="5013" extrusionOk="0">
                      <a:moveTo>
                        <a:pt x="427" y="0"/>
                      </a:moveTo>
                      <a:cubicBezTo>
                        <a:pt x="176" y="0"/>
                        <a:pt x="1" y="201"/>
                        <a:pt x="1" y="426"/>
                      </a:cubicBezTo>
                      <a:lnTo>
                        <a:pt x="1" y="4612"/>
                      </a:lnTo>
                      <a:cubicBezTo>
                        <a:pt x="1" y="4837"/>
                        <a:pt x="176" y="5013"/>
                        <a:pt x="427" y="5013"/>
                      </a:cubicBezTo>
                      <a:cubicBezTo>
                        <a:pt x="652" y="5013"/>
                        <a:pt x="828" y="4837"/>
                        <a:pt x="828" y="4612"/>
                      </a:cubicBezTo>
                      <a:lnTo>
                        <a:pt x="828" y="426"/>
                      </a:lnTo>
                      <a:cubicBezTo>
                        <a:pt x="828" y="201"/>
                        <a:pt x="652" y="0"/>
                        <a:pt x="427" y="0"/>
                      </a:cubicBezTo>
                      <a:close/>
                    </a:path>
                  </a:pathLst>
                </a:custGeom>
                <a:solidFill>
                  <a:srgbClr val="FCFC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0" name="Google Shape;1320;p34">
                  <a:extLst>
                    <a:ext uri="{FF2B5EF4-FFF2-40B4-BE49-F238E27FC236}">
                      <a16:creationId xmlns:a16="http://schemas.microsoft.com/office/drawing/2014/main" id="{7A733C75-FACE-247C-F1F7-71DA133AA67E}"/>
                    </a:ext>
                  </a:extLst>
                </p:cNvPr>
                <p:cNvSpPr/>
                <p:nvPr/>
              </p:nvSpPr>
              <p:spPr>
                <a:xfrm>
                  <a:off x="6652598" y="2485759"/>
                  <a:ext cx="21002" cy="123282"/>
                </a:xfrm>
                <a:custGeom>
                  <a:avLst/>
                  <a:gdLst/>
                  <a:ahLst/>
                  <a:cxnLst/>
                  <a:rect l="l" t="t" r="r" b="b"/>
                  <a:pathLst>
                    <a:path w="854" h="5013" extrusionOk="0">
                      <a:moveTo>
                        <a:pt x="427" y="0"/>
                      </a:moveTo>
                      <a:cubicBezTo>
                        <a:pt x="201" y="0"/>
                        <a:pt x="1" y="201"/>
                        <a:pt x="1" y="426"/>
                      </a:cubicBezTo>
                      <a:lnTo>
                        <a:pt x="1" y="4612"/>
                      </a:lnTo>
                      <a:cubicBezTo>
                        <a:pt x="1" y="4837"/>
                        <a:pt x="201" y="5013"/>
                        <a:pt x="427" y="5013"/>
                      </a:cubicBezTo>
                      <a:cubicBezTo>
                        <a:pt x="653" y="5013"/>
                        <a:pt x="853" y="4837"/>
                        <a:pt x="853" y="4612"/>
                      </a:cubicBezTo>
                      <a:lnTo>
                        <a:pt x="853" y="426"/>
                      </a:lnTo>
                      <a:cubicBezTo>
                        <a:pt x="853" y="201"/>
                        <a:pt x="653" y="0"/>
                        <a:pt x="427" y="0"/>
                      </a:cubicBezTo>
                      <a:close/>
                    </a:path>
                  </a:pathLst>
                </a:custGeom>
                <a:solidFill>
                  <a:srgbClr val="FCFC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1" name="Google Shape;1321;p34">
                  <a:extLst>
                    <a:ext uri="{FF2B5EF4-FFF2-40B4-BE49-F238E27FC236}">
                      <a16:creationId xmlns:a16="http://schemas.microsoft.com/office/drawing/2014/main" id="{4384C7E4-8DE1-228D-79C6-BA61AD7B2FA8}"/>
                    </a:ext>
                  </a:extLst>
                </p:cNvPr>
                <p:cNvSpPr/>
                <p:nvPr/>
              </p:nvSpPr>
              <p:spPr>
                <a:xfrm>
                  <a:off x="6704390" y="2485759"/>
                  <a:ext cx="20363" cy="123282"/>
                </a:xfrm>
                <a:custGeom>
                  <a:avLst/>
                  <a:gdLst/>
                  <a:ahLst/>
                  <a:cxnLst/>
                  <a:rect l="l" t="t" r="r" b="b"/>
                  <a:pathLst>
                    <a:path w="828" h="5013" extrusionOk="0">
                      <a:moveTo>
                        <a:pt x="401" y="0"/>
                      </a:moveTo>
                      <a:cubicBezTo>
                        <a:pt x="176" y="0"/>
                        <a:pt x="0" y="201"/>
                        <a:pt x="0" y="426"/>
                      </a:cubicBezTo>
                      <a:lnTo>
                        <a:pt x="0" y="4612"/>
                      </a:lnTo>
                      <a:cubicBezTo>
                        <a:pt x="0" y="4837"/>
                        <a:pt x="176" y="5013"/>
                        <a:pt x="401" y="5013"/>
                      </a:cubicBezTo>
                      <a:cubicBezTo>
                        <a:pt x="652" y="5013"/>
                        <a:pt x="827" y="4837"/>
                        <a:pt x="827" y="4612"/>
                      </a:cubicBezTo>
                      <a:lnTo>
                        <a:pt x="827" y="426"/>
                      </a:lnTo>
                      <a:cubicBezTo>
                        <a:pt x="827" y="201"/>
                        <a:pt x="652" y="0"/>
                        <a:pt x="401" y="0"/>
                      </a:cubicBezTo>
                      <a:close/>
                    </a:path>
                  </a:pathLst>
                </a:custGeom>
                <a:solidFill>
                  <a:srgbClr val="FCFC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2" name="Google Shape;1322;p34">
                  <a:extLst>
                    <a:ext uri="{FF2B5EF4-FFF2-40B4-BE49-F238E27FC236}">
                      <a16:creationId xmlns:a16="http://schemas.microsoft.com/office/drawing/2014/main" id="{B2771777-A14B-64CD-3B39-79EF1380FD23}"/>
                    </a:ext>
                  </a:extLst>
                </p:cNvPr>
                <p:cNvSpPr/>
                <p:nvPr/>
              </p:nvSpPr>
              <p:spPr>
                <a:xfrm>
                  <a:off x="6755542" y="2485759"/>
                  <a:ext cx="20363" cy="123282"/>
                </a:xfrm>
                <a:custGeom>
                  <a:avLst/>
                  <a:gdLst/>
                  <a:ahLst/>
                  <a:cxnLst/>
                  <a:rect l="l" t="t" r="r" b="b"/>
                  <a:pathLst>
                    <a:path w="828" h="5013" extrusionOk="0">
                      <a:moveTo>
                        <a:pt x="426" y="0"/>
                      </a:moveTo>
                      <a:cubicBezTo>
                        <a:pt x="176" y="0"/>
                        <a:pt x="0" y="201"/>
                        <a:pt x="0" y="426"/>
                      </a:cubicBezTo>
                      <a:lnTo>
                        <a:pt x="0" y="4612"/>
                      </a:lnTo>
                      <a:cubicBezTo>
                        <a:pt x="0" y="4837"/>
                        <a:pt x="176" y="5013"/>
                        <a:pt x="426" y="5013"/>
                      </a:cubicBezTo>
                      <a:cubicBezTo>
                        <a:pt x="652" y="5013"/>
                        <a:pt x="828" y="4837"/>
                        <a:pt x="828" y="4612"/>
                      </a:cubicBezTo>
                      <a:lnTo>
                        <a:pt x="828" y="426"/>
                      </a:lnTo>
                      <a:cubicBezTo>
                        <a:pt x="828" y="201"/>
                        <a:pt x="652" y="0"/>
                        <a:pt x="426" y="0"/>
                      </a:cubicBezTo>
                      <a:close/>
                    </a:path>
                  </a:pathLst>
                </a:custGeom>
                <a:solidFill>
                  <a:srgbClr val="FCFC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3" name="Google Shape;1323;p34">
                  <a:extLst>
                    <a:ext uri="{FF2B5EF4-FFF2-40B4-BE49-F238E27FC236}">
                      <a16:creationId xmlns:a16="http://schemas.microsoft.com/office/drawing/2014/main" id="{0ABA1C72-1868-3D1C-0C14-C6B52681984A}"/>
                    </a:ext>
                  </a:extLst>
                </p:cNvPr>
                <p:cNvSpPr/>
                <p:nvPr/>
              </p:nvSpPr>
              <p:spPr>
                <a:xfrm>
                  <a:off x="6131163" y="2985626"/>
                  <a:ext cx="190494" cy="190469"/>
                </a:xfrm>
                <a:custGeom>
                  <a:avLst/>
                  <a:gdLst/>
                  <a:ahLst/>
                  <a:cxnLst/>
                  <a:rect l="l" t="t" r="r" b="b"/>
                  <a:pathLst>
                    <a:path w="7746" h="7745" fill="none" extrusionOk="0">
                      <a:moveTo>
                        <a:pt x="1" y="0"/>
                      </a:moveTo>
                      <a:lnTo>
                        <a:pt x="7745" y="7745"/>
                      </a:lnTo>
                    </a:path>
                  </a:pathLst>
                </a:custGeom>
                <a:noFill/>
                <a:ln w="20675" cap="flat" cmpd="sng">
                  <a:solidFill>
                    <a:srgbClr val="FCFCFC"/>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4" name="Google Shape;1324;p34">
                  <a:extLst>
                    <a:ext uri="{FF2B5EF4-FFF2-40B4-BE49-F238E27FC236}">
                      <a16:creationId xmlns:a16="http://schemas.microsoft.com/office/drawing/2014/main" id="{ED7D353F-836A-60EF-50A7-821151CF0544}"/>
                    </a:ext>
                  </a:extLst>
                </p:cNvPr>
                <p:cNvSpPr/>
                <p:nvPr/>
              </p:nvSpPr>
              <p:spPr>
                <a:xfrm>
                  <a:off x="6338871" y="2905504"/>
                  <a:ext cx="350123" cy="350099"/>
                </a:xfrm>
                <a:custGeom>
                  <a:avLst/>
                  <a:gdLst/>
                  <a:ahLst/>
                  <a:cxnLst/>
                  <a:rect l="l" t="t" r="r" b="b"/>
                  <a:pathLst>
                    <a:path w="14237" h="14236" fill="none" extrusionOk="0">
                      <a:moveTo>
                        <a:pt x="1" y="0"/>
                      </a:moveTo>
                      <a:lnTo>
                        <a:pt x="14237" y="14236"/>
                      </a:lnTo>
                    </a:path>
                  </a:pathLst>
                </a:custGeom>
                <a:noFill/>
                <a:ln w="20675" cap="flat" cmpd="sng">
                  <a:solidFill>
                    <a:srgbClr val="FCFCFC"/>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5" name="Google Shape;1325;p34">
                  <a:extLst>
                    <a:ext uri="{FF2B5EF4-FFF2-40B4-BE49-F238E27FC236}">
                      <a16:creationId xmlns:a16="http://schemas.microsoft.com/office/drawing/2014/main" id="{658254CC-9E44-122C-E038-7B291C82C525}"/>
                    </a:ext>
                  </a:extLst>
                </p:cNvPr>
                <p:cNvSpPr/>
                <p:nvPr/>
              </p:nvSpPr>
              <p:spPr>
                <a:xfrm>
                  <a:off x="6706234" y="2985626"/>
                  <a:ext cx="191084" cy="190469"/>
                </a:xfrm>
                <a:custGeom>
                  <a:avLst/>
                  <a:gdLst/>
                  <a:ahLst/>
                  <a:cxnLst/>
                  <a:rect l="l" t="t" r="r" b="b"/>
                  <a:pathLst>
                    <a:path w="7770" h="7745" fill="none" extrusionOk="0">
                      <a:moveTo>
                        <a:pt x="0" y="0"/>
                      </a:moveTo>
                      <a:lnTo>
                        <a:pt x="7770" y="7745"/>
                      </a:lnTo>
                    </a:path>
                  </a:pathLst>
                </a:custGeom>
                <a:noFill/>
                <a:ln w="20675" cap="flat" cmpd="sng">
                  <a:solidFill>
                    <a:srgbClr val="FCFCFC"/>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26" name="Google Shape;1326;p34">
                  <a:extLst>
                    <a:ext uri="{FF2B5EF4-FFF2-40B4-BE49-F238E27FC236}">
                      <a16:creationId xmlns:a16="http://schemas.microsoft.com/office/drawing/2014/main" id="{727BED58-5E5D-0376-0001-FAEC92A322A8}"/>
                    </a:ext>
                  </a:extLst>
                </p:cNvPr>
                <p:cNvSpPr/>
                <p:nvPr/>
              </p:nvSpPr>
              <p:spPr>
                <a:xfrm>
                  <a:off x="5923455" y="3492871"/>
                  <a:ext cx="174459" cy="92492"/>
                </a:xfrm>
                <a:custGeom>
                  <a:avLst/>
                  <a:gdLst/>
                  <a:ahLst/>
                  <a:cxnLst/>
                  <a:rect l="l" t="t" r="r" b="b"/>
                  <a:pathLst>
                    <a:path w="7094" h="3761" extrusionOk="0">
                      <a:moveTo>
                        <a:pt x="1254" y="1"/>
                      </a:moveTo>
                      <a:cubicBezTo>
                        <a:pt x="552" y="1"/>
                        <a:pt x="1" y="552"/>
                        <a:pt x="1" y="1254"/>
                      </a:cubicBezTo>
                      <a:lnTo>
                        <a:pt x="1" y="2507"/>
                      </a:lnTo>
                      <a:cubicBezTo>
                        <a:pt x="1" y="3184"/>
                        <a:pt x="552" y="3760"/>
                        <a:pt x="1254" y="3760"/>
                      </a:cubicBezTo>
                      <a:lnTo>
                        <a:pt x="5840" y="3760"/>
                      </a:lnTo>
                      <a:cubicBezTo>
                        <a:pt x="6542" y="3760"/>
                        <a:pt x="7093" y="3184"/>
                        <a:pt x="7093" y="2507"/>
                      </a:cubicBezTo>
                      <a:lnTo>
                        <a:pt x="7093" y="1254"/>
                      </a:lnTo>
                      <a:cubicBezTo>
                        <a:pt x="7093" y="552"/>
                        <a:pt x="6542" y="1"/>
                        <a:pt x="584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7" name="Google Shape;1327;p34">
                  <a:extLst>
                    <a:ext uri="{FF2B5EF4-FFF2-40B4-BE49-F238E27FC236}">
                      <a16:creationId xmlns:a16="http://schemas.microsoft.com/office/drawing/2014/main" id="{F1358FD5-E966-CCE6-6AD6-BFC22CC39766}"/>
                    </a:ext>
                  </a:extLst>
                </p:cNvPr>
                <p:cNvSpPr/>
                <p:nvPr/>
              </p:nvSpPr>
              <p:spPr>
                <a:xfrm>
                  <a:off x="6929977" y="3492871"/>
                  <a:ext cx="175074" cy="92492"/>
                </a:xfrm>
                <a:custGeom>
                  <a:avLst/>
                  <a:gdLst/>
                  <a:ahLst/>
                  <a:cxnLst/>
                  <a:rect l="l" t="t" r="r" b="b"/>
                  <a:pathLst>
                    <a:path w="7119" h="3761" extrusionOk="0">
                      <a:moveTo>
                        <a:pt x="1253" y="1"/>
                      </a:moveTo>
                      <a:cubicBezTo>
                        <a:pt x="577" y="1"/>
                        <a:pt x="0" y="552"/>
                        <a:pt x="0" y="1254"/>
                      </a:cubicBezTo>
                      <a:lnTo>
                        <a:pt x="0" y="2507"/>
                      </a:lnTo>
                      <a:cubicBezTo>
                        <a:pt x="0" y="3184"/>
                        <a:pt x="577" y="3760"/>
                        <a:pt x="1253" y="3760"/>
                      </a:cubicBezTo>
                      <a:lnTo>
                        <a:pt x="5865" y="3760"/>
                      </a:lnTo>
                      <a:cubicBezTo>
                        <a:pt x="6542" y="3760"/>
                        <a:pt x="7118" y="3184"/>
                        <a:pt x="7118" y="2507"/>
                      </a:cubicBezTo>
                      <a:lnTo>
                        <a:pt x="7118" y="1254"/>
                      </a:lnTo>
                      <a:cubicBezTo>
                        <a:pt x="7118" y="552"/>
                        <a:pt x="6542" y="1"/>
                        <a:pt x="586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8" name="Google Shape;1328;p34">
                  <a:extLst>
                    <a:ext uri="{FF2B5EF4-FFF2-40B4-BE49-F238E27FC236}">
                      <a16:creationId xmlns:a16="http://schemas.microsoft.com/office/drawing/2014/main" id="{A730FF29-E7ED-7233-A1FA-2C7BD12BA4FE}"/>
                    </a:ext>
                  </a:extLst>
                </p:cNvPr>
                <p:cNvSpPr/>
                <p:nvPr/>
              </p:nvSpPr>
              <p:spPr>
                <a:xfrm>
                  <a:off x="6128704" y="3502733"/>
                  <a:ext cx="770483" cy="20977"/>
                </a:xfrm>
                <a:custGeom>
                  <a:avLst/>
                  <a:gdLst/>
                  <a:ahLst/>
                  <a:cxnLst/>
                  <a:rect l="l" t="t" r="r" b="b"/>
                  <a:pathLst>
                    <a:path w="31330" h="853" extrusionOk="0">
                      <a:moveTo>
                        <a:pt x="427" y="1"/>
                      </a:moveTo>
                      <a:cubicBezTo>
                        <a:pt x="201" y="1"/>
                        <a:pt x="1" y="201"/>
                        <a:pt x="1" y="427"/>
                      </a:cubicBezTo>
                      <a:cubicBezTo>
                        <a:pt x="1" y="652"/>
                        <a:pt x="201" y="853"/>
                        <a:pt x="427" y="853"/>
                      </a:cubicBezTo>
                      <a:lnTo>
                        <a:pt x="30928" y="853"/>
                      </a:lnTo>
                      <a:cubicBezTo>
                        <a:pt x="31154" y="853"/>
                        <a:pt x="31329" y="652"/>
                        <a:pt x="31329" y="427"/>
                      </a:cubicBezTo>
                      <a:cubicBezTo>
                        <a:pt x="31329" y="201"/>
                        <a:pt x="31154" y="1"/>
                        <a:pt x="309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9" name="Google Shape;1329;p34">
                  <a:extLst>
                    <a:ext uri="{FF2B5EF4-FFF2-40B4-BE49-F238E27FC236}">
                      <a16:creationId xmlns:a16="http://schemas.microsoft.com/office/drawing/2014/main" id="{3FAF6C21-62A6-0AF4-07D3-0C818214E8AE}"/>
                    </a:ext>
                  </a:extLst>
                </p:cNvPr>
                <p:cNvSpPr/>
                <p:nvPr/>
              </p:nvSpPr>
              <p:spPr>
                <a:xfrm>
                  <a:off x="6128704" y="3554524"/>
                  <a:ext cx="770483" cy="20363"/>
                </a:xfrm>
                <a:custGeom>
                  <a:avLst/>
                  <a:gdLst/>
                  <a:ahLst/>
                  <a:cxnLst/>
                  <a:rect l="l" t="t" r="r" b="b"/>
                  <a:pathLst>
                    <a:path w="31330" h="828" extrusionOk="0">
                      <a:moveTo>
                        <a:pt x="427" y="0"/>
                      </a:moveTo>
                      <a:cubicBezTo>
                        <a:pt x="201" y="0"/>
                        <a:pt x="1" y="176"/>
                        <a:pt x="1" y="401"/>
                      </a:cubicBezTo>
                      <a:cubicBezTo>
                        <a:pt x="1" y="652"/>
                        <a:pt x="201" y="827"/>
                        <a:pt x="427" y="827"/>
                      </a:cubicBezTo>
                      <a:lnTo>
                        <a:pt x="30928" y="827"/>
                      </a:lnTo>
                      <a:cubicBezTo>
                        <a:pt x="31154" y="827"/>
                        <a:pt x="31329" y="652"/>
                        <a:pt x="31329" y="401"/>
                      </a:cubicBezTo>
                      <a:cubicBezTo>
                        <a:pt x="31329" y="176"/>
                        <a:pt x="31154" y="0"/>
                        <a:pt x="3092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1330" name="Google Shape;1330;p34">
            <a:extLst>
              <a:ext uri="{FF2B5EF4-FFF2-40B4-BE49-F238E27FC236}">
                <a16:creationId xmlns:a16="http://schemas.microsoft.com/office/drawing/2014/main" id="{1E35E44F-C2EF-521D-F972-7138868098FE}"/>
              </a:ext>
            </a:extLst>
          </p:cNvPr>
          <p:cNvGrpSpPr/>
          <p:nvPr/>
        </p:nvGrpSpPr>
        <p:grpSpPr>
          <a:xfrm>
            <a:off x="6445042" y="79309"/>
            <a:ext cx="2619544" cy="5139808"/>
            <a:chOff x="3748900" y="238125"/>
            <a:chExt cx="2662950" cy="5224975"/>
          </a:xfrm>
        </p:grpSpPr>
        <p:sp>
          <p:nvSpPr>
            <p:cNvPr id="1331" name="Google Shape;1331;p34">
              <a:extLst>
                <a:ext uri="{FF2B5EF4-FFF2-40B4-BE49-F238E27FC236}">
                  <a16:creationId xmlns:a16="http://schemas.microsoft.com/office/drawing/2014/main" id="{8B9DBDAB-5080-E8D3-9331-0ED63AEA1246}"/>
                </a:ext>
              </a:extLst>
            </p:cNvPr>
            <p:cNvSpPr/>
            <p:nvPr/>
          </p:nvSpPr>
          <p:spPr>
            <a:xfrm>
              <a:off x="4036500" y="1009425"/>
              <a:ext cx="400400" cy="188625"/>
            </a:xfrm>
            <a:custGeom>
              <a:avLst/>
              <a:gdLst/>
              <a:ahLst/>
              <a:cxnLst/>
              <a:rect l="l" t="t" r="r" b="b"/>
              <a:pathLst>
                <a:path w="16016" h="7545" extrusionOk="0">
                  <a:moveTo>
                    <a:pt x="8020" y="0"/>
                  </a:moveTo>
                  <a:cubicBezTo>
                    <a:pt x="3735" y="0"/>
                    <a:pt x="251" y="3334"/>
                    <a:pt x="0" y="7544"/>
                  </a:cubicBezTo>
                  <a:lnTo>
                    <a:pt x="16015" y="7544"/>
                  </a:lnTo>
                  <a:cubicBezTo>
                    <a:pt x="15765" y="3334"/>
                    <a:pt x="12281" y="0"/>
                    <a:pt x="8020" y="0"/>
                  </a:cubicBezTo>
                  <a:close/>
                </a:path>
              </a:pathLst>
            </a:custGeom>
            <a:solidFill>
              <a:srgbClr val="CBE5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2" name="Google Shape;1332;p34">
              <a:extLst>
                <a:ext uri="{FF2B5EF4-FFF2-40B4-BE49-F238E27FC236}">
                  <a16:creationId xmlns:a16="http://schemas.microsoft.com/office/drawing/2014/main" id="{6742FA08-88B6-2915-BB78-6ADC9932E8D2}"/>
                </a:ext>
              </a:extLst>
            </p:cNvPr>
            <p:cNvSpPr/>
            <p:nvPr/>
          </p:nvSpPr>
          <p:spPr>
            <a:xfrm>
              <a:off x="3748900" y="238125"/>
              <a:ext cx="2662950" cy="1755025"/>
            </a:xfrm>
            <a:custGeom>
              <a:avLst/>
              <a:gdLst/>
              <a:ahLst/>
              <a:cxnLst/>
              <a:rect l="l" t="t" r="r" b="b"/>
              <a:pathLst>
                <a:path w="106518" h="70201" extrusionOk="0">
                  <a:moveTo>
                    <a:pt x="0" y="0"/>
                  </a:moveTo>
                  <a:lnTo>
                    <a:pt x="89023" y="70201"/>
                  </a:lnTo>
                  <a:lnTo>
                    <a:pt x="106517" y="70201"/>
                  </a:lnTo>
                  <a:lnTo>
                    <a:pt x="106517" y="0"/>
                  </a:lnTo>
                  <a:close/>
                </a:path>
              </a:pathLst>
            </a:custGeom>
            <a:solidFill>
              <a:srgbClr val="3399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3" name="Google Shape;1333;p34">
              <a:extLst>
                <a:ext uri="{FF2B5EF4-FFF2-40B4-BE49-F238E27FC236}">
                  <a16:creationId xmlns:a16="http://schemas.microsoft.com/office/drawing/2014/main" id="{2A111713-A1C5-B196-E943-E75E299F6B7D}"/>
                </a:ext>
              </a:extLst>
            </p:cNvPr>
            <p:cNvSpPr/>
            <p:nvPr/>
          </p:nvSpPr>
          <p:spPr>
            <a:xfrm>
              <a:off x="3790875" y="394750"/>
              <a:ext cx="2381000" cy="981875"/>
            </a:xfrm>
            <a:custGeom>
              <a:avLst/>
              <a:gdLst/>
              <a:ahLst/>
              <a:cxnLst/>
              <a:rect l="l" t="t" r="r" b="b"/>
              <a:pathLst>
                <a:path w="95240" h="39275" extrusionOk="0">
                  <a:moveTo>
                    <a:pt x="1" y="1"/>
                  </a:moveTo>
                  <a:lnTo>
                    <a:pt x="1" y="39274"/>
                  </a:lnTo>
                  <a:lnTo>
                    <a:pt x="95239" y="39274"/>
                  </a:lnTo>
                  <a:lnTo>
                    <a:pt x="9523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4" name="Google Shape;1334;p34">
              <a:extLst>
                <a:ext uri="{FF2B5EF4-FFF2-40B4-BE49-F238E27FC236}">
                  <a16:creationId xmlns:a16="http://schemas.microsoft.com/office/drawing/2014/main" id="{3A744262-F362-552D-93CE-123D8F1536DB}"/>
                </a:ext>
              </a:extLst>
            </p:cNvPr>
            <p:cNvSpPr/>
            <p:nvPr/>
          </p:nvSpPr>
          <p:spPr>
            <a:xfrm>
              <a:off x="4124850" y="248775"/>
              <a:ext cx="94000" cy="448650"/>
            </a:xfrm>
            <a:custGeom>
              <a:avLst/>
              <a:gdLst/>
              <a:ahLst/>
              <a:cxnLst/>
              <a:rect l="l" t="t" r="r" b="b"/>
              <a:pathLst>
                <a:path w="3760" h="17946" extrusionOk="0">
                  <a:moveTo>
                    <a:pt x="0" y="0"/>
                  </a:moveTo>
                  <a:lnTo>
                    <a:pt x="0" y="17945"/>
                  </a:lnTo>
                  <a:lnTo>
                    <a:pt x="3759" y="17945"/>
                  </a:lnTo>
                  <a:lnTo>
                    <a:pt x="375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5" name="Google Shape;1335;p34">
              <a:extLst>
                <a:ext uri="{FF2B5EF4-FFF2-40B4-BE49-F238E27FC236}">
                  <a16:creationId xmlns:a16="http://schemas.microsoft.com/office/drawing/2014/main" id="{EFD378CA-B339-D22E-69D6-6D7386A979C0}"/>
                </a:ext>
              </a:extLst>
            </p:cNvPr>
            <p:cNvSpPr/>
            <p:nvPr/>
          </p:nvSpPr>
          <p:spPr>
            <a:xfrm>
              <a:off x="5659925" y="248775"/>
              <a:ext cx="94025" cy="448650"/>
            </a:xfrm>
            <a:custGeom>
              <a:avLst/>
              <a:gdLst/>
              <a:ahLst/>
              <a:cxnLst/>
              <a:rect l="l" t="t" r="r" b="b"/>
              <a:pathLst>
                <a:path w="3761" h="17946" extrusionOk="0">
                  <a:moveTo>
                    <a:pt x="1" y="0"/>
                  </a:moveTo>
                  <a:lnTo>
                    <a:pt x="1" y="17945"/>
                  </a:lnTo>
                  <a:lnTo>
                    <a:pt x="3760" y="17945"/>
                  </a:lnTo>
                  <a:lnTo>
                    <a:pt x="376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6" name="Google Shape;1336;p34">
              <a:extLst>
                <a:ext uri="{FF2B5EF4-FFF2-40B4-BE49-F238E27FC236}">
                  <a16:creationId xmlns:a16="http://schemas.microsoft.com/office/drawing/2014/main" id="{F23CD365-CCDB-272F-D085-5953A20B098A}"/>
                </a:ext>
              </a:extLst>
            </p:cNvPr>
            <p:cNvSpPr/>
            <p:nvPr/>
          </p:nvSpPr>
          <p:spPr>
            <a:xfrm>
              <a:off x="3895525" y="501275"/>
              <a:ext cx="2171700" cy="770075"/>
            </a:xfrm>
            <a:custGeom>
              <a:avLst/>
              <a:gdLst/>
              <a:ahLst/>
              <a:cxnLst/>
              <a:rect l="l" t="t" r="r" b="b"/>
              <a:pathLst>
                <a:path w="86868" h="30803" extrusionOk="0">
                  <a:moveTo>
                    <a:pt x="0" y="0"/>
                  </a:moveTo>
                  <a:lnTo>
                    <a:pt x="0" y="30803"/>
                  </a:lnTo>
                  <a:lnTo>
                    <a:pt x="86868" y="30803"/>
                  </a:lnTo>
                  <a:lnTo>
                    <a:pt x="8686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37" name="Google Shape;1337;p34">
              <a:extLst>
                <a:ext uri="{FF2B5EF4-FFF2-40B4-BE49-F238E27FC236}">
                  <a16:creationId xmlns:a16="http://schemas.microsoft.com/office/drawing/2014/main" id="{E11C5061-FF89-EC52-BFE0-C6B0CE807B86}"/>
                </a:ext>
              </a:extLst>
            </p:cNvPr>
            <p:cNvSpPr/>
            <p:nvPr/>
          </p:nvSpPr>
          <p:spPr>
            <a:xfrm>
              <a:off x="4452525" y="666675"/>
              <a:ext cx="133500" cy="151050"/>
            </a:xfrm>
            <a:custGeom>
              <a:avLst/>
              <a:gdLst/>
              <a:ahLst/>
              <a:cxnLst/>
              <a:rect l="l" t="t" r="r" b="b"/>
              <a:pathLst>
                <a:path w="5340" h="6042" extrusionOk="0">
                  <a:moveTo>
                    <a:pt x="2933" y="1"/>
                  </a:moveTo>
                  <a:cubicBezTo>
                    <a:pt x="2457" y="1"/>
                    <a:pt x="2056" y="101"/>
                    <a:pt x="1680" y="277"/>
                  </a:cubicBezTo>
                  <a:cubicBezTo>
                    <a:pt x="1329" y="452"/>
                    <a:pt x="1028" y="678"/>
                    <a:pt x="778" y="953"/>
                  </a:cubicBezTo>
                  <a:cubicBezTo>
                    <a:pt x="527" y="1229"/>
                    <a:pt x="327" y="1555"/>
                    <a:pt x="201" y="1906"/>
                  </a:cubicBezTo>
                  <a:cubicBezTo>
                    <a:pt x="51" y="2257"/>
                    <a:pt x="1" y="2607"/>
                    <a:pt x="1" y="2983"/>
                  </a:cubicBezTo>
                  <a:cubicBezTo>
                    <a:pt x="1" y="3359"/>
                    <a:pt x="76" y="3735"/>
                    <a:pt x="201" y="4086"/>
                  </a:cubicBezTo>
                  <a:cubicBezTo>
                    <a:pt x="352" y="4462"/>
                    <a:pt x="552" y="4788"/>
                    <a:pt x="803" y="5089"/>
                  </a:cubicBezTo>
                  <a:cubicBezTo>
                    <a:pt x="1054" y="5364"/>
                    <a:pt x="1354" y="5590"/>
                    <a:pt x="1705" y="5765"/>
                  </a:cubicBezTo>
                  <a:cubicBezTo>
                    <a:pt x="2056" y="5941"/>
                    <a:pt x="2457" y="6041"/>
                    <a:pt x="2883" y="6041"/>
                  </a:cubicBezTo>
                  <a:cubicBezTo>
                    <a:pt x="3134" y="6041"/>
                    <a:pt x="3359" y="6016"/>
                    <a:pt x="3610" y="5941"/>
                  </a:cubicBezTo>
                  <a:cubicBezTo>
                    <a:pt x="3861" y="5891"/>
                    <a:pt x="4111" y="5790"/>
                    <a:pt x="4312" y="5690"/>
                  </a:cubicBezTo>
                  <a:cubicBezTo>
                    <a:pt x="4537" y="5565"/>
                    <a:pt x="4738" y="5415"/>
                    <a:pt x="4913" y="5264"/>
                  </a:cubicBezTo>
                  <a:cubicBezTo>
                    <a:pt x="5089" y="5089"/>
                    <a:pt x="5239" y="4888"/>
                    <a:pt x="5339" y="4663"/>
                  </a:cubicBezTo>
                  <a:lnTo>
                    <a:pt x="4387" y="4111"/>
                  </a:lnTo>
                  <a:cubicBezTo>
                    <a:pt x="4312" y="4287"/>
                    <a:pt x="4237" y="4412"/>
                    <a:pt x="4111" y="4537"/>
                  </a:cubicBezTo>
                  <a:cubicBezTo>
                    <a:pt x="4011" y="4638"/>
                    <a:pt x="3886" y="4738"/>
                    <a:pt x="3735" y="4813"/>
                  </a:cubicBezTo>
                  <a:cubicBezTo>
                    <a:pt x="3610" y="4888"/>
                    <a:pt x="3485" y="4938"/>
                    <a:pt x="3334" y="4963"/>
                  </a:cubicBezTo>
                  <a:cubicBezTo>
                    <a:pt x="3184" y="5014"/>
                    <a:pt x="3059" y="5014"/>
                    <a:pt x="2908" y="5014"/>
                  </a:cubicBezTo>
                  <a:cubicBezTo>
                    <a:pt x="2658" y="5014"/>
                    <a:pt x="2432" y="4963"/>
                    <a:pt x="2206" y="4863"/>
                  </a:cubicBezTo>
                  <a:cubicBezTo>
                    <a:pt x="1981" y="4738"/>
                    <a:pt x="1805" y="4587"/>
                    <a:pt x="1655" y="4412"/>
                  </a:cubicBezTo>
                  <a:cubicBezTo>
                    <a:pt x="1505" y="4211"/>
                    <a:pt x="1379" y="4011"/>
                    <a:pt x="1304" y="3760"/>
                  </a:cubicBezTo>
                  <a:cubicBezTo>
                    <a:pt x="1204" y="3535"/>
                    <a:pt x="1179" y="3259"/>
                    <a:pt x="1179" y="3008"/>
                  </a:cubicBezTo>
                  <a:cubicBezTo>
                    <a:pt x="1179" y="2783"/>
                    <a:pt x="1204" y="2532"/>
                    <a:pt x="1279" y="2307"/>
                  </a:cubicBezTo>
                  <a:cubicBezTo>
                    <a:pt x="1354" y="2056"/>
                    <a:pt x="1455" y="1856"/>
                    <a:pt x="1605" y="1655"/>
                  </a:cubicBezTo>
                  <a:cubicBezTo>
                    <a:pt x="1755" y="1480"/>
                    <a:pt x="1931" y="1329"/>
                    <a:pt x="2131" y="1204"/>
                  </a:cubicBezTo>
                  <a:cubicBezTo>
                    <a:pt x="2357" y="1079"/>
                    <a:pt x="2607" y="1029"/>
                    <a:pt x="2908" y="1029"/>
                  </a:cubicBezTo>
                  <a:cubicBezTo>
                    <a:pt x="3033" y="1029"/>
                    <a:pt x="3159" y="1054"/>
                    <a:pt x="3309" y="1079"/>
                  </a:cubicBezTo>
                  <a:cubicBezTo>
                    <a:pt x="3460" y="1104"/>
                    <a:pt x="3585" y="1154"/>
                    <a:pt x="3710" y="1229"/>
                  </a:cubicBezTo>
                  <a:cubicBezTo>
                    <a:pt x="3836" y="1279"/>
                    <a:pt x="3961" y="1379"/>
                    <a:pt x="4061" y="1505"/>
                  </a:cubicBezTo>
                  <a:cubicBezTo>
                    <a:pt x="4186" y="1605"/>
                    <a:pt x="4287" y="1755"/>
                    <a:pt x="4362" y="1931"/>
                  </a:cubicBezTo>
                  <a:lnTo>
                    <a:pt x="5239" y="1304"/>
                  </a:lnTo>
                  <a:cubicBezTo>
                    <a:pt x="5039" y="928"/>
                    <a:pt x="4738" y="602"/>
                    <a:pt x="4337" y="377"/>
                  </a:cubicBezTo>
                  <a:cubicBezTo>
                    <a:pt x="3961" y="126"/>
                    <a:pt x="3485" y="1"/>
                    <a:pt x="293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8" name="Google Shape;1338;p34">
              <a:extLst>
                <a:ext uri="{FF2B5EF4-FFF2-40B4-BE49-F238E27FC236}">
                  <a16:creationId xmlns:a16="http://schemas.microsoft.com/office/drawing/2014/main" id="{E4D3FFDD-F58C-884B-98F5-FCDE37A98AEC}"/>
                </a:ext>
              </a:extLst>
            </p:cNvPr>
            <p:cNvSpPr/>
            <p:nvPr/>
          </p:nvSpPr>
          <p:spPr>
            <a:xfrm>
              <a:off x="4621700" y="667950"/>
              <a:ext cx="103425" cy="148500"/>
            </a:xfrm>
            <a:custGeom>
              <a:avLst/>
              <a:gdLst/>
              <a:ahLst/>
              <a:cxnLst/>
              <a:rect l="l" t="t" r="r" b="b"/>
              <a:pathLst>
                <a:path w="4137" h="5940" extrusionOk="0">
                  <a:moveTo>
                    <a:pt x="1" y="0"/>
                  </a:moveTo>
                  <a:lnTo>
                    <a:pt x="1" y="5940"/>
                  </a:lnTo>
                  <a:lnTo>
                    <a:pt x="4136" y="5940"/>
                  </a:lnTo>
                  <a:lnTo>
                    <a:pt x="4136" y="4937"/>
                  </a:lnTo>
                  <a:lnTo>
                    <a:pt x="1179" y="4937"/>
                  </a:lnTo>
                  <a:lnTo>
                    <a:pt x="1179" y="3384"/>
                  </a:lnTo>
                  <a:lnTo>
                    <a:pt x="3660" y="3384"/>
                  </a:lnTo>
                  <a:lnTo>
                    <a:pt x="3660" y="2431"/>
                  </a:lnTo>
                  <a:lnTo>
                    <a:pt x="1179" y="2431"/>
                  </a:lnTo>
                  <a:lnTo>
                    <a:pt x="1179" y="1003"/>
                  </a:lnTo>
                  <a:lnTo>
                    <a:pt x="4061" y="1003"/>
                  </a:lnTo>
                  <a:lnTo>
                    <a:pt x="406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9" name="Google Shape;1339;p34">
              <a:extLst>
                <a:ext uri="{FF2B5EF4-FFF2-40B4-BE49-F238E27FC236}">
                  <a16:creationId xmlns:a16="http://schemas.microsoft.com/office/drawing/2014/main" id="{910A7D8D-5DD0-A8EF-3B6F-50FCE3701DA8}"/>
                </a:ext>
              </a:extLst>
            </p:cNvPr>
            <p:cNvSpPr/>
            <p:nvPr/>
          </p:nvSpPr>
          <p:spPr>
            <a:xfrm>
              <a:off x="4764575" y="667950"/>
              <a:ext cx="129100" cy="148500"/>
            </a:xfrm>
            <a:custGeom>
              <a:avLst/>
              <a:gdLst/>
              <a:ahLst/>
              <a:cxnLst/>
              <a:rect l="l" t="t" r="r" b="b"/>
              <a:pathLst>
                <a:path w="5164" h="5940" extrusionOk="0">
                  <a:moveTo>
                    <a:pt x="0" y="0"/>
                  </a:moveTo>
                  <a:lnTo>
                    <a:pt x="0" y="5940"/>
                  </a:lnTo>
                  <a:lnTo>
                    <a:pt x="1153" y="5940"/>
                  </a:lnTo>
                  <a:lnTo>
                    <a:pt x="1153" y="2130"/>
                  </a:lnTo>
                  <a:lnTo>
                    <a:pt x="4211" y="5940"/>
                  </a:lnTo>
                  <a:lnTo>
                    <a:pt x="5163" y="5940"/>
                  </a:lnTo>
                  <a:lnTo>
                    <a:pt x="5163" y="0"/>
                  </a:lnTo>
                  <a:lnTo>
                    <a:pt x="3985" y="0"/>
                  </a:lnTo>
                  <a:lnTo>
                    <a:pt x="3985" y="3885"/>
                  </a:lnTo>
                  <a:lnTo>
                    <a:pt x="9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0" name="Google Shape;1340;p34">
              <a:extLst>
                <a:ext uri="{FF2B5EF4-FFF2-40B4-BE49-F238E27FC236}">
                  <a16:creationId xmlns:a16="http://schemas.microsoft.com/office/drawing/2014/main" id="{FB2EAB9C-2FAF-DB2F-1DC4-2F1425726888}"/>
                </a:ext>
              </a:extLst>
            </p:cNvPr>
            <p:cNvSpPr/>
            <p:nvPr/>
          </p:nvSpPr>
          <p:spPr>
            <a:xfrm>
              <a:off x="4928725" y="667950"/>
              <a:ext cx="123450" cy="148500"/>
            </a:xfrm>
            <a:custGeom>
              <a:avLst/>
              <a:gdLst/>
              <a:ahLst/>
              <a:cxnLst/>
              <a:rect l="l" t="t" r="r" b="b"/>
              <a:pathLst>
                <a:path w="4938" h="5940" extrusionOk="0">
                  <a:moveTo>
                    <a:pt x="1" y="0"/>
                  </a:moveTo>
                  <a:lnTo>
                    <a:pt x="1" y="1003"/>
                  </a:lnTo>
                  <a:lnTo>
                    <a:pt x="1905" y="1003"/>
                  </a:lnTo>
                  <a:lnTo>
                    <a:pt x="1905" y="5940"/>
                  </a:lnTo>
                  <a:lnTo>
                    <a:pt x="3033" y="5940"/>
                  </a:lnTo>
                  <a:lnTo>
                    <a:pt x="3033" y="1003"/>
                  </a:lnTo>
                  <a:lnTo>
                    <a:pt x="4938" y="1003"/>
                  </a:lnTo>
                  <a:lnTo>
                    <a:pt x="493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1" name="Google Shape;1341;p34">
              <a:extLst>
                <a:ext uri="{FF2B5EF4-FFF2-40B4-BE49-F238E27FC236}">
                  <a16:creationId xmlns:a16="http://schemas.microsoft.com/office/drawing/2014/main" id="{96992A2D-E751-6EEC-39BB-7F1DC521CF23}"/>
                </a:ext>
              </a:extLst>
            </p:cNvPr>
            <p:cNvSpPr/>
            <p:nvPr/>
          </p:nvSpPr>
          <p:spPr>
            <a:xfrm>
              <a:off x="5087875" y="667950"/>
              <a:ext cx="119700" cy="148500"/>
            </a:xfrm>
            <a:custGeom>
              <a:avLst/>
              <a:gdLst/>
              <a:ahLst/>
              <a:cxnLst/>
              <a:rect l="l" t="t" r="r" b="b"/>
              <a:pathLst>
                <a:path w="4788" h="5940" extrusionOk="0">
                  <a:moveTo>
                    <a:pt x="2532" y="1003"/>
                  </a:moveTo>
                  <a:cubicBezTo>
                    <a:pt x="2632" y="1003"/>
                    <a:pt x="2732" y="1028"/>
                    <a:pt x="2833" y="1078"/>
                  </a:cubicBezTo>
                  <a:cubicBezTo>
                    <a:pt x="2933" y="1128"/>
                    <a:pt x="3033" y="1203"/>
                    <a:pt x="3108" y="1278"/>
                  </a:cubicBezTo>
                  <a:cubicBezTo>
                    <a:pt x="3184" y="1353"/>
                    <a:pt x="3234" y="1454"/>
                    <a:pt x="3284" y="1579"/>
                  </a:cubicBezTo>
                  <a:cubicBezTo>
                    <a:pt x="3334" y="1704"/>
                    <a:pt x="3359" y="1830"/>
                    <a:pt x="3359" y="1980"/>
                  </a:cubicBezTo>
                  <a:cubicBezTo>
                    <a:pt x="3359" y="2105"/>
                    <a:pt x="3334" y="2231"/>
                    <a:pt x="3284" y="2356"/>
                  </a:cubicBezTo>
                  <a:cubicBezTo>
                    <a:pt x="3259" y="2456"/>
                    <a:pt x="3209" y="2556"/>
                    <a:pt x="3133" y="2657"/>
                  </a:cubicBezTo>
                  <a:cubicBezTo>
                    <a:pt x="3058" y="2732"/>
                    <a:pt x="2983" y="2807"/>
                    <a:pt x="2883" y="2857"/>
                  </a:cubicBezTo>
                  <a:cubicBezTo>
                    <a:pt x="2808" y="2907"/>
                    <a:pt x="2707" y="2932"/>
                    <a:pt x="2582" y="2932"/>
                  </a:cubicBezTo>
                  <a:lnTo>
                    <a:pt x="1153" y="2932"/>
                  </a:lnTo>
                  <a:lnTo>
                    <a:pt x="1153" y="1003"/>
                  </a:lnTo>
                  <a:close/>
                  <a:moveTo>
                    <a:pt x="1" y="0"/>
                  </a:moveTo>
                  <a:lnTo>
                    <a:pt x="1" y="5940"/>
                  </a:lnTo>
                  <a:lnTo>
                    <a:pt x="1153" y="5940"/>
                  </a:lnTo>
                  <a:lnTo>
                    <a:pt x="1153" y="3935"/>
                  </a:lnTo>
                  <a:lnTo>
                    <a:pt x="2281" y="3935"/>
                  </a:lnTo>
                  <a:lnTo>
                    <a:pt x="3509" y="5940"/>
                  </a:lnTo>
                  <a:lnTo>
                    <a:pt x="4788" y="5940"/>
                  </a:lnTo>
                  <a:lnTo>
                    <a:pt x="3434" y="3709"/>
                  </a:lnTo>
                  <a:cubicBezTo>
                    <a:pt x="3760" y="3559"/>
                    <a:pt x="4036" y="3333"/>
                    <a:pt x="4211" y="3033"/>
                  </a:cubicBezTo>
                  <a:cubicBezTo>
                    <a:pt x="4412" y="2707"/>
                    <a:pt x="4512" y="2356"/>
                    <a:pt x="4512" y="1980"/>
                  </a:cubicBezTo>
                  <a:cubicBezTo>
                    <a:pt x="4512" y="1729"/>
                    <a:pt x="4462" y="1479"/>
                    <a:pt x="4361" y="1253"/>
                  </a:cubicBezTo>
                  <a:cubicBezTo>
                    <a:pt x="4286" y="1028"/>
                    <a:pt x="4136" y="802"/>
                    <a:pt x="3986" y="627"/>
                  </a:cubicBezTo>
                  <a:cubicBezTo>
                    <a:pt x="3810" y="426"/>
                    <a:pt x="3610" y="276"/>
                    <a:pt x="3384" y="176"/>
                  </a:cubicBezTo>
                  <a:cubicBezTo>
                    <a:pt x="3133" y="50"/>
                    <a:pt x="2883" y="0"/>
                    <a:pt x="260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2" name="Google Shape;1342;p34">
              <a:extLst>
                <a:ext uri="{FF2B5EF4-FFF2-40B4-BE49-F238E27FC236}">
                  <a16:creationId xmlns:a16="http://schemas.microsoft.com/office/drawing/2014/main" id="{88C86AF3-9FE7-445F-B89D-EA490FAECF64}"/>
                </a:ext>
              </a:extLst>
            </p:cNvPr>
            <p:cNvSpPr/>
            <p:nvPr/>
          </p:nvSpPr>
          <p:spPr>
            <a:xfrm>
              <a:off x="5226975" y="667950"/>
              <a:ext cx="138500" cy="148500"/>
            </a:xfrm>
            <a:custGeom>
              <a:avLst/>
              <a:gdLst/>
              <a:ahLst/>
              <a:cxnLst/>
              <a:rect l="l" t="t" r="r" b="b"/>
              <a:pathLst>
                <a:path w="5540" h="5940" extrusionOk="0">
                  <a:moveTo>
                    <a:pt x="2782" y="1303"/>
                  </a:moveTo>
                  <a:lnTo>
                    <a:pt x="3610" y="3634"/>
                  </a:lnTo>
                  <a:lnTo>
                    <a:pt x="1930" y="3634"/>
                  </a:lnTo>
                  <a:lnTo>
                    <a:pt x="2782" y="1303"/>
                  </a:lnTo>
                  <a:close/>
                  <a:moveTo>
                    <a:pt x="2256" y="0"/>
                  </a:moveTo>
                  <a:lnTo>
                    <a:pt x="1" y="5940"/>
                  </a:lnTo>
                  <a:lnTo>
                    <a:pt x="1178" y="5940"/>
                  </a:lnTo>
                  <a:lnTo>
                    <a:pt x="1730" y="4461"/>
                  </a:lnTo>
                  <a:lnTo>
                    <a:pt x="3810" y="4461"/>
                  </a:lnTo>
                  <a:lnTo>
                    <a:pt x="4361" y="5940"/>
                  </a:lnTo>
                  <a:lnTo>
                    <a:pt x="5539" y="5940"/>
                  </a:lnTo>
                  <a:lnTo>
                    <a:pt x="328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3" name="Google Shape;1343;p34">
              <a:extLst>
                <a:ext uri="{FF2B5EF4-FFF2-40B4-BE49-F238E27FC236}">
                  <a16:creationId xmlns:a16="http://schemas.microsoft.com/office/drawing/2014/main" id="{3E054132-B6E6-F16A-89E0-832D563AF4E6}"/>
                </a:ext>
              </a:extLst>
            </p:cNvPr>
            <p:cNvSpPr/>
            <p:nvPr/>
          </p:nvSpPr>
          <p:spPr>
            <a:xfrm>
              <a:off x="5398650" y="667950"/>
              <a:ext cx="104675" cy="148500"/>
            </a:xfrm>
            <a:custGeom>
              <a:avLst/>
              <a:gdLst/>
              <a:ahLst/>
              <a:cxnLst/>
              <a:rect l="l" t="t" r="r" b="b"/>
              <a:pathLst>
                <a:path w="4187" h="5940" extrusionOk="0">
                  <a:moveTo>
                    <a:pt x="1" y="0"/>
                  </a:moveTo>
                  <a:lnTo>
                    <a:pt x="1" y="5940"/>
                  </a:lnTo>
                  <a:lnTo>
                    <a:pt x="4186" y="5940"/>
                  </a:lnTo>
                  <a:lnTo>
                    <a:pt x="4186" y="4937"/>
                  </a:lnTo>
                  <a:lnTo>
                    <a:pt x="1154" y="4937"/>
                  </a:lnTo>
                  <a:lnTo>
                    <a:pt x="115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4" name="Google Shape;1344;p34">
              <a:extLst>
                <a:ext uri="{FF2B5EF4-FFF2-40B4-BE49-F238E27FC236}">
                  <a16:creationId xmlns:a16="http://schemas.microsoft.com/office/drawing/2014/main" id="{D1260246-A2A3-ABD3-ED06-0ED710444BD2}"/>
                </a:ext>
              </a:extLst>
            </p:cNvPr>
            <p:cNvSpPr/>
            <p:nvPr/>
          </p:nvSpPr>
          <p:spPr>
            <a:xfrm>
              <a:off x="4235125" y="885350"/>
              <a:ext cx="177950" cy="229350"/>
            </a:xfrm>
            <a:custGeom>
              <a:avLst/>
              <a:gdLst/>
              <a:ahLst/>
              <a:cxnLst/>
              <a:rect l="l" t="t" r="r" b="b"/>
              <a:pathLst>
                <a:path w="7118" h="9174" extrusionOk="0">
                  <a:moveTo>
                    <a:pt x="3659" y="1"/>
                  </a:moveTo>
                  <a:cubicBezTo>
                    <a:pt x="3183" y="1"/>
                    <a:pt x="2757" y="51"/>
                    <a:pt x="2356" y="176"/>
                  </a:cubicBezTo>
                  <a:cubicBezTo>
                    <a:pt x="1980" y="302"/>
                    <a:pt x="1604" y="477"/>
                    <a:pt x="1303" y="703"/>
                  </a:cubicBezTo>
                  <a:cubicBezTo>
                    <a:pt x="1003" y="953"/>
                    <a:pt x="777" y="1254"/>
                    <a:pt x="602" y="1605"/>
                  </a:cubicBezTo>
                  <a:cubicBezTo>
                    <a:pt x="451" y="1956"/>
                    <a:pt x="351" y="2357"/>
                    <a:pt x="351" y="2833"/>
                  </a:cubicBezTo>
                  <a:cubicBezTo>
                    <a:pt x="351" y="3159"/>
                    <a:pt x="401" y="3460"/>
                    <a:pt x="501" y="3735"/>
                  </a:cubicBezTo>
                  <a:cubicBezTo>
                    <a:pt x="627" y="3961"/>
                    <a:pt x="777" y="4186"/>
                    <a:pt x="1003" y="4387"/>
                  </a:cubicBezTo>
                  <a:cubicBezTo>
                    <a:pt x="1203" y="4562"/>
                    <a:pt x="1479" y="4738"/>
                    <a:pt x="1780" y="4888"/>
                  </a:cubicBezTo>
                  <a:cubicBezTo>
                    <a:pt x="2105" y="5013"/>
                    <a:pt x="2481" y="5139"/>
                    <a:pt x="2907" y="5264"/>
                  </a:cubicBezTo>
                  <a:cubicBezTo>
                    <a:pt x="3258" y="5364"/>
                    <a:pt x="3584" y="5465"/>
                    <a:pt x="3885" y="5540"/>
                  </a:cubicBezTo>
                  <a:cubicBezTo>
                    <a:pt x="4161" y="5640"/>
                    <a:pt x="4411" y="5715"/>
                    <a:pt x="4612" y="5815"/>
                  </a:cubicBezTo>
                  <a:cubicBezTo>
                    <a:pt x="4812" y="5916"/>
                    <a:pt x="4988" y="6041"/>
                    <a:pt x="5088" y="6166"/>
                  </a:cubicBezTo>
                  <a:cubicBezTo>
                    <a:pt x="5188" y="6317"/>
                    <a:pt x="5263" y="6467"/>
                    <a:pt x="5263" y="6668"/>
                  </a:cubicBezTo>
                  <a:cubicBezTo>
                    <a:pt x="5263" y="7294"/>
                    <a:pt x="4762" y="7595"/>
                    <a:pt x="3810" y="7595"/>
                  </a:cubicBezTo>
                  <a:cubicBezTo>
                    <a:pt x="3459" y="7595"/>
                    <a:pt x="3108" y="7570"/>
                    <a:pt x="2782" y="7470"/>
                  </a:cubicBezTo>
                  <a:cubicBezTo>
                    <a:pt x="2456" y="7394"/>
                    <a:pt x="2156" y="7294"/>
                    <a:pt x="1880" y="7169"/>
                  </a:cubicBezTo>
                  <a:cubicBezTo>
                    <a:pt x="1604" y="7044"/>
                    <a:pt x="1379" y="6918"/>
                    <a:pt x="1178" y="6793"/>
                  </a:cubicBezTo>
                  <a:cubicBezTo>
                    <a:pt x="978" y="6668"/>
                    <a:pt x="852" y="6567"/>
                    <a:pt x="777" y="6492"/>
                  </a:cubicBezTo>
                  <a:lnTo>
                    <a:pt x="0" y="8021"/>
                  </a:lnTo>
                  <a:cubicBezTo>
                    <a:pt x="526" y="8372"/>
                    <a:pt x="1103" y="8673"/>
                    <a:pt x="1780" y="8873"/>
                  </a:cubicBezTo>
                  <a:cubicBezTo>
                    <a:pt x="2431" y="9074"/>
                    <a:pt x="3108" y="9174"/>
                    <a:pt x="3785" y="9174"/>
                  </a:cubicBezTo>
                  <a:cubicBezTo>
                    <a:pt x="4211" y="9174"/>
                    <a:pt x="4637" y="9124"/>
                    <a:pt x="5038" y="9049"/>
                  </a:cubicBezTo>
                  <a:cubicBezTo>
                    <a:pt x="5439" y="8948"/>
                    <a:pt x="5790" y="8773"/>
                    <a:pt x="6115" y="8572"/>
                  </a:cubicBezTo>
                  <a:cubicBezTo>
                    <a:pt x="6416" y="8347"/>
                    <a:pt x="6667" y="8071"/>
                    <a:pt x="6842" y="7745"/>
                  </a:cubicBezTo>
                  <a:cubicBezTo>
                    <a:pt x="7018" y="7394"/>
                    <a:pt x="7118" y="6968"/>
                    <a:pt x="7118" y="6492"/>
                  </a:cubicBezTo>
                  <a:cubicBezTo>
                    <a:pt x="7118" y="6091"/>
                    <a:pt x="7043" y="5740"/>
                    <a:pt x="6917" y="5465"/>
                  </a:cubicBezTo>
                  <a:cubicBezTo>
                    <a:pt x="6792" y="5164"/>
                    <a:pt x="6592" y="4913"/>
                    <a:pt x="6341" y="4713"/>
                  </a:cubicBezTo>
                  <a:cubicBezTo>
                    <a:pt x="6090" y="4512"/>
                    <a:pt x="5790" y="4337"/>
                    <a:pt x="5414" y="4211"/>
                  </a:cubicBezTo>
                  <a:cubicBezTo>
                    <a:pt x="5063" y="4061"/>
                    <a:pt x="4662" y="3936"/>
                    <a:pt x="4211" y="3835"/>
                  </a:cubicBezTo>
                  <a:cubicBezTo>
                    <a:pt x="3885" y="3735"/>
                    <a:pt x="3584" y="3660"/>
                    <a:pt x="3308" y="3585"/>
                  </a:cubicBezTo>
                  <a:cubicBezTo>
                    <a:pt x="3058" y="3510"/>
                    <a:pt x="2857" y="3434"/>
                    <a:pt x="2682" y="3334"/>
                  </a:cubicBezTo>
                  <a:cubicBezTo>
                    <a:pt x="2506" y="3234"/>
                    <a:pt x="2381" y="3134"/>
                    <a:pt x="2281" y="3008"/>
                  </a:cubicBezTo>
                  <a:cubicBezTo>
                    <a:pt x="2206" y="2883"/>
                    <a:pt x="2156" y="2733"/>
                    <a:pt x="2156" y="2532"/>
                  </a:cubicBezTo>
                  <a:cubicBezTo>
                    <a:pt x="2156" y="2231"/>
                    <a:pt x="2281" y="1981"/>
                    <a:pt x="2506" y="1805"/>
                  </a:cubicBezTo>
                  <a:cubicBezTo>
                    <a:pt x="2757" y="1605"/>
                    <a:pt x="3108" y="1530"/>
                    <a:pt x="3609" y="1530"/>
                  </a:cubicBezTo>
                  <a:cubicBezTo>
                    <a:pt x="3860" y="1530"/>
                    <a:pt x="4135" y="1555"/>
                    <a:pt x="4411" y="1630"/>
                  </a:cubicBezTo>
                  <a:cubicBezTo>
                    <a:pt x="4662" y="1705"/>
                    <a:pt x="4912" y="1780"/>
                    <a:pt x="5113" y="1881"/>
                  </a:cubicBezTo>
                  <a:cubicBezTo>
                    <a:pt x="5364" y="1981"/>
                    <a:pt x="5539" y="2081"/>
                    <a:pt x="5689" y="2181"/>
                  </a:cubicBezTo>
                  <a:cubicBezTo>
                    <a:pt x="5865" y="2282"/>
                    <a:pt x="5965" y="2357"/>
                    <a:pt x="6015" y="2407"/>
                  </a:cubicBezTo>
                  <a:lnTo>
                    <a:pt x="6792" y="1003"/>
                  </a:lnTo>
                  <a:cubicBezTo>
                    <a:pt x="6416" y="728"/>
                    <a:pt x="5940" y="477"/>
                    <a:pt x="5414" y="302"/>
                  </a:cubicBezTo>
                  <a:cubicBezTo>
                    <a:pt x="4862" y="101"/>
                    <a:pt x="4286" y="1"/>
                    <a:pt x="365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5" name="Google Shape;1345;p34">
              <a:extLst>
                <a:ext uri="{FF2B5EF4-FFF2-40B4-BE49-F238E27FC236}">
                  <a16:creationId xmlns:a16="http://schemas.microsoft.com/office/drawing/2014/main" id="{BBBA4667-272B-633B-5774-4719D422EE89}"/>
                </a:ext>
              </a:extLst>
            </p:cNvPr>
            <p:cNvSpPr/>
            <p:nvPr/>
          </p:nvSpPr>
          <p:spPr>
            <a:xfrm>
              <a:off x="4450650" y="886600"/>
              <a:ext cx="188000" cy="225600"/>
            </a:xfrm>
            <a:custGeom>
              <a:avLst/>
              <a:gdLst/>
              <a:ahLst/>
              <a:cxnLst/>
              <a:rect l="l" t="t" r="r" b="b"/>
              <a:pathLst>
                <a:path w="7520" h="9024" extrusionOk="0">
                  <a:moveTo>
                    <a:pt x="1" y="1"/>
                  </a:moveTo>
                  <a:lnTo>
                    <a:pt x="1" y="1530"/>
                  </a:lnTo>
                  <a:lnTo>
                    <a:pt x="2908" y="1530"/>
                  </a:lnTo>
                  <a:lnTo>
                    <a:pt x="2908" y="9024"/>
                  </a:lnTo>
                  <a:lnTo>
                    <a:pt x="4637" y="9024"/>
                  </a:lnTo>
                  <a:lnTo>
                    <a:pt x="4637" y="1530"/>
                  </a:lnTo>
                  <a:lnTo>
                    <a:pt x="7520" y="1530"/>
                  </a:lnTo>
                  <a:lnTo>
                    <a:pt x="752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6" name="Google Shape;1346;p34">
              <a:extLst>
                <a:ext uri="{FF2B5EF4-FFF2-40B4-BE49-F238E27FC236}">
                  <a16:creationId xmlns:a16="http://schemas.microsoft.com/office/drawing/2014/main" id="{08B8B043-8FDB-B3E6-965E-D0DF1449A150}"/>
                </a:ext>
              </a:extLst>
            </p:cNvPr>
            <p:cNvSpPr/>
            <p:nvPr/>
          </p:nvSpPr>
          <p:spPr>
            <a:xfrm>
              <a:off x="4648025" y="886600"/>
              <a:ext cx="210550" cy="225600"/>
            </a:xfrm>
            <a:custGeom>
              <a:avLst/>
              <a:gdLst/>
              <a:ahLst/>
              <a:cxnLst/>
              <a:rect l="l" t="t" r="r" b="b"/>
              <a:pathLst>
                <a:path w="8422" h="9024" extrusionOk="0">
                  <a:moveTo>
                    <a:pt x="4211" y="2006"/>
                  </a:moveTo>
                  <a:lnTo>
                    <a:pt x="5464" y="5540"/>
                  </a:lnTo>
                  <a:lnTo>
                    <a:pt x="2908" y="5540"/>
                  </a:lnTo>
                  <a:lnTo>
                    <a:pt x="4211" y="2006"/>
                  </a:lnTo>
                  <a:close/>
                  <a:moveTo>
                    <a:pt x="3434" y="1"/>
                  </a:moveTo>
                  <a:lnTo>
                    <a:pt x="0" y="9024"/>
                  </a:lnTo>
                  <a:lnTo>
                    <a:pt x="1805" y="9024"/>
                  </a:lnTo>
                  <a:lnTo>
                    <a:pt x="2632" y="6768"/>
                  </a:lnTo>
                  <a:lnTo>
                    <a:pt x="5790" y="6768"/>
                  </a:lnTo>
                  <a:lnTo>
                    <a:pt x="6617" y="9024"/>
                  </a:lnTo>
                  <a:lnTo>
                    <a:pt x="8422" y="9024"/>
                  </a:lnTo>
                  <a:lnTo>
                    <a:pt x="498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47" name="Google Shape;1347;p34">
              <a:extLst>
                <a:ext uri="{FF2B5EF4-FFF2-40B4-BE49-F238E27FC236}">
                  <a16:creationId xmlns:a16="http://schemas.microsoft.com/office/drawing/2014/main" id="{68DDD2CB-82D9-C647-4D7B-24054633F97B}"/>
                </a:ext>
              </a:extLst>
            </p:cNvPr>
            <p:cNvSpPr/>
            <p:nvPr/>
          </p:nvSpPr>
          <p:spPr>
            <a:xfrm>
              <a:off x="4867325" y="886600"/>
              <a:ext cx="188000" cy="225600"/>
            </a:xfrm>
            <a:custGeom>
              <a:avLst/>
              <a:gdLst/>
              <a:ahLst/>
              <a:cxnLst/>
              <a:rect l="l" t="t" r="r" b="b"/>
              <a:pathLst>
                <a:path w="7520" h="9024" extrusionOk="0">
                  <a:moveTo>
                    <a:pt x="0" y="1"/>
                  </a:moveTo>
                  <a:lnTo>
                    <a:pt x="0" y="1530"/>
                  </a:lnTo>
                  <a:lnTo>
                    <a:pt x="2883" y="1530"/>
                  </a:lnTo>
                  <a:lnTo>
                    <a:pt x="2883" y="9024"/>
                  </a:lnTo>
                  <a:lnTo>
                    <a:pt x="4637" y="9024"/>
                  </a:lnTo>
                  <a:lnTo>
                    <a:pt x="4637" y="1530"/>
                  </a:lnTo>
                  <a:lnTo>
                    <a:pt x="7519" y="1530"/>
                  </a:lnTo>
                  <a:lnTo>
                    <a:pt x="751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8" name="Google Shape;1348;p34">
              <a:extLst>
                <a:ext uri="{FF2B5EF4-FFF2-40B4-BE49-F238E27FC236}">
                  <a16:creationId xmlns:a16="http://schemas.microsoft.com/office/drawing/2014/main" id="{FF2B62AD-85BE-8B39-BE4E-736F55E6B5A0}"/>
                </a:ext>
              </a:extLst>
            </p:cNvPr>
            <p:cNvSpPr/>
            <p:nvPr/>
          </p:nvSpPr>
          <p:spPr>
            <a:xfrm>
              <a:off x="5108550" y="886600"/>
              <a:ext cx="43900" cy="225600"/>
            </a:xfrm>
            <a:custGeom>
              <a:avLst/>
              <a:gdLst/>
              <a:ahLst/>
              <a:cxnLst/>
              <a:rect l="l" t="t" r="r" b="b"/>
              <a:pathLst>
                <a:path w="1756" h="9024" extrusionOk="0">
                  <a:moveTo>
                    <a:pt x="1" y="1"/>
                  </a:moveTo>
                  <a:lnTo>
                    <a:pt x="1" y="9024"/>
                  </a:lnTo>
                  <a:lnTo>
                    <a:pt x="1755" y="9024"/>
                  </a:lnTo>
                  <a:lnTo>
                    <a:pt x="175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9" name="Google Shape;1349;p34">
              <a:extLst>
                <a:ext uri="{FF2B5EF4-FFF2-40B4-BE49-F238E27FC236}">
                  <a16:creationId xmlns:a16="http://schemas.microsoft.com/office/drawing/2014/main" id="{A0EFFF40-212A-50AC-1BB0-0EFA817F43AA}"/>
                </a:ext>
              </a:extLst>
            </p:cNvPr>
            <p:cNvSpPr/>
            <p:nvPr/>
          </p:nvSpPr>
          <p:spPr>
            <a:xfrm>
              <a:off x="5211300" y="885350"/>
              <a:ext cx="219950" cy="228725"/>
            </a:xfrm>
            <a:custGeom>
              <a:avLst/>
              <a:gdLst/>
              <a:ahLst/>
              <a:cxnLst/>
              <a:rect l="l" t="t" r="r" b="b"/>
              <a:pathLst>
                <a:path w="8798" h="9149" extrusionOk="0">
                  <a:moveTo>
                    <a:pt x="4412" y="1555"/>
                  </a:moveTo>
                  <a:cubicBezTo>
                    <a:pt x="4813" y="1555"/>
                    <a:pt x="5189" y="1630"/>
                    <a:pt x="5490" y="1805"/>
                  </a:cubicBezTo>
                  <a:cubicBezTo>
                    <a:pt x="5841" y="1956"/>
                    <a:pt x="6116" y="2181"/>
                    <a:pt x="6317" y="2457"/>
                  </a:cubicBezTo>
                  <a:cubicBezTo>
                    <a:pt x="6567" y="2758"/>
                    <a:pt x="6743" y="3059"/>
                    <a:pt x="6843" y="3434"/>
                  </a:cubicBezTo>
                  <a:cubicBezTo>
                    <a:pt x="6968" y="3785"/>
                    <a:pt x="7044" y="4186"/>
                    <a:pt x="7044" y="4562"/>
                  </a:cubicBezTo>
                  <a:cubicBezTo>
                    <a:pt x="7044" y="4938"/>
                    <a:pt x="6968" y="5314"/>
                    <a:pt x="6868" y="5665"/>
                  </a:cubicBezTo>
                  <a:cubicBezTo>
                    <a:pt x="6743" y="6016"/>
                    <a:pt x="6592" y="6342"/>
                    <a:pt x="6342" y="6643"/>
                  </a:cubicBezTo>
                  <a:cubicBezTo>
                    <a:pt x="6141" y="6918"/>
                    <a:pt x="5866" y="7169"/>
                    <a:pt x="5540" y="7344"/>
                  </a:cubicBezTo>
                  <a:cubicBezTo>
                    <a:pt x="5214" y="7495"/>
                    <a:pt x="4838" y="7595"/>
                    <a:pt x="4412" y="7595"/>
                  </a:cubicBezTo>
                  <a:cubicBezTo>
                    <a:pt x="3986" y="7595"/>
                    <a:pt x="3610" y="7495"/>
                    <a:pt x="3284" y="7344"/>
                  </a:cubicBezTo>
                  <a:cubicBezTo>
                    <a:pt x="2958" y="7169"/>
                    <a:pt x="2683" y="6943"/>
                    <a:pt x="2457" y="6668"/>
                  </a:cubicBezTo>
                  <a:cubicBezTo>
                    <a:pt x="2257" y="6392"/>
                    <a:pt x="2081" y="6066"/>
                    <a:pt x="1956" y="5690"/>
                  </a:cubicBezTo>
                  <a:cubicBezTo>
                    <a:pt x="1831" y="5339"/>
                    <a:pt x="1780" y="4963"/>
                    <a:pt x="1780" y="4562"/>
                  </a:cubicBezTo>
                  <a:cubicBezTo>
                    <a:pt x="1780" y="4186"/>
                    <a:pt x="1831" y="3835"/>
                    <a:pt x="1931" y="3460"/>
                  </a:cubicBezTo>
                  <a:cubicBezTo>
                    <a:pt x="2056" y="3109"/>
                    <a:pt x="2232" y="2783"/>
                    <a:pt x="2457" y="2507"/>
                  </a:cubicBezTo>
                  <a:cubicBezTo>
                    <a:pt x="2683" y="2206"/>
                    <a:pt x="2958" y="1981"/>
                    <a:pt x="3284" y="1830"/>
                  </a:cubicBezTo>
                  <a:cubicBezTo>
                    <a:pt x="3610" y="1630"/>
                    <a:pt x="3986" y="1555"/>
                    <a:pt x="4412" y="1555"/>
                  </a:cubicBezTo>
                  <a:close/>
                  <a:moveTo>
                    <a:pt x="4437" y="1"/>
                  </a:moveTo>
                  <a:cubicBezTo>
                    <a:pt x="3810" y="1"/>
                    <a:pt x="3209" y="126"/>
                    <a:pt x="2658" y="377"/>
                  </a:cubicBezTo>
                  <a:cubicBezTo>
                    <a:pt x="2131" y="627"/>
                    <a:pt x="1655" y="953"/>
                    <a:pt x="1254" y="1379"/>
                  </a:cubicBezTo>
                  <a:cubicBezTo>
                    <a:pt x="878" y="1805"/>
                    <a:pt x="552" y="2282"/>
                    <a:pt x="327" y="2833"/>
                  </a:cubicBezTo>
                  <a:cubicBezTo>
                    <a:pt x="101" y="3384"/>
                    <a:pt x="1" y="3961"/>
                    <a:pt x="1" y="4562"/>
                  </a:cubicBezTo>
                  <a:cubicBezTo>
                    <a:pt x="1" y="5139"/>
                    <a:pt x="101" y="5715"/>
                    <a:pt x="327" y="6267"/>
                  </a:cubicBezTo>
                  <a:cubicBezTo>
                    <a:pt x="527" y="6793"/>
                    <a:pt x="828" y="7294"/>
                    <a:pt x="1204" y="7720"/>
                  </a:cubicBezTo>
                  <a:cubicBezTo>
                    <a:pt x="1605" y="8146"/>
                    <a:pt x="2056" y="8497"/>
                    <a:pt x="2582" y="8748"/>
                  </a:cubicBezTo>
                  <a:cubicBezTo>
                    <a:pt x="3134" y="9023"/>
                    <a:pt x="3735" y="9149"/>
                    <a:pt x="4387" y="9149"/>
                  </a:cubicBezTo>
                  <a:cubicBezTo>
                    <a:pt x="5039" y="9149"/>
                    <a:pt x="5615" y="9023"/>
                    <a:pt x="6166" y="8773"/>
                  </a:cubicBezTo>
                  <a:cubicBezTo>
                    <a:pt x="6693" y="8522"/>
                    <a:pt x="7169" y="8171"/>
                    <a:pt x="7570" y="7770"/>
                  </a:cubicBezTo>
                  <a:cubicBezTo>
                    <a:pt x="7946" y="7344"/>
                    <a:pt x="8247" y="6868"/>
                    <a:pt x="8472" y="6317"/>
                  </a:cubicBezTo>
                  <a:cubicBezTo>
                    <a:pt x="8698" y="5765"/>
                    <a:pt x="8798" y="5189"/>
                    <a:pt x="8798" y="4587"/>
                  </a:cubicBezTo>
                  <a:cubicBezTo>
                    <a:pt x="8798" y="4011"/>
                    <a:pt x="8698" y="3460"/>
                    <a:pt x="8497" y="2908"/>
                  </a:cubicBezTo>
                  <a:cubicBezTo>
                    <a:pt x="8272" y="2357"/>
                    <a:pt x="7971" y="1881"/>
                    <a:pt x="7595" y="1429"/>
                  </a:cubicBezTo>
                  <a:cubicBezTo>
                    <a:pt x="7219" y="1003"/>
                    <a:pt x="6768" y="652"/>
                    <a:pt x="6217" y="402"/>
                  </a:cubicBezTo>
                  <a:cubicBezTo>
                    <a:pt x="5690" y="126"/>
                    <a:pt x="5089" y="1"/>
                    <a:pt x="443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0" name="Google Shape;1350;p34">
              <a:extLst>
                <a:ext uri="{FF2B5EF4-FFF2-40B4-BE49-F238E27FC236}">
                  <a16:creationId xmlns:a16="http://schemas.microsoft.com/office/drawing/2014/main" id="{9F69FC2E-44AF-0174-CAE6-CEED627CCF30}"/>
                </a:ext>
              </a:extLst>
            </p:cNvPr>
            <p:cNvSpPr/>
            <p:nvPr/>
          </p:nvSpPr>
          <p:spPr>
            <a:xfrm>
              <a:off x="5490750" y="886600"/>
              <a:ext cx="195525" cy="225600"/>
            </a:xfrm>
            <a:custGeom>
              <a:avLst/>
              <a:gdLst/>
              <a:ahLst/>
              <a:cxnLst/>
              <a:rect l="l" t="t" r="r" b="b"/>
              <a:pathLst>
                <a:path w="7821" h="9024" extrusionOk="0">
                  <a:moveTo>
                    <a:pt x="1" y="1"/>
                  </a:moveTo>
                  <a:lnTo>
                    <a:pt x="1" y="9024"/>
                  </a:lnTo>
                  <a:lnTo>
                    <a:pt x="1755" y="9024"/>
                  </a:lnTo>
                  <a:lnTo>
                    <a:pt x="1755" y="3234"/>
                  </a:lnTo>
                  <a:lnTo>
                    <a:pt x="6392" y="9024"/>
                  </a:lnTo>
                  <a:lnTo>
                    <a:pt x="7821" y="9024"/>
                  </a:lnTo>
                  <a:lnTo>
                    <a:pt x="7821" y="26"/>
                  </a:lnTo>
                  <a:lnTo>
                    <a:pt x="6066" y="26"/>
                  </a:lnTo>
                  <a:lnTo>
                    <a:pt x="6066" y="5916"/>
                  </a:lnTo>
                  <a:lnTo>
                    <a:pt x="135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1" name="Google Shape;1351;p34">
              <a:extLst>
                <a:ext uri="{FF2B5EF4-FFF2-40B4-BE49-F238E27FC236}">
                  <a16:creationId xmlns:a16="http://schemas.microsoft.com/office/drawing/2014/main" id="{BA30D9E7-CAE8-4242-2861-68A2E8135D34}"/>
                </a:ext>
              </a:extLst>
            </p:cNvPr>
            <p:cNvSpPr/>
            <p:nvPr/>
          </p:nvSpPr>
          <p:spPr>
            <a:xfrm>
              <a:off x="6297150" y="1991250"/>
              <a:ext cx="114700" cy="1138500"/>
            </a:xfrm>
            <a:custGeom>
              <a:avLst/>
              <a:gdLst/>
              <a:ahLst/>
              <a:cxnLst/>
              <a:rect l="l" t="t" r="r" b="b"/>
              <a:pathLst>
                <a:path w="4588" h="45540" extrusionOk="0">
                  <a:moveTo>
                    <a:pt x="1" y="1"/>
                  </a:moveTo>
                  <a:lnTo>
                    <a:pt x="1" y="45540"/>
                  </a:lnTo>
                  <a:lnTo>
                    <a:pt x="4587" y="45540"/>
                  </a:lnTo>
                  <a:lnTo>
                    <a:pt x="458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 name="Google Shape;1352;p34">
              <a:extLst>
                <a:ext uri="{FF2B5EF4-FFF2-40B4-BE49-F238E27FC236}">
                  <a16:creationId xmlns:a16="http://schemas.microsoft.com/office/drawing/2014/main" id="{DA0670C2-1157-F687-630B-AB8AA2203D4C}"/>
                </a:ext>
              </a:extLst>
            </p:cNvPr>
            <p:cNvSpPr/>
            <p:nvPr/>
          </p:nvSpPr>
          <p:spPr>
            <a:xfrm>
              <a:off x="4166825" y="5218725"/>
              <a:ext cx="2245025" cy="244375"/>
            </a:xfrm>
            <a:custGeom>
              <a:avLst/>
              <a:gdLst/>
              <a:ahLst/>
              <a:cxnLst/>
              <a:rect l="l" t="t" r="r" b="b"/>
              <a:pathLst>
                <a:path w="89801" h="9775" extrusionOk="0">
                  <a:moveTo>
                    <a:pt x="89800" y="0"/>
                  </a:moveTo>
                  <a:lnTo>
                    <a:pt x="0" y="401"/>
                  </a:lnTo>
                  <a:lnTo>
                    <a:pt x="0" y="9775"/>
                  </a:lnTo>
                  <a:lnTo>
                    <a:pt x="89800" y="9775"/>
                  </a:lnTo>
                  <a:lnTo>
                    <a:pt x="89800" y="0"/>
                  </a:lnTo>
                  <a:close/>
                </a:path>
              </a:pathLst>
            </a:custGeom>
            <a:solidFill>
              <a:srgbClr val="0070C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 name="Google Shape;1353;p34">
              <a:extLst>
                <a:ext uri="{FF2B5EF4-FFF2-40B4-BE49-F238E27FC236}">
                  <a16:creationId xmlns:a16="http://schemas.microsoft.com/office/drawing/2014/main" id="{6F57CCDF-873C-A64F-9B45-1D097AE1E70A}"/>
                </a:ext>
              </a:extLst>
            </p:cNvPr>
            <p:cNvSpPr/>
            <p:nvPr/>
          </p:nvSpPr>
          <p:spPr>
            <a:xfrm>
              <a:off x="4166825" y="3055800"/>
              <a:ext cx="2245025" cy="2172975"/>
            </a:xfrm>
            <a:custGeom>
              <a:avLst/>
              <a:gdLst/>
              <a:ahLst/>
              <a:cxnLst/>
              <a:rect l="l" t="t" r="r" b="b"/>
              <a:pathLst>
                <a:path w="89801" h="86919" extrusionOk="0">
                  <a:moveTo>
                    <a:pt x="72306" y="0"/>
                  </a:moveTo>
                  <a:lnTo>
                    <a:pt x="0" y="86918"/>
                  </a:lnTo>
                  <a:lnTo>
                    <a:pt x="89800" y="86918"/>
                  </a:lnTo>
                  <a:lnTo>
                    <a:pt x="89800" y="0"/>
                  </a:lnTo>
                  <a:close/>
                </a:path>
              </a:pathLst>
            </a:custGeom>
            <a:solidFill>
              <a:schemeClr val="accent4">
                <a:lumMod val="5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54" name="Google Shape;1354;p34">
              <a:extLst>
                <a:ext uri="{FF2B5EF4-FFF2-40B4-BE49-F238E27FC236}">
                  <a16:creationId xmlns:a16="http://schemas.microsoft.com/office/drawing/2014/main" id="{8E97262E-829F-F9BB-70AD-0904B35A74D0}"/>
                </a:ext>
              </a:extLst>
            </p:cNvPr>
            <p:cNvSpPr/>
            <p:nvPr/>
          </p:nvSpPr>
          <p:spPr>
            <a:xfrm>
              <a:off x="4741375" y="4978125"/>
              <a:ext cx="1599675" cy="25"/>
            </a:xfrm>
            <a:custGeom>
              <a:avLst/>
              <a:gdLst/>
              <a:ahLst/>
              <a:cxnLst/>
              <a:rect l="l" t="t" r="r" b="b"/>
              <a:pathLst>
                <a:path w="63987" h="1" fill="none" extrusionOk="0">
                  <a:moveTo>
                    <a:pt x="1" y="0"/>
                  </a:moveTo>
                  <a:lnTo>
                    <a:pt x="63986" y="0"/>
                  </a:lnTo>
                </a:path>
              </a:pathLst>
            </a:custGeom>
            <a:noFill/>
            <a:ln w="20675" cap="flat" cmpd="sng">
              <a:solidFill>
                <a:srgbClr val="FCFCFC"/>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5" name="Google Shape;1355;p34">
              <a:extLst>
                <a:ext uri="{FF2B5EF4-FFF2-40B4-BE49-F238E27FC236}">
                  <a16:creationId xmlns:a16="http://schemas.microsoft.com/office/drawing/2014/main" id="{D67733F5-E15B-A0A4-5EDC-FEE4C8050266}"/>
                </a:ext>
              </a:extLst>
            </p:cNvPr>
            <p:cNvSpPr/>
            <p:nvPr/>
          </p:nvSpPr>
          <p:spPr>
            <a:xfrm>
              <a:off x="5002025" y="4716825"/>
              <a:ext cx="1338400" cy="25"/>
            </a:xfrm>
            <a:custGeom>
              <a:avLst/>
              <a:gdLst/>
              <a:ahLst/>
              <a:cxnLst/>
              <a:rect l="l" t="t" r="r" b="b"/>
              <a:pathLst>
                <a:path w="53536" h="1" fill="none" extrusionOk="0">
                  <a:moveTo>
                    <a:pt x="1" y="1"/>
                  </a:moveTo>
                  <a:lnTo>
                    <a:pt x="53535" y="1"/>
                  </a:lnTo>
                </a:path>
              </a:pathLst>
            </a:custGeom>
            <a:noFill/>
            <a:ln w="20675" cap="flat" cmpd="sng">
              <a:solidFill>
                <a:srgbClr val="FCFCFC"/>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6" name="Google Shape;1356;p34">
              <a:extLst>
                <a:ext uri="{FF2B5EF4-FFF2-40B4-BE49-F238E27FC236}">
                  <a16:creationId xmlns:a16="http://schemas.microsoft.com/office/drawing/2014/main" id="{2EE72633-F356-9CA8-FABA-8D2A7411FBCE}"/>
                </a:ext>
              </a:extLst>
            </p:cNvPr>
            <p:cNvSpPr/>
            <p:nvPr/>
          </p:nvSpPr>
          <p:spPr>
            <a:xfrm>
              <a:off x="5263325" y="4455550"/>
              <a:ext cx="1074575" cy="25"/>
            </a:xfrm>
            <a:custGeom>
              <a:avLst/>
              <a:gdLst/>
              <a:ahLst/>
              <a:cxnLst/>
              <a:rect l="l" t="t" r="r" b="b"/>
              <a:pathLst>
                <a:path w="42983" h="1" fill="none" extrusionOk="0">
                  <a:moveTo>
                    <a:pt x="0" y="1"/>
                  </a:moveTo>
                  <a:lnTo>
                    <a:pt x="42983" y="1"/>
                  </a:lnTo>
                </a:path>
              </a:pathLst>
            </a:custGeom>
            <a:noFill/>
            <a:ln w="20675" cap="flat" cmpd="sng">
              <a:solidFill>
                <a:srgbClr val="FCFCFC"/>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 name="Google Shape;1357;p34">
              <a:extLst>
                <a:ext uri="{FF2B5EF4-FFF2-40B4-BE49-F238E27FC236}">
                  <a16:creationId xmlns:a16="http://schemas.microsoft.com/office/drawing/2014/main" id="{29072D17-0080-8A33-3A8D-6907925F55F3}"/>
                </a:ext>
              </a:extLst>
            </p:cNvPr>
            <p:cNvSpPr/>
            <p:nvPr/>
          </p:nvSpPr>
          <p:spPr>
            <a:xfrm>
              <a:off x="5482625" y="4194900"/>
              <a:ext cx="855900" cy="25"/>
            </a:xfrm>
            <a:custGeom>
              <a:avLst/>
              <a:gdLst/>
              <a:ahLst/>
              <a:cxnLst/>
              <a:rect l="l" t="t" r="r" b="b"/>
              <a:pathLst>
                <a:path w="34236" h="1" fill="none" extrusionOk="0">
                  <a:moveTo>
                    <a:pt x="0" y="1"/>
                  </a:moveTo>
                  <a:lnTo>
                    <a:pt x="34236" y="1"/>
                  </a:lnTo>
                </a:path>
              </a:pathLst>
            </a:custGeom>
            <a:noFill/>
            <a:ln w="20675" cap="flat" cmpd="sng">
              <a:solidFill>
                <a:srgbClr val="FCFCFC"/>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 name="Google Shape;1358;p34">
              <a:extLst>
                <a:ext uri="{FF2B5EF4-FFF2-40B4-BE49-F238E27FC236}">
                  <a16:creationId xmlns:a16="http://schemas.microsoft.com/office/drawing/2014/main" id="{FC641738-DF78-A9CD-A45E-AF66ACFFFEAA}"/>
                </a:ext>
              </a:extLst>
            </p:cNvPr>
            <p:cNvSpPr/>
            <p:nvPr/>
          </p:nvSpPr>
          <p:spPr>
            <a:xfrm>
              <a:off x="5659925" y="3933625"/>
              <a:ext cx="677350" cy="25"/>
            </a:xfrm>
            <a:custGeom>
              <a:avLst/>
              <a:gdLst/>
              <a:ahLst/>
              <a:cxnLst/>
              <a:rect l="l" t="t" r="r" b="b"/>
              <a:pathLst>
                <a:path w="27094" h="1" fill="none" extrusionOk="0">
                  <a:moveTo>
                    <a:pt x="1" y="0"/>
                  </a:moveTo>
                  <a:lnTo>
                    <a:pt x="27094" y="0"/>
                  </a:lnTo>
                </a:path>
              </a:pathLst>
            </a:custGeom>
            <a:noFill/>
            <a:ln w="20675" cap="flat" cmpd="sng">
              <a:solidFill>
                <a:srgbClr val="FCFCFC"/>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 name="Google Shape;1359;p34">
              <a:extLst>
                <a:ext uri="{FF2B5EF4-FFF2-40B4-BE49-F238E27FC236}">
                  <a16:creationId xmlns:a16="http://schemas.microsoft.com/office/drawing/2014/main" id="{103E9025-DF3B-2BF6-EAE9-D7952E4C9F81}"/>
                </a:ext>
              </a:extLst>
            </p:cNvPr>
            <p:cNvSpPr/>
            <p:nvPr/>
          </p:nvSpPr>
          <p:spPr>
            <a:xfrm>
              <a:off x="5921225" y="3672350"/>
              <a:ext cx="420450" cy="25"/>
            </a:xfrm>
            <a:custGeom>
              <a:avLst/>
              <a:gdLst/>
              <a:ahLst/>
              <a:cxnLst/>
              <a:rect l="l" t="t" r="r" b="b"/>
              <a:pathLst>
                <a:path w="16818" h="1" fill="none" extrusionOk="0">
                  <a:moveTo>
                    <a:pt x="0" y="0"/>
                  </a:moveTo>
                  <a:lnTo>
                    <a:pt x="16817" y="0"/>
                  </a:lnTo>
                </a:path>
              </a:pathLst>
            </a:custGeom>
            <a:noFill/>
            <a:ln w="20675" cap="flat" cmpd="sng">
              <a:solidFill>
                <a:srgbClr val="FCFCFC"/>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0" name="Google Shape;1360;p34">
              <a:extLst>
                <a:ext uri="{FF2B5EF4-FFF2-40B4-BE49-F238E27FC236}">
                  <a16:creationId xmlns:a16="http://schemas.microsoft.com/office/drawing/2014/main" id="{4895C892-B41A-2E1D-B67C-94AA1221F3CA}"/>
                </a:ext>
              </a:extLst>
            </p:cNvPr>
            <p:cNvSpPr/>
            <p:nvPr/>
          </p:nvSpPr>
          <p:spPr>
            <a:xfrm>
              <a:off x="6098525" y="3411700"/>
              <a:ext cx="243150" cy="25"/>
            </a:xfrm>
            <a:custGeom>
              <a:avLst/>
              <a:gdLst/>
              <a:ahLst/>
              <a:cxnLst/>
              <a:rect l="l" t="t" r="r" b="b"/>
              <a:pathLst>
                <a:path w="9726" h="1" fill="none" extrusionOk="0">
                  <a:moveTo>
                    <a:pt x="1" y="0"/>
                  </a:moveTo>
                  <a:lnTo>
                    <a:pt x="9725" y="0"/>
                  </a:lnTo>
                </a:path>
              </a:pathLst>
            </a:custGeom>
            <a:noFill/>
            <a:ln w="20675" cap="flat" cmpd="sng">
              <a:solidFill>
                <a:srgbClr val="FCFCFC"/>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1" name="Google Shape;1361;p34">
              <a:extLst>
                <a:ext uri="{FF2B5EF4-FFF2-40B4-BE49-F238E27FC236}">
                  <a16:creationId xmlns:a16="http://schemas.microsoft.com/office/drawing/2014/main" id="{E768D403-BBCB-88E7-0629-969BBC62E195}"/>
                </a:ext>
              </a:extLst>
            </p:cNvPr>
            <p:cNvSpPr/>
            <p:nvPr/>
          </p:nvSpPr>
          <p:spPr>
            <a:xfrm>
              <a:off x="6216325" y="3228725"/>
              <a:ext cx="125350" cy="25"/>
            </a:xfrm>
            <a:custGeom>
              <a:avLst/>
              <a:gdLst/>
              <a:ahLst/>
              <a:cxnLst/>
              <a:rect l="l" t="t" r="r" b="b"/>
              <a:pathLst>
                <a:path w="5014" h="1" fill="none" extrusionOk="0">
                  <a:moveTo>
                    <a:pt x="1" y="1"/>
                  </a:moveTo>
                  <a:lnTo>
                    <a:pt x="5013" y="1"/>
                  </a:lnTo>
                </a:path>
              </a:pathLst>
            </a:custGeom>
            <a:noFill/>
            <a:ln w="20675" cap="flat" cmpd="sng">
              <a:solidFill>
                <a:srgbClr val="FCFCFC"/>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62" name="Google Shape;1362;p34">
            <a:extLst>
              <a:ext uri="{FF2B5EF4-FFF2-40B4-BE49-F238E27FC236}">
                <a16:creationId xmlns:a16="http://schemas.microsoft.com/office/drawing/2014/main" id="{4D6C6D92-1F55-0F0F-C267-662C6EEA634A}"/>
              </a:ext>
            </a:extLst>
          </p:cNvPr>
          <p:cNvSpPr/>
          <p:nvPr/>
        </p:nvSpPr>
        <p:spPr>
          <a:xfrm>
            <a:off x="3743350" y="359025"/>
            <a:ext cx="1149750" cy="1149725"/>
          </a:xfrm>
          <a:custGeom>
            <a:avLst/>
            <a:gdLst/>
            <a:ahLst/>
            <a:cxnLst/>
            <a:rect l="l" t="t" r="r" b="b"/>
            <a:pathLst>
              <a:path w="45990" h="45989" extrusionOk="0">
                <a:moveTo>
                  <a:pt x="1" y="22995"/>
                </a:moveTo>
                <a:cubicBezTo>
                  <a:pt x="1" y="35691"/>
                  <a:pt x="10299" y="45989"/>
                  <a:pt x="22995" y="45989"/>
                </a:cubicBezTo>
                <a:lnTo>
                  <a:pt x="22995" y="45989"/>
                </a:lnTo>
                <a:cubicBezTo>
                  <a:pt x="35691" y="45989"/>
                  <a:pt x="45989" y="35691"/>
                  <a:pt x="45989" y="22995"/>
                </a:cubicBezTo>
                <a:lnTo>
                  <a:pt x="45989" y="22995"/>
                </a:lnTo>
                <a:cubicBezTo>
                  <a:pt x="45989" y="10298"/>
                  <a:pt x="35691" y="0"/>
                  <a:pt x="22995" y="0"/>
                </a:cubicBezTo>
                <a:lnTo>
                  <a:pt x="22995" y="0"/>
                </a:lnTo>
                <a:cubicBezTo>
                  <a:pt x="10299" y="0"/>
                  <a:pt x="1" y="10298"/>
                  <a:pt x="1" y="22995"/>
                </a:cubicBezTo>
                <a:close/>
              </a:path>
            </a:pathLst>
          </a:custGeom>
          <a:solidFill>
            <a:srgbClr val="0070C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3" name="Google Shape;1363;p34">
            <a:extLst>
              <a:ext uri="{FF2B5EF4-FFF2-40B4-BE49-F238E27FC236}">
                <a16:creationId xmlns:a16="http://schemas.microsoft.com/office/drawing/2014/main" id="{8546B814-9B88-B126-C8BD-9473D10168BE}"/>
              </a:ext>
            </a:extLst>
          </p:cNvPr>
          <p:cNvSpPr/>
          <p:nvPr/>
        </p:nvSpPr>
        <p:spPr>
          <a:xfrm>
            <a:off x="1704525" y="271725"/>
            <a:ext cx="3403700" cy="364450"/>
          </a:xfrm>
          <a:custGeom>
            <a:avLst/>
            <a:gdLst/>
            <a:ahLst/>
            <a:cxnLst/>
            <a:rect l="l" t="t" r="r" b="b"/>
            <a:pathLst>
              <a:path w="136148" h="14578" extrusionOk="0">
                <a:moveTo>
                  <a:pt x="102228" y="0"/>
                </a:moveTo>
                <a:cubicBezTo>
                  <a:pt x="82573" y="0"/>
                  <a:pt x="77181" y="2414"/>
                  <a:pt x="85034" y="3088"/>
                </a:cubicBezTo>
                <a:cubicBezTo>
                  <a:pt x="92886" y="3762"/>
                  <a:pt x="106946" y="7900"/>
                  <a:pt x="64140" y="7900"/>
                </a:cubicBezTo>
                <a:cubicBezTo>
                  <a:pt x="46663" y="7900"/>
                  <a:pt x="0" y="14577"/>
                  <a:pt x="71460" y="14577"/>
                </a:cubicBezTo>
                <a:lnTo>
                  <a:pt x="116790" y="14577"/>
                </a:lnTo>
                <a:cubicBezTo>
                  <a:pt x="136147" y="14577"/>
                  <a:pt x="125849" y="8997"/>
                  <a:pt x="112542" y="8997"/>
                </a:cubicBezTo>
                <a:cubicBezTo>
                  <a:pt x="106225" y="8997"/>
                  <a:pt x="134110" y="0"/>
                  <a:pt x="102228" y="0"/>
                </a:cubicBezTo>
                <a:close/>
              </a:path>
            </a:pathLst>
          </a:custGeom>
          <a:solidFill>
            <a:srgbClr val="FFFFFF">
              <a:alpha val="410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 name="Google Shape;1364;p34">
            <a:extLst>
              <a:ext uri="{FF2B5EF4-FFF2-40B4-BE49-F238E27FC236}">
                <a16:creationId xmlns:a16="http://schemas.microsoft.com/office/drawing/2014/main" id="{7FDE3DB5-3330-27F3-6AD9-FD54210F0FED}"/>
              </a:ext>
            </a:extLst>
          </p:cNvPr>
          <p:cNvSpPr/>
          <p:nvPr/>
        </p:nvSpPr>
        <p:spPr>
          <a:xfrm rot="-2231248" flipH="1">
            <a:off x="5706368" y="747535"/>
            <a:ext cx="240403" cy="114379"/>
          </a:xfrm>
          <a:custGeom>
            <a:avLst/>
            <a:gdLst/>
            <a:ahLst/>
            <a:cxnLst/>
            <a:rect l="l" t="t" r="r" b="b"/>
            <a:pathLst>
              <a:path w="2560" h="1218" extrusionOk="0">
                <a:moveTo>
                  <a:pt x="2192" y="116"/>
                </a:moveTo>
                <a:cubicBezTo>
                  <a:pt x="2088" y="169"/>
                  <a:pt x="1972" y="231"/>
                  <a:pt x="1867" y="305"/>
                </a:cubicBezTo>
                <a:lnTo>
                  <a:pt x="1867" y="305"/>
                </a:lnTo>
                <a:cubicBezTo>
                  <a:pt x="1762" y="378"/>
                  <a:pt x="1668" y="462"/>
                  <a:pt x="1574" y="557"/>
                </a:cubicBezTo>
                <a:lnTo>
                  <a:pt x="1574" y="557"/>
                </a:lnTo>
                <a:cubicBezTo>
                  <a:pt x="1521" y="598"/>
                  <a:pt x="1479" y="651"/>
                  <a:pt x="1437" y="714"/>
                </a:cubicBezTo>
                <a:lnTo>
                  <a:pt x="1437" y="714"/>
                </a:lnTo>
                <a:cubicBezTo>
                  <a:pt x="1354" y="661"/>
                  <a:pt x="1280" y="630"/>
                  <a:pt x="1207" y="609"/>
                </a:cubicBezTo>
                <a:lnTo>
                  <a:pt x="1207" y="609"/>
                </a:lnTo>
                <a:cubicBezTo>
                  <a:pt x="1070" y="557"/>
                  <a:pt x="934" y="525"/>
                  <a:pt x="798" y="515"/>
                </a:cubicBezTo>
                <a:lnTo>
                  <a:pt x="798" y="515"/>
                </a:lnTo>
                <a:cubicBezTo>
                  <a:pt x="672" y="494"/>
                  <a:pt x="536" y="494"/>
                  <a:pt x="399" y="494"/>
                </a:cubicBezTo>
                <a:lnTo>
                  <a:pt x="399" y="494"/>
                </a:lnTo>
                <a:cubicBezTo>
                  <a:pt x="263" y="504"/>
                  <a:pt x="137" y="515"/>
                  <a:pt x="1" y="546"/>
                </a:cubicBezTo>
                <a:lnTo>
                  <a:pt x="1" y="546"/>
                </a:lnTo>
                <a:cubicBezTo>
                  <a:pt x="252" y="630"/>
                  <a:pt x="504" y="703"/>
                  <a:pt x="745" y="787"/>
                </a:cubicBezTo>
                <a:lnTo>
                  <a:pt x="745" y="787"/>
                </a:lnTo>
                <a:cubicBezTo>
                  <a:pt x="861" y="829"/>
                  <a:pt x="976" y="861"/>
                  <a:pt x="1081" y="913"/>
                </a:cubicBezTo>
                <a:lnTo>
                  <a:pt x="1081" y="913"/>
                </a:lnTo>
                <a:cubicBezTo>
                  <a:pt x="1186" y="965"/>
                  <a:pt x="1291" y="1018"/>
                  <a:pt x="1364" y="1081"/>
                </a:cubicBezTo>
                <a:lnTo>
                  <a:pt x="1364" y="1081"/>
                </a:lnTo>
                <a:lnTo>
                  <a:pt x="1521" y="1217"/>
                </a:lnTo>
                <a:lnTo>
                  <a:pt x="1626" y="1039"/>
                </a:lnTo>
                <a:cubicBezTo>
                  <a:pt x="1731" y="861"/>
                  <a:pt x="1888" y="682"/>
                  <a:pt x="2046" y="504"/>
                </a:cubicBezTo>
                <a:lnTo>
                  <a:pt x="2046" y="504"/>
                </a:lnTo>
                <a:cubicBezTo>
                  <a:pt x="2203" y="336"/>
                  <a:pt x="2371" y="169"/>
                  <a:pt x="2559" y="1"/>
                </a:cubicBezTo>
                <a:lnTo>
                  <a:pt x="2559" y="1"/>
                </a:lnTo>
                <a:cubicBezTo>
                  <a:pt x="2434" y="11"/>
                  <a:pt x="2308" y="64"/>
                  <a:pt x="2192" y="116"/>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536734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7" presetClass="path" presetSubtype="0" accel="50000" decel="50000" fill="hold" nodeType="afterEffect">
                                  <p:stCondLst>
                                    <p:cond delay="0"/>
                                  </p:stCondLst>
                                  <p:childTnLst>
                                    <p:animMotion origin="layout" path="M 0.34843 -0.26172 C 0.37048 -0.24938 0.34062 -0.24598 0.30903 -0.22376 C 0.27743 -0.20031 0.20173 -0.15401 0.1585 -0.12407 C 0.1151 -0.09382 0.03559 -0.03179 0.04948 -0.04105 C 0.07153 -0.05432 -0.39011 0.15062 -0.36736 0.1392 " pathEditMode="relative" rAng="0" ptsTypes="AAAAA">
                                      <p:cBhvr>
                                        <p:cTn id="6" dur="1000" fill="hold"/>
                                        <p:tgtEl>
                                          <p:spTgt spid="4"/>
                                        </p:tgtEl>
                                        <p:attrNameLst>
                                          <p:attrName>ppt_x</p:attrName>
                                          <p:attrName>ppt_y</p:attrName>
                                        </p:attrNameLst>
                                      </p:cBhvr>
                                      <p:rCtr x="-35451" y="20062"/>
                                    </p:animMotion>
                                  </p:childTnLst>
                                </p:cTn>
                              </p:par>
                              <p:par>
                                <p:cTn id="7" presetID="53" presetClass="entr" presetSubtype="16" fill="hold" nodeType="withEffect">
                                  <p:stCondLst>
                                    <p:cond delay="0"/>
                                  </p:stCondLst>
                                  <p:childTnLst>
                                    <p:set>
                                      <p:cBhvr>
                                        <p:cTn id="8" dur="1" fill="hold">
                                          <p:stCondLst>
                                            <p:cond delay="0"/>
                                          </p:stCondLst>
                                        </p:cTn>
                                        <p:tgtEl>
                                          <p:spTgt spid="4"/>
                                        </p:tgtEl>
                                        <p:attrNameLst>
                                          <p:attrName>style.visibility</p:attrName>
                                        </p:attrNameLst>
                                      </p:cBhvr>
                                      <p:to>
                                        <p:strVal val="visible"/>
                                      </p:to>
                                    </p:set>
                                    <p:anim calcmode="lin" valueType="num">
                                      <p:cBhvr>
                                        <p:cTn id="9" dur="1000" fill="hold"/>
                                        <p:tgtEl>
                                          <p:spTgt spid="4"/>
                                        </p:tgtEl>
                                        <p:attrNameLst>
                                          <p:attrName>ppt_w</p:attrName>
                                        </p:attrNameLst>
                                      </p:cBhvr>
                                      <p:tavLst>
                                        <p:tav tm="0">
                                          <p:val>
                                            <p:fltVal val="0"/>
                                          </p:val>
                                        </p:tav>
                                        <p:tav tm="100000">
                                          <p:val>
                                            <p:strVal val="#ppt_w"/>
                                          </p:val>
                                        </p:tav>
                                      </p:tavLst>
                                    </p:anim>
                                    <p:anim calcmode="lin" valueType="num">
                                      <p:cBhvr>
                                        <p:cTn id="10" dur="1000" fill="hold"/>
                                        <p:tgtEl>
                                          <p:spTgt spid="4"/>
                                        </p:tgtEl>
                                        <p:attrNameLst>
                                          <p:attrName>ppt_h</p:attrName>
                                        </p:attrNameLst>
                                      </p:cBhvr>
                                      <p:tavLst>
                                        <p:tav tm="0">
                                          <p:val>
                                            <p:fltVal val="0"/>
                                          </p:val>
                                        </p:tav>
                                        <p:tav tm="100000">
                                          <p:val>
                                            <p:strVal val="#ppt_h"/>
                                          </p:val>
                                        </p:tav>
                                      </p:tavLst>
                                    </p:anim>
                                    <p:animEffect transition="in" filter="fade">
                                      <p:cBhvr>
                                        <p:cTn id="11"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0" name="Google Shape;1113;p30">
            <a:extLst>
              <a:ext uri="{FF2B5EF4-FFF2-40B4-BE49-F238E27FC236}">
                <a16:creationId xmlns:a16="http://schemas.microsoft.com/office/drawing/2014/main" id="{17B23180-AEE7-F400-58B2-57A9FCC500DC}"/>
              </a:ext>
            </a:extLst>
          </p:cNvPr>
          <p:cNvGrpSpPr/>
          <p:nvPr/>
        </p:nvGrpSpPr>
        <p:grpSpPr>
          <a:xfrm flipH="1">
            <a:off x="-363843" y="1769907"/>
            <a:ext cx="4656075" cy="4419000"/>
            <a:chOff x="4527625" y="682250"/>
            <a:chExt cx="4656075" cy="4419000"/>
          </a:xfrm>
        </p:grpSpPr>
        <p:sp>
          <p:nvSpPr>
            <p:cNvPr id="111" name="Google Shape;1114;p30">
              <a:extLst>
                <a:ext uri="{FF2B5EF4-FFF2-40B4-BE49-F238E27FC236}">
                  <a16:creationId xmlns:a16="http://schemas.microsoft.com/office/drawing/2014/main" id="{4A2602F4-948C-6E3E-75A2-5836BBCB5C51}"/>
                </a:ext>
              </a:extLst>
            </p:cNvPr>
            <p:cNvSpPr/>
            <p:nvPr/>
          </p:nvSpPr>
          <p:spPr>
            <a:xfrm>
              <a:off x="4527625" y="682250"/>
              <a:ext cx="4656075" cy="4419000"/>
            </a:xfrm>
            <a:custGeom>
              <a:avLst/>
              <a:gdLst/>
              <a:ahLst/>
              <a:cxnLst/>
              <a:rect l="l" t="t" r="r" b="b"/>
              <a:pathLst>
                <a:path w="186243" h="176760" extrusionOk="0">
                  <a:moveTo>
                    <a:pt x="135238" y="1442"/>
                  </a:moveTo>
                  <a:lnTo>
                    <a:pt x="0" y="176760"/>
                  </a:lnTo>
                  <a:lnTo>
                    <a:pt x="186242" y="176760"/>
                  </a:lnTo>
                  <a:lnTo>
                    <a:pt x="186242" y="59359"/>
                  </a:lnTo>
                  <a:lnTo>
                    <a:pt x="141100" y="1427"/>
                  </a:lnTo>
                  <a:cubicBezTo>
                    <a:pt x="140348" y="471"/>
                    <a:pt x="139266" y="0"/>
                    <a:pt x="138169" y="0"/>
                  </a:cubicBezTo>
                  <a:lnTo>
                    <a:pt x="138169" y="0"/>
                  </a:lnTo>
                  <a:cubicBezTo>
                    <a:pt x="137072" y="0"/>
                    <a:pt x="135975" y="486"/>
                    <a:pt x="135238" y="1442"/>
                  </a:cubicBezTo>
                </a:path>
              </a:pathLst>
            </a:custGeom>
            <a:solidFill>
              <a:srgbClr val="0070C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2" name="Google Shape;1115;p30">
              <a:extLst>
                <a:ext uri="{FF2B5EF4-FFF2-40B4-BE49-F238E27FC236}">
                  <a16:creationId xmlns:a16="http://schemas.microsoft.com/office/drawing/2014/main" id="{0F9501DD-6B96-845C-F5DD-4F7590814BD2}"/>
                </a:ext>
              </a:extLst>
            </p:cNvPr>
            <p:cNvSpPr/>
            <p:nvPr/>
          </p:nvSpPr>
          <p:spPr>
            <a:xfrm>
              <a:off x="7564125" y="695575"/>
              <a:ext cx="1619575" cy="4405675"/>
            </a:xfrm>
            <a:custGeom>
              <a:avLst/>
              <a:gdLst/>
              <a:ahLst/>
              <a:cxnLst/>
              <a:rect l="l" t="t" r="r" b="b"/>
              <a:pathLst>
                <a:path w="64783" h="176227" extrusionOk="0">
                  <a:moveTo>
                    <a:pt x="21600" y="3417"/>
                  </a:moveTo>
                  <a:cubicBezTo>
                    <a:pt x="18935" y="0"/>
                    <a:pt x="13465" y="3198"/>
                    <a:pt x="15267" y="7148"/>
                  </a:cubicBezTo>
                  <a:cubicBezTo>
                    <a:pt x="15299" y="7226"/>
                    <a:pt x="15346" y="7289"/>
                    <a:pt x="15377" y="7367"/>
                  </a:cubicBezTo>
                  <a:cubicBezTo>
                    <a:pt x="17258" y="10894"/>
                    <a:pt x="21176" y="11286"/>
                    <a:pt x="21176" y="14029"/>
                  </a:cubicBezTo>
                  <a:cubicBezTo>
                    <a:pt x="21176" y="23042"/>
                    <a:pt x="1975" y="29437"/>
                    <a:pt x="1975" y="46678"/>
                  </a:cubicBezTo>
                  <a:cubicBezTo>
                    <a:pt x="1975" y="63920"/>
                    <a:pt x="41553" y="65488"/>
                    <a:pt x="41553" y="83513"/>
                  </a:cubicBezTo>
                  <a:cubicBezTo>
                    <a:pt x="41553" y="101539"/>
                    <a:pt x="0" y="98796"/>
                    <a:pt x="0" y="125442"/>
                  </a:cubicBezTo>
                  <a:cubicBezTo>
                    <a:pt x="0" y="152088"/>
                    <a:pt x="64782" y="176227"/>
                    <a:pt x="64782" y="176227"/>
                  </a:cubicBezTo>
                  <a:lnTo>
                    <a:pt x="64782" y="58826"/>
                  </a:lnTo>
                  <a:close/>
                </a:path>
              </a:pathLst>
            </a:custGeom>
            <a:solidFill>
              <a:srgbClr val="FFFFFF">
                <a:alpha val="410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 name="Group 2"/>
          <p:cNvGrpSpPr/>
          <p:nvPr/>
        </p:nvGrpSpPr>
        <p:grpSpPr>
          <a:xfrm>
            <a:off x="3654925" y="4092000"/>
            <a:ext cx="5829700" cy="1231825"/>
            <a:chOff x="0" y="0"/>
            <a:chExt cx="15545867" cy="3284867"/>
          </a:xfrm>
          <a:solidFill>
            <a:srgbClr val="0070C0"/>
          </a:solidFill>
        </p:grpSpPr>
        <p:sp>
          <p:nvSpPr>
            <p:cNvPr id="5" name="Freeform 3"/>
            <p:cNvSpPr/>
            <p:nvPr/>
          </p:nvSpPr>
          <p:spPr>
            <a:xfrm>
              <a:off x="127" y="127"/>
              <a:ext cx="15545816" cy="3284728"/>
            </a:xfrm>
            <a:custGeom>
              <a:avLst/>
              <a:gdLst/>
              <a:ahLst/>
              <a:cxnLst/>
              <a:rect l="l" t="t" r="r" b="b"/>
              <a:pathLst>
                <a:path w="15545816" h="3284728">
                  <a:moveTo>
                    <a:pt x="8769985" y="0"/>
                  </a:moveTo>
                  <a:cubicBezTo>
                    <a:pt x="8783447" y="0"/>
                    <a:pt x="8795004" y="762"/>
                    <a:pt x="8804783" y="2540"/>
                  </a:cubicBezTo>
                  <a:cubicBezTo>
                    <a:pt x="9011666" y="38100"/>
                    <a:pt x="15545816" y="3284728"/>
                    <a:pt x="15545816" y="3284728"/>
                  </a:cubicBezTo>
                  <a:lnTo>
                    <a:pt x="0" y="3284728"/>
                  </a:lnTo>
                  <a:cubicBezTo>
                    <a:pt x="0" y="3284728"/>
                    <a:pt x="7931912" y="0"/>
                    <a:pt x="8769985" y="0"/>
                  </a:cubicBezTo>
                  <a:close/>
                </a:path>
              </a:pathLst>
            </a:custGeom>
            <a:grpFill/>
          </p:spPr>
          <p:txBody>
            <a:bodyPr/>
            <a:lstStyle/>
            <a:p>
              <a:endParaRPr lang="en-US"/>
            </a:p>
          </p:txBody>
        </p:sp>
      </p:grpSp>
      <p:grpSp>
        <p:nvGrpSpPr>
          <p:cNvPr id="6" name="Group 4"/>
          <p:cNvGrpSpPr/>
          <p:nvPr/>
        </p:nvGrpSpPr>
        <p:grpSpPr>
          <a:xfrm>
            <a:off x="5165025" y="4408613"/>
            <a:ext cx="5473875" cy="1056900"/>
            <a:chOff x="0" y="0"/>
            <a:chExt cx="14597000" cy="2818400"/>
          </a:xfrm>
          <a:solidFill>
            <a:srgbClr val="69ABDA"/>
          </a:solidFill>
        </p:grpSpPr>
        <p:sp>
          <p:nvSpPr>
            <p:cNvPr id="7" name="Freeform 5"/>
            <p:cNvSpPr/>
            <p:nvPr/>
          </p:nvSpPr>
          <p:spPr>
            <a:xfrm>
              <a:off x="0" y="127"/>
              <a:ext cx="14596999" cy="2818257"/>
            </a:xfrm>
            <a:custGeom>
              <a:avLst/>
              <a:gdLst/>
              <a:ahLst/>
              <a:cxnLst/>
              <a:rect l="l" t="t" r="r" b="b"/>
              <a:pathLst>
                <a:path w="14596999" h="2818257">
                  <a:moveTo>
                    <a:pt x="8235569" y="0"/>
                  </a:moveTo>
                  <a:cubicBezTo>
                    <a:pt x="8248014" y="0"/>
                    <a:pt x="8258683" y="635"/>
                    <a:pt x="8267700" y="2159"/>
                  </a:cubicBezTo>
                  <a:cubicBezTo>
                    <a:pt x="8462137" y="33528"/>
                    <a:pt x="14596999" y="2818257"/>
                    <a:pt x="14596999" y="2818257"/>
                  </a:cubicBezTo>
                  <a:lnTo>
                    <a:pt x="0" y="2818257"/>
                  </a:lnTo>
                  <a:cubicBezTo>
                    <a:pt x="0" y="2818257"/>
                    <a:pt x="7451344" y="0"/>
                    <a:pt x="8235569" y="0"/>
                  </a:cubicBezTo>
                  <a:close/>
                </a:path>
              </a:pathLst>
            </a:custGeom>
            <a:grpFill/>
          </p:spPr>
          <p:txBody>
            <a:bodyPr/>
            <a:lstStyle/>
            <a:p>
              <a:endParaRPr lang="en-US"/>
            </a:p>
          </p:txBody>
        </p:sp>
      </p:grpSp>
      <p:grpSp>
        <p:nvGrpSpPr>
          <p:cNvPr id="8" name="Group 6"/>
          <p:cNvGrpSpPr/>
          <p:nvPr/>
        </p:nvGrpSpPr>
        <p:grpSpPr>
          <a:xfrm>
            <a:off x="1971125" y="3893325"/>
            <a:ext cx="5829700" cy="1231825"/>
            <a:chOff x="0" y="0"/>
            <a:chExt cx="15545867" cy="3284867"/>
          </a:xfrm>
          <a:solidFill>
            <a:srgbClr val="0070C0"/>
          </a:solidFill>
        </p:grpSpPr>
        <p:sp>
          <p:nvSpPr>
            <p:cNvPr id="9" name="Freeform 7"/>
            <p:cNvSpPr/>
            <p:nvPr/>
          </p:nvSpPr>
          <p:spPr>
            <a:xfrm>
              <a:off x="0" y="127"/>
              <a:ext cx="15545815" cy="3284728"/>
            </a:xfrm>
            <a:custGeom>
              <a:avLst/>
              <a:gdLst/>
              <a:ahLst/>
              <a:cxnLst/>
              <a:rect l="l" t="t" r="r" b="b"/>
              <a:pathLst>
                <a:path w="15545815" h="3284728">
                  <a:moveTo>
                    <a:pt x="8770112" y="0"/>
                  </a:moveTo>
                  <a:cubicBezTo>
                    <a:pt x="8783574" y="0"/>
                    <a:pt x="8795131" y="889"/>
                    <a:pt x="8804783" y="2540"/>
                  </a:cubicBezTo>
                  <a:cubicBezTo>
                    <a:pt x="9011666" y="38100"/>
                    <a:pt x="15545815" y="3284728"/>
                    <a:pt x="15545815" y="3284728"/>
                  </a:cubicBezTo>
                  <a:lnTo>
                    <a:pt x="0" y="3284728"/>
                  </a:lnTo>
                  <a:cubicBezTo>
                    <a:pt x="0" y="3284728"/>
                    <a:pt x="7932039" y="0"/>
                    <a:pt x="8770112" y="0"/>
                  </a:cubicBezTo>
                  <a:close/>
                </a:path>
              </a:pathLst>
            </a:custGeom>
            <a:grpFill/>
          </p:spPr>
          <p:txBody>
            <a:bodyPr/>
            <a:lstStyle/>
            <a:p>
              <a:endParaRPr lang="en-US"/>
            </a:p>
          </p:txBody>
        </p:sp>
      </p:grpSp>
      <p:grpSp>
        <p:nvGrpSpPr>
          <p:cNvPr id="10" name="Group 8"/>
          <p:cNvGrpSpPr/>
          <p:nvPr/>
        </p:nvGrpSpPr>
        <p:grpSpPr>
          <a:xfrm>
            <a:off x="809725" y="4526663"/>
            <a:ext cx="4251675" cy="820825"/>
            <a:chOff x="0" y="0"/>
            <a:chExt cx="11337800" cy="2188867"/>
          </a:xfrm>
          <a:solidFill>
            <a:srgbClr val="69ABDA"/>
          </a:solidFill>
        </p:grpSpPr>
        <p:sp>
          <p:nvSpPr>
            <p:cNvPr id="11" name="Freeform 9"/>
            <p:cNvSpPr/>
            <p:nvPr/>
          </p:nvSpPr>
          <p:spPr>
            <a:xfrm>
              <a:off x="0" y="0"/>
              <a:ext cx="11337798" cy="2188845"/>
            </a:xfrm>
            <a:custGeom>
              <a:avLst/>
              <a:gdLst/>
              <a:ahLst/>
              <a:cxnLst/>
              <a:rect l="l" t="t" r="r" b="b"/>
              <a:pathLst>
                <a:path w="11337798" h="2188845">
                  <a:moveTo>
                    <a:pt x="6396101" y="0"/>
                  </a:moveTo>
                  <a:cubicBezTo>
                    <a:pt x="6405880" y="0"/>
                    <a:pt x="6414262" y="635"/>
                    <a:pt x="6421247" y="1778"/>
                  </a:cubicBezTo>
                  <a:cubicBezTo>
                    <a:pt x="6572758" y="25781"/>
                    <a:pt x="11337798" y="2188845"/>
                    <a:pt x="11337798" y="2188845"/>
                  </a:cubicBezTo>
                  <a:lnTo>
                    <a:pt x="0" y="2188845"/>
                  </a:lnTo>
                  <a:cubicBezTo>
                    <a:pt x="0" y="2188845"/>
                    <a:pt x="5785739" y="0"/>
                    <a:pt x="6396101" y="0"/>
                  </a:cubicBezTo>
                  <a:close/>
                </a:path>
              </a:pathLst>
            </a:custGeom>
            <a:grpFill/>
          </p:spPr>
          <p:txBody>
            <a:bodyPr/>
            <a:lstStyle/>
            <a:p>
              <a:endParaRPr lang="en-US"/>
            </a:p>
          </p:txBody>
        </p:sp>
      </p:grpSp>
      <p:sp>
        <p:nvSpPr>
          <p:cNvPr id="12" name="Freeform 11"/>
          <p:cNvSpPr/>
          <p:nvPr/>
        </p:nvSpPr>
        <p:spPr>
          <a:xfrm>
            <a:off x="-555175" y="4108275"/>
            <a:ext cx="9800100" cy="1657575"/>
          </a:xfrm>
          <a:custGeom>
            <a:avLst/>
            <a:gdLst/>
            <a:ahLst/>
            <a:cxnLst/>
            <a:rect l="l" t="t" r="r" b="b"/>
            <a:pathLst>
              <a:path w="19600200" h="3315150">
                <a:moveTo>
                  <a:pt x="0" y="0"/>
                </a:moveTo>
                <a:lnTo>
                  <a:pt x="19600200" y="0"/>
                </a:lnTo>
                <a:lnTo>
                  <a:pt x="19600200" y="3315150"/>
                </a:lnTo>
                <a:lnTo>
                  <a:pt x="0" y="331515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13" name="Freeform 32">
            <a:extLst>
              <a:ext uri="{FF2B5EF4-FFF2-40B4-BE49-F238E27FC236}">
                <a16:creationId xmlns:a16="http://schemas.microsoft.com/office/drawing/2014/main" id="{868BDDB9-D162-AB04-B430-22F4DAEC3156}"/>
              </a:ext>
            </a:extLst>
          </p:cNvPr>
          <p:cNvSpPr/>
          <p:nvPr/>
        </p:nvSpPr>
        <p:spPr>
          <a:xfrm flipH="1">
            <a:off x="-37764" y="4332730"/>
            <a:ext cx="3625540" cy="2207975"/>
          </a:xfrm>
          <a:custGeom>
            <a:avLst/>
            <a:gdLst/>
            <a:ahLst/>
            <a:cxnLst/>
            <a:rect l="l" t="t" r="r" b="b"/>
            <a:pathLst>
              <a:path w="7251080" h="4415950">
                <a:moveTo>
                  <a:pt x="0" y="0"/>
                </a:moveTo>
                <a:lnTo>
                  <a:pt x="7251080" y="0"/>
                </a:lnTo>
                <a:lnTo>
                  <a:pt x="7251080" y="4415950"/>
                </a:lnTo>
                <a:lnTo>
                  <a:pt x="0" y="441595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14" name="Freeform 33">
            <a:extLst>
              <a:ext uri="{FF2B5EF4-FFF2-40B4-BE49-F238E27FC236}">
                <a16:creationId xmlns:a16="http://schemas.microsoft.com/office/drawing/2014/main" id="{B36A0E44-22C7-F943-F380-B312FEECBCE0}"/>
              </a:ext>
            </a:extLst>
          </p:cNvPr>
          <p:cNvSpPr/>
          <p:nvPr/>
        </p:nvSpPr>
        <p:spPr>
          <a:xfrm flipH="1">
            <a:off x="-85220" y="4463126"/>
            <a:ext cx="2867400" cy="1881300"/>
          </a:xfrm>
          <a:custGeom>
            <a:avLst/>
            <a:gdLst/>
            <a:ahLst/>
            <a:cxnLst/>
            <a:rect l="l" t="t" r="r" b="b"/>
            <a:pathLst>
              <a:path w="5734800" h="3762600">
                <a:moveTo>
                  <a:pt x="0" y="0"/>
                </a:moveTo>
                <a:lnTo>
                  <a:pt x="5734800" y="0"/>
                </a:lnTo>
                <a:lnTo>
                  <a:pt x="5734800" y="3762600"/>
                </a:lnTo>
                <a:lnTo>
                  <a:pt x="0" y="37626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13" name="Freeform 13"/>
          <p:cNvSpPr/>
          <p:nvPr/>
        </p:nvSpPr>
        <p:spPr>
          <a:xfrm>
            <a:off x="7443500" y="4408613"/>
            <a:ext cx="853900" cy="770400"/>
          </a:xfrm>
          <a:custGeom>
            <a:avLst/>
            <a:gdLst/>
            <a:ahLst/>
            <a:cxnLst/>
            <a:rect l="l" t="t" r="r" b="b"/>
            <a:pathLst>
              <a:path w="1707800" h="1540800">
                <a:moveTo>
                  <a:pt x="0" y="0"/>
                </a:moveTo>
                <a:lnTo>
                  <a:pt x="1707800" y="0"/>
                </a:lnTo>
                <a:lnTo>
                  <a:pt x="1707800" y="1540800"/>
                </a:lnTo>
                <a:lnTo>
                  <a:pt x="0" y="154080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a:p>
        </p:txBody>
      </p:sp>
      <p:sp>
        <p:nvSpPr>
          <p:cNvPr id="14" name="Freeform 14"/>
          <p:cNvSpPr/>
          <p:nvPr/>
        </p:nvSpPr>
        <p:spPr>
          <a:xfrm>
            <a:off x="8454225" y="4669038"/>
            <a:ext cx="389150" cy="536075"/>
          </a:xfrm>
          <a:custGeom>
            <a:avLst/>
            <a:gdLst/>
            <a:ahLst/>
            <a:cxnLst/>
            <a:rect l="l" t="t" r="r" b="b"/>
            <a:pathLst>
              <a:path w="778300" h="1072150">
                <a:moveTo>
                  <a:pt x="0" y="0"/>
                </a:moveTo>
                <a:lnTo>
                  <a:pt x="778300" y="0"/>
                </a:lnTo>
                <a:lnTo>
                  <a:pt x="778300" y="1072150"/>
                </a:lnTo>
                <a:lnTo>
                  <a:pt x="0" y="1072150"/>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US"/>
          </a:p>
        </p:txBody>
      </p:sp>
      <p:sp>
        <p:nvSpPr>
          <p:cNvPr id="26" name="Freeform 26"/>
          <p:cNvSpPr/>
          <p:nvPr/>
        </p:nvSpPr>
        <p:spPr>
          <a:xfrm>
            <a:off x="5837875" y="451150"/>
            <a:ext cx="3038325" cy="293979"/>
          </a:xfrm>
          <a:custGeom>
            <a:avLst/>
            <a:gdLst/>
            <a:ahLst/>
            <a:cxnLst/>
            <a:rect l="l" t="t" r="r" b="b"/>
            <a:pathLst>
              <a:path w="6076650" h="587958">
                <a:moveTo>
                  <a:pt x="0" y="0"/>
                </a:moveTo>
                <a:lnTo>
                  <a:pt x="6076650" y="0"/>
                </a:lnTo>
                <a:lnTo>
                  <a:pt x="6076650" y="587958"/>
                </a:lnTo>
                <a:lnTo>
                  <a:pt x="0" y="587958"/>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US"/>
          </a:p>
        </p:txBody>
      </p:sp>
      <p:sp>
        <p:nvSpPr>
          <p:cNvPr id="27" name="Freeform 27"/>
          <p:cNvSpPr/>
          <p:nvPr/>
        </p:nvSpPr>
        <p:spPr>
          <a:xfrm>
            <a:off x="277175" y="353800"/>
            <a:ext cx="3038100" cy="371398"/>
          </a:xfrm>
          <a:custGeom>
            <a:avLst/>
            <a:gdLst/>
            <a:ahLst/>
            <a:cxnLst/>
            <a:rect l="l" t="t" r="r" b="b"/>
            <a:pathLst>
              <a:path w="6076200" h="742796">
                <a:moveTo>
                  <a:pt x="0" y="0"/>
                </a:moveTo>
                <a:lnTo>
                  <a:pt x="6076200" y="0"/>
                </a:lnTo>
                <a:lnTo>
                  <a:pt x="6076200" y="742796"/>
                </a:lnTo>
                <a:lnTo>
                  <a:pt x="0" y="742796"/>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n-US"/>
          </a:p>
        </p:txBody>
      </p:sp>
      <p:sp>
        <p:nvSpPr>
          <p:cNvPr id="28" name="Freeform 28"/>
          <p:cNvSpPr/>
          <p:nvPr/>
        </p:nvSpPr>
        <p:spPr>
          <a:xfrm>
            <a:off x="2084568" y="926261"/>
            <a:ext cx="260654" cy="236427"/>
          </a:xfrm>
          <a:custGeom>
            <a:avLst/>
            <a:gdLst/>
            <a:ahLst/>
            <a:cxnLst/>
            <a:rect l="l" t="t" r="r" b="b"/>
            <a:pathLst>
              <a:path w="521307" h="472854">
                <a:moveTo>
                  <a:pt x="0" y="0"/>
                </a:moveTo>
                <a:lnTo>
                  <a:pt x="521306" y="0"/>
                </a:lnTo>
                <a:lnTo>
                  <a:pt x="521306" y="472854"/>
                </a:lnTo>
                <a:lnTo>
                  <a:pt x="0" y="472854"/>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en-US"/>
          </a:p>
        </p:txBody>
      </p:sp>
      <p:sp>
        <p:nvSpPr>
          <p:cNvPr id="29" name="Freeform 29"/>
          <p:cNvSpPr/>
          <p:nvPr/>
        </p:nvSpPr>
        <p:spPr>
          <a:xfrm>
            <a:off x="1823918" y="1774211"/>
            <a:ext cx="260654" cy="236427"/>
          </a:xfrm>
          <a:custGeom>
            <a:avLst/>
            <a:gdLst/>
            <a:ahLst/>
            <a:cxnLst/>
            <a:rect l="l" t="t" r="r" b="b"/>
            <a:pathLst>
              <a:path w="521307" h="472854">
                <a:moveTo>
                  <a:pt x="0" y="0"/>
                </a:moveTo>
                <a:lnTo>
                  <a:pt x="521306" y="0"/>
                </a:lnTo>
                <a:lnTo>
                  <a:pt x="521306" y="472854"/>
                </a:lnTo>
                <a:lnTo>
                  <a:pt x="0" y="472854"/>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en-US"/>
          </a:p>
        </p:txBody>
      </p:sp>
      <p:sp>
        <p:nvSpPr>
          <p:cNvPr id="30" name="Freeform 30"/>
          <p:cNvSpPr/>
          <p:nvPr/>
        </p:nvSpPr>
        <p:spPr>
          <a:xfrm>
            <a:off x="839818" y="926261"/>
            <a:ext cx="260654" cy="236427"/>
          </a:xfrm>
          <a:custGeom>
            <a:avLst/>
            <a:gdLst/>
            <a:ahLst/>
            <a:cxnLst/>
            <a:rect l="l" t="t" r="r" b="b"/>
            <a:pathLst>
              <a:path w="521307" h="472854">
                <a:moveTo>
                  <a:pt x="0" y="0"/>
                </a:moveTo>
                <a:lnTo>
                  <a:pt x="521306" y="0"/>
                </a:lnTo>
                <a:lnTo>
                  <a:pt x="521306" y="472854"/>
                </a:lnTo>
                <a:lnTo>
                  <a:pt x="0" y="472854"/>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en-US"/>
          </a:p>
        </p:txBody>
      </p:sp>
      <p:sp>
        <p:nvSpPr>
          <p:cNvPr id="31" name="Google Shape;1206;p31">
            <a:extLst>
              <a:ext uri="{FF2B5EF4-FFF2-40B4-BE49-F238E27FC236}">
                <a16:creationId xmlns:a16="http://schemas.microsoft.com/office/drawing/2014/main" id="{00B45A84-DC90-5CA4-4299-973A848CAC16}"/>
              </a:ext>
            </a:extLst>
          </p:cNvPr>
          <p:cNvSpPr txBox="1">
            <a:spLocks/>
          </p:cNvSpPr>
          <p:nvPr/>
        </p:nvSpPr>
        <p:spPr>
          <a:xfrm>
            <a:off x="119291" y="0"/>
            <a:ext cx="7717500" cy="57270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2800" dirty="0">
                <a:solidFill>
                  <a:srgbClr val="002060"/>
                </a:solidFill>
                <a:latin typeface="Bakbak One"/>
                <a:cs typeface="Bakbak One"/>
                <a:sym typeface="Bakbak One"/>
              </a:rPr>
              <a:t>Dataset</a:t>
            </a:r>
          </a:p>
        </p:txBody>
      </p:sp>
      <p:sp>
        <p:nvSpPr>
          <p:cNvPr id="32" name="Google Shape;1207;p31">
            <a:extLst>
              <a:ext uri="{FF2B5EF4-FFF2-40B4-BE49-F238E27FC236}">
                <a16:creationId xmlns:a16="http://schemas.microsoft.com/office/drawing/2014/main" id="{9F219CA8-D59E-958C-27F8-2B84248CF0A3}"/>
              </a:ext>
            </a:extLst>
          </p:cNvPr>
          <p:cNvSpPr/>
          <p:nvPr/>
        </p:nvSpPr>
        <p:spPr>
          <a:xfrm>
            <a:off x="8101030" y="105957"/>
            <a:ext cx="883583" cy="883564"/>
          </a:xfrm>
          <a:custGeom>
            <a:avLst/>
            <a:gdLst/>
            <a:ahLst/>
            <a:cxnLst/>
            <a:rect l="l" t="t" r="r" b="b"/>
            <a:pathLst>
              <a:path w="45990" h="45989" extrusionOk="0">
                <a:moveTo>
                  <a:pt x="1" y="22995"/>
                </a:moveTo>
                <a:cubicBezTo>
                  <a:pt x="1" y="35691"/>
                  <a:pt x="10299" y="45989"/>
                  <a:pt x="22995" y="45989"/>
                </a:cubicBezTo>
                <a:lnTo>
                  <a:pt x="22995" y="45989"/>
                </a:lnTo>
                <a:cubicBezTo>
                  <a:pt x="35691" y="45989"/>
                  <a:pt x="45989" y="35691"/>
                  <a:pt x="45989" y="22995"/>
                </a:cubicBezTo>
                <a:lnTo>
                  <a:pt x="45989" y="22995"/>
                </a:lnTo>
                <a:cubicBezTo>
                  <a:pt x="45989" y="10298"/>
                  <a:pt x="35691" y="0"/>
                  <a:pt x="22995" y="0"/>
                </a:cubicBezTo>
                <a:lnTo>
                  <a:pt x="22995" y="0"/>
                </a:lnTo>
                <a:cubicBezTo>
                  <a:pt x="10299" y="0"/>
                  <a:pt x="1" y="10298"/>
                  <a:pt x="1" y="22995"/>
                </a:cubicBezTo>
                <a:close/>
              </a:path>
            </a:pathLst>
          </a:custGeom>
          <a:solidFill>
            <a:srgbClr val="0070C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1208;p31">
            <a:extLst>
              <a:ext uri="{FF2B5EF4-FFF2-40B4-BE49-F238E27FC236}">
                <a16:creationId xmlns:a16="http://schemas.microsoft.com/office/drawing/2014/main" id="{F5F04725-3DDB-5016-C4F5-F533ACA5DB3A}"/>
              </a:ext>
            </a:extLst>
          </p:cNvPr>
          <p:cNvSpPr/>
          <p:nvPr/>
        </p:nvSpPr>
        <p:spPr>
          <a:xfrm>
            <a:off x="5614225" y="956600"/>
            <a:ext cx="3572600" cy="500050"/>
          </a:xfrm>
          <a:custGeom>
            <a:avLst/>
            <a:gdLst/>
            <a:ahLst/>
            <a:cxnLst/>
            <a:rect l="l" t="t" r="r" b="b"/>
            <a:pathLst>
              <a:path w="142904" h="20002" extrusionOk="0">
                <a:moveTo>
                  <a:pt x="1" y="2430"/>
                </a:moveTo>
                <a:cubicBezTo>
                  <a:pt x="1" y="2430"/>
                  <a:pt x="73043" y="2383"/>
                  <a:pt x="78263" y="4876"/>
                </a:cubicBezTo>
                <a:lnTo>
                  <a:pt x="78263" y="4876"/>
                </a:lnTo>
                <a:cubicBezTo>
                  <a:pt x="83482" y="7368"/>
                  <a:pt x="142904" y="20001"/>
                  <a:pt x="142904" y="20001"/>
                </a:cubicBezTo>
                <a:lnTo>
                  <a:pt x="142904" y="20001"/>
                </a:lnTo>
                <a:lnTo>
                  <a:pt x="142904" y="2430"/>
                </a:lnTo>
                <a:cubicBezTo>
                  <a:pt x="142904" y="2430"/>
                  <a:pt x="104125" y="7916"/>
                  <a:pt x="96179" y="2430"/>
                </a:cubicBezTo>
                <a:lnTo>
                  <a:pt x="96179" y="2430"/>
                </a:lnTo>
                <a:cubicBezTo>
                  <a:pt x="93530" y="612"/>
                  <a:pt x="81962" y="1"/>
                  <a:pt x="67714" y="1"/>
                </a:cubicBezTo>
                <a:lnTo>
                  <a:pt x="67714" y="1"/>
                </a:lnTo>
                <a:cubicBezTo>
                  <a:pt x="39218" y="1"/>
                  <a:pt x="1" y="2430"/>
                  <a:pt x="1" y="2430"/>
                </a:cubicBezTo>
              </a:path>
            </a:pathLst>
          </a:custGeom>
          <a:solidFill>
            <a:srgbClr val="FFFFFF">
              <a:alpha val="410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4" name="Group 33">
            <a:extLst>
              <a:ext uri="{FF2B5EF4-FFF2-40B4-BE49-F238E27FC236}">
                <a16:creationId xmlns:a16="http://schemas.microsoft.com/office/drawing/2014/main" id="{683A6B0B-8E27-9BA1-A57C-3D79AF5B3A16}"/>
              </a:ext>
            </a:extLst>
          </p:cNvPr>
          <p:cNvGrpSpPr/>
          <p:nvPr/>
        </p:nvGrpSpPr>
        <p:grpSpPr>
          <a:xfrm>
            <a:off x="668092" y="498777"/>
            <a:ext cx="7861530" cy="3294101"/>
            <a:chOff x="477861" y="879403"/>
            <a:chExt cx="9046142" cy="3873434"/>
          </a:xfrm>
        </p:grpSpPr>
        <p:pic>
          <p:nvPicPr>
            <p:cNvPr id="35" name="Picture 34">
              <a:extLst>
                <a:ext uri="{FF2B5EF4-FFF2-40B4-BE49-F238E27FC236}">
                  <a16:creationId xmlns:a16="http://schemas.microsoft.com/office/drawing/2014/main" id="{028F41FA-64E8-4C7B-9216-6314660FC0A9}"/>
                </a:ext>
              </a:extLst>
            </p:cNvPr>
            <p:cNvPicPr>
              <a:picLocks noChangeAspect="1"/>
            </p:cNvPicPr>
            <p:nvPr/>
          </p:nvPicPr>
          <p:blipFill>
            <a:blip r:embed="rId18"/>
            <a:stretch>
              <a:fillRect/>
            </a:stretch>
          </p:blipFill>
          <p:spPr>
            <a:xfrm>
              <a:off x="477861" y="879403"/>
              <a:ext cx="9046142" cy="3805455"/>
            </a:xfrm>
            <a:prstGeom prst="rect">
              <a:avLst/>
            </a:prstGeom>
            <a:ln>
              <a:solidFill>
                <a:schemeClr val="accent6">
                  <a:lumMod val="75000"/>
                </a:schemeClr>
              </a:solidFill>
            </a:ln>
          </p:spPr>
        </p:pic>
        <p:sp>
          <p:nvSpPr>
            <p:cNvPr id="36" name="Oval 35">
              <a:extLst>
                <a:ext uri="{FF2B5EF4-FFF2-40B4-BE49-F238E27FC236}">
                  <a16:creationId xmlns:a16="http://schemas.microsoft.com/office/drawing/2014/main" id="{5ECBE53B-0CE0-30B2-88DC-78160117A5AF}"/>
                </a:ext>
              </a:extLst>
            </p:cNvPr>
            <p:cNvSpPr/>
            <p:nvPr/>
          </p:nvSpPr>
          <p:spPr>
            <a:xfrm>
              <a:off x="7741365" y="1016625"/>
              <a:ext cx="528937" cy="312235"/>
            </a:xfrm>
            <a:prstGeom prst="ellipse">
              <a:avLst/>
            </a:prstGeom>
            <a:noFill/>
            <a:ln w="28575"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
          <p:nvSpPr>
            <p:cNvPr id="37" name="Oval 36">
              <a:extLst>
                <a:ext uri="{FF2B5EF4-FFF2-40B4-BE49-F238E27FC236}">
                  <a16:creationId xmlns:a16="http://schemas.microsoft.com/office/drawing/2014/main" id="{246F1D69-FEB9-DA7E-B495-B408C3B48660}"/>
                </a:ext>
              </a:extLst>
            </p:cNvPr>
            <p:cNvSpPr/>
            <p:nvPr/>
          </p:nvSpPr>
          <p:spPr>
            <a:xfrm>
              <a:off x="7212428" y="1978767"/>
              <a:ext cx="528937" cy="312235"/>
            </a:xfrm>
            <a:prstGeom prst="ellipse">
              <a:avLst/>
            </a:prstGeom>
            <a:noFill/>
            <a:ln w="28575"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
          <p:nvSpPr>
            <p:cNvPr id="38" name="Oval 37">
              <a:extLst>
                <a:ext uri="{FF2B5EF4-FFF2-40B4-BE49-F238E27FC236}">
                  <a16:creationId xmlns:a16="http://schemas.microsoft.com/office/drawing/2014/main" id="{9AEC8FA4-8B86-B56B-61EB-3E7445609A1F}"/>
                </a:ext>
              </a:extLst>
            </p:cNvPr>
            <p:cNvSpPr/>
            <p:nvPr/>
          </p:nvSpPr>
          <p:spPr>
            <a:xfrm>
              <a:off x="640143" y="936976"/>
              <a:ext cx="528938" cy="312235"/>
            </a:xfrm>
            <a:prstGeom prst="ellipse">
              <a:avLst/>
            </a:prstGeom>
            <a:noFill/>
            <a:ln w="28575"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
          <p:nvSpPr>
            <p:cNvPr id="39" name="Oval 38">
              <a:extLst>
                <a:ext uri="{FF2B5EF4-FFF2-40B4-BE49-F238E27FC236}">
                  <a16:creationId xmlns:a16="http://schemas.microsoft.com/office/drawing/2014/main" id="{1B1E2283-C04D-4042-CFB1-B1DADE89672F}"/>
                </a:ext>
              </a:extLst>
            </p:cNvPr>
            <p:cNvSpPr/>
            <p:nvPr/>
          </p:nvSpPr>
          <p:spPr>
            <a:xfrm>
              <a:off x="2468341" y="1317149"/>
              <a:ext cx="528938" cy="312235"/>
            </a:xfrm>
            <a:prstGeom prst="ellipse">
              <a:avLst/>
            </a:prstGeom>
            <a:noFill/>
            <a:ln w="28575"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dirty="0"/>
            </a:p>
          </p:txBody>
        </p:sp>
        <p:sp>
          <p:nvSpPr>
            <p:cNvPr id="40" name="Rectangle 39">
              <a:extLst>
                <a:ext uri="{FF2B5EF4-FFF2-40B4-BE49-F238E27FC236}">
                  <a16:creationId xmlns:a16="http://schemas.microsoft.com/office/drawing/2014/main" id="{E1262F24-598A-E5FD-DDA3-548ABE60601A}"/>
                </a:ext>
              </a:extLst>
            </p:cNvPr>
            <p:cNvSpPr/>
            <p:nvPr/>
          </p:nvSpPr>
          <p:spPr>
            <a:xfrm>
              <a:off x="3840637" y="940042"/>
              <a:ext cx="1531434" cy="3812795"/>
            </a:xfrm>
            <a:prstGeom prst="rect">
              <a:avLst/>
            </a:prstGeom>
            <a:noFill/>
            <a:ln w="190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grpSp>
      <p:grpSp>
        <p:nvGrpSpPr>
          <p:cNvPr id="41" name="Group 40">
            <a:extLst>
              <a:ext uri="{FF2B5EF4-FFF2-40B4-BE49-F238E27FC236}">
                <a16:creationId xmlns:a16="http://schemas.microsoft.com/office/drawing/2014/main" id="{DB551C86-93D3-0968-F5E6-92552580C337}"/>
              </a:ext>
            </a:extLst>
          </p:cNvPr>
          <p:cNvGrpSpPr/>
          <p:nvPr/>
        </p:nvGrpSpPr>
        <p:grpSpPr>
          <a:xfrm>
            <a:off x="-338609" y="3015545"/>
            <a:ext cx="9459686" cy="1222068"/>
            <a:chOff x="815304" y="3784150"/>
            <a:chExt cx="7374003" cy="952625"/>
          </a:xfrm>
        </p:grpSpPr>
        <p:grpSp>
          <p:nvGrpSpPr>
            <p:cNvPr id="42" name="Google Shape;1117;p30">
              <a:extLst>
                <a:ext uri="{FF2B5EF4-FFF2-40B4-BE49-F238E27FC236}">
                  <a16:creationId xmlns:a16="http://schemas.microsoft.com/office/drawing/2014/main" id="{C6E46809-398D-360F-8D9D-6073720A3838}"/>
                </a:ext>
              </a:extLst>
            </p:cNvPr>
            <p:cNvGrpSpPr/>
            <p:nvPr/>
          </p:nvGrpSpPr>
          <p:grpSpPr>
            <a:xfrm>
              <a:off x="815304" y="4374277"/>
              <a:ext cx="3075700" cy="356625"/>
              <a:chOff x="3962175" y="3227750"/>
              <a:chExt cx="3075700" cy="356625"/>
            </a:xfrm>
          </p:grpSpPr>
          <p:sp>
            <p:nvSpPr>
              <p:cNvPr id="81" name="Google Shape;1118;p30">
                <a:extLst>
                  <a:ext uri="{FF2B5EF4-FFF2-40B4-BE49-F238E27FC236}">
                    <a16:creationId xmlns:a16="http://schemas.microsoft.com/office/drawing/2014/main" id="{80E8BA63-7F6A-EEAA-584E-A39180247602}"/>
                  </a:ext>
                </a:extLst>
              </p:cNvPr>
              <p:cNvSpPr/>
              <p:nvPr/>
            </p:nvSpPr>
            <p:spPr>
              <a:xfrm>
                <a:off x="3962175" y="3227750"/>
                <a:ext cx="3075700" cy="356625"/>
              </a:xfrm>
              <a:custGeom>
                <a:avLst/>
                <a:gdLst/>
                <a:ahLst/>
                <a:cxnLst/>
                <a:rect l="l" t="t" r="r" b="b"/>
                <a:pathLst>
                  <a:path w="123028" h="14265" extrusionOk="0">
                    <a:moveTo>
                      <a:pt x="114046" y="1"/>
                    </a:moveTo>
                    <a:lnTo>
                      <a:pt x="114046" y="1239"/>
                    </a:lnTo>
                    <a:lnTo>
                      <a:pt x="114579" y="1239"/>
                    </a:lnTo>
                    <a:lnTo>
                      <a:pt x="114579" y="3167"/>
                    </a:lnTo>
                    <a:lnTo>
                      <a:pt x="109877" y="3167"/>
                    </a:lnTo>
                    <a:lnTo>
                      <a:pt x="109877" y="2728"/>
                    </a:lnTo>
                    <a:lnTo>
                      <a:pt x="108984" y="2728"/>
                    </a:lnTo>
                    <a:lnTo>
                      <a:pt x="108984" y="1913"/>
                    </a:lnTo>
                    <a:cubicBezTo>
                      <a:pt x="108984" y="1411"/>
                      <a:pt x="108513" y="1004"/>
                      <a:pt x="107980" y="1098"/>
                    </a:cubicBezTo>
                    <a:lnTo>
                      <a:pt x="107980" y="1098"/>
                    </a:lnTo>
                    <a:cubicBezTo>
                      <a:pt x="107573" y="1161"/>
                      <a:pt x="107291" y="1553"/>
                      <a:pt x="107291" y="1960"/>
                    </a:cubicBezTo>
                    <a:lnTo>
                      <a:pt x="107291" y="1960"/>
                    </a:lnTo>
                    <a:lnTo>
                      <a:pt x="107291" y="2728"/>
                    </a:lnTo>
                    <a:lnTo>
                      <a:pt x="106397" y="2728"/>
                    </a:lnTo>
                    <a:lnTo>
                      <a:pt x="106397" y="3167"/>
                    </a:lnTo>
                    <a:lnTo>
                      <a:pt x="105237" y="3167"/>
                    </a:lnTo>
                    <a:lnTo>
                      <a:pt x="105237" y="1615"/>
                    </a:lnTo>
                    <a:lnTo>
                      <a:pt x="103921" y="1615"/>
                    </a:lnTo>
                    <a:lnTo>
                      <a:pt x="103921" y="3167"/>
                    </a:lnTo>
                    <a:lnTo>
                      <a:pt x="100112" y="3167"/>
                    </a:lnTo>
                    <a:lnTo>
                      <a:pt x="100112" y="1521"/>
                    </a:lnTo>
                    <a:cubicBezTo>
                      <a:pt x="100112" y="675"/>
                      <a:pt x="99438" y="1"/>
                      <a:pt x="98591" y="1"/>
                    </a:cubicBezTo>
                    <a:lnTo>
                      <a:pt x="98591" y="1"/>
                    </a:lnTo>
                    <a:lnTo>
                      <a:pt x="88403" y="1"/>
                    </a:lnTo>
                    <a:cubicBezTo>
                      <a:pt x="87870" y="1"/>
                      <a:pt x="87431" y="440"/>
                      <a:pt x="87463" y="988"/>
                    </a:cubicBezTo>
                    <a:lnTo>
                      <a:pt x="87463" y="988"/>
                    </a:lnTo>
                    <a:cubicBezTo>
                      <a:pt x="87494" y="1490"/>
                      <a:pt x="87949" y="1882"/>
                      <a:pt x="88466" y="1882"/>
                    </a:cubicBezTo>
                    <a:lnTo>
                      <a:pt x="88466" y="1882"/>
                    </a:lnTo>
                    <a:lnTo>
                      <a:pt x="92149" y="1882"/>
                    </a:lnTo>
                    <a:cubicBezTo>
                      <a:pt x="92964" y="1882"/>
                      <a:pt x="93638" y="2540"/>
                      <a:pt x="93638" y="3355"/>
                    </a:cubicBezTo>
                    <a:lnTo>
                      <a:pt x="93638" y="3355"/>
                    </a:lnTo>
                    <a:lnTo>
                      <a:pt x="93638" y="5785"/>
                    </a:lnTo>
                    <a:cubicBezTo>
                      <a:pt x="93638" y="5988"/>
                      <a:pt x="93466" y="6161"/>
                      <a:pt x="93247" y="6161"/>
                    </a:cubicBezTo>
                    <a:lnTo>
                      <a:pt x="93247" y="6161"/>
                    </a:lnTo>
                    <a:lnTo>
                      <a:pt x="88293" y="6161"/>
                    </a:lnTo>
                    <a:cubicBezTo>
                      <a:pt x="87839" y="6161"/>
                      <a:pt x="87463" y="6537"/>
                      <a:pt x="87463" y="6992"/>
                    </a:cubicBezTo>
                    <a:lnTo>
                      <a:pt x="87463" y="6992"/>
                    </a:lnTo>
                    <a:lnTo>
                      <a:pt x="87463" y="9468"/>
                    </a:lnTo>
                    <a:cubicBezTo>
                      <a:pt x="87463" y="10299"/>
                      <a:pt x="87823" y="11036"/>
                      <a:pt x="88403" y="11537"/>
                    </a:cubicBezTo>
                    <a:lnTo>
                      <a:pt x="88403" y="11537"/>
                    </a:lnTo>
                    <a:cubicBezTo>
                      <a:pt x="88388" y="11615"/>
                      <a:pt x="88388" y="11678"/>
                      <a:pt x="88372" y="11741"/>
                    </a:cubicBezTo>
                    <a:lnTo>
                      <a:pt x="88372" y="11741"/>
                    </a:lnTo>
                    <a:lnTo>
                      <a:pt x="85221" y="11741"/>
                    </a:lnTo>
                    <a:lnTo>
                      <a:pt x="85221" y="3512"/>
                    </a:lnTo>
                    <a:cubicBezTo>
                      <a:pt x="85221" y="2430"/>
                      <a:pt x="84359" y="1553"/>
                      <a:pt x="83278" y="1553"/>
                    </a:cubicBezTo>
                    <a:lnTo>
                      <a:pt x="83278" y="1553"/>
                    </a:lnTo>
                    <a:lnTo>
                      <a:pt x="46083" y="1553"/>
                    </a:lnTo>
                    <a:cubicBezTo>
                      <a:pt x="45017" y="1553"/>
                      <a:pt x="44139" y="2430"/>
                      <a:pt x="44139" y="3512"/>
                    </a:cubicBezTo>
                    <a:lnTo>
                      <a:pt x="44139" y="3512"/>
                    </a:lnTo>
                    <a:lnTo>
                      <a:pt x="44139" y="10330"/>
                    </a:lnTo>
                    <a:lnTo>
                      <a:pt x="42211" y="10330"/>
                    </a:lnTo>
                    <a:lnTo>
                      <a:pt x="42211" y="3512"/>
                    </a:lnTo>
                    <a:cubicBezTo>
                      <a:pt x="42211" y="2430"/>
                      <a:pt x="41333" y="1553"/>
                      <a:pt x="40267" y="1553"/>
                    </a:cubicBezTo>
                    <a:lnTo>
                      <a:pt x="40267" y="1553"/>
                    </a:lnTo>
                    <a:lnTo>
                      <a:pt x="3072" y="1553"/>
                    </a:lnTo>
                    <a:cubicBezTo>
                      <a:pt x="2006" y="1553"/>
                      <a:pt x="1129" y="2430"/>
                      <a:pt x="1129" y="3512"/>
                    </a:cubicBezTo>
                    <a:lnTo>
                      <a:pt x="1129" y="3512"/>
                    </a:lnTo>
                    <a:lnTo>
                      <a:pt x="1129" y="10330"/>
                    </a:lnTo>
                    <a:lnTo>
                      <a:pt x="0" y="10330"/>
                    </a:lnTo>
                    <a:lnTo>
                      <a:pt x="0" y="11130"/>
                    </a:lnTo>
                    <a:lnTo>
                      <a:pt x="1129" y="11130"/>
                    </a:lnTo>
                    <a:lnTo>
                      <a:pt x="1129" y="12650"/>
                    </a:lnTo>
                    <a:lnTo>
                      <a:pt x="1865" y="12650"/>
                    </a:lnTo>
                    <a:cubicBezTo>
                      <a:pt x="1865" y="13481"/>
                      <a:pt x="2555" y="14170"/>
                      <a:pt x="3386" y="14170"/>
                    </a:cubicBezTo>
                    <a:lnTo>
                      <a:pt x="3386" y="14170"/>
                    </a:lnTo>
                    <a:cubicBezTo>
                      <a:pt x="4232" y="14170"/>
                      <a:pt x="4906" y="13481"/>
                      <a:pt x="4906" y="12650"/>
                    </a:cubicBezTo>
                    <a:lnTo>
                      <a:pt x="4906" y="12650"/>
                    </a:lnTo>
                    <a:lnTo>
                      <a:pt x="6113" y="12650"/>
                    </a:lnTo>
                    <a:cubicBezTo>
                      <a:pt x="6113" y="13481"/>
                      <a:pt x="6803" y="14170"/>
                      <a:pt x="7633" y="14170"/>
                    </a:cubicBezTo>
                    <a:lnTo>
                      <a:pt x="7633" y="14170"/>
                    </a:lnTo>
                    <a:cubicBezTo>
                      <a:pt x="8480" y="14170"/>
                      <a:pt x="9154" y="13481"/>
                      <a:pt x="9154" y="12650"/>
                    </a:cubicBezTo>
                    <a:lnTo>
                      <a:pt x="9154" y="12650"/>
                    </a:lnTo>
                    <a:lnTo>
                      <a:pt x="33966" y="12650"/>
                    </a:lnTo>
                    <a:cubicBezTo>
                      <a:pt x="33966" y="13481"/>
                      <a:pt x="34640" y="14170"/>
                      <a:pt x="35487" y="14170"/>
                    </a:cubicBezTo>
                    <a:lnTo>
                      <a:pt x="35487" y="14170"/>
                    </a:lnTo>
                    <a:cubicBezTo>
                      <a:pt x="36317" y="14170"/>
                      <a:pt x="37007" y="13481"/>
                      <a:pt x="37007" y="12650"/>
                    </a:cubicBezTo>
                    <a:lnTo>
                      <a:pt x="37007" y="12650"/>
                    </a:lnTo>
                    <a:lnTo>
                      <a:pt x="38198" y="12650"/>
                    </a:lnTo>
                    <a:cubicBezTo>
                      <a:pt x="38198" y="13481"/>
                      <a:pt x="38888" y="14170"/>
                      <a:pt x="39734" y="14170"/>
                    </a:cubicBezTo>
                    <a:lnTo>
                      <a:pt x="39734" y="14170"/>
                    </a:lnTo>
                    <a:cubicBezTo>
                      <a:pt x="40565" y="14170"/>
                      <a:pt x="41255" y="13481"/>
                      <a:pt x="41255" y="12650"/>
                    </a:cubicBezTo>
                    <a:lnTo>
                      <a:pt x="41255" y="12650"/>
                    </a:lnTo>
                    <a:lnTo>
                      <a:pt x="42211" y="12650"/>
                    </a:lnTo>
                    <a:lnTo>
                      <a:pt x="42211" y="11130"/>
                    </a:lnTo>
                    <a:lnTo>
                      <a:pt x="44139" y="11130"/>
                    </a:lnTo>
                    <a:lnTo>
                      <a:pt x="44139" y="12650"/>
                    </a:lnTo>
                    <a:lnTo>
                      <a:pt x="44876" y="12650"/>
                    </a:lnTo>
                    <a:cubicBezTo>
                      <a:pt x="44876" y="13481"/>
                      <a:pt x="45565" y="14170"/>
                      <a:pt x="46412" y="14170"/>
                    </a:cubicBezTo>
                    <a:lnTo>
                      <a:pt x="46412" y="14170"/>
                    </a:lnTo>
                    <a:cubicBezTo>
                      <a:pt x="47242" y="14170"/>
                      <a:pt x="47932" y="13481"/>
                      <a:pt x="47932" y="12650"/>
                    </a:cubicBezTo>
                    <a:lnTo>
                      <a:pt x="47932" y="12650"/>
                    </a:lnTo>
                    <a:lnTo>
                      <a:pt x="49123" y="12650"/>
                    </a:lnTo>
                    <a:cubicBezTo>
                      <a:pt x="49123" y="13481"/>
                      <a:pt x="49813" y="14170"/>
                      <a:pt x="50644" y="14170"/>
                    </a:cubicBezTo>
                    <a:lnTo>
                      <a:pt x="50644" y="14170"/>
                    </a:lnTo>
                    <a:cubicBezTo>
                      <a:pt x="51490" y="14170"/>
                      <a:pt x="52164" y="13481"/>
                      <a:pt x="52164" y="12650"/>
                    </a:cubicBezTo>
                    <a:lnTo>
                      <a:pt x="52164" y="12650"/>
                    </a:lnTo>
                    <a:lnTo>
                      <a:pt x="76977" y="12650"/>
                    </a:lnTo>
                    <a:cubicBezTo>
                      <a:pt x="76977" y="13481"/>
                      <a:pt x="77651" y="14170"/>
                      <a:pt x="78497" y="14170"/>
                    </a:cubicBezTo>
                    <a:lnTo>
                      <a:pt x="78497" y="14170"/>
                    </a:lnTo>
                    <a:cubicBezTo>
                      <a:pt x="79343" y="14170"/>
                      <a:pt x="80017" y="13481"/>
                      <a:pt x="80017" y="12650"/>
                    </a:cubicBezTo>
                    <a:lnTo>
                      <a:pt x="80017" y="12650"/>
                    </a:lnTo>
                    <a:lnTo>
                      <a:pt x="81224" y="12650"/>
                    </a:lnTo>
                    <a:cubicBezTo>
                      <a:pt x="81224" y="13481"/>
                      <a:pt x="81898" y="14170"/>
                      <a:pt x="82745" y="14170"/>
                    </a:cubicBezTo>
                    <a:lnTo>
                      <a:pt x="82745" y="14170"/>
                    </a:lnTo>
                    <a:cubicBezTo>
                      <a:pt x="83575" y="14170"/>
                      <a:pt x="84265" y="13481"/>
                      <a:pt x="84265" y="12650"/>
                    </a:cubicBezTo>
                    <a:lnTo>
                      <a:pt x="84265" y="12650"/>
                    </a:lnTo>
                    <a:lnTo>
                      <a:pt x="88497" y="12650"/>
                    </a:lnTo>
                    <a:cubicBezTo>
                      <a:pt x="88811" y="13528"/>
                      <a:pt x="89657" y="14170"/>
                      <a:pt x="90645" y="14170"/>
                    </a:cubicBezTo>
                    <a:lnTo>
                      <a:pt x="90645" y="14170"/>
                    </a:lnTo>
                    <a:cubicBezTo>
                      <a:pt x="91789" y="14170"/>
                      <a:pt x="92729" y="13340"/>
                      <a:pt x="92902" y="12258"/>
                    </a:cubicBezTo>
                    <a:lnTo>
                      <a:pt x="92902" y="12258"/>
                    </a:lnTo>
                    <a:lnTo>
                      <a:pt x="94939" y="12258"/>
                    </a:lnTo>
                    <a:cubicBezTo>
                      <a:pt x="95174" y="13340"/>
                      <a:pt x="96146" y="14170"/>
                      <a:pt x="97322" y="14170"/>
                    </a:cubicBezTo>
                    <a:lnTo>
                      <a:pt x="97322" y="14170"/>
                    </a:lnTo>
                    <a:cubicBezTo>
                      <a:pt x="98482" y="14170"/>
                      <a:pt x="99454" y="13340"/>
                      <a:pt x="99704" y="12258"/>
                    </a:cubicBezTo>
                    <a:lnTo>
                      <a:pt x="99704" y="12258"/>
                    </a:lnTo>
                    <a:lnTo>
                      <a:pt x="100535" y="12258"/>
                    </a:lnTo>
                    <a:cubicBezTo>
                      <a:pt x="100770" y="13340"/>
                      <a:pt x="101758" y="14170"/>
                      <a:pt x="102918" y="14170"/>
                    </a:cubicBezTo>
                    <a:lnTo>
                      <a:pt x="102918" y="14170"/>
                    </a:lnTo>
                    <a:cubicBezTo>
                      <a:pt x="104093" y="14170"/>
                      <a:pt x="105065" y="13340"/>
                      <a:pt x="105300" y="12258"/>
                    </a:cubicBezTo>
                    <a:lnTo>
                      <a:pt x="105300" y="12258"/>
                    </a:lnTo>
                    <a:lnTo>
                      <a:pt x="106601" y="12258"/>
                    </a:lnTo>
                    <a:cubicBezTo>
                      <a:pt x="106836" y="13340"/>
                      <a:pt x="107808" y="14170"/>
                      <a:pt x="108984" y="14170"/>
                    </a:cubicBezTo>
                    <a:lnTo>
                      <a:pt x="108984" y="14170"/>
                    </a:lnTo>
                    <a:cubicBezTo>
                      <a:pt x="110143" y="14170"/>
                      <a:pt x="111115" y="13340"/>
                      <a:pt x="111366" y="12258"/>
                    </a:cubicBezTo>
                    <a:lnTo>
                      <a:pt x="111366" y="12258"/>
                    </a:lnTo>
                    <a:lnTo>
                      <a:pt x="112197" y="12258"/>
                    </a:lnTo>
                    <a:cubicBezTo>
                      <a:pt x="112448" y="13340"/>
                      <a:pt x="113419" y="14170"/>
                      <a:pt x="114579" y="14170"/>
                    </a:cubicBezTo>
                    <a:lnTo>
                      <a:pt x="114579" y="14170"/>
                    </a:lnTo>
                    <a:cubicBezTo>
                      <a:pt x="115755" y="14170"/>
                      <a:pt x="116727" y="13340"/>
                      <a:pt x="116962" y="12258"/>
                    </a:cubicBezTo>
                    <a:lnTo>
                      <a:pt x="116962" y="12258"/>
                    </a:lnTo>
                    <a:lnTo>
                      <a:pt x="117244" y="12258"/>
                    </a:lnTo>
                    <a:cubicBezTo>
                      <a:pt x="117056" y="12525"/>
                      <a:pt x="116977" y="12854"/>
                      <a:pt x="117056" y="13230"/>
                    </a:cubicBezTo>
                    <a:lnTo>
                      <a:pt x="117056" y="13230"/>
                    </a:lnTo>
                    <a:cubicBezTo>
                      <a:pt x="117166" y="13684"/>
                      <a:pt x="117542" y="14061"/>
                      <a:pt x="118012" y="14139"/>
                    </a:cubicBezTo>
                    <a:lnTo>
                      <a:pt x="118012" y="14139"/>
                    </a:lnTo>
                    <a:cubicBezTo>
                      <a:pt x="118655" y="14264"/>
                      <a:pt x="119219" y="13888"/>
                      <a:pt x="119391" y="13324"/>
                    </a:cubicBezTo>
                    <a:lnTo>
                      <a:pt x="119391" y="13324"/>
                    </a:lnTo>
                    <a:cubicBezTo>
                      <a:pt x="122369" y="13308"/>
                      <a:pt x="123028" y="12556"/>
                      <a:pt x="123028" y="12556"/>
                    </a:cubicBezTo>
                    <a:lnTo>
                      <a:pt x="123028" y="12556"/>
                    </a:lnTo>
                    <a:lnTo>
                      <a:pt x="119783" y="9108"/>
                    </a:lnTo>
                    <a:lnTo>
                      <a:pt x="118749" y="9108"/>
                    </a:lnTo>
                    <a:cubicBezTo>
                      <a:pt x="120128" y="8841"/>
                      <a:pt x="121178" y="7619"/>
                      <a:pt x="121178" y="6161"/>
                    </a:cubicBezTo>
                    <a:lnTo>
                      <a:pt x="121178" y="6161"/>
                    </a:lnTo>
                    <a:cubicBezTo>
                      <a:pt x="121178" y="5330"/>
                      <a:pt x="120849" y="4578"/>
                      <a:pt x="120300" y="4045"/>
                    </a:cubicBezTo>
                    <a:lnTo>
                      <a:pt x="120300" y="4045"/>
                    </a:lnTo>
                    <a:cubicBezTo>
                      <a:pt x="119752" y="3496"/>
                      <a:pt x="118999" y="3167"/>
                      <a:pt x="118184" y="3167"/>
                    </a:cubicBezTo>
                    <a:lnTo>
                      <a:pt x="118184" y="3167"/>
                    </a:lnTo>
                    <a:lnTo>
                      <a:pt x="116068" y="3167"/>
                    </a:lnTo>
                    <a:lnTo>
                      <a:pt x="116068" y="1239"/>
                    </a:lnTo>
                    <a:lnTo>
                      <a:pt x="116601" y="1239"/>
                    </a:lnTo>
                    <a:lnTo>
                      <a:pt x="116601" y="1"/>
                    </a:lnTo>
                    <a:close/>
                    <a:moveTo>
                      <a:pt x="58214" y="11130"/>
                    </a:moveTo>
                    <a:lnTo>
                      <a:pt x="71146" y="11130"/>
                    </a:lnTo>
                    <a:lnTo>
                      <a:pt x="71146" y="11741"/>
                    </a:lnTo>
                    <a:lnTo>
                      <a:pt x="58214" y="11741"/>
                    </a:lnTo>
                    <a:close/>
                    <a:moveTo>
                      <a:pt x="15204" y="11130"/>
                    </a:moveTo>
                    <a:lnTo>
                      <a:pt x="28135" y="11130"/>
                    </a:lnTo>
                    <a:lnTo>
                      <a:pt x="28135" y="11741"/>
                    </a:lnTo>
                    <a:lnTo>
                      <a:pt x="15204" y="11741"/>
                    </a:lnTo>
                    <a:close/>
                  </a:path>
                </a:pathLst>
              </a:custGeom>
              <a:solidFill>
                <a:srgbClr val="0913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2" name="Google Shape;1120;p30">
                <a:extLst>
                  <a:ext uri="{FF2B5EF4-FFF2-40B4-BE49-F238E27FC236}">
                    <a16:creationId xmlns:a16="http://schemas.microsoft.com/office/drawing/2014/main" id="{69DC6C58-FB01-0896-A0C0-61FD7982F787}"/>
                  </a:ext>
                </a:extLst>
              </p:cNvPr>
              <p:cNvSpPr/>
              <p:nvPr/>
            </p:nvSpPr>
            <p:spPr>
              <a:xfrm>
                <a:off x="5924600" y="3351575"/>
                <a:ext cx="74475" cy="70575"/>
              </a:xfrm>
              <a:custGeom>
                <a:avLst/>
                <a:gdLst/>
                <a:ahLst/>
                <a:cxnLst/>
                <a:rect l="l" t="t" r="r" b="b"/>
                <a:pathLst>
                  <a:path w="2979" h="2823" extrusionOk="0">
                    <a:moveTo>
                      <a:pt x="1050" y="1"/>
                    </a:moveTo>
                    <a:cubicBezTo>
                      <a:pt x="470" y="1"/>
                      <a:pt x="0" y="471"/>
                      <a:pt x="0" y="1051"/>
                    </a:cubicBezTo>
                    <a:lnTo>
                      <a:pt x="0" y="1788"/>
                    </a:lnTo>
                    <a:cubicBezTo>
                      <a:pt x="0" y="2368"/>
                      <a:pt x="470" y="2822"/>
                      <a:pt x="1050" y="2822"/>
                    </a:cubicBezTo>
                    <a:lnTo>
                      <a:pt x="1944" y="2822"/>
                    </a:lnTo>
                    <a:cubicBezTo>
                      <a:pt x="2508" y="2822"/>
                      <a:pt x="2978" y="2368"/>
                      <a:pt x="2978" y="1788"/>
                    </a:cubicBezTo>
                    <a:lnTo>
                      <a:pt x="2978" y="1051"/>
                    </a:lnTo>
                    <a:cubicBezTo>
                      <a:pt x="2978" y="471"/>
                      <a:pt x="2508"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1121;p30">
                <a:extLst>
                  <a:ext uri="{FF2B5EF4-FFF2-40B4-BE49-F238E27FC236}">
                    <a16:creationId xmlns:a16="http://schemas.microsoft.com/office/drawing/2014/main" id="{78934D2A-1B38-D35D-EA40-2550CA2AFFB6}"/>
                  </a:ext>
                </a:extLst>
              </p:cNvPr>
              <p:cNvSpPr/>
              <p:nvPr/>
            </p:nvSpPr>
            <p:spPr>
              <a:xfrm>
                <a:off x="5812125" y="3351575"/>
                <a:ext cx="74475" cy="70575"/>
              </a:xfrm>
              <a:custGeom>
                <a:avLst/>
                <a:gdLst/>
                <a:ahLst/>
                <a:cxnLst/>
                <a:rect l="l" t="t" r="r" b="b"/>
                <a:pathLst>
                  <a:path w="2979" h="2823" extrusionOk="0">
                    <a:moveTo>
                      <a:pt x="1035" y="1"/>
                    </a:moveTo>
                    <a:cubicBezTo>
                      <a:pt x="455" y="1"/>
                      <a:pt x="0" y="471"/>
                      <a:pt x="0" y="1051"/>
                    </a:cubicBezTo>
                    <a:lnTo>
                      <a:pt x="0" y="1788"/>
                    </a:lnTo>
                    <a:cubicBezTo>
                      <a:pt x="0" y="2368"/>
                      <a:pt x="455" y="2822"/>
                      <a:pt x="1035" y="2822"/>
                    </a:cubicBezTo>
                    <a:lnTo>
                      <a:pt x="1928" y="2822"/>
                    </a:lnTo>
                    <a:cubicBezTo>
                      <a:pt x="2508" y="2822"/>
                      <a:pt x="2979" y="2368"/>
                      <a:pt x="2979" y="1788"/>
                    </a:cubicBezTo>
                    <a:lnTo>
                      <a:pt x="2979" y="1051"/>
                    </a:lnTo>
                    <a:cubicBezTo>
                      <a:pt x="2979" y="471"/>
                      <a:pt x="2508" y="1"/>
                      <a:pt x="192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1122;p30">
                <a:extLst>
                  <a:ext uri="{FF2B5EF4-FFF2-40B4-BE49-F238E27FC236}">
                    <a16:creationId xmlns:a16="http://schemas.microsoft.com/office/drawing/2014/main" id="{B847D6EE-DCEC-402E-862F-3D15C1D56CD3}"/>
                  </a:ext>
                </a:extLst>
              </p:cNvPr>
              <p:cNvSpPr/>
              <p:nvPr/>
            </p:nvSpPr>
            <p:spPr>
              <a:xfrm>
                <a:off x="5703575" y="3351575"/>
                <a:ext cx="74475" cy="70575"/>
              </a:xfrm>
              <a:custGeom>
                <a:avLst/>
                <a:gdLst/>
                <a:ahLst/>
                <a:cxnLst/>
                <a:rect l="l" t="t" r="r" b="b"/>
                <a:pathLst>
                  <a:path w="2979" h="2823" extrusionOk="0">
                    <a:moveTo>
                      <a:pt x="1051" y="1"/>
                    </a:moveTo>
                    <a:cubicBezTo>
                      <a:pt x="471" y="1"/>
                      <a:pt x="1" y="471"/>
                      <a:pt x="1" y="1051"/>
                    </a:cubicBezTo>
                    <a:lnTo>
                      <a:pt x="1" y="1788"/>
                    </a:lnTo>
                    <a:cubicBezTo>
                      <a:pt x="1" y="2368"/>
                      <a:pt x="471" y="2822"/>
                      <a:pt x="1051" y="2822"/>
                    </a:cubicBezTo>
                    <a:lnTo>
                      <a:pt x="1944" y="2822"/>
                    </a:lnTo>
                    <a:cubicBezTo>
                      <a:pt x="2524" y="2822"/>
                      <a:pt x="2979" y="2368"/>
                      <a:pt x="2979" y="1788"/>
                    </a:cubicBezTo>
                    <a:lnTo>
                      <a:pt x="2979" y="1051"/>
                    </a:lnTo>
                    <a:cubicBezTo>
                      <a:pt x="2979"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1123;p30">
                <a:extLst>
                  <a:ext uri="{FF2B5EF4-FFF2-40B4-BE49-F238E27FC236}">
                    <a16:creationId xmlns:a16="http://schemas.microsoft.com/office/drawing/2014/main" id="{9DB12799-177B-88B4-DDF2-E4D9F55047A5}"/>
                  </a:ext>
                </a:extLst>
              </p:cNvPr>
              <p:cNvSpPr/>
              <p:nvPr/>
            </p:nvSpPr>
            <p:spPr>
              <a:xfrm>
                <a:off x="5595425" y="3351575"/>
                <a:ext cx="74475" cy="70575"/>
              </a:xfrm>
              <a:custGeom>
                <a:avLst/>
                <a:gdLst/>
                <a:ahLst/>
                <a:cxnLst/>
                <a:rect l="l" t="t" r="r" b="b"/>
                <a:pathLst>
                  <a:path w="2979" h="2823" extrusionOk="0">
                    <a:moveTo>
                      <a:pt x="1035" y="1"/>
                    </a:moveTo>
                    <a:cubicBezTo>
                      <a:pt x="455" y="1"/>
                      <a:pt x="1" y="471"/>
                      <a:pt x="1" y="1051"/>
                    </a:cubicBezTo>
                    <a:lnTo>
                      <a:pt x="1" y="1788"/>
                    </a:lnTo>
                    <a:cubicBezTo>
                      <a:pt x="1" y="2368"/>
                      <a:pt x="455" y="2822"/>
                      <a:pt x="1035" y="2822"/>
                    </a:cubicBezTo>
                    <a:lnTo>
                      <a:pt x="1929" y="2822"/>
                    </a:lnTo>
                    <a:cubicBezTo>
                      <a:pt x="2508" y="2822"/>
                      <a:pt x="2979" y="2368"/>
                      <a:pt x="2979" y="1788"/>
                    </a:cubicBezTo>
                    <a:lnTo>
                      <a:pt x="2979" y="1051"/>
                    </a:lnTo>
                    <a:cubicBezTo>
                      <a:pt x="2979" y="471"/>
                      <a:pt x="2508" y="1"/>
                      <a:pt x="19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1124;p30">
                <a:extLst>
                  <a:ext uri="{FF2B5EF4-FFF2-40B4-BE49-F238E27FC236}">
                    <a16:creationId xmlns:a16="http://schemas.microsoft.com/office/drawing/2014/main" id="{C3735884-8D89-E082-9A7E-E7509C7CD7F2}"/>
                  </a:ext>
                </a:extLst>
              </p:cNvPr>
              <p:cNvSpPr/>
              <p:nvPr/>
            </p:nvSpPr>
            <p:spPr>
              <a:xfrm>
                <a:off x="5486875" y="3351575"/>
                <a:ext cx="74475" cy="70575"/>
              </a:xfrm>
              <a:custGeom>
                <a:avLst/>
                <a:gdLst/>
                <a:ahLst/>
                <a:cxnLst/>
                <a:rect l="l" t="t" r="r" b="b"/>
                <a:pathLst>
                  <a:path w="2979" h="2823" extrusionOk="0">
                    <a:moveTo>
                      <a:pt x="1051" y="1"/>
                    </a:moveTo>
                    <a:cubicBezTo>
                      <a:pt x="471" y="1"/>
                      <a:pt x="1" y="471"/>
                      <a:pt x="1" y="1051"/>
                    </a:cubicBezTo>
                    <a:lnTo>
                      <a:pt x="1" y="1788"/>
                    </a:lnTo>
                    <a:cubicBezTo>
                      <a:pt x="1" y="2368"/>
                      <a:pt x="471" y="2822"/>
                      <a:pt x="1051" y="2822"/>
                    </a:cubicBezTo>
                    <a:lnTo>
                      <a:pt x="1944" y="2822"/>
                    </a:lnTo>
                    <a:cubicBezTo>
                      <a:pt x="2509" y="2822"/>
                      <a:pt x="2979" y="2368"/>
                      <a:pt x="2979" y="1788"/>
                    </a:cubicBezTo>
                    <a:lnTo>
                      <a:pt x="2979" y="1051"/>
                    </a:lnTo>
                    <a:cubicBezTo>
                      <a:pt x="2979" y="471"/>
                      <a:pt x="2509"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1125;p30">
                <a:extLst>
                  <a:ext uri="{FF2B5EF4-FFF2-40B4-BE49-F238E27FC236}">
                    <a16:creationId xmlns:a16="http://schemas.microsoft.com/office/drawing/2014/main" id="{98F6159D-CFD8-12CE-9634-F84E766BB3AF}"/>
                  </a:ext>
                </a:extLst>
              </p:cNvPr>
              <p:cNvSpPr/>
              <p:nvPr/>
            </p:nvSpPr>
            <p:spPr>
              <a:xfrm>
                <a:off x="5378350" y="3351575"/>
                <a:ext cx="74850" cy="70575"/>
              </a:xfrm>
              <a:custGeom>
                <a:avLst/>
                <a:gdLst/>
                <a:ahLst/>
                <a:cxnLst/>
                <a:rect l="l" t="t" r="r" b="b"/>
                <a:pathLst>
                  <a:path w="2994" h="2823" extrusionOk="0">
                    <a:moveTo>
                      <a:pt x="1050" y="1"/>
                    </a:moveTo>
                    <a:cubicBezTo>
                      <a:pt x="470" y="1"/>
                      <a:pt x="0" y="471"/>
                      <a:pt x="0" y="1051"/>
                    </a:cubicBezTo>
                    <a:lnTo>
                      <a:pt x="0" y="1788"/>
                    </a:lnTo>
                    <a:cubicBezTo>
                      <a:pt x="0" y="2368"/>
                      <a:pt x="470" y="2822"/>
                      <a:pt x="1050"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1126;p30">
                <a:extLst>
                  <a:ext uri="{FF2B5EF4-FFF2-40B4-BE49-F238E27FC236}">
                    <a16:creationId xmlns:a16="http://schemas.microsoft.com/office/drawing/2014/main" id="{2192031D-2C9B-E929-6D5E-34D155E5BC21}"/>
                  </a:ext>
                </a:extLst>
              </p:cNvPr>
              <p:cNvSpPr/>
              <p:nvPr/>
            </p:nvSpPr>
            <p:spPr>
              <a:xfrm>
                <a:off x="5270175" y="3351575"/>
                <a:ext cx="74500" cy="70575"/>
              </a:xfrm>
              <a:custGeom>
                <a:avLst/>
                <a:gdLst/>
                <a:ahLst/>
                <a:cxnLst/>
                <a:rect l="l" t="t" r="r" b="b"/>
                <a:pathLst>
                  <a:path w="2980" h="2823" extrusionOk="0">
                    <a:moveTo>
                      <a:pt x="1051" y="1"/>
                    </a:moveTo>
                    <a:cubicBezTo>
                      <a:pt x="471" y="1"/>
                      <a:pt x="1" y="471"/>
                      <a:pt x="1" y="1051"/>
                    </a:cubicBezTo>
                    <a:lnTo>
                      <a:pt x="1" y="1788"/>
                    </a:lnTo>
                    <a:cubicBezTo>
                      <a:pt x="1" y="2368"/>
                      <a:pt x="471" y="2822"/>
                      <a:pt x="1051" y="2822"/>
                    </a:cubicBezTo>
                    <a:lnTo>
                      <a:pt x="1945" y="2822"/>
                    </a:lnTo>
                    <a:cubicBezTo>
                      <a:pt x="2509" y="2822"/>
                      <a:pt x="2979" y="2368"/>
                      <a:pt x="2979" y="1788"/>
                    </a:cubicBezTo>
                    <a:lnTo>
                      <a:pt x="2979" y="1051"/>
                    </a:lnTo>
                    <a:cubicBezTo>
                      <a:pt x="2979" y="471"/>
                      <a:pt x="2509" y="1"/>
                      <a:pt x="194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1127;p30">
                <a:extLst>
                  <a:ext uri="{FF2B5EF4-FFF2-40B4-BE49-F238E27FC236}">
                    <a16:creationId xmlns:a16="http://schemas.microsoft.com/office/drawing/2014/main" id="{947CF002-7496-B62C-2EC0-62BC4B0FD40B}"/>
                  </a:ext>
                </a:extLst>
              </p:cNvPr>
              <p:cNvSpPr/>
              <p:nvPr/>
            </p:nvSpPr>
            <p:spPr>
              <a:xfrm>
                <a:off x="5161650" y="3351575"/>
                <a:ext cx="74850" cy="70575"/>
              </a:xfrm>
              <a:custGeom>
                <a:avLst/>
                <a:gdLst/>
                <a:ahLst/>
                <a:cxnLst/>
                <a:rect l="l" t="t" r="r" b="b"/>
                <a:pathLst>
                  <a:path w="2994" h="2823" extrusionOk="0">
                    <a:moveTo>
                      <a:pt x="1050" y="1"/>
                    </a:moveTo>
                    <a:cubicBezTo>
                      <a:pt x="470" y="1"/>
                      <a:pt x="0" y="471"/>
                      <a:pt x="0" y="1051"/>
                    </a:cubicBezTo>
                    <a:lnTo>
                      <a:pt x="0" y="1788"/>
                    </a:lnTo>
                    <a:cubicBezTo>
                      <a:pt x="0" y="2368"/>
                      <a:pt x="470" y="2822"/>
                      <a:pt x="1050"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1128;p30">
                <a:extLst>
                  <a:ext uri="{FF2B5EF4-FFF2-40B4-BE49-F238E27FC236}">
                    <a16:creationId xmlns:a16="http://schemas.microsoft.com/office/drawing/2014/main" id="{0AE20C04-593C-B542-C8F3-14F652BCC311}"/>
                  </a:ext>
                </a:extLst>
              </p:cNvPr>
              <p:cNvSpPr/>
              <p:nvPr/>
            </p:nvSpPr>
            <p:spPr>
              <a:xfrm>
                <a:off x="4849325" y="3351575"/>
                <a:ext cx="74475" cy="70575"/>
              </a:xfrm>
              <a:custGeom>
                <a:avLst/>
                <a:gdLst/>
                <a:ahLst/>
                <a:cxnLst/>
                <a:rect l="l" t="t" r="r" b="b"/>
                <a:pathLst>
                  <a:path w="2979" h="2823" extrusionOk="0">
                    <a:moveTo>
                      <a:pt x="1035" y="1"/>
                    </a:moveTo>
                    <a:cubicBezTo>
                      <a:pt x="471" y="1"/>
                      <a:pt x="1" y="471"/>
                      <a:pt x="1" y="1051"/>
                    </a:cubicBezTo>
                    <a:lnTo>
                      <a:pt x="1" y="1788"/>
                    </a:lnTo>
                    <a:cubicBezTo>
                      <a:pt x="1" y="2368"/>
                      <a:pt x="471" y="2822"/>
                      <a:pt x="1035" y="2822"/>
                    </a:cubicBezTo>
                    <a:lnTo>
                      <a:pt x="1929" y="2822"/>
                    </a:lnTo>
                    <a:cubicBezTo>
                      <a:pt x="2509" y="2822"/>
                      <a:pt x="2979" y="2368"/>
                      <a:pt x="2979" y="1788"/>
                    </a:cubicBezTo>
                    <a:lnTo>
                      <a:pt x="2979" y="1051"/>
                    </a:lnTo>
                    <a:cubicBezTo>
                      <a:pt x="2979" y="471"/>
                      <a:pt x="2509" y="1"/>
                      <a:pt x="19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1129;p30">
                <a:extLst>
                  <a:ext uri="{FF2B5EF4-FFF2-40B4-BE49-F238E27FC236}">
                    <a16:creationId xmlns:a16="http://schemas.microsoft.com/office/drawing/2014/main" id="{6B02EFFA-76FE-DC58-869B-F074F6AE57CD}"/>
                  </a:ext>
                </a:extLst>
              </p:cNvPr>
              <p:cNvSpPr/>
              <p:nvPr/>
            </p:nvSpPr>
            <p:spPr>
              <a:xfrm>
                <a:off x="4736475" y="3351575"/>
                <a:ext cx="74875" cy="70575"/>
              </a:xfrm>
              <a:custGeom>
                <a:avLst/>
                <a:gdLst/>
                <a:ahLst/>
                <a:cxnLst/>
                <a:rect l="l" t="t" r="r" b="b"/>
                <a:pathLst>
                  <a:path w="2995" h="2823" extrusionOk="0">
                    <a:moveTo>
                      <a:pt x="1051" y="1"/>
                    </a:moveTo>
                    <a:cubicBezTo>
                      <a:pt x="471" y="1"/>
                      <a:pt x="0" y="471"/>
                      <a:pt x="0" y="1051"/>
                    </a:cubicBezTo>
                    <a:lnTo>
                      <a:pt x="0" y="1788"/>
                    </a:lnTo>
                    <a:cubicBezTo>
                      <a:pt x="0" y="2368"/>
                      <a:pt x="471" y="2822"/>
                      <a:pt x="1051"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1130;p30">
                <a:extLst>
                  <a:ext uri="{FF2B5EF4-FFF2-40B4-BE49-F238E27FC236}">
                    <a16:creationId xmlns:a16="http://schemas.microsoft.com/office/drawing/2014/main" id="{0DD61CD0-9D9D-1B42-8F3F-5660601F55AF}"/>
                  </a:ext>
                </a:extLst>
              </p:cNvPr>
              <p:cNvSpPr/>
              <p:nvPr/>
            </p:nvSpPr>
            <p:spPr>
              <a:xfrm>
                <a:off x="4628325" y="3351575"/>
                <a:ext cx="74475" cy="70575"/>
              </a:xfrm>
              <a:custGeom>
                <a:avLst/>
                <a:gdLst/>
                <a:ahLst/>
                <a:cxnLst/>
                <a:rect l="l" t="t" r="r" b="b"/>
                <a:pathLst>
                  <a:path w="2979" h="2823" extrusionOk="0">
                    <a:moveTo>
                      <a:pt x="1051" y="1"/>
                    </a:moveTo>
                    <a:cubicBezTo>
                      <a:pt x="471" y="1"/>
                      <a:pt x="0" y="471"/>
                      <a:pt x="0" y="1051"/>
                    </a:cubicBezTo>
                    <a:lnTo>
                      <a:pt x="0" y="1788"/>
                    </a:lnTo>
                    <a:cubicBezTo>
                      <a:pt x="0" y="2368"/>
                      <a:pt x="471" y="2822"/>
                      <a:pt x="1051" y="2822"/>
                    </a:cubicBezTo>
                    <a:lnTo>
                      <a:pt x="1944" y="2822"/>
                    </a:lnTo>
                    <a:cubicBezTo>
                      <a:pt x="2508" y="2822"/>
                      <a:pt x="2978" y="2368"/>
                      <a:pt x="2978" y="1788"/>
                    </a:cubicBezTo>
                    <a:lnTo>
                      <a:pt x="2978" y="1051"/>
                    </a:lnTo>
                    <a:cubicBezTo>
                      <a:pt x="2978" y="471"/>
                      <a:pt x="2508"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1131;p30">
                <a:extLst>
                  <a:ext uri="{FF2B5EF4-FFF2-40B4-BE49-F238E27FC236}">
                    <a16:creationId xmlns:a16="http://schemas.microsoft.com/office/drawing/2014/main" id="{24F9C926-D63A-0F9B-C5BD-7D60887BE710}"/>
                  </a:ext>
                </a:extLst>
              </p:cNvPr>
              <p:cNvSpPr/>
              <p:nvPr/>
            </p:nvSpPr>
            <p:spPr>
              <a:xfrm>
                <a:off x="4519775" y="3351575"/>
                <a:ext cx="74875" cy="70575"/>
              </a:xfrm>
              <a:custGeom>
                <a:avLst/>
                <a:gdLst/>
                <a:ahLst/>
                <a:cxnLst/>
                <a:rect l="l" t="t" r="r" b="b"/>
                <a:pathLst>
                  <a:path w="2995" h="2823" extrusionOk="0">
                    <a:moveTo>
                      <a:pt x="1051" y="1"/>
                    </a:moveTo>
                    <a:cubicBezTo>
                      <a:pt x="471" y="1"/>
                      <a:pt x="1" y="471"/>
                      <a:pt x="1" y="1051"/>
                    </a:cubicBezTo>
                    <a:lnTo>
                      <a:pt x="1" y="1788"/>
                    </a:lnTo>
                    <a:cubicBezTo>
                      <a:pt x="1" y="2368"/>
                      <a:pt x="471" y="2822"/>
                      <a:pt x="1051"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1132;p30">
                <a:extLst>
                  <a:ext uri="{FF2B5EF4-FFF2-40B4-BE49-F238E27FC236}">
                    <a16:creationId xmlns:a16="http://schemas.microsoft.com/office/drawing/2014/main" id="{C695B06F-0637-8F46-1F70-01181682B38F}"/>
                  </a:ext>
                </a:extLst>
              </p:cNvPr>
              <p:cNvSpPr/>
              <p:nvPr/>
            </p:nvSpPr>
            <p:spPr>
              <a:xfrm>
                <a:off x="4411625" y="3351575"/>
                <a:ext cx="74475" cy="70575"/>
              </a:xfrm>
              <a:custGeom>
                <a:avLst/>
                <a:gdLst/>
                <a:ahLst/>
                <a:cxnLst/>
                <a:rect l="l" t="t" r="r" b="b"/>
                <a:pathLst>
                  <a:path w="2979" h="2823" extrusionOk="0">
                    <a:moveTo>
                      <a:pt x="1035" y="1"/>
                    </a:moveTo>
                    <a:cubicBezTo>
                      <a:pt x="471" y="1"/>
                      <a:pt x="0" y="471"/>
                      <a:pt x="0" y="1051"/>
                    </a:cubicBezTo>
                    <a:lnTo>
                      <a:pt x="0" y="1788"/>
                    </a:lnTo>
                    <a:cubicBezTo>
                      <a:pt x="0" y="2368"/>
                      <a:pt x="471" y="2822"/>
                      <a:pt x="1035" y="2822"/>
                    </a:cubicBezTo>
                    <a:lnTo>
                      <a:pt x="1928" y="2822"/>
                    </a:lnTo>
                    <a:cubicBezTo>
                      <a:pt x="2508" y="2822"/>
                      <a:pt x="2979" y="2368"/>
                      <a:pt x="2979" y="1788"/>
                    </a:cubicBezTo>
                    <a:lnTo>
                      <a:pt x="2979" y="1051"/>
                    </a:lnTo>
                    <a:cubicBezTo>
                      <a:pt x="2979" y="471"/>
                      <a:pt x="2508" y="1"/>
                      <a:pt x="192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1133;p30">
                <a:extLst>
                  <a:ext uri="{FF2B5EF4-FFF2-40B4-BE49-F238E27FC236}">
                    <a16:creationId xmlns:a16="http://schemas.microsoft.com/office/drawing/2014/main" id="{D2FB70A8-4383-9821-F92E-9E85117799C0}"/>
                  </a:ext>
                </a:extLst>
              </p:cNvPr>
              <p:cNvSpPr/>
              <p:nvPr/>
            </p:nvSpPr>
            <p:spPr>
              <a:xfrm>
                <a:off x="4303075" y="3351575"/>
                <a:ext cx="74875" cy="70575"/>
              </a:xfrm>
              <a:custGeom>
                <a:avLst/>
                <a:gdLst/>
                <a:ahLst/>
                <a:cxnLst/>
                <a:rect l="l" t="t" r="r" b="b"/>
                <a:pathLst>
                  <a:path w="2995" h="2823" extrusionOk="0">
                    <a:moveTo>
                      <a:pt x="1051" y="1"/>
                    </a:moveTo>
                    <a:cubicBezTo>
                      <a:pt x="471" y="1"/>
                      <a:pt x="1" y="471"/>
                      <a:pt x="1" y="1051"/>
                    </a:cubicBezTo>
                    <a:lnTo>
                      <a:pt x="1" y="1788"/>
                    </a:lnTo>
                    <a:cubicBezTo>
                      <a:pt x="1" y="2368"/>
                      <a:pt x="471" y="2822"/>
                      <a:pt x="1051"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1134;p30">
                <a:extLst>
                  <a:ext uri="{FF2B5EF4-FFF2-40B4-BE49-F238E27FC236}">
                    <a16:creationId xmlns:a16="http://schemas.microsoft.com/office/drawing/2014/main" id="{A764A731-BB56-B734-0E76-2FC3B73D8AA9}"/>
                  </a:ext>
                </a:extLst>
              </p:cNvPr>
              <p:cNvSpPr/>
              <p:nvPr/>
            </p:nvSpPr>
            <p:spPr>
              <a:xfrm>
                <a:off x="4194925" y="3351575"/>
                <a:ext cx="74475" cy="70575"/>
              </a:xfrm>
              <a:custGeom>
                <a:avLst/>
                <a:gdLst/>
                <a:ahLst/>
                <a:cxnLst/>
                <a:rect l="l" t="t" r="r" b="b"/>
                <a:pathLst>
                  <a:path w="2979" h="2823" extrusionOk="0">
                    <a:moveTo>
                      <a:pt x="1035" y="1"/>
                    </a:moveTo>
                    <a:cubicBezTo>
                      <a:pt x="471" y="1"/>
                      <a:pt x="1" y="471"/>
                      <a:pt x="1" y="1051"/>
                    </a:cubicBezTo>
                    <a:lnTo>
                      <a:pt x="1" y="1788"/>
                    </a:lnTo>
                    <a:cubicBezTo>
                      <a:pt x="1" y="2368"/>
                      <a:pt x="471" y="2822"/>
                      <a:pt x="1035" y="2822"/>
                    </a:cubicBezTo>
                    <a:lnTo>
                      <a:pt x="1928" y="2822"/>
                    </a:lnTo>
                    <a:cubicBezTo>
                      <a:pt x="2508" y="2822"/>
                      <a:pt x="2979" y="2368"/>
                      <a:pt x="2979" y="1788"/>
                    </a:cubicBezTo>
                    <a:lnTo>
                      <a:pt x="2979" y="1051"/>
                    </a:lnTo>
                    <a:cubicBezTo>
                      <a:pt x="2979" y="471"/>
                      <a:pt x="2508" y="1"/>
                      <a:pt x="192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1135;p30">
                <a:extLst>
                  <a:ext uri="{FF2B5EF4-FFF2-40B4-BE49-F238E27FC236}">
                    <a16:creationId xmlns:a16="http://schemas.microsoft.com/office/drawing/2014/main" id="{9B2D207D-2A14-1E8D-3F21-3E974AD9D5B2}"/>
                  </a:ext>
                </a:extLst>
              </p:cNvPr>
              <p:cNvSpPr/>
              <p:nvPr/>
            </p:nvSpPr>
            <p:spPr>
              <a:xfrm>
                <a:off x="4086375" y="3351575"/>
                <a:ext cx="74875" cy="70575"/>
              </a:xfrm>
              <a:custGeom>
                <a:avLst/>
                <a:gdLst/>
                <a:ahLst/>
                <a:cxnLst/>
                <a:rect l="l" t="t" r="r" b="b"/>
                <a:pathLst>
                  <a:path w="2995" h="2823" extrusionOk="0">
                    <a:moveTo>
                      <a:pt x="1051" y="1"/>
                    </a:moveTo>
                    <a:cubicBezTo>
                      <a:pt x="471" y="1"/>
                      <a:pt x="1" y="471"/>
                      <a:pt x="1" y="1051"/>
                    </a:cubicBezTo>
                    <a:lnTo>
                      <a:pt x="1" y="1788"/>
                    </a:lnTo>
                    <a:cubicBezTo>
                      <a:pt x="1" y="2368"/>
                      <a:pt x="471" y="2822"/>
                      <a:pt x="1051" y="2822"/>
                    </a:cubicBezTo>
                    <a:lnTo>
                      <a:pt x="1944" y="2822"/>
                    </a:lnTo>
                    <a:cubicBezTo>
                      <a:pt x="2524" y="2822"/>
                      <a:pt x="2995" y="2368"/>
                      <a:pt x="2995" y="1788"/>
                    </a:cubicBezTo>
                    <a:lnTo>
                      <a:pt x="2995" y="1051"/>
                    </a:lnTo>
                    <a:cubicBezTo>
                      <a:pt x="2995"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 name="Google Shape;1117;p30">
              <a:extLst>
                <a:ext uri="{FF2B5EF4-FFF2-40B4-BE49-F238E27FC236}">
                  <a16:creationId xmlns:a16="http://schemas.microsoft.com/office/drawing/2014/main" id="{D432B928-1BF0-973B-D96F-6DC5FED8B4D7}"/>
                </a:ext>
              </a:extLst>
            </p:cNvPr>
            <p:cNvGrpSpPr/>
            <p:nvPr/>
          </p:nvGrpSpPr>
          <p:grpSpPr>
            <a:xfrm>
              <a:off x="2960366" y="4377994"/>
              <a:ext cx="3075700" cy="356625"/>
              <a:chOff x="3962175" y="3227750"/>
              <a:chExt cx="3075700" cy="356625"/>
            </a:xfrm>
          </p:grpSpPr>
          <p:sp>
            <p:nvSpPr>
              <p:cNvPr id="64" name="Google Shape;1118;p30">
                <a:extLst>
                  <a:ext uri="{FF2B5EF4-FFF2-40B4-BE49-F238E27FC236}">
                    <a16:creationId xmlns:a16="http://schemas.microsoft.com/office/drawing/2014/main" id="{2E075B89-95FF-8DD1-4463-65992656F15B}"/>
                  </a:ext>
                </a:extLst>
              </p:cNvPr>
              <p:cNvSpPr/>
              <p:nvPr/>
            </p:nvSpPr>
            <p:spPr>
              <a:xfrm>
                <a:off x="3962175" y="3227750"/>
                <a:ext cx="3075700" cy="356625"/>
              </a:xfrm>
              <a:custGeom>
                <a:avLst/>
                <a:gdLst/>
                <a:ahLst/>
                <a:cxnLst/>
                <a:rect l="l" t="t" r="r" b="b"/>
                <a:pathLst>
                  <a:path w="123028" h="14265" extrusionOk="0">
                    <a:moveTo>
                      <a:pt x="114046" y="1"/>
                    </a:moveTo>
                    <a:lnTo>
                      <a:pt x="114046" y="1239"/>
                    </a:lnTo>
                    <a:lnTo>
                      <a:pt x="114579" y="1239"/>
                    </a:lnTo>
                    <a:lnTo>
                      <a:pt x="114579" y="3167"/>
                    </a:lnTo>
                    <a:lnTo>
                      <a:pt x="109877" y="3167"/>
                    </a:lnTo>
                    <a:lnTo>
                      <a:pt x="109877" y="2728"/>
                    </a:lnTo>
                    <a:lnTo>
                      <a:pt x="108984" y="2728"/>
                    </a:lnTo>
                    <a:lnTo>
                      <a:pt x="108984" y="1913"/>
                    </a:lnTo>
                    <a:cubicBezTo>
                      <a:pt x="108984" y="1411"/>
                      <a:pt x="108513" y="1004"/>
                      <a:pt x="107980" y="1098"/>
                    </a:cubicBezTo>
                    <a:lnTo>
                      <a:pt x="107980" y="1098"/>
                    </a:lnTo>
                    <a:cubicBezTo>
                      <a:pt x="107573" y="1161"/>
                      <a:pt x="107291" y="1553"/>
                      <a:pt x="107291" y="1960"/>
                    </a:cubicBezTo>
                    <a:lnTo>
                      <a:pt x="107291" y="1960"/>
                    </a:lnTo>
                    <a:lnTo>
                      <a:pt x="107291" y="2728"/>
                    </a:lnTo>
                    <a:lnTo>
                      <a:pt x="106397" y="2728"/>
                    </a:lnTo>
                    <a:lnTo>
                      <a:pt x="106397" y="3167"/>
                    </a:lnTo>
                    <a:lnTo>
                      <a:pt x="105237" y="3167"/>
                    </a:lnTo>
                    <a:lnTo>
                      <a:pt x="105237" y="1615"/>
                    </a:lnTo>
                    <a:lnTo>
                      <a:pt x="103921" y="1615"/>
                    </a:lnTo>
                    <a:lnTo>
                      <a:pt x="103921" y="3167"/>
                    </a:lnTo>
                    <a:lnTo>
                      <a:pt x="100112" y="3167"/>
                    </a:lnTo>
                    <a:lnTo>
                      <a:pt x="100112" y="1521"/>
                    </a:lnTo>
                    <a:cubicBezTo>
                      <a:pt x="100112" y="675"/>
                      <a:pt x="99438" y="1"/>
                      <a:pt x="98591" y="1"/>
                    </a:cubicBezTo>
                    <a:lnTo>
                      <a:pt x="98591" y="1"/>
                    </a:lnTo>
                    <a:lnTo>
                      <a:pt x="88403" y="1"/>
                    </a:lnTo>
                    <a:cubicBezTo>
                      <a:pt x="87870" y="1"/>
                      <a:pt x="87431" y="440"/>
                      <a:pt x="87463" y="988"/>
                    </a:cubicBezTo>
                    <a:lnTo>
                      <a:pt x="87463" y="988"/>
                    </a:lnTo>
                    <a:cubicBezTo>
                      <a:pt x="87494" y="1490"/>
                      <a:pt x="87949" y="1882"/>
                      <a:pt x="88466" y="1882"/>
                    </a:cubicBezTo>
                    <a:lnTo>
                      <a:pt x="88466" y="1882"/>
                    </a:lnTo>
                    <a:lnTo>
                      <a:pt x="92149" y="1882"/>
                    </a:lnTo>
                    <a:cubicBezTo>
                      <a:pt x="92964" y="1882"/>
                      <a:pt x="93638" y="2540"/>
                      <a:pt x="93638" y="3355"/>
                    </a:cubicBezTo>
                    <a:lnTo>
                      <a:pt x="93638" y="3355"/>
                    </a:lnTo>
                    <a:lnTo>
                      <a:pt x="93638" y="5785"/>
                    </a:lnTo>
                    <a:cubicBezTo>
                      <a:pt x="93638" y="5988"/>
                      <a:pt x="93466" y="6161"/>
                      <a:pt x="93247" y="6161"/>
                    </a:cubicBezTo>
                    <a:lnTo>
                      <a:pt x="93247" y="6161"/>
                    </a:lnTo>
                    <a:lnTo>
                      <a:pt x="88293" y="6161"/>
                    </a:lnTo>
                    <a:cubicBezTo>
                      <a:pt x="87839" y="6161"/>
                      <a:pt x="87463" y="6537"/>
                      <a:pt x="87463" y="6992"/>
                    </a:cubicBezTo>
                    <a:lnTo>
                      <a:pt x="87463" y="6992"/>
                    </a:lnTo>
                    <a:lnTo>
                      <a:pt x="87463" y="9468"/>
                    </a:lnTo>
                    <a:cubicBezTo>
                      <a:pt x="87463" y="10299"/>
                      <a:pt x="87823" y="11036"/>
                      <a:pt x="88403" y="11537"/>
                    </a:cubicBezTo>
                    <a:lnTo>
                      <a:pt x="88403" y="11537"/>
                    </a:lnTo>
                    <a:cubicBezTo>
                      <a:pt x="88388" y="11615"/>
                      <a:pt x="88388" y="11678"/>
                      <a:pt x="88372" y="11741"/>
                    </a:cubicBezTo>
                    <a:lnTo>
                      <a:pt x="88372" y="11741"/>
                    </a:lnTo>
                    <a:lnTo>
                      <a:pt x="85221" y="11741"/>
                    </a:lnTo>
                    <a:lnTo>
                      <a:pt x="85221" y="3512"/>
                    </a:lnTo>
                    <a:cubicBezTo>
                      <a:pt x="85221" y="2430"/>
                      <a:pt x="84359" y="1553"/>
                      <a:pt x="83278" y="1553"/>
                    </a:cubicBezTo>
                    <a:lnTo>
                      <a:pt x="83278" y="1553"/>
                    </a:lnTo>
                    <a:lnTo>
                      <a:pt x="46083" y="1553"/>
                    </a:lnTo>
                    <a:cubicBezTo>
                      <a:pt x="45017" y="1553"/>
                      <a:pt x="44139" y="2430"/>
                      <a:pt x="44139" y="3512"/>
                    </a:cubicBezTo>
                    <a:lnTo>
                      <a:pt x="44139" y="3512"/>
                    </a:lnTo>
                    <a:lnTo>
                      <a:pt x="44139" y="10330"/>
                    </a:lnTo>
                    <a:lnTo>
                      <a:pt x="42211" y="10330"/>
                    </a:lnTo>
                    <a:lnTo>
                      <a:pt x="42211" y="3512"/>
                    </a:lnTo>
                    <a:cubicBezTo>
                      <a:pt x="42211" y="2430"/>
                      <a:pt x="41333" y="1553"/>
                      <a:pt x="40267" y="1553"/>
                    </a:cubicBezTo>
                    <a:lnTo>
                      <a:pt x="40267" y="1553"/>
                    </a:lnTo>
                    <a:lnTo>
                      <a:pt x="3072" y="1553"/>
                    </a:lnTo>
                    <a:cubicBezTo>
                      <a:pt x="2006" y="1553"/>
                      <a:pt x="1129" y="2430"/>
                      <a:pt x="1129" y="3512"/>
                    </a:cubicBezTo>
                    <a:lnTo>
                      <a:pt x="1129" y="3512"/>
                    </a:lnTo>
                    <a:lnTo>
                      <a:pt x="1129" y="10330"/>
                    </a:lnTo>
                    <a:lnTo>
                      <a:pt x="0" y="10330"/>
                    </a:lnTo>
                    <a:lnTo>
                      <a:pt x="0" y="11130"/>
                    </a:lnTo>
                    <a:lnTo>
                      <a:pt x="1129" y="11130"/>
                    </a:lnTo>
                    <a:lnTo>
                      <a:pt x="1129" y="12650"/>
                    </a:lnTo>
                    <a:lnTo>
                      <a:pt x="1865" y="12650"/>
                    </a:lnTo>
                    <a:cubicBezTo>
                      <a:pt x="1865" y="13481"/>
                      <a:pt x="2555" y="14170"/>
                      <a:pt x="3386" y="14170"/>
                    </a:cubicBezTo>
                    <a:lnTo>
                      <a:pt x="3386" y="14170"/>
                    </a:lnTo>
                    <a:cubicBezTo>
                      <a:pt x="4232" y="14170"/>
                      <a:pt x="4906" y="13481"/>
                      <a:pt x="4906" y="12650"/>
                    </a:cubicBezTo>
                    <a:lnTo>
                      <a:pt x="4906" y="12650"/>
                    </a:lnTo>
                    <a:lnTo>
                      <a:pt x="6113" y="12650"/>
                    </a:lnTo>
                    <a:cubicBezTo>
                      <a:pt x="6113" y="13481"/>
                      <a:pt x="6803" y="14170"/>
                      <a:pt x="7633" y="14170"/>
                    </a:cubicBezTo>
                    <a:lnTo>
                      <a:pt x="7633" y="14170"/>
                    </a:lnTo>
                    <a:cubicBezTo>
                      <a:pt x="8480" y="14170"/>
                      <a:pt x="9154" y="13481"/>
                      <a:pt x="9154" y="12650"/>
                    </a:cubicBezTo>
                    <a:lnTo>
                      <a:pt x="9154" y="12650"/>
                    </a:lnTo>
                    <a:lnTo>
                      <a:pt x="33966" y="12650"/>
                    </a:lnTo>
                    <a:cubicBezTo>
                      <a:pt x="33966" y="13481"/>
                      <a:pt x="34640" y="14170"/>
                      <a:pt x="35487" y="14170"/>
                    </a:cubicBezTo>
                    <a:lnTo>
                      <a:pt x="35487" y="14170"/>
                    </a:lnTo>
                    <a:cubicBezTo>
                      <a:pt x="36317" y="14170"/>
                      <a:pt x="37007" y="13481"/>
                      <a:pt x="37007" y="12650"/>
                    </a:cubicBezTo>
                    <a:lnTo>
                      <a:pt x="37007" y="12650"/>
                    </a:lnTo>
                    <a:lnTo>
                      <a:pt x="38198" y="12650"/>
                    </a:lnTo>
                    <a:cubicBezTo>
                      <a:pt x="38198" y="13481"/>
                      <a:pt x="38888" y="14170"/>
                      <a:pt x="39734" y="14170"/>
                    </a:cubicBezTo>
                    <a:lnTo>
                      <a:pt x="39734" y="14170"/>
                    </a:lnTo>
                    <a:cubicBezTo>
                      <a:pt x="40565" y="14170"/>
                      <a:pt x="41255" y="13481"/>
                      <a:pt x="41255" y="12650"/>
                    </a:cubicBezTo>
                    <a:lnTo>
                      <a:pt x="41255" y="12650"/>
                    </a:lnTo>
                    <a:lnTo>
                      <a:pt x="42211" y="12650"/>
                    </a:lnTo>
                    <a:lnTo>
                      <a:pt x="42211" y="11130"/>
                    </a:lnTo>
                    <a:lnTo>
                      <a:pt x="44139" y="11130"/>
                    </a:lnTo>
                    <a:lnTo>
                      <a:pt x="44139" y="12650"/>
                    </a:lnTo>
                    <a:lnTo>
                      <a:pt x="44876" y="12650"/>
                    </a:lnTo>
                    <a:cubicBezTo>
                      <a:pt x="44876" y="13481"/>
                      <a:pt x="45565" y="14170"/>
                      <a:pt x="46412" y="14170"/>
                    </a:cubicBezTo>
                    <a:lnTo>
                      <a:pt x="46412" y="14170"/>
                    </a:lnTo>
                    <a:cubicBezTo>
                      <a:pt x="47242" y="14170"/>
                      <a:pt x="47932" y="13481"/>
                      <a:pt x="47932" y="12650"/>
                    </a:cubicBezTo>
                    <a:lnTo>
                      <a:pt x="47932" y="12650"/>
                    </a:lnTo>
                    <a:lnTo>
                      <a:pt x="49123" y="12650"/>
                    </a:lnTo>
                    <a:cubicBezTo>
                      <a:pt x="49123" y="13481"/>
                      <a:pt x="49813" y="14170"/>
                      <a:pt x="50644" y="14170"/>
                    </a:cubicBezTo>
                    <a:lnTo>
                      <a:pt x="50644" y="14170"/>
                    </a:lnTo>
                    <a:cubicBezTo>
                      <a:pt x="51490" y="14170"/>
                      <a:pt x="52164" y="13481"/>
                      <a:pt x="52164" y="12650"/>
                    </a:cubicBezTo>
                    <a:lnTo>
                      <a:pt x="52164" y="12650"/>
                    </a:lnTo>
                    <a:lnTo>
                      <a:pt x="76977" y="12650"/>
                    </a:lnTo>
                    <a:cubicBezTo>
                      <a:pt x="76977" y="13481"/>
                      <a:pt x="77651" y="14170"/>
                      <a:pt x="78497" y="14170"/>
                    </a:cubicBezTo>
                    <a:lnTo>
                      <a:pt x="78497" y="14170"/>
                    </a:lnTo>
                    <a:cubicBezTo>
                      <a:pt x="79343" y="14170"/>
                      <a:pt x="80017" y="13481"/>
                      <a:pt x="80017" y="12650"/>
                    </a:cubicBezTo>
                    <a:lnTo>
                      <a:pt x="80017" y="12650"/>
                    </a:lnTo>
                    <a:lnTo>
                      <a:pt x="81224" y="12650"/>
                    </a:lnTo>
                    <a:cubicBezTo>
                      <a:pt x="81224" y="13481"/>
                      <a:pt x="81898" y="14170"/>
                      <a:pt x="82745" y="14170"/>
                    </a:cubicBezTo>
                    <a:lnTo>
                      <a:pt x="82745" y="14170"/>
                    </a:lnTo>
                    <a:cubicBezTo>
                      <a:pt x="83575" y="14170"/>
                      <a:pt x="84265" y="13481"/>
                      <a:pt x="84265" y="12650"/>
                    </a:cubicBezTo>
                    <a:lnTo>
                      <a:pt x="84265" y="12650"/>
                    </a:lnTo>
                    <a:lnTo>
                      <a:pt x="88497" y="12650"/>
                    </a:lnTo>
                    <a:cubicBezTo>
                      <a:pt x="88811" y="13528"/>
                      <a:pt x="89657" y="14170"/>
                      <a:pt x="90645" y="14170"/>
                    </a:cubicBezTo>
                    <a:lnTo>
                      <a:pt x="90645" y="14170"/>
                    </a:lnTo>
                    <a:cubicBezTo>
                      <a:pt x="91789" y="14170"/>
                      <a:pt x="92729" y="13340"/>
                      <a:pt x="92902" y="12258"/>
                    </a:cubicBezTo>
                    <a:lnTo>
                      <a:pt x="92902" y="12258"/>
                    </a:lnTo>
                    <a:lnTo>
                      <a:pt x="94939" y="12258"/>
                    </a:lnTo>
                    <a:cubicBezTo>
                      <a:pt x="95174" y="13340"/>
                      <a:pt x="96146" y="14170"/>
                      <a:pt x="97322" y="14170"/>
                    </a:cubicBezTo>
                    <a:lnTo>
                      <a:pt x="97322" y="14170"/>
                    </a:lnTo>
                    <a:cubicBezTo>
                      <a:pt x="98482" y="14170"/>
                      <a:pt x="99454" y="13340"/>
                      <a:pt x="99704" y="12258"/>
                    </a:cubicBezTo>
                    <a:lnTo>
                      <a:pt x="99704" y="12258"/>
                    </a:lnTo>
                    <a:lnTo>
                      <a:pt x="100535" y="12258"/>
                    </a:lnTo>
                    <a:cubicBezTo>
                      <a:pt x="100770" y="13340"/>
                      <a:pt x="101758" y="14170"/>
                      <a:pt x="102918" y="14170"/>
                    </a:cubicBezTo>
                    <a:lnTo>
                      <a:pt x="102918" y="14170"/>
                    </a:lnTo>
                    <a:cubicBezTo>
                      <a:pt x="104093" y="14170"/>
                      <a:pt x="105065" y="13340"/>
                      <a:pt x="105300" y="12258"/>
                    </a:cubicBezTo>
                    <a:lnTo>
                      <a:pt x="105300" y="12258"/>
                    </a:lnTo>
                    <a:lnTo>
                      <a:pt x="106601" y="12258"/>
                    </a:lnTo>
                    <a:cubicBezTo>
                      <a:pt x="106836" y="13340"/>
                      <a:pt x="107808" y="14170"/>
                      <a:pt x="108984" y="14170"/>
                    </a:cubicBezTo>
                    <a:lnTo>
                      <a:pt x="108984" y="14170"/>
                    </a:lnTo>
                    <a:cubicBezTo>
                      <a:pt x="110143" y="14170"/>
                      <a:pt x="111115" y="13340"/>
                      <a:pt x="111366" y="12258"/>
                    </a:cubicBezTo>
                    <a:lnTo>
                      <a:pt x="111366" y="12258"/>
                    </a:lnTo>
                    <a:lnTo>
                      <a:pt x="112197" y="12258"/>
                    </a:lnTo>
                    <a:cubicBezTo>
                      <a:pt x="112448" y="13340"/>
                      <a:pt x="113419" y="14170"/>
                      <a:pt x="114579" y="14170"/>
                    </a:cubicBezTo>
                    <a:lnTo>
                      <a:pt x="114579" y="14170"/>
                    </a:lnTo>
                    <a:cubicBezTo>
                      <a:pt x="115755" y="14170"/>
                      <a:pt x="116727" y="13340"/>
                      <a:pt x="116962" y="12258"/>
                    </a:cubicBezTo>
                    <a:lnTo>
                      <a:pt x="116962" y="12258"/>
                    </a:lnTo>
                    <a:lnTo>
                      <a:pt x="117244" y="12258"/>
                    </a:lnTo>
                    <a:cubicBezTo>
                      <a:pt x="117056" y="12525"/>
                      <a:pt x="116977" y="12854"/>
                      <a:pt x="117056" y="13230"/>
                    </a:cubicBezTo>
                    <a:lnTo>
                      <a:pt x="117056" y="13230"/>
                    </a:lnTo>
                    <a:cubicBezTo>
                      <a:pt x="117166" y="13684"/>
                      <a:pt x="117542" y="14061"/>
                      <a:pt x="118012" y="14139"/>
                    </a:cubicBezTo>
                    <a:lnTo>
                      <a:pt x="118012" y="14139"/>
                    </a:lnTo>
                    <a:cubicBezTo>
                      <a:pt x="118655" y="14264"/>
                      <a:pt x="119219" y="13888"/>
                      <a:pt x="119391" y="13324"/>
                    </a:cubicBezTo>
                    <a:lnTo>
                      <a:pt x="119391" y="13324"/>
                    </a:lnTo>
                    <a:cubicBezTo>
                      <a:pt x="122369" y="13308"/>
                      <a:pt x="123028" y="12556"/>
                      <a:pt x="123028" y="12556"/>
                    </a:cubicBezTo>
                    <a:lnTo>
                      <a:pt x="123028" y="12556"/>
                    </a:lnTo>
                    <a:lnTo>
                      <a:pt x="119783" y="9108"/>
                    </a:lnTo>
                    <a:lnTo>
                      <a:pt x="118749" y="9108"/>
                    </a:lnTo>
                    <a:cubicBezTo>
                      <a:pt x="120128" y="8841"/>
                      <a:pt x="121178" y="7619"/>
                      <a:pt x="121178" y="6161"/>
                    </a:cubicBezTo>
                    <a:lnTo>
                      <a:pt x="121178" y="6161"/>
                    </a:lnTo>
                    <a:cubicBezTo>
                      <a:pt x="121178" y="5330"/>
                      <a:pt x="120849" y="4578"/>
                      <a:pt x="120300" y="4045"/>
                    </a:cubicBezTo>
                    <a:lnTo>
                      <a:pt x="120300" y="4045"/>
                    </a:lnTo>
                    <a:cubicBezTo>
                      <a:pt x="119752" y="3496"/>
                      <a:pt x="118999" y="3167"/>
                      <a:pt x="118184" y="3167"/>
                    </a:cubicBezTo>
                    <a:lnTo>
                      <a:pt x="118184" y="3167"/>
                    </a:lnTo>
                    <a:lnTo>
                      <a:pt x="116068" y="3167"/>
                    </a:lnTo>
                    <a:lnTo>
                      <a:pt x="116068" y="1239"/>
                    </a:lnTo>
                    <a:lnTo>
                      <a:pt x="116601" y="1239"/>
                    </a:lnTo>
                    <a:lnTo>
                      <a:pt x="116601" y="1"/>
                    </a:lnTo>
                    <a:close/>
                    <a:moveTo>
                      <a:pt x="58214" y="11130"/>
                    </a:moveTo>
                    <a:lnTo>
                      <a:pt x="71146" y="11130"/>
                    </a:lnTo>
                    <a:lnTo>
                      <a:pt x="71146" y="11741"/>
                    </a:lnTo>
                    <a:lnTo>
                      <a:pt x="58214" y="11741"/>
                    </a:lnTo>
                    <a:close/>
                    <a:moveTo>
                      <a:pt x="15204" y="11130"/>
                    </a:moveTo>
                    <a:lnTo>
                      <a:pt x="28135" y="11130"/>
                    </a:lnTo>
                    <a:lnTo>
                      <a:pt x="28135" y="11741"/>
                    </a:lnTo>
                    <a:lnTo>
                      <a:pt x="15204" y="11741"/>
                    </a:lnTo>
                    <a:close/>
                  </a:path>
                </a:pathLst>
              </a:custGeom>
              <a:solidFill>
                <a:srgbClr val="0913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5" name="Google Shape;1120;p30">
                <a:extLst>
                  <a:ext uri="{FF2B5EF4-FFF2-40B4-BE49-F238E27FC236}">
                    <a16:creationId xmlns:a16="http://schemas.microsoft.com/office/drawing/2014/main" id="{49387629-D13E-1591-E27D-E229E5DD34D3}"/>
                  </a:ext>
                </a:extLst>
              </p:cNvPr>
              <p:cNvSpPr/>
              <p:nvPr/>
            </p:nvSpPr>
            <p:spPr>
              <a:xfrm>
                <a:off x="5924600" y="3351575"/>
                <a:ext cx="74475" cy="70575"/>
              </a:xfrm>
              <a:custGeom>
                <a:avLst/>
                <a:gdLst/>
                <a:ahLst/>
                <a:cxnLst/>
                <a:rect l="l" t="t" r="r" b="b"/>
                <a:pathLst>
                  <a:path w="2979" h="2823" extrusionOk="0">
                    <a:moveTo>
                      <a:pt x="1050" y="1"/>
                    </a:moveTo>
                    <a:cubicBezTo>
                      <a:pt x="470" y="1"/>
                      <a:pt x="0" y="471"/>
                      <a:pt x="0" y="1051"/>
                    </a:cubicBezTo>
                    <a:lnTo>
                      <a:pt x="0" y="1788"/>
                    </a:lnTo>
                    <a:cubicBezTo>
                      <a:pt x="0" y="2368"/>
                      <a:pt x="470" y="2822"/>
                      <a:pt x="1050" y="2822"/>
                    </a:cubicBezTo>
                    <a:lnTo>
                      <a:pt x="1944" y="2822"/>
                    </a:lnTo>
                    <a:cubicBezTo>
                      <a:pt x="2508" y="2822"/>
                      <a:pt x="2978" y="2368"/>
                      <a:pt x="2978" y="1788"/>
                    </a:cubicBezTo>
                    <a:lnTo>
                      <a:pt x="2978" y="1051"/>
                    </a:lnTo>
                    <a:cubicBezTo>
                      <a:pt x="2978" y="471"/>
                      <a:pt x="2508"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1121;p30">
                <a:extLst>
                  <a:ext uri="{FF2B5EF4-FFF2-40B4-BE49-F238E27FC236}">
                    <a16:creationId xmlns:a16="http://schemas.microsoft.com/office/drawing/2014/main" id="{5CFACB14-12BC-6B06-096A-718E22B533AB}"/>
                  </a:ext>
                </a:extLst>
              </p:cNvPr>
              <p:cNvSpPr/>
              <p:nvPr/>
            </p:nvSpPr>
            <p:spPr>
              <a:xfrm>
                <a:off x="5812125" y="3351575"/>
                <a:ext cx="74475" cy="70575"/>
              </a:xfrm>
              <a:custGeom>
                <a:avLst/>
                <a:gdLst/>
                <a:ahLst/>
                <a:cxnLst/>
                <a:rect l="l" t="t" r="r" b="b"/>
                <a:pathLst>
                  <a:path w="2979" h="2823" extrusionOk="0">
                    <a:moveTo>
                      <a:pt x="1035" y="1"/>
                    </a:moveTo>
                    <a:cubicBezTo>
                      <a:pt x="455" y="1"/>
                      <a:pt x="0" y="471"/>
                      <a:pt x="0" y="1051"/>
                    </a:cubicBezTo>
                    <a:lnTo>
                      <a:pt x="0" y="1788"/>
                    </a:lnTo>
                    <a:cubicBezTo>
                      <a:pt x="0" y="2368"/>
                      <a:pt x="455" y="2822"/>
                      <a:pt x="1035" y="2822"/>
                    </a:cubicBezTo>
                    <a:lnTo>
                      <a:pt x="1928" y="2822"/>
                    </a:lnTo>
                    <a:cubicBezTo>
                      <a:pt x="2508" y="2822"/>
                      <a:pt x="2979" y="2368"/>
                      <a:pt x="2979" y="1788"/>
                    </a:cubicBezTo>
                    <a:lnTo>
                      <a:pt x="2979" y="1051"/>
                    </a:lnTo>
                    <a:cubicBezTo>
                      <a:pt x="2979" y="471"/>
                      <a:pt x="2508" y="1"/>
                      <a:pt x="192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1122;p30">
                <a:extLst>
                  <a:ext uri="{FF2B5EF4-FFF2-40B4-BE49-F238E27FC236}">
                    <a16:creationId xmlns:a16="http://schemas.microsoft.com/office/drawing/2014/main" id="{6EC6D3BB-18C4-DF1F-7AD8-8AC730F633F1}"/>
                  </a:ext>
                </a:extLst>
              </p:cNvPr>
              <p:cNvSpPr/>
              <p:nvPr/>
            </p:nvSpPr>
            <p:spPr>
              <a:xfrm>
                <a:off x="5703575" y="3351575"/>
                <a:ext cx="74475" cy="70575"/>
              </a:xfrm>
              <a:custGeom>
                <a:avLst/>
                <a:gdLst/>
                <a:ahLst/>
                <a:cxnLst/>
                <a:rect l="l" t="t" r="r" b="b"/>
                <a:pathLst>
                  <a:path w="2979" h="2823" extrusionOk="0">
                    <a:moveTo>
                      <a:pt x="1051" y="1"/>
                    </a:moveTo>
                    <a:cubicBezTo>
                      <a:pt x="471" y="1"/>
                      <a:pt x="1" y="471"/>
                      <a:pt x="1" y="1051"/>
                    </a:cubicBezTo>
                    <a:lnTo>
                      <a:pt x="1" y="1788"/>
                    </a:lnTo>
                    <a:cubicBezTo>
                      <a:pt x="1" y="2368"/>
                      <a:pt x="471" y="2822"/>
                      <a:pt x="1051" y="2822"/>
                    </a:cubicBezTo>
                    <a:lnTo>
                      <a:pt x="1944" y="2822"/>
                    </a:lnTo>
                    <a:cubicBezTo>
                      <a:pt x="2524" y="2822"/>
                      <a:pt x="2979" y="2368"/>
                      <a:pt x="2979" y="1788"/>
                    </a:cubicBezTo>
                    <a:lnTo>
                      <a:pt x="2979" y="1051"/>
                    </a:lnTo>
                    <a:cubicBezTo>
                      <a:pt x="2979"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1123;p30">
                <a:extLst>
                  <a:ext uri="{FF2B5EF4-FFF2-40B4-BE49-F238E27FC236}">
                    <a16:creationId xmlns:a16="http://schemas.microsoft.com/office/drawing/2014/main" id="{13CE3CA7-6893-CF23-9B08-C2400F284F77}"/>
                  </a:ext>
                </a:extLst>
              </p:cNvPr>
              <p:cNvSpPr/>
              <p:nvPr/>
            </p:nvSpPr>
            <p:spPr>
              <a:xfrm>
                <a:off x="5595425" y="3351575"/>
                <a:ext cx="74475" cy="70575"/>
              </a:xfrm>
              <a:custGeom>
                <a:avLst/>
                <a:gdLst/>
                <a:ahLst/>
                <a:cxnLst/>
                <a:rect l="l" t="t" r="r" b="b"/>
                <a:pathLst>
                  <a:path w="2979" h="2823" extrusionOk="0">
                    <a:moveTo>
                      <a:pt x="1035" y="1"/>
                    </a:moveTo>
                    <a:cubicBezTo>
                      <a:pt x="455" y="1"/>
                      <a:pt x="1" y="471"/>
                      <a:pt x="1" y="1051"/>
                    </a:cubicBezTo>
                    <a:lnTo>
                      <a:pt x="1" y="1788"/>
                    </a:lnTo>
                    <a:cubicBezTo>
                      <a:pt x="1" y="2368"/>
                      <a:pt x="455" y="2822"/>
                      <a:pt x="1035" y="2822"/>
                    </a:cubicBezTo>
                    <a:lnTo>
                      <a:pt x="1929" y="2822"/>
                    </a:lnTo>
                    <a:cubicBezTo>
                      <a:pt x="2508" y="2822"/>
                      <a:pt x="2979" y="2368"/>
                      <a:pt x="2979" y="1788"/>
                    </a:cubicBezTo>
                    <a:lnTo>
                      <a:pt x="2979" y="1051"/>
                    </a:lnTo>
                    <a:cubicBezTo>
                      <a:pt x="2979" y="471"/>
                      <a:pt x="2508" y="1"/>
                      <a:pt x="19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1124;p30">
                <a:extLst>
                  <a:ext uri="{FF2B5EF4-FFF2-40B4-BE49-F238E27FC236}">
                    <a16:creationId xmlns:a16="http://schemas.microsoft.com/office/drawing/2014/main" id="{FD22513E-0B27-CC08-70A2-555DCC1ECD8D}"/>
                  </a:ext>
                </a:extLst>
              </p:cNvPr>
              <p:cNvSpPr/>
              <p:nvPr/>
            </p:nvSpPr>
            <p:spPr>
              <a:xfrm>
                <a:off x="5486875" y="3351575"/>
                <a:ext cx="74475" cy="70575"/>
              </a:xfrm>
              <a:custGeom>
                <a:avLst/>
                <a:gdLst/>
                <a:ahLst/>
                <a:cxnLst/>
                <a:rect l="l" t="t" r="r" b="b"/>
                <a:pathLst>
                  <a:path w="2979" h="2823" extrusionOk="0">
                    <a:moveTo>
                      <a:pt x="1051" y="1"/>
                    </a:moveTo>
                    <a:cubicBezTo>
                      <a:pt x="471" y="1"/>
                      <a:pt x="1" y="471"/>
                      <a:pt x="1" y="1051"/>
                    </a:cubicBezTo>
                    <a:lnTo>
                      <a:pt x="1" y="1788"/>
                    </a:lnTo>
                    <a:cubicBezTo>
                      <a:pt x="1" y="2368"/>
                      <a:pt x="471" y="2822"/>
                      <a:pt x="1051" y="2822"/>
                    </a:cubicBezTo>
                    <a:lnTo>
                      <a:pt x="1944" y="2822"/>
                    </a:lnTo>
                    <a:cubicBezTo>
                      <a:pt x="2509" y="2822"/>
                      <a:pt x="2979" y="2368"/>
                      <a:pt x="2979" y="1788"/>
                    </a:cubicBezTo>
                    <a:lnTo>
                      <a:pt x="2979" y="1051"/>
                    </a:lnTo>
                    <a:cubicBezTo>
                      <a:pt x="2979" y="471"/>
                      <a:pt x="2509"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1125;p30">
                <a:extLst>
                  <a:ext uri="{FF2B5EF4-FFF2-40B4-BE49-F238E27FC236}">
                    <a16:creationId xmlns:a16="http://schemas.microsoft.com/office/drawing/2014/main" id="{193835C8-E3EE-2B27-3ABC-B161B71A5876}"/>
                  </a:ext>
                </a:extLst>
              </p:cNvPr>
              <p:cNvSpPr/>
              <p:nvPr/>
            </p:nvSpPr>
            <p:spPr>
              <a:xfrm>
                <a:off x="5378350" y="3351575"/>
                <a:ext cx="74850" cy="70575"/>
              </a:xfrm>
              <a:custGeom>
                <a:avLst/>
                <a:gdLst/>
                <a:ahLst/>
                <a:cxnLst/>
                <a:rect l="l" t="t" r="r" b="b"/>
                <a:pathLst>
                  <a:path w="2994" h="2823" extrusionOk="0">
                    <a:moveTo>
                      <a:pt x="1050" y="1"/>
                    </a:moveTo>
                    <a:cubicBezTo>
                      <a:pt x="470" y="1"/>
                      <a:pt x="0" y="471"/>
                      <a:pt x="0" y="1051"/>
                    </a:cubicBezTo>
                    <a:lnTo>
                      <a:pt x="0" y="1788"/>
                    </a:lnTo>
                    <a:cubicBezTo>
                      <a:pt x="0" y="2368"/>
                      <a:pt x="470" y="2822"/>
                      <a:pt x="1050"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1126;p30">
                <a:extLst>
                  <a:ext uri="{FF2B5EF4-FFF2-40B4-BE49-F238E27FC236}">
                    <a16:creationId xmlns:a16="http://schemas.microsoft.com/office/drawing/2014/main" id="{58EE9355-2CE1-DD9B-2574-FF8998FF9666}"/>
                  </a:ext>
                </a:extLst>
              </p:cNvPr>
              <p:cNvSpPr/>
              <p:nvPr/>
            </p:nvSpPr>
            <p:spPr>
              <a:xfrm>
                <a:off x="5270175" y="3351575"/>
                <a:ext cx="74500" cy="70575"/>
              </a:xfrm>
              <a:custGeom>
                <a:avLst/>
                <a:gdLst/>
                <a:ahLst/>
                <a:cxnLst/>
                <a:rect l="l" t="t" r="r" b="b"/>
                <a:pathLst>
                  <a:path w="2980" h="2823" extrusionOk="0">
                    <a:moveTo>
                      <a:pt x="1051" y="1"/>
                    </a:moveTo>
                    <a:cubicBezTo>
                      <a:pt x="471" y="1"/>
                      <a:pt x="1" y="471"/>
                      <a:pt x="1" y="1051"/>
                    </a:cubicBezTo>
                    <a:lnTo>
                      <a:pt x="1" y="1788"/>
                    </a:lnTo>
                    <a:cubicBezTo>
                      <a:pt x="1" y="2368"/>
                      <a:pt x="471" y="2822"/>
                      <a:pt x="1051" y="2822"/>
                    </a:cubicBezTo>
                    <a:lnTo>
                      <a:pt x="1945" y="2822"/>
                    </a:lnTo>
                    <a:cubicBezTo>
                      <a:pt x="2509" y="2822"/>
                      <a:pt x="2979" y="2368"/>
                      <a:pt x="2979" y="1788"/>
                    </a:cubicBezTo>
                    <a:lnTo>
                      <a:pt x="2979" y="1051"/>
                    </a:lnTo>
                    <a:cubicBezTo>
                      <a:pt x="2979" y="471"/>
                      <a:pt x="2509" y="1"/>
                      <a:pt x="194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1127;p30">
                <a:extLst>
                  <a:ext uri="{FF2B5EF4-FFF2-40B4-BE49-F238E27FC236}">
                    <a16:creationId xmlns:a16="http://schemas.microsoft.com/office/drawing/2014/main" id="{62A3223B-9E00-570C-F00E-68044A252FE7}"/>
                  </a:ext>
                </a:extLst>
              </p:cNvPr>
              <p:cNvSpPr/>
              <p:nvPr/>
            </p:nvSpPr>
            <p:spPr>
              <a:xfrm>
                <a:off x="5161650" y="3351575"/>
                <a:ext cx="74850" cy="70575"/>
              </a:xfrm>
              <a:custGeom>
                <a:avLst/>
                <a:gdLst/>
                <a:ahLst/>
                <a:cxnLst/>
                <a:rect l="l" t="t" r="r" b="b"/>
                <a:pathLst>
                  <a:path w="2994" h="2823" extrusionOk="0">
                    <a:moveTo>
                      <a:pt x="1050" y="1"/>
                    </a:moveTo>
                    <a:cubicBezTo>
                      <a:pt x="470" y="1"/>
                      <a:pt x="0" y="471"/>
                      <a:pt x="0" y="1051"/>
                    </a:cubicBezTo>
                    <a:lnTo>
                      <a:pt x="0" y="1788"/>
                    </a:lnTo>
                    <a:cubicBezTo>
                      <a:pt x="0" y="2368"/>
                      <a:pt x="470" y="2822"/>
                      <a:pt x="1050"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1128;p30">
                <a:extLst>
                  <a:ext uri="{FF2B5EF4-FFF2-40B4-BE49-F238E27FC236}">
                    <a16:creationId xmlns:a16="http://schemas.microsoft.com/office/drawing/2014/main" id="{7A8F3C78-106D-13DD-4D1E-4009198A0CD0}"/>
                  </a:ext>
                </a:extLst>
              </p:cNvPr>
              <p:cNvSpPr/>
              <p:nvPr/>
            </p:nvSpPr>
            <p:spPr>
              <a:xfrm>
                <a:off x="4849325" y="3351575"/>
                <a:ext cx="74475" cy="70575"/>
              </a:xfrm>
              <a:custGeom>
                <a:avLst/>
                <a:gdLst/>
                <a:ahLst/>
                <a:cxnLst/>
                <a:rect l="l" t="t" r="r" b="b"/>
                <a:pathLst>
                  <a:path w="2979" h="2823" extrusionOk="0">
                    <a:moveTo>
                      <a:pt x="1035" y="1"/>
                    </a:moveTo>
                    <a:cubicBezTo>
                      <a:pt x="471" y="1"/>
                      <a:pt x="1" y="471"/>
                      <a:pt x="1" y="1051"/>
                    </a:cubicBezTo>
                    <a:lnTo>
                      <a:pt x="1" y="1788"/>
                    </a:lnTo>
                    <a:cubicBezTo>
                      <a:pt x="1" y="2368"/>
                      <a:pt x="471" y="2822"/>
                      <a:pt x="1035" y="2822"/>
                    </a:cubicBezTo>
                    <a:lnTo>
                      <a:pt x="1929" y="2822"/>
                    </a:lnTo>
                    <a:cubicBezTo>
                      <a:pt x="2509" y="2822"/>
                      <a:pt x="2979" y="2368"/>
                      <a:pt x="2979" y="1788"/>
                    </a:cubicBezTo>
                    <a:lnTo>
                      <a:pt x="2979" y="1051"/>
                    </a:lnTo>
                    <a:cubicBezTo>
                      <a:pt x="2979" y="471"/>
                      <a:pt x="2509" y="1"/>
                      <a:pt x="19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1129;p30">
                <a:extLst>
                  <a:ext uri="{FF2B5EF4-FFF2-40B4-BE49-F238E27FC236}">
                    <a16:creationId xmlns:a16="http://schemas.microsoft.com/office/drawing/2014/main" id="{6B1E12DF-F990-2EA6-AB07-D1042029019E}"/>
                  </a:ext>
                </a:extLst>
              </p:cNvPr>
              <p:cNvSpPr/>
              <p:nvPr/>
            </p:nvSpPr>
            <p:spPr>
              <a:xfrm>
                <a:off x="4736475" y="3351575"/>
                <a:ext cx="74875" cy="70575"/>
              </a:xfrm>
              <a:custGeom>
                <a:avLst/>
                <a:gdLst/>
                <a:ahLst/>
                <a:cxnLst/>
                <a:rect l="l" t="t" r="r" b="b"/>
                <a:pathLst>
                  <a:path w="2995" h="2823" extrusionOk="0">
                    <a:moveTo>
                      <a:pt x="1051" y="1"/>
                    </a:moveTo>
                    <a:cubicBezTo>
                      <a:pt x="471" y="1"/>
                      <a:pt x="0" y="471"/>
                      <a:pt x="0" y="1051"/>
                    </a:cubicBezTo>
                    <a:lnTo>
                      <a:pt x="0" y="1788"/>
                    </a:lnTo>
                    <a:cubicBezTo>
                      <a:pt x="0" y="2368"/>
                      <a:pt x="471" y="2822"/>
                      <a:pt x="1051"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1130;p30">
                <a:extLst>
                  <a:ext uri="{FF2B5EF4-FFF2-40B4-BE49-F238E27FC236}">
                    <a16:creationId xmlns:a16="http://schemas.microsoft.com/office/drawing/2014/main" id="{53EF382F-AA67-3050-C8E3-F676F191D9F7}"/>
                  </a:ext>
                </a:extLst>
              </p:cNvPr>
              <p:cNvSpPr/>
              <p:nvPr/>
            </p:nvSpPr>
            <p:spPr>
              <a:xfrm>
                <a:off x="4628325" y="3351575"/>
                <a:ext cx="74475" cy="70575"/>
              </a:xfrm>
              <a:custGeom>
                <a:avLst/>
                <a:gdLst/>
                <a:ahLst/>
                <a:cxnLst/>
                <a:rect l="l" t="t" r="r" b="b"/>
                <a:pathLst>
                  <a:path w="2979" h="2823" extrusionOk="0">
                    <a:moveTo>
                      <a:pt x="1051" y="1"/>
                    </a:moveTo>
                    <a:cubicBezTo>
                      <a:pt x="471" y="1"/>
                      <a:pt x="0" y="471"/>
                      <a:pt x="0" y="1051"/>
                    </a:cubicBezTo>
                    <a:lnTo>
                      <a:pt x="0" y="1788"/>
                    </a:lnTo>
                    <a:cubicBezTo>
                      <a:pt x="0" y="2368"/>
                      <a:pt x="471" y="2822"/>
                      <a:pt x="1051" y="2822"/>
                    </a:cubicBezTo>
                    <a:lnTo>
                      <a:pt x="1944" y="2822"/>
                    </a:lnTo>
                    <a:cubicBezTo>
                      <a:pt x="2508" y="2822"/>
                      <a:pt x="2978" y="2368"/>
                      <a:pt x="2978" y="1788"/>
                    </a:cubicBezTo>
                    <a:lnTo>
                      <a:pt x="2978" y="1051"/>
                    </a:lnTo>
                    <a:cubicBezTo>
                      <a:pt x="2978" y="471"/>
                      <a:pt x="2508"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1131;p30">
                <a:extLst>
                  <a:ext uri="{FF2B5EF4-FFF2-40B4-BE49-F238E27FC236}">
                    <a16:creationId xmlns:a16="http://schemas.microsoft.com/office/drawing/2014/main" id="{0C61CA28-9D3E-E3B8-C1A6-AB2660A04656}"/>
                  </a:ext>
                </a:extLst>
              </p:cNvPr>
              <p:cNvSpPr/>
              <p:nvPr/>
            </p:nvSpPr>
            <p:spPr>
              <a:xfrm>
                <a:off x="4519775" y="3351575"/>
                <a:ext cx="74875" cy="70575"/>
              </a:xfrm>
              <a:custGeom>
                <a:avLst/>
                <a:gdLst/>
                <a:ahLst/>
                <a:cxnLst/>
                <a:rect l="l" t="t" r="r" b="b"/>
                <a:pathLst>
                  <a:path w="2995" h="2823" extrusionOk="0">
                    <a:moveTo>
                      <a:pt x="1051" y="1"/>
                    </a:moveTo>
                    <a:cubicBezTo>
                      <a:pt x="471" y="1"/>
                      <a:pt x="1" y="471"/>
                      <a:pt x="1" y="1051"/>
                    </a:cubicBezTo>
                    <a:lnTo>
                      <a:pt x="1" y="1788"/>
                    </a:lnTo>
                    <a:cubicBezTo>
                      <a:pt x="1" y="2368"/>
                      <a:pt x="471" y="2822"/>
                      <a:pt x="1051"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1132;p30">
                <a:extLst>
                  <a:ext uri="{FF2B5EF4-FFF2-40B4-BE49-F238E27FC236}">
                    <a16:creationId xmlns:a16="http://schemas.microsoft.com/office/drawing/2014/main" id="{1DBE8D47-BD72-6B00-D769-9D92C96F9150}"/>
                  </a:ext>
                </a:extLst>
              </p:cNvPr>
              <p:cNvSpPr/>
              <p:nvPr/>
            </p:nvSpPr>
            <p:spPr>
              <a:xfrm>
                <a:off x="4411625" y="3351575"/>
                <a:ext cx="74475" cy="70575"/>
              </a:xfrm>
              <a:custGeom>
                <a:avLst/>
                <a:gdLst/>
                <a:ahLst/>
                <a:cxnLst/>
                <a:rect l="l" t="t" r="r" b="b"/>
                <a:pathLst>
                  <a:path w="2979" h="2823" extrusionOk="0">
                    <a:moveTo>
                      <a:pt x="1035" y="1"/>
                    </a:moveTo>
                    <a:cubicBezTo>
                      <a:pt x="471" y="1"/>
                      <a:pt x="0" y="471"/>
                      <a:pt x="0" y="1051"/>
                    </a:cubicBezTo>
                    <a:lnTo>
                      <a:pt x="0" y="1788"/>
                    </a:lnTo>
                    <a:cubicBezTo>
                      <a:pt x="0" y="2368"/>
                      <a:pt x="471" y="2822"/>
                      <a:pt x="1035" y="2822"/>
                    </a:cubicBezTo>
                    <a:lnTo>
                      <a:pt x="1928" y="2822"/>
                    </a:lnTo>
                    <a:cubicBezTo>
                      <a:pt x="2508" y="2822"/>
                      <a:pt x="2979" y="2368"/>
                      <a:pt x="2979" y="1788"/>
                    </a:cubicBezTo>
                    <a:lnTo>
                      <a:pt x="2979" y="1051"/>
                    </a:lnTo>
                    <a:cubicBezTo>
                      <a:pt x="2979" y="471"/>
                      <a:pt x="2508" y="1"/>
                      <a:pt x="192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1133;p30">
                <a:extLst>
                  <a:ext uri="{FF2B5EF4-FFF2-40B4-BE49-F238E27FC236}">
                    <a16:creationId xmlns:a16="http://schemas.microsoft.com/office/drawing/2014/main" id="{869CCF70-5515-BA69-8BED-BCEEFCD95CB3}"/>
                  </a:ext>
                </a:extLst>
              </p:cNvPr>
              <p:cNvSpPr/>
              <p:nvPr/>
            </p:nvSpPr>
            <p:spPr>
              <a:xfrm>
                <a:off x="4303075" y="3351575"/>
                <a:ext cx="74875" cy="70575"/>
              </a:xfrm>
              <a:custGeom>
                <a:avLst/>
                <a:gdLst/>
                <a:ahLst/>
                <a:cxnLst/>
                <a:rect l="l" t="t" r="r" b="b"/>
                <a:pathLst>
                  <a:path w="2995" h="2823" extrusionOk="0">
                    <a:moveTo>
                      <a:pt x="1051" y="1"/>
                    </a:moveTo>
                    <a:cubicBezTo>
                      <a:pt x="471" y="1"/>
                      <a:pt x="1" y="471"/>
                      <a:pt x="1" y="1051"/>
                    </a:cubicBezTo>
                    <a:lnTo>
                      <a:pt x="1" y="1788"/>
                    </a:lnTo>
                    <a:cubicBezTo>
                      <a:pt x="1" y="2368"/>
                      <a:pt x="471" y="2822"/>
                      <a:pt x="1051"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1134;p30">
                <a:extLst>
                  <a:ext uri="{FF2B5EF4-FFF2-40B4-BE49-F238E27FC236}">
                    <a16:creationId xmlns:a16="http://schemas.microsoft.com/office/drawing/2014/main" id="{F1798F4E-8652-7728-B544-583FD2CDBA15}"/>
                  </a:ext>
                </a:extLst>
              </p:cNvPr>
              <p:cNvSpPr/>
              <p:nvPr/>
            </p:nvSpPr>
            <p:spPr>
              <a:xfrm>
                <a:off x="4194925" y="3351575"/>
                <a:ext cx="74475" cy="70575"/>
              </a:xfrm>
              <a:custGeom>
                <a:avLst/>
                <a:gdLst/>
                <a:ahLst/>
                <a:cxnLst/>
                <a:rect l="l" t="t" r="r" b="b"/>
                <a:pathLst>
                  <a:path w="2979" h="2823" extrusionOk="0">
                    <a:moveTo>
                      <a:pt x="1035" y="1"/>
                    </a:moveTo>
                    <a:cubicBezTo>
                      <a:pt x="471" y="1"/>
                      <a:pt x="1" y="471"/>
                      <a:pt x="1" y="1051"/>
                    </a:cubicBezTo>
                    <a:lnTo>
                      <a:pt x="1" y="1788"/>
                    </a:lnTo>
                    <a:cubicBezTo>
                      <a:pt x="1" y="2368"/>
                      <a:pt x="471" y="2822"/>
                      <a:pt x="1035" y="2822"/>
                    </a:cubicBezTo>
                    <a:lnTo>
                      <a:pt x="1928" y="2822"/>
                    </a:lnTo>
                    <a:cubicBezTo>
                      <a:pt x="2508" y="2822"/>
                      <a:pt x="2979" y="2368"/>
                      <a:pt x="2979" y="1788"/>
                    </a:cubicBezTo>
                    <a:lnTo>
                      <a:pt x="2979" y="1051"/>
                    </a:lnTo>
                    <a:cubicBezTo>
                      <a:pt x="2979" y="471"/>
                      <a:pt x="2508" y="1"/>
                      <a:pt x="192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1135;p30">
                <a:extLst>
                  <a:ext uri="{FF2B5EF4-FFF2-40B4-BE49-F238E27FC236}">
                    <a16:creationId xmlns:a16="http://schemas.microsoft.com/office/drawing/2014/main" id="{E61B60E4-3F47-F4A1-3014-D005B6908AE0}"/>
                  </a:ext>
                </a:extLst>
              </p:cNvPr>
              <p:cNvSpPr/>
              <p:nvPr/>
            </p:nvSpPr>
            <p:spPr>
              <a:xfrm>
                <a:off x="4086375" y="3351575"/>
                <a:ext cx="74875" cy="70575"/>
              </a:xfrm>
              <a:custGeom>
                <a:avLst/>
                <a:gdLst/>
                <a:ahLst/>
                <a:cxnLst/>
                <a:rect l="l" t="t" r="r" b="b"/>
                <a:pathLst>
                  <a:path w="2995" h="2823" extrusionOk="0">
                    <a:moveTo>
                      <a:pt x="1051" y="1"/>
                    </a:moveTo>
                    <a:cubicBezTo>
                      <a:pt x="471" y="1"/>
                      <a:pt x="1" y="471"/>
                      <a:pt x="1" y="1051"/>
                    </a:cubicBezTo>
                    <a:lnTo>
                      <a:pt x="1" y="1788"/>
                    </a:lnTo>
                    <a:cubicBezTo>
                      <a:pt x="1" y="2368"/>
                      <a:pt x="471" y="2822"/>
                      <a:pt x="1051" y="2822"/>
                    </a:cubicBezTo>
                    <a:lnTo>
                      <a:pt x="1944" y="2822"/>
                    </a:lnTo>
                    <a:cubicBezTo>
                      <a:pt x="2524" y="2822"/>
                      <a:pt x="2995" y="2368"/>
                      <a:pt x="2995" y="1788"/>
                    </a:cubicBezTo>
                    <a:lnTo>
                      <a:pt x="2995" y="1051"/>
                    </a:lnTo>
                    <a:cubicBezTo>
                      <a:pt x="2995"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4" name="Google Shape;1117;p30">
              <a:extLst>
                <a:ext uri="{FF2B5EF4-FFF2-40B4-BE49-F238E27FC236}">
                  <a16:creationId xmlns:a16="http://schemas.microsoft.com/office/drawing/2014/main" id="{A413EB6E-174D-D4FD-42E5-477D82D68F5B}"/>
                </a:ext>
              </a:extLst>
            </p:cNvPr>
            <p:cNvGrpSpPr/>
            <p:nvPr/>
          </p:nvGrpSpPr>
          <p:grpSpPr>
            <a:xfrm>
              <a:off x="5113607" y="3784150"/>
              <a:ext cx="3075700" cy="952625"/>
              <a:chOff x="3962175" y="2631750"/>
              <a:chExt cx="3075700" cy="952625"/>
            </a:xfrm>
          </p:grpSpPr>
          <p:sp>
            <p:nvSpPr>
              <p:cNvPr id="45" name="Google Shape;1118;p30">
                <a:extLst>
                  <a:ext uri="{FF2B5EF4-FFF2-40B4-BE49-F238E27FC236}">
                    <a16:creationId xmlns:a16="http://schemas.microsoft.com/office/drawing/2014/main" id="{6747CBBD-563E-0D30-A1B0-F80E64F26F75}"/>
                  </a:ext>
                </a:extLst>
              </p:cNvPr>
              <p:cNvSpPr/>
              <p:nvPr/>
            </p:nvSpPr>
            <p:spPr>
              <a:xfrm>
                <a:off x="3962175" y="3227750"/>
                <a:ext cx="3075700" cy="356625"/>
              </a:xfrm>
              <a:custGeom>
                <a:avLst/>
                <a:gdLst/>
                <a:ahLst/>
                <a:cxnLst/>
                <a:rect l="l" t="t" r="r" b="b"/>
                <a:pathLst>
                  <a:path w="123028" h="14265" extrusionOk="0">
                    <a:moveTo>
                      <a:pt x="114046" y="1"/>
                    </a:moveTo>
                    <a:lnTo>
                      <a:pt x="114046" y="1239"/>
                    </a:lnTo>
                    <a:lnTo>
                      <a:pt x="114579" y="1239"/>
                    </a:lnTo>
                    <a:lnTo>
                      <a:pt x="114579" y="3167"/>
                    </a:lnTo>
                    <a:lnTo>
                      <a:pt x="109877" y="3167"/>
                    </a:lnTo>
                    <a:lnTo>
                      <a:pt x="109877" y="2728"/>
                    </a:lnTo>
                    <a:lnTo>
                      <a:pt x="108984" y="2728"/>
                    </a:lnTo>
                    <a:lnTo>
                      <a:pt x="108984" y="1913"/>
                    </a:lnTo>
                    <a:cubicBezTo>
                      <a:pt x="108984" y="1411"/>
                      <a:pt x="108513" y="1004"/>
                      <a:pt x="107980" y="1098"/>
                    </a:cubicBezTo>
                    <a:lnTo>
                      <a:pt x="107980" y="1098"/>
                    </a:lnTo>
                    <a:cubicBezTo>
                      <a:pt x="107573" y="1161"/>
                      <a:pt x="107291" y="1553"/>
                      <a:pt x="107291" y="1960"/>
                    </a:cubicBezTo>
                    <a:lnTo>
                      <a:pt x="107291" y="1960"/>
                    </a:lnTo>
                    <a:lnTo>
                      <a:pt x="107291" y="2728"/>
                    </a:lnTo>
                    <a:lnTo>
                      <a:pt x="106397" y="2728"/>
                    </a:lnTo>
                    <a:lnTo>
                      <a:pt x="106397" y="3167"/>
                    </a:lnTo>
                    <a:lnTo>
                      <a:pt x="105237" y="3167"/>
                    </a:lnTo>
                    <a:lnTo>
                      <a:pt x="105237" y="1615"/>
                    </a:lnTo>
                    <a:lnTo>
                      <a:pt x="103921" y="1615"/>
                    </a:lnTo>
                    <a:lnTo>
                      <a:pt x="103921" y="3167"/>
                    </a:lnTo>
                    <a:lnTo>
                      <a:pt x="100112" y="3167"/>
                    </a:lnTo>
                    <a:lnTo>
                      <a:pt x="100112" y="1521"/>
                    </a:lnTo>
                    <a:cubicBezTo>
                      <a:pt x="100112" y="675"/>
                      <a:pt x="99438" y="1"/>
                      <a:pt x="98591" y="1"/>
                    </a:cubicBezTo>
                    <a:lnTo>
                      <a:pt x="98591" y="1"/>
                    </a:lnTo>
                    <a:lnTo>
                      <a:pt x="88403" y="1"/>
                    </a:lnTo>
                    <a:cubicBezTo>
                      <a:pt x="87870" y="1"/>
                      <a:pt x="87431" y="440"/>
                      <a:pt x="87463" y="988"/>
                    </a:cubicBezTo>
                    <a:lnTo>
                      <a:pt x="87463" y="988"/>
                    </a:lnTo>
                    <a:cubicBezTo>
                      <a:pt x="87494" y="1490"/>
                      <a:pt x="87949" y="1882"/>
                      <a:pt x="88466" y="1882"/>
                    </a:cubicBezTo>
                    <a:lnTo>
                      <a:pt x="88466" y="1882"/>
                    </a:lnTo>
                    <a:lnTo>
                      <a:pt x="92149" y="1882"/>
                    </a:lnTo>
                    <a:cubicBezTo>
                      <a:pt x="92964" y="1882"/>
                      <a:pt x="93638" y="2540"/>
                      <a:pt x="93638" y="3355"/>
                    </a:cubicBezTo>
                    <a:lnTo>
                      <a:pt x="93638" y="3355"/>
                    </a:lnTo>
                    <a:lnTo>
                      <a:pt x="93638" y="5785"/>
                    </a:lnTo>
                    <a:cubicBezTo>
                      <a:pt x="93638" y="5988"/>
                      <a:pt x="93466" y="6161"/>
                      <a:pt x="93247" y="6161"/>
                    </a:cubicBezTo>
                    <a:lnTo>
                      <a:pt x="93247" y="6161"/>
                    </a:lnTo>
                    <a:lnTo>
                      <a:pt x="88293" y="6161"/>
                    </a:lnTo>
                    <a:cubicBezTo>
                      <a:pt x="87839" y="6161"/>
                      <a:pt x="87463" y="6537"/>
                      <a:pt x="87463" y="6992"/>
                    </a:cubicBezTo>
                    <a:lnTo>
                      <a:pt x="87463" y="6992"/>
                    </a:lnTo>
                    <a:lnTo>
                      <a:pt x="87463" y="9468"/>
                    </a:lnTo>
                    <a:cubicBezTo>
                      <a:pt x="87463" y="10299"/>
                      <a:pt x="87823" y="11036"/>
                      <a:pt x="88403" y="11537"/>
                    </a:cubicBezTo>
                    <a:lnTo>
                      <a:pt x="88403" y="11537"/>
                    </a:lnTo>
                    <a:cubicBezTo>
                      <a:pt x="88388" y="11615"/>
                      <a:pt x="88388" y="11678"/>
                      <a:pt x="88372" y="11741"/>
                    </a:cubicBezTo>
                    <a:lnTo>
                      <a:pt x="88372" y="11741"/>
                    </a:lnTo>
                    <a:lnTo>
                      <a:pt x="85221" y="11741"/>
                    </a:lnTo>
                    <a:lnTo>
                      <a:pt x="85221" y="3512"/>
                    </a:lnTo>
                    <a:cubicBezTo>
                      <a:pt x="85221" y="2430"/>
                      <a:pt x="84359" y="1553"/>
                      <a:pt x="83278" y="1553"/>
                    </a:cubicBezTo>
                    <a:lnTo>
                      <a:pt x="83278" y="1553"/>
                    </a:lnTo>
                    <a:lnTo>
                      <a:pt x="46083" y="1553"/>
                    </a:lnTo>
                    <a:cubicBezTo>
                      <a:pt x="45017" y="1553"/>
                      <a:pt x="44139" y="2430"/>
                      <a:pt x="44139" y="3512"/>
                    </a:cubicBezTo>
                    <a:lnTo>
                      <a:pt x="44139" y="3512"/>
                    </a:lnTo>
                    <a:lnTo>
                      <a:pt x="44139" y="10330"/>
                    </a:lnTo>
                    <a:lnTo>
                      <a:pt x="42211" y="10330"/>
                    </a:lnTo>
                    <a:lnTo>
                      <a:pt x="42211" y="3512"/>
                    </a:lnTo>
                    <a:cubicBezTo>
                      <a:pt x="42211" y="2430"/>
                      <a:pt x="41333" y="1553"/>
                      <a:pt x="40267" y="1553"/>
                    </a:cubicBezTo>
                    <a:lnTo>
                      <a:pt x="40267" y="1553"/>
                    </a:lnTo>
                    <a:lnTo>
                      <a:pt x="3072" y="1553"/>
                    </a:lnTo>
                    <a:cubicBezTo>
                      <a:pt x="2006" y="1553"/>
                      <a:pt x="1129" y="2430"/>
                      <a:pt x="1129" y="3512"/>
                    </a:cubicBezTo>
                    <a:lnTo>
                      <a:pt x="1129" y="3512"/>
                    </a:lnTo>
                    <a:lnTo>
                      <a:pt x="1129" y="10330"/>
                    </a:lnTo>
                    <a:lnTo>
                      <a:pt x="0" y="10330"/>
                    </a:lnTo>
                    <a:lnTo>
                      <a:pt x="0" y="11130"/>
                    </a:lnTo>
                    <a:lnTo>
                      <a:pt x="1129" y="11130"/>
                    </a:lnTo>
                    <a:lnTo>
                      <a:pt x="1129" y="12650"/>
                    </a:lnTo>
                    <a:lnTo>
                      <a:pt x="1865" y="12650"/>
                    </a:lnTo>
                    <a:cubicBezTo>
                      <a:pt x="1865" y="13481"/>
                      <a:pt x="2555" y="14170"/>
                      <a:pt x="3386" y="14170"/>
                    </a:cubicBezTo>
                    <a:lnTo>
                      <a:pt x="3386" y="14170"/>
                    </a:lnTo>
                    <a:cubicBezTo>
                      <a:pt x="4232" y="14170"/>
                      <a:pt x="4906" y="13481"/>
                      <a:pt x="4906" y="12650"/>
                    </a:cubicBezTo>
                    <a:lnTo>
                      <a:pt x="4906" y="12650"/>
                    </a:lnTo>
                    <a:lnTo>
                      <a:pt x="6113" y="12650"/>
                    </a:lnTo>
                    <a:cubicBezTo>
                      <a:pt x="6113" y="13481"/>
                      <a:pt x="6803" y="14170"/>
                      <a:pt x="7633" y="14170"/>
                    </a:cubicBezTo>
                    <a:lnTo>
                      <a:pt x="7633" y="14170"/>
                    </a:lnTo>
                    <a:cubicBezTo>
                      <a:pt x="8480" y="14170"/>
                      <a:pt x="9154" y="13481"/>
                      <a:pt x="9154" y="12650"/>
                    </a:cubicBezTo>
                    <a:lnTo>
                      <a:pt x="9154" y="12650"/>
                    </a:lnTo>
                    <a:lnTo>
                      <a:pt x="33966" y="12650"/>
                    </a:lnTo>
                    <a:cubicBezTo>
                      <a:pt x="33966" y="13481"/>
                      <a:pt x="34640" y="14170"/>
                      <a:pt x="35487" y="14170"/>
                    </a:cubicBezTo>
                    <a:lnTo>
                      <a:pt x="35487" y="14170"/>
                    </a:lnTo>
                    <a:cubicBezTo>
                      <a:pt x="36317" y="14170"/>
                      <a:pt x="37007" y="13481"/>
                      <a:pt x="37007" y="12650"/>
                    </a:cubicBezTo>
                    <a:lnTo>
                      <a:pt x="37007" y="12650"/>
                    </a:lnTo>
                    <a:lnTo>
                      <a:pt x="38198" y="12650"/>
                    </a:lnTo>
                    <a:cubicBezTo>
                      <a:pt x="38198" y="13481"/>
                      <a:pt x="38888" y="14170"/>
                      <a:pt x="39734" y="14170"/>
                    </a:cubicBezTo>
                    <a:lnTo>
                      <a:pt x="39734" y="14170"/>
                    </a:lnTo>
                    <a:cubicBezTo>
                      <a:pt x="40565" y="14170"/>
                      <a:pt x="41255" y="13481"/>
                      <a:pt x="41255" y="12650"/>
                    </a:cubicBezTo>
                    <a:lnTo>
                      <a:pt x="41255" y="12650"/>
                    </a:lnTo>
                    <a:lnTo>
                      <a:pt x="42211" y="12650"/>
                    </a:lnTo>
                    <a:lnTo>
                      <a:pt x="42211" y="11130"/>
                    </a:lnTo>
                    <a:lnTo>
                      <a:pt x="44139" y="11130"/>
                    </a:lnTo>
                    <a:lnTo>
                      <a:pt x="44139" y="12650"/>
                    </a:lnTo>
                    <a:lnTo>
                      <a:pt x="44876" y="12650"/>
                    </a:lnTo>
                    <a:cubicBezTo>
                      <a:pt x="44876" y="13481"/>
                      <a:pt x="45565" y="14170"/>
                      <a:pt x="46412" y="14170"/>
                    </a:cubicBezTo>
                    <a:lnTo>
                      <a:pt x="46412" y="14170"/>
                    </a:lnTo>
                    <a:cubicBezTo>
                      <a:pt x="47242" y="14170"/>
                      <a:pt x="47932" y="13481"/>
                      <a:pt x="47932" y="12650"/>
                    </a:cubicBezTo>
                    <a:lnTo>
                      <a:pt x="47932" y="12650"/>
                    </a:lnTo>
                    <a:lnTo>
                      <a:pt x="49123" y="12650"/>
                    </a:lnTo>
                    <a:cubicBezTo>
                      <a:pt x="49123" y="13481"/>
                      <a:pt x="49813" y="14170"/>
                      <a:pt x="50644" y="14170"/>
                    </a:cubicBezTo>
                    <a:lnTo>
                      <a:pt x="50644" y="14170"/>
                    </a:lnTo>
                    <a:cubicBezTo>
                      <a:pt x="51490" y="14170"/>
                      <a:pt x="52164" y="13481"/>
                      <a:pt x="52164" y="12650"/>
                    </a:cubicBezTo>
                    <a:lnTo>
                      <a:pt x="52164" y="12650"/>
                    </a:lnTo>
                    <a:lnTo>
                      <a:pt x="76977" y="12650"/>
                    </a:lnTo>
                    <a:cubicBezTo>
                      <a:pt x="76977" y="13481"/>
                      <a:pt x="77651" y="14170"/>
                      <a:pt x="78497" y="14170"/>
                    </a:cubicBezTo>
                    <a:lnTo>
                      <a:pt x="78497" y="14170"/>
                    </a:lnTo>
                    <a:cubicBezTo>
                      <a:pt x="79343" y="14170"/>
                      <a:pt x="80017" y="13481"/>
                      <a:pt x="80017" y="12650"/>
                    </a:cubicBezTo>
                    <a:lnTo>
                      <a:pt x="80017" y="12650"/>
                    </a:lnTo>
                    <a:lnTo>
                      <a:pt x="81224" y="12650"/>
                    </a:lnTo>
                    <a:cubicBezTo>
                      <a:pt x="81224" y="13481"/>
                      <a:pt x="81898" y="14170"/>
                      <a:pt x="82745" y="14170"/>
                    </a:cubicBezTo>
                    <a:lnTo>
                      <a:pt x="82745" y="14170"/>
                    </a:lnTo>
                    <a:cubicBezTo>
                      <a:pt x="83575" y="14170"/>
                      <a:pt x="84265" y="13481"/>
                      <a:pt x="84265" y="12650"/>
                    </a:cubicBezTo>
                    <a:lnTo>
                      <a:pt x="84265" y="12650"/>
                    </a:lnTo>
                    <a:lnTo>
                      <a:pt x="88497" y="12650"/>
                    </a:lnTo>
                    <a:cubicBezTo>
                      <a:pt x="88811" y="13528"/>
                      <a:pt x="89657" y="14170"/>
                      <a:pt x="90645" y="14170"/>
                    </a:cubicBezTo>
                    <a:lnTo>
                      <a:pt x="90645" y="14170"/>
                    </a:lnTo>
                    <a:cubicBezTo>
                      <a:pt x="91789" y="14170"/>
                      <a:pt x="92729" y="13340"/>
                      <a:pt x="92902" y="12258"/>
                    </a:cubicBezTo>
                    <a:lnTo>
                      <a:pt x="92902" y="12258"/>
                    </a:lnTo>
                    <a:lnTo>
                      <a:pt x="94939" y="12258"/>
                    </a:lnTo>
                    <a:cubicBezTo>
                      <a:pt x="95174" y="13340"/>
                      <a:pt x="96146" y="14170"/>
                      <a:pt x="97322" y="14170"/>
                    </a:cubicBezTo>
                    <a:lnTo>
                      <a:pt x="97322" y="14170"/>
                    </a:lnTo>
                    <a:cubicBezTo>
                      <a:pt x="98482" y="14170"/>
                      <a:pt x="99454" y="13340"/>
                      <a:pt x="99704" y="12258"/>
                    </a:cubicBezTo>
                    <a:lnTo>
                      <a:pt x="99704" y="12258"/>
                    </a:lnTo>
                    <a:lnTo>
                      <a:pt x="100535" y="12258"/>
                    </a:lnTo>
                    <a:cubicBezTo>
                      <a:pt x="100770" y="13340"/>
                      <a:pt x="101758" y="14170"/>
                      <a:pt x="102918" y="14170"/>
                    </a:cubicBezTo>
                    <a:lnTo>
                      <a:pt x="102918" y="14170"/>
                    </a:lnTo>
                    <a:cubicBezTo>
                      <a:pt x="104093" y="14170"/>
                      <a:pt x="105065" y="13340"/>
                      <a:pt x="105300" y="12258"/>
                    </a:cubicBezTo>
                    <a:lnTo>
                      <a:pt x="105300" y="12258"/>
                    </a:lnTo>
                    <a:lnTo>
                      <a:pt x="106601" y="12258"/>
                    </a:lnTo>
                    <a:cubicBezTo>
                      <a:pt x="106836" y="13340"/>
                      <a:pt x="107808" y="14170"/>
                      <a:pt x="108984" y="14170"/>
                    </a:cubicBezTo>
                    <a:lnTo>
                      <a:pt x="108984" y="14170"/>
                    </a:lnTo>
                    <a:cubicBezTo>
                      <a:pt x="110143" y="14170"/>
                      <a:pt x="111115" y="13340"/>
                      <a:pt x="111366" y="12258"/>
                    </a:cubicBezTo>
                    <a:lnTo>
                      <a:pt x="111366" y="12258"/>
                    </a:lnTo>
                    <a:lnTo>
                      <a:pt x="112197" y="12258"/>
                    </a:lnTo>
                    <a:cubicBezTo>
                      <a:pt x="112448" y="13340"/>
                      <a:pt x="113419" y="14170"/>
                      <a:pt x="114579" y="14170"/>
                    </a:cubicBezTo>
                    <a:lnTo>
                      <a:pt x="114579" y="14170"/>
                    </a:lnTo>
                    <a:cubicBezTo>
                      <a:pt x="115755" y="14170"/>
                      <a:pt x="116727" y="13340"/>
                      <a:pt x="116962" y="12258"/>
                    </a:cubicBezTo>
                    <a:lnTo>
                      <a:pt x="116962" y="12258"/>
                    </a:lnTo>
                    <a:lnTo>
                      <a:pt x="117244" y="12258"/>
                    </a:lnTo>
                    <a:cubicBezTo>
                      <a:pt x="117056" y="12525"/>
                      <a:pt x="116977" y="12854"/>
                      <a:pt x="117056" y="13230"/>
                    </a:cubicBezTo>
                    <a:lnTo>
                      <a:pt x="117056" y="13230"/>
                    </a:lnTo>
                    <a:cubicBezTo>
                      <a:pt x="117166" y="13684"/>
                      <a:pt x="117542" y="14061"/>
                      <a:pt x="118012" y="14139"/>
                    </a:cubicBezTo>
                    <a:lnTo>
                      <a:pt x="118012" y="14139"/>
                    </a:lnTo>
                    <a:cubicBezTo>
                      <a:pt x="118655" y="14264"/>
                      <a:pt x="119219" y="13888"/>
                      <a:pt x="119391" y="13324"/>
                    </a:cubicBezTo>
                    <a:lnTo>
                      <a:pt x="119391" y="13324"/>
                    </a:lnTo>
                    <a:cubicBezTo>
                      <a:pt x="122369" y="13308"/>
                      <a:pt x="123028" y="12556"/>
                      <a:pt x="123028" y="12556"/>
                    </a:cubicBezTo>
                    <a:lnTo>
                      <a:pt x="123028" y="12556"/>
                    </a:lnTo>
                    <a:lnTo>
                      <a:pt x="119783" y="9108"/>
                    </a:lnTo>
                    <a:lnTo>
                      <a:pt x="118749" y="9108"/>
                    </a:lnTo>
                    <a:cubicBezTo>
                      <a:pt x="120128" y="8841"/>
                      <a:pt x="121178" y="7619"/>
                      <a:pt x="121178" y="6161"/>
                    </a:cubicBezTo>
                    <a:lnTo>
                      <a:pt x="121178" y="6161"/>
                    </a:lnTo>
                    <a:cubicBezTo>
                      <a:pt x="121178" y="5330"/>
                      <a:pt x="120849" y="4578"/>
                      <a:pt x="120300" y="4045"/>
                    </a:cubicBezTo>
                    <a:lnTo>
                      <a:pt x="120300" y="4045"/>
                    </a:lnTo>
                    <a:cubicBezTo>
                      <a:pt x="119752" y="3496"/>
                      <a:pt x="118999" y="3167"/>
                      <a:pt x="118184" y="3167"/>
                    </a:cubicBezTo>
                    <a:lnTo>
                      <a:pt x="118184" y="3167"/>
                    </a:lnTo>
                    <a:lnTo>
                      <a:pt x="116068" y="3167"/>
                    </a:lnTo>
                    <a:lnTo>
                      <a:pt x="116068" y="1239"/>
                    </a:lnTo>
                    <a:lnTo>
                      <a:pt x="116601" y="1239"/>
                    </a:lnTo>
                    <a:lnTo>
                      <a:pt x="116601" y="1"/>
                    </a:lnTo>
                    <a:close/>
                    <a:moveTo>
                      <a:pt x="58214" y="11130"/>
                    </a:moveTo>
                    <a:lnTo>
                      <a:pt x="71146" y="11130"/>
                    </a:lnTo>
                    <a:lnTo>
                      <a:pt x="71146" y="11741"/>
                    </a:lnTo>
                    <a:lnTo>
                      <a:pt x="58214" y="11741"/>
                    </a:lnTo>
                    <a:close/>
                    <a:moveTo>
                      <a:pt x="15204" y="11130"/>
                    </a:moveTo>
                    <a:lnTo>
                      <a:pt x="28135" y="11130"/>
                    </a:lnTo>
                    <a:lnTo>
                      <a:pt x="28135" y="11741"/>
                    </a:lnTo>
                    <a:lnTo>
                      <a:pt x="15204" y="11741"/>
                    </a:lnTo>
                    <a:close/>
                  </a:path>
                </a:pathLst>
              </a:custGeom>
              <a:solidFill>
                <a:srgbClr val="0913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dirty="0"/>
              </a:p>
            </p:txBody>
          </p:sp>
          <p:sp>
            <p:nvSpPr>
              <p:cNvPr id="46" name="Google Shape;1119;p30">
                <a:extLst>
                  <a:ext uri="{FF2B5EF4-FFF2-40B4-BE49-F238E27FC236}">
                    <a16:creationId xmlns:a16="http://schemas.microsoft.com/office/drawing/2014/main" id="{5858C2D6-5814-82AE-5168-1EA9C6488032}"/>
                  </a:ext>
                </a:extLst>
              </p:cNvPr>
              <p:cNvSpPr/>
              <p:nvPr/>
            </p:nvSpPr>
            <p:spPr>
              <a:xfrm>
                <a:off x="6345450" y="3293600"/>
                <a:ext cx="84275" cy="84275"/>
              </a:xfrm>
              <a:custGeom>
                <a:avLst/>
                <a:gdLst/>
                <a:ahLst/>
                <a:cxnLst/>
                <a:rect l="l" t="t" r="r" b="b"/>
                <a:pathLst>
                  <a:path w="3371" h="3371" extrusionOk="0">
                    <a:moveTo>
                      <a:pt x="1050" y="0"/>
                    </a:moveTo>
                    <a:cubicBezTo>
                      <a:pt x="470" y="0"/>
                      <a:pt x="0" y="470"/>
                      <a:pt x="0" y="1050"/>
                    </a:cubicBezTo>
                    <a:lnTo>
                      <a:pt x="0" y="2320"/>
                    </a:lnTo>
                    <a:cubicBezTo>
                      <a:pt x="0" y="2900"/>
                      <a:pt x="470" y="3370"/>
                      <a:pt x="1050" y="3370"/>
                    </a:cubicBezTo>
                    <a:lnTo>
                      <a:pt x="2320" y="3370"/>
                    </a:lnTo>
                    <a:cubicBezTo>
                      <a:pt x="2900" y="3370"/>
                      <a:pt x="3370" y="2900"/>
                      <a:pt x="3370" y="2320"/>
                    </a:cubicBezTo>
                    <a:lnTo>
                      <a:pt x="3370" y="1050"/>
                    </a:lnTo>
                    <a:cubicBezTo>
                      <a:pt x="3370" y="470"/>
                      <a:pt x="2900" y="0"/>
                      <a:pt x="232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47" name="Google Shape;1120;p30">
                <a:extLst>
                  <a:ext uri="{FF2B5EF4-FFF2-40B4-BE49-F238E27FC236}">
                    <a16:creationId xmlns:a16="http://schemas.microsoft.com/office/drawing/2014/main" id="{36CFF150-4C63-3C84-1079-C952E3284BE4}"/>
                  </a:ext>
                </a:extLst>
              </p:cNvPr>
              <p:cNvSpPr/>
              <p:nvPr/>
            </p:nvSpPr>
            <p:spPr>
              <a:xfrm>
                <a:off x="5924600" y="3351575"/>
                <a:ext cx="74475" cy="70575"/>
              </a:xfrm>
              <a:custGeom>
                <a:avLst/>
                <a:gdLst/>
                <a:ahLst/>
                <a:cxnLst/>
                <a:rect l="l" t="t" r="r" b="b"/>
                <a:pathLst>
                  <a:path w="2979" h="2823" extrusionOk="0">
                    <a:moveTo>
                      <a:pt x="1050" y="1"/>
                    </a:moveTo>
                    <a:cubicBezTo>
                      <a:pt x="470" y="1"/>
                      <a:pt x="0" y="471"/>
                      <a:pt x="0" y="1051"/>
                    </a:cubicBezTo>
                    <a:lnTo>
                      <a:pt x="0" y="1788"/>
                    </a:lnTo>
                    <a:cubicBezTo>
                      <a:pt x="0" y="2368"/>
                      <a:pt x="470" y="2822"/>
                      <a:pt x="1050" y="2822"/>
                    </a:cubicBezTo>
                    <a:lnTo>
                      <a:pt x="1944" y="2822"/>
                    </a:lnTo>
                    <a:cubicBezTo>
                      <a:pt x="2508" y="2822"/>
                      <a:pt x="2978" y="2368"/>
                      <a:pt x="2978" y="1788"/>
                    </a:cubicBezTo>
                    <a:lnTo>
                      <a:pt x="2978" y="1051"/>
                    </a:lnTo>
                    <a:cubicBezTo>
                      <a:pt x="2978" y="471"/>
                      <a:pt x="2508"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48" name="Google Shape;1121;p30">
                <a:extLst>
                  <a:ext uri="{FF2B5EF4-FFF2-40B4-BE49-F238E27FC236}">
                    <a16:creationId xmlns:a16="http://schemas.microsoft.com/office/drawing/2014/main" id="{6475D4B1-C03C-4B9D-1803-C76D5E8C931D}"/>
                  </a:ext>
                </a:extLst>
              </p:cNvPr>
              <p:cNvSpPr/>
              <p:nvPr/>
            </p:nvSpPr>
            <p:spPr>
              <a:xfrm>
                <a:off x="5812125" y="3351575"/>
                <a:ext cx="74475" cy="70575"/>
              </a:xfrm>
              <a:custGeom>
                <a:avLst/>
                <a:gdLst/>
                <a:ahLst/>
                <a:cxnLst/>
                <a:rect l="l" t="t" r="r" b="b"/>
                <a:pathLst>
                  <a:path w="2979" h="2823" extrusionOk="0">
                    <a:moveTo>
                      <a:pt x="1035" y="1"/>
                    </a:moveTo>
                    <a:cubicBezTo>
                      <a:pt x="455" y="1"/>
                      <a:pt x="0" y="471"/>
                      <a:pt x="0" y="1051"/>
                    </a:cubicBezTo>
                    <a:lnTo>
                      <a:pt x="0" y="1788"/>
                    </a:lnTo>
                    <a:cubicBezTo>
                      <a:pt x="0" y="2368"/>
                      <a:pt x="455" y="2822"/>
                      <a:pt x="1035" y="2822"/>
                    </a:cubicBezTo>
                    <a:lnTo>
                      <a:pt x="1928" y="2822"/>
                    </a:lnTo>
                    <a:cubicBezTo>
                      <a:pt x="2508" y="2822"/>
                      <a:pt x="2979" y="2368"/>
                      <a:pt x="2979" y="1788"/>
                    </a:cubicBezTo>
                    <a:lnTo>
                      <a:pt x="2979" y="1051"/>
                    </a:lnTo>
                    <a:cubicBezTo>
                      <a:pt x="2979" y="471"/>
                      <a:pt x="2508" y="1"/>
                      <a:pt x="192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49" name="Google Shape;1122;p30">
                <a:extLst>
                  <a:ext uri="{FF2B5EF4-FFF2-40B4-BE49-F238E27FC236}">
                    <a16:creationId xmlns:a16="http://schemas.microsoft.com/office/drawing/2014/main" id="{EECB3C42-8F53-EA14-4438-6343A4A9AD2D}"/>
                  </a:ext>
                </a:extLst>
              </p:cNvPr>
              <p:cNvSpPr/>
              <p:nvPr/>
            </p:nvSpPr>
            <p:spPr>
              <a:xfrm>
                <a:off x="5703575" y="3351575"/>
                <a:ext cx="74475" cy="70575"/>
              </a:xfrm>
              <a:custGeom>
                <a:avLst/>
                <a:gdLst/>
                <a:ahLst/>
                <a:cxnLst/>
                <a:rect l="l" t="t" r="r" b="b"/>
                <a:pathLst>
                  <a:path w="2979" h="2823" extrusionOk="0">
                    <a:moveTo>
                      <a:pt x="1051" y="1"/>
                    </a:moveTo>
                    <a:cubicBezTo>
                      <a:pt x="471" y="1"/>
                      <a:pt x="1" y="471"/>
                      <a:pt x="1" y="1051"/>
                    </a:cubicBezTo>
                    <a:lnTo>
                      <a:pt x="1" y="1788"/>
                    </a:lnTo>
                    <a:cubicBezTo>
                      <a:pt x="1" y="2368"/>
                      <a:pt x="471" y="2822"/>
                      <a:pt x="1051" y="2822"/>
                    </a:cubicBezTo>
                    <a:lnTo>
                      <a:pt x="1944" y="2822"/>
                    </a:lnTo>
                    <a:cubicBezTo>
                      <a:pt x="2524" y="2822"/>
                      <a:pt x="2979" y="2368"/>
                      <a:pt x="2979" y="1788"/>
                    </a:cubicBezTo>
                    <a:lnTo>
                      <a:pt x="2979" y="1051"/>
                    </a:lnTo>
                    <a:cubicBezTo>
                      <a:pt x="2979"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50" name="Google Shape;1123;p30">
                <a:extLst>
                  <a:ext uri="{FF2B5EF4-FFF2-40B4-BE49-F238E27FC236}">
                    <a16:creationId xmlns:a16="http://schemas.microsoft.com/office/drawing/2014/main" id="{2AD03F04-7F10-B0A1-9582-608A181F5204}"/>
                  </a:ext>
                </a:extLst>
              </p:cNvPr>
              <p:cNvSpPr/>
              <p:nvPr/>
            </p:nvSpPr>
            <p:spPr>
              <a:xfrm>
                <a:off x="5595425" y="3351575"/>
                <a:ext cx="74475" cy="70575"/>
              </a:xfrm>
              <a:custGeom>
                <a:avLst/>
                <a:gdLst/>
                <a:ahLst/>
                <a:cxnLst/>
                <a:rect l="l" t="t" r="r" b="b"/>
                <a:pathLst>
                  <a:path w="2979" h="2823" extrusionOk="0">
                    <a:moveTo>
                      <a:pt x="1035" y="1"/>
                    </a:moveTo>
                    <a:cubicBezTo>
                      <a:pt x="455" y="1"/>
                      <a:pt x="1" y="471"/>
                      <a:pt x="1" y="1051"/>
                    </a:cubicBezTo>
                    <a:lnTo>
                      <a:pt x="1" y="1788"/>
                    </a:lnTo>
                    <a:cubicBezTo>
                      <a:pt x="1" y="2368"/>
                      <a:pt x="455" y="2822"/>
                      <a:pt x="1035" y="2822"/>
                    </a:cubicBezTo>
                    <a:lnTo>
                      <a:pt x="1929" y="2822"/>
                    </a:lnTo>
                    <a:cubicBezTo>
                      <a:pt x="2508" y="2822"/>
                      <a:pt x="2979" y="2368"/>
                      <a:pt x="2979" y="1788"/>
                    </a:cubicBezTo>
                    <a:lnTo>
                      <a:pt x="2979" y="1051"/>
                    </a:lnTo>
                    <a:cubicBezTo>
                      <a:pt x="2979" y="471"/>
                      <a:pt x="2508" y="1"/>
                      <a:pt x="19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51" name="Google Shape;1124;p30">
                <a:extLst>
                  <a:ext uri="{FF2B5EF4-FFF2-40B4-BE49-F238E27FC236}">
                    <a16:creationId xmlns:a16="http://schemas.microsoft.com/office/drawing/2014/main" id="{71E59AE5-E671-BFB3-6F3D-F4D89E197DB2}"/>
                  </a:ext>
                </a:extLst>
              </p:cNvPr>
              <p:cNvSpPr/>
              <p:nvPr/>
            </p:nvSpPr>
            <p:spPr>
              <a:xfrm>
                <a:off x="5486875" y="3351575"/>
                <a:ext cx="74475" cy="70575"/>
              </a:xfrm>
              <a:custGeom>
                <a:avLst/>
                <a:gdLst/>
                <a:ahLst/>
                <a:cxnLst/>
                <a:rect l="l" t="t" r="r" b="b"/>
                <a:pathLst>
                  <a:path w="2979" h="2823" extrusionOk="0">
                    <a:moveTo>
                      <a:pt x="1051" y="1"/>
                    </a:moveTo>
                    <a:cubicBezTo>
                      <a:pt x="471" y="1"/>
                      <a:pt x="1" y="471"/>
                      <a:pt x="1" y="1051"/>
                    </a:cubicBezTo>
                    <a:lnTo>
                      <a:pt x="1" y="1788"/>
                    </a:lnTo>
                    <a:cubicBezTo>
                      <a:pt x="1" y="2368"/>
                      <a:pt x="471" y="2822"/>
                      <a:pt x="1051" y="2822"/>
                    </a:cubicBezTo>
                    <a:lnTo>
                      <a:pt x="1944" y="2822"/>
                    </a:lnTo>
                    <a:cubicBezTo>
                      <a:pt x="2509" y="2822"/>
                      <a:pt x="2979" y="2368"/>
                      <a:pt x="2979" y="1788"/>
                    </a:cubicBezTo>
                    <a:lnTo>
                      <a:pt x="2979" y="1051"/>
                    </a:lnTo>
                    <a:cubicBezTo>
                      <a:pt x="2979" y="471"/>
                      <a:pt x="2509"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52" name="Google Shape;1125;p30">
                <a:extLst>
                  <a:ext uri="{FF2B5EF4-FFF2-40B4-BE49-F238E27FC236}">
                    <a16:creationId xmlns:a16="http://schemas.microsoft.com/office/drawing/2014/main" id="{C041C3E8-29CC-3F36-E9D6-5E0477478E9F}"/>
                  </a:ext>
                </a:extLst>
              </p:cNvPr>
              <p:cNvSpPr/>
              <p:nvPr/>
            </p:nvSpPr>
            <p:spPr>
              <a:xfrm>
                <a:off x="5378350" y="3351575"/>
                <a:ext cx="74850" cy="70575"/>
              </a:xfrm>
              <a:custGeom>
                <a:avLst/>
                <a:gdLst/>
                <a:ahLst/>
                <a:cxnLst/>
                <a:rect l="l" t="t" r="r" b="b"/>
                <a:pathLst>
                  <a:path w="2994" h="2823" extrusionOk="0">
                    <a:moveTo>
                      <a:pt x="1050" y="1"/>
                    </a:moveTo>
                    <a:cubicBezTo>
                      <a:pt x="470" y="1"/>
                      <a:pt x="0" y="471"/>
                      <a:pt x="0" y="1051"/>
                    </a:cubicBezTo>
                    <a:lnTo>
                      <a:pt x="0" y="1788"/>
                    </a:lnTo>
                    <a:cubicBezTo>
                      <a:pt x="0" y="2368"/>
                      <a:pt x="470" y="2822"/>
                      <a:pt x="1050"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53" name="Google Shape;1126;p30">
                <a:extLst>
                  <a:ext uri="{FF2B5EF4-FFF2-40B4-BE49-F238E27FC236}">
                    <a16:creationId xmlns:a16="http://schemas.microsoft.com/office/drawing/2014/main" id="{440D31BA-D2FA-8C55-9426-F702B95C36C6}"/>
                  </a:ext>
                </a:extLst>
              </p:cNvPr>
              <p:cNvSpPr/>
              <p:nvPr/>
            </p:nvSpPr>
            <p:spPr>
              <a:xfrm>
                <a:off x="5270175" y="3351575"/>
                <a:ext cx="74500" cy="70575"/>
              </a:xfrm>
              <a:custGeom>
                <a:avLst/>
                <a:gdLst/>
                <a:ahLst/>
                <a:cxnLst/>
                <a:rect l="l" t="t" r="r" b="b"/>
                <a:pathLst>
                  <a:path w="2980" h="2823" extrusionOk="0">
                    <a:moveTo>
                      <a:pt x="1051" y="1"/>
                    </a:moveTo>
                    <a:cubicBezTo>
                      <a:pt x="471" y="1"/>
                      <a:pt x="1" y="471"/>
                      <a:pt x="1" y="1051"/>
                    </a:cubicBezTo>
                    <a:lnTo>
                      <a:pt x="1" y="1788"/>
                    </a:lnTo>
                    <a:cubicBezTo>
                      <a:pt x="1" y="2368"/>
                      <a:pt x="471" y="2822"/>
                      <a:pt x="1051" y="2822"/>
                    </a:cubicBezTo>
                    <a:lnTo>
                      <a:pt x="1945" y="2822"/>
                    </a:lnTo>
                    <a:cubicBezTo>
                      <a:pt x="2509" y="2822"/>
                      <a:pt x="2979" y="2368"/>
                      <a:pt x="2979" y="1788"/>
                    </a:cubicBezTo>
                    <a:lnTo>
                      <a:pt x="2979" y="1051"/>
                    </a:lnTo>
                    <a:cubicBezTo>
                      <a:pt x="2979" y="471"/>
                      <a:pt x="2509" y="1"/>
                      <a:pt x="194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54" name="Google Shape;1127;p30">
                <a:extLst>
                  <a:ext uri="{FF2B5EF4-FFF2-40B4-BE49-F238E27FC236}">
                    <a16:creationId xmlns:a16="http://schemas.microsoft.com/office/drawing/2014/main" id="{978B3ED3-A1ED-A938-6507-7E9688A8FE91}"/>
                  </a:ext>
                </a:extLst>
              </p:cNvPr>
              <p:cNvSpPr/>
              <p:nvPr/>
            </p:nvSpPr>
            <p:spPr>
              <a:xfrm>
                <a:off x="5161650" y="3351575"/>
                <a:ext cx="74850" cy="70575"/>
              </a:xfrm>
              <a:custGeom>
                <a:avLst/>
                <a:gdLst/>
                <a:ahLst/>
                <a:cxnLst/>
                <a:rect l="l" t="t" r="r" b="b"/>
                <a:pathLst>
                  <a:path w="2994" h="2823" extrusionOk="0">
                    <a:moveTo>
                      <a:pt x="1050" y="1"/>
                    </a:moveTo>
                    <a:cubicBezTo>
                      <a:pt x="470" y="1"/>
                      <a:pt x="0" y="471"/>
                      <a:pt x="0" y="1051"/>
                    </a:cubicBezTo>
                    <a:lnTo>
                      <a:pt x="0" y="1788"/>
                    </a:lnTo>
                    <a:cubicBezTo>
                      <a:pt x="0" y="2368"/>
                      <a:pt x="470" y="2822"/>
                      <a:pt x="1050"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55" name="Google Shape;1128;p30">
                <a:extLst>
                  <a:ext uri="{FF2B5EF4-FFF2-40B4-BE49-F238E27FC236}">
                    <a16:creationId xmlns:a16="http://schemas.microsoft.com/office/drawing/2014/main" id="{7CB00C71-B036-A79D-3AB7-97C89D144A80}"/>
                  </a:ext>
                </a:extLst>
              </p:cNvPr>
              <p:cNvSpPr/>
              <p:nvPr/>
            </p:nvSpPr>
            <p:spPr>
              <a:xfrm>
                <a:off x="4849325" y="3351575"/>
                <a:ext cx="74475" cy="70575"/>
              </a:xfrm>
              <a:custGeom>
                <a:avLst/>
                <a:gdLst/>
                <a:ahLst/>
                <a:cxnLst/>
                <a:rect l="l" t="t" r="r" b="b"/>
                <a:pathLst>
                  <a:path w="2979" h="2823" extrusionOk="0">
                    <a:moveTo>
                      <a:pt x="1035" y="1"/>
                    </a:moveTo>
                    <a:cubicBezTo>
                      <a:pt x="471" y="1"/>
                      <a:pt x="1" y="471"/>
                      <a:pt x="1" y="1051"/>
                    </a:cubicBezTo>
                    <a:lnTo>
                      <a:pt x="1" y="1788"/>
                    </a:lnTo>
                    <a:cubicBezTo>
                      <a:pt x="1" y="2368"/>
                      <a:pt x="471" y="2822"/>
                      <a:pt x="1035" y="2822"/>
                    </a:cubicBezTo>
                    <a:lnTo>
                      <a:pt x="1929" y="2822"/>
                    </a:lnTo>
                    <a:cubicBezTo>
                      <a:pt x="2509" y="2822"/>
                      <a:pt x="2979" y="2368"/>
                      <a:pt x="2979" y="1788"/>
                    </a:cubicBezTo>
                    <a:lnTo>
                      <a:pt x="2979" y="1051"/>
                    </a:lnTo>
                    <a:cubicBezTo>
                      <a:pt x="2979" y="471"/>
                      <a:pt x="2509" y="1"/>
                      <a:pt x="19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56" name="Google Shape;1129;p30">
                <a:extLst>
                  <a:ext uri="{FF2B5EF4-FFF2-40B4-BE49-F238E27FC236}">
                    <a16:creationId xmlns:a16="http://schemas.microsoft.com/office/drawing/2014/main" id="{2A368905-6981-CB27-0EC2-C5C9F8ACDA6F}"/>
                  </a:ext>
                </a:extLst>
              </p:cNvPr>
              <p:cNvSpPr/>
              <p:nvPr/>
            </p:nvSpPr>
            <p:spPr>
              <a:xfrm>
                <a:off x="4736475" y="3351575"/>
                <a:ext cx="74875" cy="70575"/>
              </a:xfrm>
              <a:custGeom>
                <a:avLst/>
                <a:gdLst/>
                <a:ahLst/>
                <a:cxnLst/>
                <a:rect l="l" t="t" r="r" b="b"/>
                <a:pathLst>
                  <a:path w="2995" h="2823" extrusionOk="0">
                    <a:moveTo>
                      <a:pt x="1051" y="1"/>
                    </a:moveTo>
                    <a:cubicBezTo>
                      <a:pt x="471" y="1"/>
                      <a:pt x="0" y="471"/>
                      <a:pt x="0" y="1051"/>
                    </a:cubicBezTo>
                    <a:lnTo>
                      <a:pt x="0" y="1788"/>
                    </a:lnTo>
                    <a:cubicBezTo>
                      <a:pt x="0" y="2368"/>
                      <a:pt x="471" y="2822"/>
                      <a:pt x="1051"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57" name="Google Shape;1130;p30">
                <a:extLst>
                  <a:ext uri="{FF2B5EF4-FFF2-40B4-BE49-F238E27FC236}">
                    <a16:creationId xmlns:a16="http://schemas.microsoft.com/office/drawing/2014/main" id="{02E9634D-90CD-20D1-9E7C-94041C2DB4F2}"/>
                  </a:ext>
                </a:extLst>
              </p:cNvPr>
              <p:cNvSpPr/>
              <p:nvPr/>
            </p:nvSpPr>
            <p:spPr>
              <a:xfrm>
                <a:off x="4628325" y="3351575"/>
                <a:ext cx="74475" cy="70575"/>
              </a:xfrm>
              <a:custGeom>
                <a:avLst/>
                <a:gdLst/>
                <a:ahLst/>
                <a:cxnLst/>
                <a:rect l="l" t="t" r="r" b="b"/>
                <a:pathLst>
                  <a:path w="2979" h="2823" extrusionOk="0">
                    <a:moveTo>
                      <a:pt x="1051" y="1"/>
                    </a:moveTo>
                    <a:cubicBezTo>
                      <a:pt x="471" y="1"/>
                      <a:pt x="0" y="471"/>
                      <a:pt x="0" y="1051"/>
                    </a:cubicBezTo>
                    <a:lnTo>
                      <a:pt x="0" y="1788"/>
                    </a:lnTo>
                    <a:cubicBezTo>
                      <a:pt x="0" y="2368"/>
                      <a:pt x="471" y="2822"/>
                      <a:pt x="1051" y="2822"/>
                    </a:cubicBezTo>
                    <a:lnTo>
                      <a:pt x="1944" y="2822"/>
                    </a:lnTo>
                    <a:cubicBezTo>
                      <a:pt x="2508" y="2822"/>
                      <a:pt x="2978" y="2368"/>
                      <a:pt x="2978" y="1788"/>
                    </a:cubicBezTo>
                    <a:lnTo>
                      <a:pt x="2978" y="1051"/>
                    </a:lnTo>
                    <a:cubicBezTo>
                      <a:pt x="2978" y="471"/>
                      <a:pt x="2508"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58" name="Google Shape;1131;p30">
                <a:extLst>
                  <a:ext uri="{FF2B5EF4-FFF2-40B4-BE49-F238E27FC236}">
                    <a16:creationId xmlns:a16="http://schemas.microsoft.com/office/drawing/2014/main" id="{508D4C9A-9AE1-1FFA-7EA5-AD897D20C004}"/>
                  </a:ext>
                </a:extLst>
              </p:cNvPr>
              <p:cNvSpPr/>
              <p:nvPr/>
            </p:nvSpPr>
            <p:spPr>
              <a:xfrm>
                <a:off x="4519775" y="3351575"/>
                <a:ext cx="74875" cy="70575"/>
              </a:xfrm>
              <a:custGeom>
                <a:avLst/>
                <a:gdLst/>
                <a:ahLst/>
                <a:cxnLst/>
                <a:rect l="l" t="t" r="r" b="b"/>
                <a:pathLst>
                  <a:path w="2995" h="2823" extrusionOk="0">
                    <a:moveTo>
                      <a:pt x="1051" y="1"/>
                    </a:moveTo>
                    <a:cubicBezTo>
                      <a:pt x="471" y="1"/>
                      <a:pt x="1" y="471"/>
                      <a:pt x="1" y="1051"/>
                    </a:cubicBezTo>
                    <a:lnTo>
                      <a:pt x="1" y="1788"/>
                    </a:lnTo>
                    <a:cubicBezTo>
                      <a:pt x="1" y="2368"/>
                      <a:pt x="471" y="2822"/>
                      <a:pt x="1051"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59" name="Google Shape;1132;p30">
                <a:extLst>
                  <a:ext uri="{FF2B5EF4-FFF2-40B4-BE49-F238E27FC236}">
                    <a16:creationId xmlns:a16="http://schemas.microsoft.com/office/drawing/2014/main" id="{188B573F-71EF-48A3-26B0-DB12AFB7624D}"/>
                  </a:ext>
                </a:extLst>
              </p:cNvPr>
              <p:cNvSpPr/>
              <p:nvPr/>
            </p:nvSpPr>
            <p:spPr>
              <a:xfrm>
                <a:off x="4411625" y="3351575"/>
                <a:ext cx="74475" cy="70575"/>
              </a:xfrm>
              <a:custGeom>
                <a:avLst/>
                <a:gdLst/>
                <a:ahLst/>
                <a:cxnLst/>
                <a:rect l="l" t="t" r="r" b="b"/>
                <a:pathLst>
                  <a:path w="2979" h="2823" extrusionOk="0">
                    <a:moveTo>
                      <a:pt x="1035" y="1"/>
                    </a:moveTo>
                    <a:cubicBezTo>
                      <a:pt x="471" y="1"/>
                      <a:pt x="0" y="471"/>
                      <a:pt x="0" y="1051"/>
                    </a:cubicBezTo>
                    <a:lnTo>
                      <a:pt x="0" y="1788"/>
                    </a:lnTo>
                    <a:cubicBezTo>
                      <a:pt x="0" y="2368"/>
                      <a:pt x="471" y="2822"/>
                      <a:pt x="1035" y="2822"/>
                    </a:cubicBezTo>
                    <a:lnTo>
                      <a:pt x="1928" y="2822"/>
                    </a:lnTo>
                    <a:cubicBezTo>
                      <a:pt x="2508" y="2822"/>
                      <a:pt x="2979" y="2368"/>
                      <a:pt x="2979" y="1788"/>
                    </a:cubicBezTo>
                    <a:lnTo>
                      <a:pt x="2979" y="1051"/>
                    </a:lnTo>
                    <a:cubicBezTo>
                      <a:pt x="2979" y="471"/>
                      <a:pt x="2508" y="1"/>
                      <a:pt x="192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60" name="Google Shape;1133;p30">
                <a:extLst>
                  <a:ext uri="{FF2B5EF4-FFF2-40B4-BE49-F238E27FC236}">
                    <a16:creationId xmlns:a16="http://schemas.microsoft.com/office/drawing/2014/main" id="{8817941A-C5D3-C40B-772F-10698450CE1B}"/>
                  </a:ext>
                </a:extLst>
              </p:cNvPr>
              <p:cNvSpPr/>
              <p:nvPr/>
            </p:nvSpPr>
            <p:spPr>
              <a:xfrm>
                <a:off x="4303075" y="3351575"/>
                <a:ext cx="74875" cy="70575"/>
              </a:xfrm>
              <a:custGeom>
                <a:avLst/>
                <a:gdLst/>
                <a:ahLst/>
                <a:cxnLst/>
                <a:rect l="l" t="t" r="r" b="b"/>
                <a:pathLst>
                  <a:path w="2995" h="2823" extrusionOk="0">
                    <a:moveTo>
                      <a:pt x="1051" y="1"/>
                    </a:moveTo>
                    <a:cubicBezTo>
                      <a:pt x="471" y="1"/>
                      <a:pt x="1" y="471"/>
                      <a:pt x="1" y="1051"/>
                    </a:cubicBezTo>
                    <a:lnTo>
                      <a:pt x="1" y="1788"/>
                    </a:lnTo>
                    <a:cubicBezTo>
                      <a:pt x="1" y="2368"/>
                      <a:pt x="471" y="2822"/>
                      <a:pt x="1051"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61" name="Google Shape;1134;p30">
                <a:extLst>
                  <a:ext uri="{FF2B5EF4-FFF2-40B4-BE49-F238E27FC236}">
                    <a16:creationId xmlns:a16="http://schemas.microsoft.com/office/drawing/2014/main" id="{BD3E7C45-C32C-8FA6-58E0-3535E02CBCCA}"/>
                  </a:ext>
                </a:extLst>
              </p:cNvPr>
              <p:cNvSpPr/>
              <p:nvPr/>
            </p:nvSpPr>
            <p:spPr>
              <a:xfrm>
                <a:off x="4194925" y="3351575"/>
                <a:ext cx="74475" cy="70575"/>
              </a:xfrm>
              <a:custGeom>
                <a:avLst/>
                <a:gdLst/>
                <a:ahLst/>
                <a:cxnLst/>
                <a:rect l="l" t="t" r="r" b="b"/>
                <a:pathLst>
                  <a:path w="2979" h="2823" extrusionOk="0">
                    <a:moveTo>
                      <a:pt x="1035" y="1"/>
                    </a:moveTo>
                    <a:cubicBezTo>
                      <a:pt x="471" y="1"/>
                      <a:pt x="1" y="471"/>
                      <a:pt x="1" y="1051"/>
                    </a:cubicBezTo>
                    <a:lnTo>
                      <a:pt x="1" y="1788"/>
                    </a:lnTo>
                    <a:cubicBezTo>
                      <a:pt x="1" y="2368"/>
                      <a:pt x="471" y="2822"/>
                      <a:pt x="1035" y="2822"/>
                    </a:cubicBezTo>
                    <a:lnTo>
                      <a:pt x="1928" y="2822"/>
                    </a:lnTo>
                    <a:cubicBezTo>
                      <a:pt x="2508" y="2822"/>
                      <a:pt x="2979" y="2368"/>
                      <a:pt x="2979" y="1788"/>
                    </a:cubicBezTo>
                    <a:lnTo>
                      <a:pt x="2979" y="1051"/>
                    </a:lnTo>
                    <a:cubicBezTo>
                      <a:pt x="2979" y="471"/>
                      <a:pt x="2508" y="1"/>
                      <a:pt x="192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62" name="Google Shape;1135;p30">
                <a:extLst>
                  <a:ext uri="{FF2B5EF4-FFF2-40B4-BE49-F238E27FC236}">
                    <a16:creationId xmlns:a16="http://schemas.microsoft.com/office/drawing/2014/main" id="{F0372F91-6FA4-CBE1-0922-1046E4397026}"/>
                  </a:ext>
                </a:extLst>
              </p:cNvPr>
              <p:cNvSpPr/>
              <p:nvPr/>
            </p:nvSpPr>
            <p:spPr>
              <a:xfrm>
                <a:off x="4086375" y="3351575"/>
                <a:ext cx="74875" cy="70575"/>
              </a:xfrm>
              <a:custGeom>
                <a:avLst/>
                <a:gdLst/>
                <a:ahLst/>
                <a:cxnLst/>
                <a:rect l="l" t="t" r="r" b="b"/>
                <a:pathLst>
                  <a:path w="2995" h="2823" extrusionOk="0">
                    <a:moveTo>
                      <a:pt x="1051" y="1"/>
                    </a:moveTo>
                    <a:cubicBezTo>
                      <a:pt x="471" y="1"/>
                      <a:pt x="1" y="471"/>
                      <a:pt x="1" y="1051"/>
                    </a:cubicBezTo>
                    <a:lnTo>
                      <a:pt x="1" y="1788"/>
                    </a:lnTo>
                    <a:cubicBezTo>
                      <a:pt x="1" y="2368"/>
                      <a:pt x="471" y="2822"/>
                      <a:pt x="1051" y="2822"/>
                    </a:cubicBezTo>
                    <a:lnTo>
                      <a:pt x="1944" y="2822"/>
                    </a:lnTo>
                    <a:cubicBezTo>
                      <a:pt x="2524" y="2822"/>
                      <a:pt x="2995" y="2368"/>
                      <a:pt x="2995" y="1788"/>
                    </a:cubicBezTo>
                    <a:lnTo>
                      <a:pt x="2995" y="1051"/>
                    </a:lnTo>
                    <a:cubicBezTo>
                      <a:pt x="2995"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63" name="Google Shape;1136;p30">
                <a:extLst>
                  <a:ext uri="{FF2B5EF4-FFF2-40B4-BE49-F238E27FC236}">
                    <a16:creationId xmlns:a16="http://schemas.microsoft.com/office/drawing/2014/main" id="{94A12AB0-733B-93EC-C2E3-AD36292D96FF}"/>
                  </a:ext>
                </a:extLst>
              </p:cNvPr>
              <p:cNvSpPr/>
              <p:nvPr/>
            </p:nvSpPr>
            <p:spPr>
              <a:xfrm>
                <a:off x="4570325" y="2631750"/>
                <a:ext cx="2293575" cy="582700"/>
              </a:xfrm>
              <a:custGeom>
                <a:avLst/>
                <a:gdLst/>
                <a:ahLst/>
                <a:cxnLst/>
                <a:rect l="l" t="t" r="r" b="b"/>
                <a:pathLst>
                  <a:path w="91743" h="23308" extrusionOk="0">
                    <a:moveTo>
                      <a:pt x="23857" y="188"/>
                    </a:moveTo>
                    <a:cubicBezTo>
                      <a:pt x="21694" y="658"/>
                      <a:pt x="19813" y="1944"/>
                      <a:pt x="17854" y="2947"/>
                    </a:cubicBezTo>
                    <a:lnTo>
                      <a:pt x="17854" y="2947"/>
                    </a:lnTo>
                    <a:cubicBezTo>
                      <a:pt x="15001" y="4420"/>
                      <a:pt x="11835" y="5376"/>
                      <a:pt x="8637" y="5282"/>
                    </a:cubicBezTo>
                    <a:lnTo>
                      <a:pt x="8637" y="5282"/>
                    </a:lnTo>
                    <a:cubicBezTo>
                      <a:pt x="5440" y="5204"/>
                      <a:pt x="2211" y="4013"/>
                      <a:pt x="1" y="1709"/>
                    </a:cubicBezTo>
                    <a:lnTo>
                      <a:pt x="1" y="1709"/>
                    </a:lnTo>
                    <a:cubicBezTo>
                      <a:pt x="251" y="3339"/>
                      <a:pt x="1458" y="4467"/>
                      <a:pt x="2963" y="5173"/>
                    </a:cubicBezTo>
                    <a:lnTo>
                      <a:pt x="2963" y="5173"/>
                    </a:lnTo>
                    <a:cubicBezTo>
                      <a:pt x="6082" y="6615"/>
                      <a:pt x="9672" y="7022"/>
                      <a:pt x="13026" y="6286"/>
                    </a:cubicBezTo>
                    <a:lnTo>
                      <a:pt x="13026" y="6286"/>
                    </a:lnTo>
                    <a:cubicBezTo>
                      <a:pt x="15910" y="5643"/>
                      <a:pt x="18559" y="4232"/>
                      <a:pt x="21365" y="3323"/>
                    </a:cubicBezTo>
                    <a:lnTo>
                      <a:pt x="21365" y="3323"/>
                    </a:lnTo>
                    <a:cubicBezTo>
                      <a:pt x="24170" y="2414"/>
                      <a:pt x="27384" y="2069"/>
                      <a:pt x="29954" y="3511"/>
                    </a:cubicBezTo>
                    <a:lnTo>
                      <a:pt x="29954" y="3511"/>
                    </a:lnTo>
                    <a:cubicBezTo>
                      <a:pt x="31804" y="4546"/>
                      <a:pt x="33058" y="6364"/>
                      <a:pt x="34735" y="7649"/>
                    </a:cubicBezTo>
                    <a:lnTo>
                      <a:pt x="34735" y="7649"/>
                    </a:lnTo>
                    <a:cubicBezTo>
                      <a:pt x="39108" y="11051"/>
                      <a:pt x="45440" y="10330"/>
                      <a:pt x="50629" y="8386"/>
                    </a:cubicBezTo>
                    <a:lnTo>
                      <a:pt x="50629" y="8386"/>
                    </a:lnTo>
                    <a:cubicBezTo>
                      <a:pt x="52274" y="7775"/>
                      <a:pt x="53905" y="7038"/>
                      <a:pt x="55644" y="6803"/>
                    </a:cubicBezTo>
                    <a:lnTo>
                      <a:pt x="55644" y="6803"/>
                    </a:lnTo>
                    <a:cubicBezTo>
                      <a:pt x="57384" y="6552"/>
                      <a:pt x="59312" y="6897"/>
                      <a:pt x="60550" y="8135"/>
                    </a:cubicBezTo>
                    <a:lnTo>
                      <a:pt x="60550" y="8135"/>
                    </a:lnTo>
                    <a:cubicBezTo>
                      <a:pt x="61851" y="9452"/>
                      <a:pt x="62149" y="11489"/>
                      <a:pt x="63340" y="12916"/>
                    </a:cubicBezTo>
                    <a:lnTo>
                      <a:pt x="63340" y="12916"/>
                    </a:lnTo>
                    <a:cubicBezTo>
                      <a:pt x="64516" y="14326"/>
                      <a:pt x="66413" y="14922"/>
                      <a:pt x="68231" y="15126"/>
                    </a:cubicBezTo>
                    <a:lnTo>
                      <a:pt x="68231" y="15126"/>
                    </a:lnTo>
                    <a:cubicBezTo>
                      <a:pt x="73215" y="15690"/>
                      <a:pt x="76648" y="12571"/>
                      <a:pt x="81397" y="12383"/>
                    </a:cubicBezTo>
                    <a:lnTo>
                      <a:pt x="81397" y="12383"/>
                    </a:lnTo>
                    <a:cubicBezTo>
                      <a:pt x="83200" y="12305"/>
                      <a:pt x="85081" y="12712"/>
                      <a:pt x="86476" y="13841"/>
                    </a:cubicBezTo>
                    <a:lnTo>
                      <a:pt x="86476" y="13841"/>
                    </a:lnTo>
                    <a:cubicBezTo>
                      <a:pt x="87479" y="14656"/>
                      <a:pt x="88169" y="15800"/>
                      <a:pt x="88796" y="16944"/>
                    </a:cubicBezTo>
                    <a:lnTo>
                      <a:pt x="88796" y="16944"/>
                    </a:lnTo>
                    <a:cubicBezTo>
                      <a:pt x="89877" y="18935"/>
                      <a:pt x="90833" y="21051"/>
                      <a:pt x="91225" y="23292"/>
                    </a:cubicBezTo>
                    <a:lnTo>
                      <a:pt x="91225" y="23292"/>
                    </a:lnTo>
                    <a:lnTo>
                      <a:pt x="91398" y="23308"/>
                    </a:lnTo>
                    <a:cubicBezTo>
                      <a:pt x="91742" y="20048"/>
                      <a:pt x="91492" y="16631"/>
                      <a:pt x="89940" y="13747"/>
                    </a:cubicBezTo>
                    <a:lnTo>
                      <a:pt x="89940" y="13747"/>
                    </a:lnTo>
                    <a:cubicBezTo>
                      <a:pt x="88388" y="10862"/>
                      <a:pt x="85332" y="8637"/>
                      <a:pt x="82056" y="8746"/>
                    </a:cubicBezTo>
                    <a:lnTo>
                      <a:pt x="82056" y="8746"/>
                    </a:lnTo>
                    <a:cubicBezTo>
                      <a:pt x="79846" y="8809"/>
                      <a:pt x="77808" y="9891"/>
                      <a:pt x="75723" y="10643"/>
                    </a:cubicBezTo>
                    <a:lnTo>
                      <a:pt x="75723" y="10643"/>
                    </a:lnTo>
                    <a:cubicBezTo>
                      <a:pt x="73544" y="11411"/>
                      <a:pt x="71240" y="11819"/>
                      <a:pt x="68936" y="11850"/>
                    </a:cubicBezTo>
                    <a:lnTo>
                      <a:pt x="68936" y="11850"/>
                    </a:lnTo>
                    <a:cubicBezTo>
                      <a:pt x="67745" y="11881"/>
                      <a:pt x="66491" y="11787"/>
                      <a:pt x="65425" y="11223"/>
                    </a:cubicBezTo>
                    <a:lnTo>
                      <a:pt x="65425" y="11223"/>
                    </a:lnTo>
                    <a:cubicBezTo>
                      <a:pt x="63654" y="10314"/>
                      <a:pt x="62714" y="8370"/>
                      <a:pt x="61334" y="6944"/>
                    </a:cubicBezTo>
                    <a:lnTo>
                      <a:pt x="61334" y="6944"/>
                    </a:lnTo>
                    <a:cubicBezTo>
                      <a:pt x="57839" y="3370"/>
                      <a:pt x="51977" y="3574"/>
                      <a:pt x="47243" y="5188"/>
                    </a:cubicBezTo>
                    <a:lnTo>
                      <a:pt x="47243" y="5188"/>
                    </a:lnTo>
                    <a:cubicBezTo>
                      <a:pt x="45064" y="5925"/>
                      <a:pt x="42838" y="6913"/>
                      <a:pt x="40581" y="6521"/>
                    </a:cubicBezTo>
                    <a:lnTo>
                      <a:pt x="40581" y="6521"/>
                    </a:lnTo>
                    <a:cubicBezTo>
                      <a:pt x="39030" y="6239"/>
                      <a:pt x="37682" y="5345"/>
                      <a:pt x="36381" y="4452"/>
                    </a:cubicBezTo>
                    <a:lnTo>
                      <a:pt x="36381" y="4452"/>
                    </a:lnTo>
                    <a:cubicBezTo>
                      <a:pt x="33152" y="2273"/>
                      <a:pt x="29515" y="0"/>
                      <a:pt x="25738" y="0"/>
                    </a:cubicBezTo>
                    <a:lnTo>
                      <a:pt x="25738" y="0"/>
                    </a:lnTo>
                    <a:cubicBezTo>
                      <a:pt x="25111" y="0"/>
                      <a:pt x="24484" y="63"/>
                      <a:pt x="23857" y="188"/>
                    </a:cubicBezTo>
                  </a:path>
                </a:pathLst>
              </a:custGeom>
              <a:solidFill>
                <a:srgbClr val="FFFFFF">
                  <a:alpha val="410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grpSp>
      </p:grpSp>
    </p:spTree>
    <p:extLst>
      <p:ext uri="{BB962C8B-B14F-4D97-AF65-F5344CB8AC3E}">
        <p14:creationId xmlns:p14="http://schemas.microsoft.com/office/powerpoint/2010/main" val="23618148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41"/>
                                        </p:tgtEl>
                                        <p:attrNameLst>
                                          <p:attrName>style.visibility</p:attrName>
                                        </p:attrNameLst>
                                      </p:cBhvr>
                                      <p:to>
                                        <p:strVal val="visible"/>
                                      </p:to>
                                    </p:set>
                                    <p:anim calcmode="lin" valueType="num">
                                      <p:cBhvr additive="base">
                                        <p:cTn id="7" dur="2000" fill="hold"/>
                                        <p:tgtEl>
                                          <p:spTgt spid="41"/>
                                        </p:tgtEl>
                                        <p:attrNameLst>
                                          <p:attrName>ppt_x</p:attrName>
                                        </p:attrNameLst>
                                      </p:cBhvr>
                                      <p:tavLst>
                                        <p:tav tm="0">
                                          <p:val>
                                            <p:strVal val="0-#ppt_w/2"/>
                                          </p:val>
                                        </p:tav>
                                        <p:tav tm="100000">
                                          <p:val>
                                            <p:strVal val="#ppt_x"/>
                                          </p:val>
                                        </p:tav>
                                      </p:tavLst>
                                    </p:anim>
                                    <p:anim calcmode="lin" valueType="num">
                                      <p:cBhvr additive="base">
                                        <p:cTn id="8" dur="2000" fill="hold"/>
                                        <p:tgtEl>
                                          <p:spTgt spid="41"/>
                                        </p:tgtEl>
                                        <p:attrNameLst>
                                          <p:attrName>ppt_y</p:attrName>
                                        </p:attrNameLst>
                                      </p:cBhvr>
                                      <p:tavLst>
                                        <p:tav tm="0">
                                          <p:val>
                                            <p:strVal val="#ppt_y"/>
                                          </p:val>
                                        </p:tav>
                                        <p:tav tm="100000">
                                          <p:val>
                                            <p:strVal val="#ppt_y"/>
                                          </p:val>
                                        </p:tav>
                                      </p:tavLst>
                                    </p:anim>
                                  </p:childTnLst>
                                </p:cTn>
                              </p:par>
                            </p:childTnLst>
                          </p:cTn>
                        </p:par>
                        <p:par>
                          <p:cTn id="9" fill="hold">
                            <p:stCondLst>
                              <p:cond delay="2000"/>
                            </p:stCondLst>
                            <p:childTnLst>
                              <p:par>
                                <p:cTn id="10" presetID="2" presetClass="exit" presetSubtype="2" fill="hold" nodeType="afterEffect">
                                  <p:stCondLst>
                                    <p:cond delay="500"/>
                                  </p:stCondLst>
                                  <p:childTnLst>
                                    <p:anim calcmode="lin" valueType="num">
                                      <p:cBhvr additive="base">
                                        <p:cTn id="11" dur="2000"/>
                                        <p:tgtEl>
                                          <p:spTgt spid="41"/>
                                        </p:tgtEl>
                                        <p:attrNameLst>
                                          <p:attrName>ppt_x</p:attrName>
                                        </p:attrNameLst>
                                      </p:cBhvr>
                                      <p:tavLst>
                                        <p:tav tm="0">
                                          <p:val>
                                            <p:strVal val="ppt_x"/>
                                          </p:val>
                                        </p:tav>
                                        <p:tav tm="100000">
                                          <p:val>
                                            <p:strVal val="1+ppt_w/2"/>
                                          </p:val>
                                        </p:tav>
                                      </p:tavLst>
                                    </p:anim>
                                    <p:anim calcmode="lin" valueType="num">
                                      <p:cBhvr additive="base">
                                        <p:cTn id="12" dur="2000"/>
                                        <p:tgtEl>
                                          <p:spTgt spid="41"/>
                                        </p:tgtEl>
                                        <p:attrNameLst>
                                          <p:attrName>ppt_y</p:attrName>
                                        </p:attrNameLst>
                                      </p:cBhvr>
                                      <p:tavLst>
                                        <p:tav tm="0">
                                          <p:val>
                                            <p:strVal val="ppt_y"/>
                                          </p:val>
                                        </p:tav>
                                        <p:tav tm="100000">
                                          <p:val>
                                            <p:strVal val="ppt_y"/>
                                          </p:val>
                                        </p:tav>
                                      </p:tavLst>
                                    </p:anim>
                                    <p:set>
                                      <p:cBhvr>
                                        <p:cTn id="13" dur="1" fill="hold">
                                          <p:stCondLst>
                                            <p:cond delay="1999"/>
                                          </p:stCondLst>
                                        </p:cTn>
                                        <p:tgtEl>
                                          <p:spTgt spid="4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2"/>
          <p:cNvGrpSpPr/>
          <p:nvPr/>
        </p:nvGrpSpPr>
        <p:grpSpPr>
          <a:xfrm>
            <a:off x="-1713620" y="2390475"/>
            <a:ext cx="10890094" cy="1760625"/>
            <a:chOff x="0" y="0"/>
            <a:chExt cx="29040251" cy="4695000"/>
          </a:xfrm>
        </p:grpSpPr>
        <p:sp>
          <p:nvSpPr>
            <p:cNvPr id="6" name="Freeform 3"/>
            <p:cNvSpPr/>
            <p:nvPr/>
          </p:nvSpPr>
          <p:spPr>
            <a:xfrm>
              <a:off x="0" y="0"/>
              <a:ext cx="29040200" cy="4695063"/>
            </a:xfrm>
            <a:custGeom>
              <a:avLst/>
              <a:gdLst/>
              <a:ahLst/>
              <a:cxnLst/>
              <a:rect l="l" t="t" r="r" b="b"/>
              <a:pathLst>
                <a:path w="29040200" h="4695063">
                  <a:moveTo>
                    <a:pt x="29040200" y="0"/>
                  </a:moveTo>
                  <a:cubicBezTo>
                    <a:pt x="29040200" y="0"/>
                    <a:pt x="21527261" y="1954022"/>
                    <a:pt x="21063203" y="1968627"/>
                  </a:cubicBezTo>
                  <a:cubicBezTo>
                    <a:pt x="21060028" y="1968754"/>
                    <a:pt x="21056344" y="1968881"/>
                    <a:pt x="21052281" y="1968881"/>
                  </a:cubicBezTo>
                  <a:cubicBezTo>
                    <a:pt x="20447634" y="1968881"/>
                    <a:pt x="9251822" y="908685"/>
                    <a:pt x="7876285" y="842264"/>
                  </a:cubicBezTo>
                  <a:cubicBezTo>
                    <a:pt x="7823834" y="839724"/>
                    <a:pt x="7764017" y="838454"/>
                    <a:pt x="7697596" y="838454"/>
                  </a:cubicBezTo>
                  <a:cubicBezTo>
                    <a:pt x="6010909" y="838454"/>
                    <a:pt x="14477" y="1636395"/>
                    <a:pt x="14477" y="1636395"/>
                  </a:cubicBezTo>
                  <a:lnTo>
                    <a:pt x="0" y="4695063"/>
                  </a:lnTo>
                  <a:lnTo>
                    <a:pt x="29040200" y="4695063"/>
                  </a:lnTo>
                  <a:lnTo>
                    <a:pt x="29040200" y="0"/>
                  </a:lnTo>
                  <a:close/>
                </a:path>
              </a:pathLst>
            </a:custGeom>
            <a:solidFill>
              <a:srgbClr val="D9ECD3">
                <a:alpha val="49020"/>
              </a:srgbClr>
            </a:solidFill>
          </p:spPr>
          <p:txBody>
            <a:bodyPr/>
            <a:lstStyle/>
            <a:p>
              <a:endParaRPr lang="en-US"/>
            </a:p>
          </p:txBody>
        </p:sp>
      </p:grpSp>
      <p:grpSp>
        <p:nvGrpSpPr>
          <p:cNvPr id="7" name="Group 4"/>
          <p:cNvGrpSpPr/>
          <p:nvPr/>
        </p:nvGrpSpPr>
        <p:grpSpPr>
          <a:xfrm>
            <a:off x="-1993889" y="1030060"/>
            <a:ext cx="2666625" cy="2667025"/>
            <a:chOff x="0" y="0"/>
            <a:chExt cx="7111000" cy="7112067"/>
          </a:xfrm>
          <a:solidFill>
            <a:srgbClr val="0070C0"/>
          </a:solidFill>
        </p:grpSpPr>
        <p:sp>
          <p:nvSpPr>
            <p:cNvPr id="8" name="Freeform 5"/>
            <p:cNvSpPr/>
            <p:nvPr/>
          </p:nvSpPr>
          <p:spPr>
            <a:xfrm>
              <a:off x="127" y="127"/>
              <a:ext cx="7110985" cy="7111873"/>
            </a:xfrm>
            <a:custGeom>
              <a:avLst/>
              <a:gdLst/>
              <a:ahLst/>
              <a:cxnLst/>
              <a:rect l="l" t="t" r="r" b="b"/>
              <a:pathLst>
                <a:path w="7110985" h="7111873">
                  <a:moveTo>
                    <a:pt x="3556000" y="0"/>
                  </a:moveTo>
                  <a:cubicBezTo>
                    <a:pt x="1591437" y="0"/>
                    <a:pt x="0" y="1592580"/>
                    <a:pt x="0" y="3556000"/>
                  </a:cubicBezTo>
                  <a:cubicBezTo>
                    <a:pt x="0" y="5519420"/>
                    <a:pt x="1591437" y="7111873"/>
                    <a:pt x="3556000" y="7111873"/>
                  </a:cubicBezTo>
                  <a:cubicBezTo>
                    <a:pt x="5519420" y="7111873"/>
                    <a:pt x="7110985" y="5519420"/>
                    <a:pt x="7110985" y="3556000"/>
                  </a:cubicBezTo>
                  <a:cubicBezTo>
                    <a:pt x="7110985" y="1592580"/>
                    <a:pt x="5519420" y="0"/>
                    <a:pt x="3556000" y="0"/>
                  </a:cubicBezTo>
                  <a:close/>
                </a:path>
              </a:pathLst>
            </a:custGeom>
            <a:grpFill/>
          </p:spPr>
          <p:txBody>
            <a:bodyPr/>
            <a:lstStyle/>
            <a:p>
              <a:endParaRPr lang="en-US"/>
            </a:p>
          </p:txBody>
        </p:sp>
      </p:grpSp>
      <p:sp>
        <p:nvSpPr>
          <p:cNvPr id="30" name="Freeform 27"/>
          <p:cNvSpPr/>
          <p:nvPr/>
        </p:nvSpPr>
        <p:spPr>
          <a:xfrm>
            <a:off x="-81229" y="4968450"/>
            <a:ext cx="9424303" cy="156827"/>
          </a:xfrm>
          <a:custGeom>
            <a:avLst/>
            <a:gdLst/>
            <a:ahLst/>
            <a:cxnLst/>
            <a:rect l="l" t="t" r="r" b="b"/>
            <a:pathLst>
              <a:path w="18288000" h="271400">
                <a:moveTo>
                  <a:pt x="0" y="0"/>
                </a:moveTo>
                <a:lnTo>
                  <a:pt x="18288000" y="0"/>
                </a:lnTo>
                <a:lnTo>
                  <a:pt x="18288000" y="271400"/>
                </a:lnTo>
                <a:lnTo>
                  <a:pt x="0" y="2714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dirty="0"/>
          </a:p>
        </p:txBody>
      </p:sp>
      <p:grpSp>
        <p:nvGrpSpPr>
          <p:cNvPr id="32" name="Group 30"/>
          <p:cNvGrpSpPr/>
          <p:nvPr/>
        </p:nvGrpSpPr>
        <p:grpSpPr>
          <a:xfrm>
            <a:off x="1582075" y="175050"/>
            <a:ext cx="3403700" cy="364450"/>
            <a:chOff x="0" y="0"/>
            <a:chExt cx="9076533" cy="971867"/>
          </a:xfrm>
        </p:grpSpPr>
        <p:sp>
          <p:nvSpPr>
            <p:cNvPr id="33" name="Freeform 31"/>
            <p:cNvSpPr/>
            <p:nvPr/>
          </p:nvSpPr>
          <p:spPr>
            <a:xfrm>
              <a:off x="0" y="0"/>
              <a:ext cx="9076436" cy="971804"/>
            </a:xfrm>
            <a:custGeom>
              <a:avLst/>
              <a:gdLst/>
              <a:ahLst/>
              <a:cxnLst/>
              <a:rect l="l" t="t" r="r" b="b"/>
              <a:pathLst>
                <a:path w="9076436" h="971804">
                  <a:moveTo>
                    <a:pt x="6815201" y="0"/>
                  </a:moveTo>
                  <a:cubicBezTo>
                    <a:pt x="5504815" y="0"/>
                    <a:pt x="5145405" y="160909"/>
                    <a:pt x="5668899" y="205867"/>
                  </a:cubicBezTo>
                  <a:cubicBezTo>
                    <a:pt x="6192393" y="250825"/>
                    <a:pt x="7129780" y="526669"/>
                    <a:pt x="4275963" y="526669"/>
                  </a:cubicBezTo>
                  <a:cubicBezTo>
                    <a:pt x="3110865" y="526669"/>
                    <a:pt x="0" y="971804"/>
                    <a:pt x="4764024" y="971804"/>
                  </a:cubicBezTo>
                  <a:lnTo>
                    <a:pt x="7785989" y="971804"/>
                  </a:lnTo>
                  <a:cubicBezTo>
                    <a:pt x="9076436" y="971804"/>
                    <a:pt x="8389874" y="599821"/>
                    <a:pt x="7502779" y="599821"/>
                  </a:cubicBezTo>
                  <a:cubicBezTo>
                    <a:pt x="7081647" y="599821"/>
                    <a:pt x="8940673" y="0"/>
                    <a:pt x="6815201" y="0"/>
                  </a:cubicBezTo>
                  <a:close/>
                </a:path>
              </a:pathLst>
            </a:custGeom>
            <a:solidFill>
              <a:srgbClr val="FFFFFF">
                <a:alpha val="16863"/>
              </a:srgbClr>
            </a:solidFill>
          </p:spPr>
          <p:txBody>
            <a:bodyPr/>
            <a:lstStyle/>
            <a:p>
              <a:endParaRPr lang="en-US"/>
            </a:p>
          </p:txBody>
        </p:sp>
      </p:grpSp>
      <p:sp>
        <p:nvSpPr>
          <p:cNvPr id="34" name="Freeform 32"/>
          <p:cNvSpPr/>
          <p:nvPr/>
        </p:nvSpPr>
        <p:spPr>
          <a:xfrm>
            <a:off x="937168" y="281011"/>
            <a:ext cx="260654" cy="236427"/>
          </a:xfrm>
          <a:custGeom>
            <a:avLst/>
            <a:gdLst/>
            <a:ahLst/>
            <a:cxnLst/>
            <a:rect l="l" t="t" r="r" b="b"/>
            <a:pathLst>
              <a:path w="521307" h="472854">
                <a:moveTo>
                  <a:pt x="0" y="0"/>
                </a:moveTo>
                <a:lnTo>
                  <a:pt x="521306" y="0"/>
                </a:lnTo>
                <a:lnTo>
                  <a:pt x="521306" y="472854"/>
                </a:lnTo>
                <a:lnTo>
                  <a:pt x="0" y="47285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35" name="Freeform 33"/>
          <p:cNvSpPr/>
          <p:nvPr/>
        </p:nvSpPr>
        <p:spPr>
          <a:xfrm>
            <a:off x="7887718" y="281011"/>
            <a:ext cx="260654" cy="236427"/>
          </a:xfrm>
          <a:custGeom>
            <a:avLst/>
            <a:gdLst/>
            <a:ahLst/>
            <a:cxnLst/>
            <a:rect l="l" t="t" r="r" b="b"/>
            <a:pathLst>
              <a:path w="521307" h="472854">
                <a:moveTo>
                  <a:pt x="0" y="0"/>
                </a:moveTo>
                <a:lnTo>
                  <a:pt x="521306" y="0"/>
                </a:lnTo>
                <a:lnTo>
                  <a:pt x="521306" y="472854"/>
                </a:lnTo>
                <a:lnTo>
                  <a:pt x="0" y="47285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grpSp>
        <p:nvGrpSpPr>
          <p:cNvPr id="36" name="Group 34"/>
          <p:cNvGrpSpPr/>
          <p:nvPr/>
        </p:nvGrpSpPr>
        <p:grpSpPr>
          <a:xfrm>
            <a:off x="-1682887" y="1208938"/>
            <a:ext cx="10828625" cy="1112950"/>
            <a:chOff x="0" y="0"/>
            <a:chExt cx="28876333" cy="2967867"/>
          </a:xfrm>
        </p:grpSpPr>
        <p:sp>
          <p:nvSpPr>
            <p:cNvPr id="37" name="Freeform 35"/>
            <p:cNvSpPr/>
            <p:nvPr/>
          </p:nvSpPr>
          <p:spPr>
            <a:xfrm>
              <a:off x="0" y="127"/>
              <a:ext cx="28876371" cy="2967609"/>
            </a:xfrm>
            <a:custGeom>
              <a:avLst/>
              <a:gdLst/>
              <a:ahLst/>
              <a:cxnLst/>
              <a:rect l="l" t="t" r="r" b="b"/>
              <a:pathLst>
                <a:path w="28876371" h="2967609">
                  <a:moveTo>
                    <a:pt x="28876371" y="0"/>
                  </a:moveTo>
                  <a:cubicBezTo>
                    <a:pt x="28876371" y="0"/>
                    <a:pt x="19633057" y="1069975"/>
                    <a:pt x="19350101" y="1069975"/>
                  </a:cubicBezTo>
                  <a:cubicBezTo>
                    <a:pt x="19068542" y="1069975"/>
                    <a:pt x="9494647" y="699008"/>
                    <a:pt x="9494647" y="699008"/>
                  </a:cubicBezTo>
                  <a:lnTo>
                    <a:pt x="0" y="1069975"/>
                  </a:lnTo>
                  <a:lnTo>
                    <a:pt x="0" y="1961261"/>
                  </a:lnTo>
                  <a:cubicBezTo>
                    <a:pt x="167132" y="1946783"/>
                    <a:pt x="501777" y="1940306"/>
                    <a:pt x="945642" y="1940306"/>
                  </a:cubicBezTo>
                  <a:cubicBezTo>
                    <a:pt x="3059049" y="1940306"/>
                    <a:pt x="7648575" y="2086610"/>
                    <a:pt x="8414512" y="2205736"/>
                  </a:cubicBezTo>
                  <a:cubicBezTo>
                    <a:pt x="9332468" y="2348738"/>
                    <a:pt x="20547456" y="2967609"/>
                    <a:pt x="20940776" y="2967609"/>
                  </a:cubicBezTo>
                  <a:cubicBezTo>
                    <a:pt x="20944078" y="2967609"/>
                    <a:pt x="20946618" y="2967482"/>
                    <a:pt x="20948269" y="2967482"/>
                  </a:cubicBezTo>
                  <a:cubicBezTo>
                    <a:pt x="21163407" y="2955925"/>
                    <a:pt x="28876244" y="1238123"/>
                    <a:pt x="28876244" y="1238123"/>
                  </a:cubicBezTo>
                  <a:lnTo>
                    <a:pt x="28876244" y="0"/>
                  </a:lnTo>
                  <a:close/>
                </a:path>
              </a:pathLst>
            </a:custGeom>
            <a:solidFill>
              <a:srgbClr val="FFFFFF">
                <a:alpha val="16863"/>
              </a:srgbClr>
            </a:solidFill>
          </p:spPr>
          <p:txBody>
            <a:bodyPr/>
            <a:lstStyle/>
            <a:p>
              <a:endParaRPr lang="en-US"/>
            </a:p>
          </p:txBody>
        </p:sp>
      </p:grpSp>
      <p:grpSp>
        <p:nvGrpSpPr>
          <p:cNvPr id="38" name="Group 36"/>
          <p:cNvGrpSpPr/>
          <p:nvPr/>
        </p:nvGrpSpPr>
        <p:grpSpPr>
          <a:xfrm>
            <a:off x="124025" y="580325"/>
            <a:ext cx="2262175" cy="302175"/>
            <a:chOff x="0" y="0"/>
            <a:chExt cx="6032467" cy="805800"/>
          </a:xfrm>
        </p:grpSpPr>
        <p:sp>
          <p:nvSpPr>
            <p:cNvPr id="39" name="Freeform 37"/>
            <p:cNvSpPr/>
            <p:nvPr/>
          </p:nvSpPr>
          <p:spPr>
            <a:xfrm>
              <a:off x="0" y="127"/>
              <a:ext cx="6032500" cy="805561"/>
            </a:xfrm>
            <a:custGeom>
              <a:avLst/>
              <a:gdLst/>
              <a:ahLst/>
              <a:cxnLst/>
              <a:rect l="l" t="t" r="r" b="b"/>
              <a:pathLst>
                <a:path w="6032500" h="805561">
                  <a:moveTo>
                    <a:pt x="1277112" y="0"/>
                  </a:moveTo>
                  <a:cubicBezTo>
                    <a:pt x="0" y="0"/>
                    <a:pt x="1022985" y="786638"/>
                    <a:pt x="1022985" y="786638"/>
                  </a:cubicBezTo>
                  <a:cubicBezTo>
                    <a:pt x="1022985" y="786638"/>
                    <a:pt x="2099691" y="805561"/>
                    <a:pt x="3219196" y="805561"/>
                  </a:cubicBezTo>
                  <a:cubicBezTo>
                    <a:pt x="4593590" y="805561"/>
                    <a:pt x="6032500" y="777113"/>
                    <a:pt x="5621782" y="649859"/>
                  </a:cubicBezTo>
                  <a:cubicBezTo>
                    <a:pt x="4876800" y="418846"/>
                    <a:pt x="2291588" y="389636"/>
                    <a:pt x="2499487" y="300863"/>
                  </a:cubicBezTo>
                  <a:cubicBezTo>
                    <a:pt x="2706370" y="210947"/>
                    <a:pt x="2977007" y="73025"/>
                    <a:pt x="1446149" y="4064"/>
                  </a:cubicBezTo>
                  <a:cubicBezTo>
                    <a:pt x="1385697" y="1270"/>
                    <a:pt x="1329436" y="0"/>
                    <a:pt x="1276985" y="0"/>
                  </a:cubicBezTo>
                  <a:close/>
                </a:path>
              </a:pathLst>
            </a:custGeom>
            <a:solidFill>
              <a:srgbClr val="FFFFFF">
                <a:alpha val="16863"/>
              </a:srgbClr>
            </a:solidFill>
          </p:spPr>
          <p:txBody>
            <a:bodyPr/>
            <a:lstStyle/>
            <a:p>
              <a:endParaRPr lang="en-US"/>
            </a:p>
          </p:txBody>
        </p:sp>
      </p:grpSp>
      <p:grpSp>
        <p:nvGrpSpPr>
          <p:cNvPr id="41" name="Google Shape;1117;p30">
            <a:extLst>
              <a:ext uri="{FF2B5EF4-FFF2-40B4-BE49-F238E27FC236}">
                <a16:creationId xmlns:a16="http://schemas.microsoft.com/office/drawing/2014/main" id="{DCB4A49E-0F88-CEAC-9907-AF79EB054C60}"/>
              </a:ext>
            </a:extLst>
          </p:cNvPr>
          <p:cNvGrpSpPr/>
          <p:nvPr/>
        </p:nvGrpSpPr>
        <p:grpSpPr>
          <a:xfrm>
            <a:off x="9144000" y="4022371"/>
            <a:ext cx="3075700" cy="952625"/>
            <a:chOff x="3962175" y="2631750"/>
            <a:chExt cx="3075700" cy="952625"/>
          </a:xfrm>
        </p:grpSpPr>
        <p:sp>
          <p:nvSpPr>
            <p:cNvPr id="42" name="Google Shape;1118;p30">
              <a:extLst>
                <a:ext uri="{FF2B5EF4-FFF2-40B4-BE49-F238E27FC236}">
                  <a16:creationId xmlns:a16="http://schemas.microsoft.com/office/drawing/2014/main" id="{4C143334-214E-33B7-A7DA-F429C98BB333}"/>
                </a:ext>
              </a:extLst>
            </p:cNvPr>
            <p:cNvSpPr/>
            <p:nvPr/>
          </p:nvSpPr>
          <p:spPr>
            <a:xfrm>
              <a:off x="3962175" y="3227750"/>
              <a:ext cx="3075700" cy="356625"/>
            </a:xfrm>
            <a:custGeom>
              <a:avLst/>
              <a:gdLst/>
              <a:ahLst/>
              <a:cxnLst/>
              <a:rect l="l" t="t" r="r" b="b"/>
              <a:pathLst>
                <a:path w="123028" h="14265" extrusionOk="0">
                  <a:moveTo>
                    <a:pt x="114046" y="1"/>
                  </a:moveTo>
                  <a:lnTo>
                    <a:pt x="114046" y="1239"/>
                  </a:lnTo>
                  <a:lnTo>
                    <a:pt x="114579" y="1239"/>
                  </a:lnTo>
                  <a:lnTo>
                    <a:pt x="114579" y="3167"/>
                  </a:lnTo>
                  <a:lnTo>
                    <a:pt x="109877" y="3167"/>
                  </a:lnTo>
                  <a:lnTo>
                    <a:pt x="109877" y="2728"/>
                  </a:lnTo>
                  <a:lnTo>
                    <a:pt x="108984" y="2728"/>
                  </a:lnTo>
                  <a:lnTo>
                    <a:pt x="108984" y="1913"/>
                  </a:lnTo>
                  <a:cubicBezTo>
                    <a:pt x="108984" y="1411"/>
                    <a:pt x="108513" y="1004"/>
                    <a:pt x="107980" y="1098"/>
                  </a:cubicBezTo>
                  <a:lnTo>
                    <a:pt x="107980" y="1098"/>
                  </a:lnTo>
                  <a:cubicBezTo>
                    <a:pt x="107573" y="1161"/>
                    <a:pt x="107291" y="1553"/>
                    <a:pt x="107291" y="1960"/>
                  </a:cubicBezTo>
                  <a:lnTo>
                    <a:pt x="107291" y="1960"/>
                  </a:lnTo>
                  <a:lnTo>
                    <a:pt x="107291" y="2728"/>
                  </a:lnTo>
                  <a:lnTo>
                    <a:pt x="106397" y="2728"/>
                  </a:lnTo>
                  <a:lnTo>
                    <a:pt x="106397" y="3167"/>
                  </a:lnTo>
                  <a:lnTo>
                    <a:pt x="105237" y="3167"/>
                  </a:lnTo>
                  <a:lnTo>
                    <a:pt x="105237" y="1615"/>
                  </a:lnTo>
                  <a:lnTo>
                    <a:pt x="103921" y="1615"/>
                  </a:lnTo>
                  <a:lnTo>
                    <a:pt x="103921" y="3167"/>
                  </a:lnTo>
                  <a:lnTo>
                    <a:pt x="100112" y="3167"/>
                  </a:lnTo>
                  <a:lnTo>
                    <a:pt x="100112" y="1521"/>
                  </a:lnTo>
                  <a:cubicBezTo>
                    <a:pt x="100112" y="675"/>
                    <a:pt x="99438" y="1"/>
                    <a:pt x="98591" y="1"/>
                  </a:cubicBezTo>
                  <a:lnTo>
                    <a:pt x="98591" y="1"/>
                  </a:lnTo>
                  <a:lnTo>
                    <a:pt x="88403" y="1"/>
                  </a:lnTo>
                  <a:cubicBezTo>
                    <a:pt x="87870" y="1"/>
                    <a:pt x="87431" y="440"/>
                    <a:pt x="87463" y="988"/>
                  </a:cubicBezTo>
                  <a:lnTo>
                    <a:pt x="87463" y="988"/>
                  </a:lnTo>
                  <a:cubicBezTo>
                    <a:pt x="87494" y="1490"/>
                    <a:pt x="87949" y="1882"/>
                    <a:pt x="88466" y="1882"/>
                  </a:cubicBezTo>
                  <a:lnTo>
                    <a:pt x="88466" y="1882"/>
                  </a:lnTo>
                  <a:lnTo>
                    <a:pt x="92149" y="1882"/>
                  </a:lnTo>
                  <a:cubicBezTo>
                    <a:pt x="92964" y="1882"/>
                    <a:pt x="93638" y="2540"/>
                    <a:pt x="93638" y="3355"/>
                  </a:cubicBezTo>
                  <a:lnTo>
                    <a:pt x="93638" y="3355"/>
                  </a:lnTo>
                  <a:lnTo>
                    <a:pt x="93638" y="5785"/>
                  </a:lnTo>
                  <a:cubicBezTo>
                    <a:pt x="93638" y="5988"/>
                    <a:pt x="93466" y="6161"/>
                    <a:pt x="93247" y="6161"/>
                  </a:cubicBezTo>
                  <a:lnTo>
                    <a:pt x="93247" y="6161"/>
                  </a:lnTo>
                  <a:lnTo>
                    <a:pt x="88293" y="6161"/>
                  </a:lnTo>
                  <a:cubicBezTo>
                    <a:pt x="87839" y="6161"/>
                    <a:pt x="87463" y="6537"/>
                    <a:pt x="87463" y="6992"/>
                  </a:cubicBezTo>
                  <a:lnTo>
                    <a:pt x="87463" y="6992"/>
                  </a:lnTo>
                  <a:lnTo>
                    <a:pt x="87463" y="9468"/>
                  </a:lnTo>
                  <a:cubicBezTo>
                    <a:pt x="87463" y="10299"/>
                    <a:pt x="87823" y="11036"/>
                    <a:pt x="88403" y="11537"/>
                  </a:cubicBezTo>
                  <a:lnTo>
                    <a:pt x="88403" y="11537"/>
                  </a:lnTo>
                  <a:cubicBezTo>
                    <a:pt x="88388" y="11615"/>
                    <a:pt x="88388" y="11678"/>
                    <a:pt x="88372" y="11741"/>
                  </a:cubicBezTo>
                  <a:lnTo>
                    <a:pt x="88372" y="11741"/>
                  </a:lnTo>
                  <a:lnTo>
                    <a:pt x="85221" y="11741"/>
                  </a:lnTo>
                  <a:lnTo>
                    <a:pt x="85221" y="3512"/>
                  </a:lnTo>
                  <a:cubicBezTo>
                    <a:pt x="85221" y="2430"/>
                    <a:pt x="84359" y="1553"/>
                    <a:pt x="83278" y="1553"/>
                  </a:cubicBezTo>
                  <a:lnTo>
                    <a:pt x="83278" y="1553"/>
                  </a:lnTo>
                  <a:lnTo>
                    <a:pt x="46083" y="1553"/>
                  </a:lnTo>
                  <a:cubicBezTo>
                    <a:pt x="45017" y="1553"/>
                    <a:pt x="44139" y="2430"/>
                    <a:pt x="44139" y="3512"/>
                  </a:cubicBezTo>
                  <a:lnTo>
                    <a:pt x="44139" y="3512"/>
                  </a:lnTo>
                  <a:lnTo>
                    <a:pt x="44139" y="10330"/>
                  </a:lnTo>
                  <a:lnTo>
                    <a:pt x="42211" y="10330"/>
                  </a:lnTo>
                  <a:lnTo>
                    <a:pt x="42211" y="3512"/>
                  </a:lnTo>
                  <a:cubicBezTo>
                    <a:pt x="42211" y="2430"/>
                    <a:pt x="41333" y="1553"/>
                    <a:pt x="40267" y="1553"/>
                  </a:cubicBezTo>
                  <a:lnTo>
                    <a:pt x="40267" y="1553"/>
                  </a:lnTo>
                  <a:lnTo>
                    <a:pt x="3072" y="1553"/>
                  </a:lnTo>
                  <a:cubicBezTo>
                    <a:pt x="2006" y="1553"/>
                    <a:pt x="1129" y="2430"/>
                    <a:pt x="1129" y="3512"/>
                  </a:cubicBezTo>
                  <a:lnTo>
                    <a:pt x="1129" y="3512"/>
                  </a:lnTo>
                  <a:lnTo>
                    <a:pt x="1129" y="10330"/>
                  </a:lnTo>
                  <a:lnTo>
                    <a:pt x="0" y="10330"/>
                  </a:lnTo>
                  <a:lnTo>
                    <a:pt x="0" y="11130"/>
                  </a:lnTo>
                  <a:lnTo>
                    <a:pt x="1129" y="11130"/>
                  </a:lnTo>
                  <a:lnTo>
                    <a:pt x="1129" y="12650"/>
                  </a:lnTo>
                  <a:lnTo>
                    <a:pt x="1865" y="12650"/>
                  </a:lnTo>
                  <a:cubicBezTo>
                    <a:pt x="1865" y="13481"/>
                    <a:pt x="2555" y="14170"/>
                    <a:pt x="3386" y="14170"/>
                  </a:cubicBezTo>
                  <a:lnTo>
                    <a:pt x="3386" y="14170"/>
                  </a:lnTo>
                  <a:cubicBezTo>
                    <a:pt x="4232" y="14170"/>
                    <a:pt x="4906" y="13481"/>
                    <a:pt x="4906" y="12650"/>
                  </a:cubicBezTo>
                  <a:lnTo>
                    <a:pt x="4906" y="12650"/>
                  </a:lnTo>
                  <a:lnTo>
                    <a:pt x="6113" y="12650"/>
                  </a:lnTo>
                  <a:cubicBezTo>
                    <a:pt x="6113" y="13481"/>
                    <a:pt x="6803" y="14170"/>
                    <a:pt x="7633" y="14170"/>
                  </a:cubicBezTo>
                  <a:lnTo>
                    <a:pt x="7633" y="14170"/>
                  </a:lnTo>
                  <a:cubicBezTo>
                    <a:pt x="8480" y="14170"/>
                    <a:pt x="9154" y="13481"/>
                    <a:pt x="9154" y="12650"/>
                  </a:cubicBezTo>
                  <a:lnTo>
                    <a:pt x="9154" y="12650"/>
                  </a:lnTo>
                  <a:lnTo>
                    <a:pt x="33966" y="12650"/>
                  </a:lnTo>
                  <a:cubicBezTo>
                    <a:pt x="33966" y="13481"/>
                    <a:pt x="34640" y="14170"/>
                    <a:pt x="35487" y="14170"/>
                  </a:cubicBezTo>
                  <a:lnTo>
                    <a:pt x="35487" y="14170"/>
                  </a:lnTo>
                  <a:cubicBezTo>
                    <a:pt x="36317" y="14170"/>
                    <a:pt x="37007" y="13481"/>
                    <a:pt x="37007" y="12650"/>
                  </a:cubicBezTo>
                  <a:lnTo>
                    <a:pt x="37007" y="12650"/>
                  </a:lnTo>
                  <a:lnTo>
                    <a:pt x="38198" y="12650"/>
                  </a:lnTo>
                  <a:cubicBezTo>
                    <a:pt x="38198" y="13481"/>
                    <a:pt x="38888" y="14170"/>
                    <a:pt x="39734" y="14170"/>
                  </a:cubicBezTo>
                  <a:lnTo>
                    <a:pt x="39734" y="14170"/>
                  </a:lnTo>
                  <a:cubicBezTo>
                    <a:pt x="40565" y="14170"/>
                    <a:pt x="41255" y="13481"/>
                    <a:pt x="41255" y="12650"/>
                  </a:cubicBezTo>
                  <a:lnTo>
                    <a:pt x="41255" y="12650"/>
                  </a:lnTo>
                  <a:lnTo>
                    <a:pt x="42211" y="12650"/>
                  </a:lnTo>
                  <a:lnTo>
                    <a:pt x="42211" y="11130"/>
                  </a:lnTo>
                  <a:lnTo>
                    <a:pt x="44139" y="11130"/>
                  </a:lnTo>
                  <a:lnTo>
                    <a:pt x="44139" y="12650"/>
                  </a:lnTo>
                  <a:lnTo>
                    <a:pt x="44876" y="12650"/>
                  </a:lnTo>
                  <a:cubicBezTo>
                    <a:pt x="44876" y="13481"/>
                    <a:pt x="45565" y="14170"/>
                    <a:pt x="46412" y="14170"/>
                  </a:cubicBezTo>
                  <a:lnTo>
                    <a:pt x="46412" y="14170"/>
                  </a:lnTo>
                  <a:cubicBezTo>
                    <a:pt x="47242" y="14170"/>
                    <a:pt x="47932" y="13481"/>
                    <a:pt x="47932" y="12650"/>
                  </a:cubicBezTo>
                  <a:lnTo>
                    <a:pt x="47932" y="12650"/>
                  </a:lnTo>
                  <a:lnTo>
                    <a:pt x="49123" y="12650"/>
                  </a:lnTo>
                  <a:cubicBezTo>
                    <a:pt x="49123" y="13481"/>
                    <a:pt x="49813" y="14170"/>
                    <a:pt x="50644" y="14170"/>
                  </a:cubicBezTo>
                  <a:lnTo>
                    <a:pt x="50644" y="14170"/>
                  </a:lnTo>
                  <a:cubicBezTo>
                    <a:pt x="51490" y="14170"/>
                    <a:pt x="52164" y="13481"/>
                    <a:pt x="52164" y="12650"/>
                  </a:cubicBezTo>
                  <a:lnTo>
                    <a:pt x="52164" y="12650"/>
                  </a:lnTo>
                  <a:lnTo>
                    <a:pt x="76977" y="12650"/>
                  </a:lnTo>
                  <a:cubicBezTo>
                    <a:pt x="76977" y="13481"/>
                    <a:pt x="77651" y="14170"/>
                    <a:pt x="78497" y="14170"/>
                  </a:cubicBezTo>
                  <a:lnTo>
                    <a:pt x="78497" y="14170"/>
                  </a:lnTo>
                  <a:cubicBezTo>
                    <a:pt x="79343" y="14170"/>
                    <a:pt x="80017" y="13481"/>
                    <a:pt x="80017" y="12650"/>
                  </a:cubicBezTo>
                  <a:lnTo>
                    <a:pt x="80017" y="12650"/>
                  </a:lnTo>
                  <a:lnTo>
                    <a:pt x="81224" y="12650"/>
                  </a:lnTo>
                  <a:cubicBezTo>
                    <a:pt x="81224" y="13481"/>
                    <a:pt x="81898" y="14170"/>
                    <a:pt x="82745" y="14170"/>
                  </a:cubicBezTo>
                  <a:lnTo>
                    <a:pt x="82745" y="14170"/>
                  </a:lnTo>
                  <a:cubicBezTo>
                    <a:pt x="83575" y="14170"/>
                    <a:pt x="84265" y="13481"/>
                    <a:pt x="84265" y="12650"/>
                  </a:cubicBezTo>
                  <a:lnTo>
                    <a:pt x="84265" y="12650"/>
                  </a:lnTo>
                  <a:lnTo>
                    <a:pt x="88497" y="12650"/>
                  </a:lnTo>
                  <a:cubicBezTo>
                    <a:pt x="88811" y="13528"/>
                    <a:pt x="89657" y="14170"/>
                    <a:pt x="90645" y="14170"/>
                  </a:cubicBezTo>
                  <a:lnTo>
                    <a:pt x="90645" y="14170"/>
                  </a:lnTo>
                  <a:cubicBezTo>
                    <a:pt x="91789" y="14170"/>
                    <a:pt x="92729" y="13340"/>
                    <a:pt x="92902" y="12258"/>
                  </a:cubicBezTo>
                  <a:lnTo>
                    <a:pt x="92902" y="12258"/>
                  </a:lnTo>
                  <a:lnTo>
                    <a:pt x="94939" y="12258"/>
                  </a:lnTo>
                  <a:cubicBezTo>
                    <a:pt x="95174" y="13340"/>
                    <a:pt x="96146" y="14170"/>
                    <a:pt x="97322" y="14170"/>
                  </a:cubicBezTo>
                  <a:lnTo>
                    <a:pt x="97322" y="14170"/>
                  </a:lnTo>
                  <a:cubicBezTo>
                    <a:pt x="98482" y="14170"/>
                    <a:pt x="99454" y="13340"/>
                    <a:pt x="99704" y="12258"/>
                  </a:cubicBezTo>
                  <a:lnTo>
                    <a:pt x="99704" y="12258"/>
                  </a:lnTo>
                  <a:lnTo>
                    <a:pt x="100535" y="12258"/>
                  </a:lnTo>
                  <a:cubicBezTo>
                    <a:pt x="100770" y="13340"/>
                    <a:pt x="101758" y="14170"/>
                    <a:pt x="102918" y="14170"/>
                  </a:cubicBezTo>
                  <a:lnTo>
                    <a:pt x="102918" y="14170"/>
                  </a:lnTo>
                  <a:cubicBezTo>
                    <a:pt x="104093" y="14170"/>
                    <a:pt x="105065" y="13340"/>
                    <a:pt x="105300" y="12258"/>
                  </a:cubicBezTo>
                  <a:lnTo>
                    <a:pt x="105300" y="12258"/>
                  </a:lnTo>
                  <a:lnTo>
                    <a:pt x="106601" y="12258"/>
                  </a:lnTo>
                  <a:cubicBezTo>
                    <a:pt x="106836" y="13340"/>
                    <a:pt x="107808" y="14170"/>
                    <a:pt x="108984" y="14170"/>
                  </a:cubicBezTo>
                  <a:lnTo>
                    <a:pt x="108984" y="14170"/>
                  </a:lnTo>
                  <a:cubicBezTo>
                    <a:pt x="110143" y="14170"/>
                    <a:pt x="111115" y="13340"/>
                    <a:pt x="111366" y="12258"/>
                  </a:cubicBezTo>
                  <a:lnTo>
                    <a:pt x="111366" y="12258"/>
                  </a:lnTo>
                  <a:lnTo>
                    <a:pt x="112197" y="12258"/>
                  </a:lnTo>
                  <a:cubicBezTo>
                    <a:pt x="112448" y="13340"/>
                    <a:pt x="113419" y="14170"/>
                    <a:pt x="114579" y="14170"/>
                  </a:cubicBezTo>
                  <a:lnTo>
                    <a:pt x="114579" y="14170"/>
                  </a:lnTo>
                  <a:cubicBezTo>
                    <a:pt x="115755" y="14170"/>
                    <a:pt x="116727" y="13340"/>
                    <a:pt x="116962" y="12258"/>
                  </a:cubicBezTo>
                  <a:lnTo>
                    <a:pt x="116962" y="12258"/>
                  </a:lnTo>
                  <a:lnTo>
                    <a:pt x="117244" y="12258"/>
                  </a:lnTo>
                  <a:cubicBezTo>
                    <a:pt x="117056" y="12525"/>
                    <a:pt x="116977" y="12854"/>
                    <a:pt x="117056" y="13230"/>
                  </a:cubicBezTo>
                  <a:lnTo>
                    <a:pt x="117056" y="13230"/>
                  </a:lnTo>
                  <a:cubicBezTo>
                    <a:pt x="117166" y="13684"/>
                    <a:pt x="117542" y="14061"/>
                    <a:pt x="118012" y="14139"/>
                  </a:cubicBezTo>
                  <a:lnTo>
                    <a:pt x="118012" y="14139"/>
                  </a:lnTo>
                  <a:cubicBezTo>
                    <a:pt x="118655" y="14264"/>
                    <a:pt x="119219" y="13888"/>
                    <a:pt x="119391" y="13324"/>
                  </a:cubicBezTo>
                  <a:lnTo>
                    <a:pt x="119391" y="13324"/>
                  </a:lnTo>
                  <a:cubicBezTo>
                    <a:pt x="122369" y="13308"/>
                    <a:pt x="123028" y="12556"/>
                    <a:pt x="123028" y="12556"/>
                  </a:cubicBezTo>
                  <a:lnTo>
                    <a:pt x="123028" y="12556"/>
                  </a:lnTo>
                  <a:lnTo>
                    <a:pt x="119783" y="9108"/>
                  </a:lnTo>
                  <a:lnTo>
                    <a:pt x="118749" y="9108"/>
                  </a:lnTo>
                  <a:cubicBezTo>
                    <a:pt x="120128" y="8841"/>
                    <a:pt x="121178" y="7619"/>
                    <a:pt x="121178" y="6161"/>
                  </a:cubicBezTo>
                  <a:lnTo>
                    <a:pt x="121178" y="6161"/>
                  </a:lnTo>
                  <a:cubicBezTo>
                    <a:pt x="121178" y="5330"/>
                    <a:pt x="120849" y="4578"/>
                    <a:pt x="120300" y="4045"/>
                  </a:cubicBezTo>
                  <a:lnTo>
                    <a:pt x="120300" y="4045"/>
                  </a:lnTo>
                  <a:cubicBezTo>
                    <a:pt x="119752" y="3496"/>
                    <a:pt x="118999" y="3167"/>
                    <a:pt x="118184" y="3167"/>
                  </a:cubicBezTo>
                  <a:lnTo>
                    <a:pt x="118184" y="3167"/>
                  </a:lnTo>
                  <a:lnTo>
                    <a:pt x="116068" y="3167"/>
                  </a:lnTo>
                  <a:lnTo>
                    <a:pt x="116068" y="1239"/>
                  </a:lnTo>
                  <a:lnTo>
                    <a:pt x="116601" y="1239"/>
                  </a:lnTo>
                  <a:lnTo>
                    <a:pt x="116601" y="1"/>
                  </a:lnTo>
                  <a:close/>
                  <a:moveTo>
                    <a:pt x="58214" y="11130"/>
                  </a:moveTo>
                  <a:lnTo>
                    <a:pt x="71146" y="11130"/>
                  </a:lnTo>
                  <a:lnTo>
                    <a:pt x="71146" y="11741"/>
                  </a:lnTo>
                  <a:lnTo>
                    <a:pt x="58214" y="11741"/>
                  </a:lnTo>
                  <a:close/>
                  <a:moveTo>
                    <a:pt x="15204" y="11130"/>
                  </a:moveTo>
                  <a:lnTo>
                    <a:pt x="28135" y="11130"/>
                  </a:lnTo>
                  <a:lnTo>
                    <a:pt x="28135" y="11741"/>
                  </a:lnTo>
                  <a:lnTo>
                    <a:pt x="15204" y="11741"/>
                  </a:lnTo>
                  <a:close/>
                </a:path>
              </a:pathLst>
            </a:custGeom>
            <a:solidFill>
              <a:srgbClr val="0913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 name="Google Shape;1119;p30">
              <a:extLst>
                <a:ext uri="{FF2B5EF4-FFF2-40B4-BE49-F238E27FC236}">
                  <a16:creationId xmlns:a16="http://schemas.microsoft.com/office/drawing/2014/main" id="{82C25992-9EC2-5DB0-1B87-CB6DE65613CD}"/>
                </a:ext>
              </a:extLst>
            </p:cNvPr>
            <p:cNvSpPr/>
            <p:nvPr/>
          </p:nvSpPr>
          <p:spPr>
            <a:xfrm>
              <a:off x="6345450" y="3293600"/>
              <a:ext cx="84275" cy="84275"/>
            </a:xfrm>
            <a:custGeom>
              <a:avLst/>
              <a:gdLst/>
              <a:ahLst/>
              <a:cxnLst/>
              <a:rect l="l" t="t" r="r" b="b"/>
              <a:pathLst>
                <a:path w="3371" h="3371" extrusionOk="0">
                  <a:moveTo>
                    <a:pt x="1050" y="0"/>
                  </a:moveTo>
                  <a:cubicBezTo>
                    <a:pt x="470" y="0"/>
                    <a:pt x="0" y="470"/>
                    <a:pt x="0" y="1050"/>
                  </a:cubicBezTo>
                  <a:lnTo>
                    <a:pt x="0" y="2320"/>
                  </a:lnTo>
                  <a:cubicBezTo>
                    <a:pt x="0" y="2900"/>
                    <a:pt x="470" y="3370"/>
                    <a:pt x="1050" y="3370"/>
                  </a:cubicBezTo>
                  <a:lnTo>
                    <a:pt x="2320" y="3370"/>
                  </a:lnTo>
                  <a:cubicBezTo>
                    <a:pt x="2900" y="3370"/>
                    <a:pt x="3370" y="2900"/>
                    <a:pt x="3370" y="2320"/>
                  </a:cubicBezTo>
                  <a:lnTo>
                    <a:pt x="3370" y="1050"/>
                  </a:lnTo>
                  <a:cubicBezTo>
                    <a:pt x="3370" y="470"/>
                    <a:pt x="2900" y="0"/>
                    <a:pt x="232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1120;p30">
              <a:extLst>
                <a:ext uri="{FF2B5EF4-FFF2-40B4-BE49-F238E27FC236}">
                  <a16:creationId xmlns:a16="http://schemas.microsoft.com/office/drawing/2014/main" id="{C4A5F66E-6324-3F6D-145B-0F3C363BE326}"/>
                </a:ext>
              </a:extLst>
            </p:cNvPr>
            <p:cNvSpPr/>
            <p:nvPr/>
          </p:nvSpPr>
          <p:spPr>
            <a:xfrm>
              <a:off x="5924600" y="3351575"/>
              <a:ext cx="74475" cy="70575"/>
            </a:xfrm>
            <a:custGeom>
              <a:avLst/>
              <a:gdLst/>
              <a:ahLst/>
              <a:cxnLst/>
              <a:rect l="l" t="t" r="r" b="b"/>
              <a:pathLst>
                <a:path w="2979" h="2823" extrusionOk="0">
                  <a:moveTo>
                    <a:pt x="1050" y="1"/>
                  </a:moveTo>
                  <a:cubicBezTo>
                    <a:pt x="470" y="1"/>
                    <a:pt x="0" y="471"/>
                    <a:pt x="0" y="1051"/>
                  </a:cubicBezTo>
                  <a:lnTo>
                    <a:pt x="0" y="1788"/>
                  </a:lnTo>
                  <a:cubicBezTo>
                    <a:pt x="0" y="2368"/>
                    <a:pt x="470" y="2822"/>
                    <a:pt x="1050" y="2822"/>
                  </a:cubicBezTo>
                  <a:lnTo>
                    <a:pt x="1944" y="2822"/>
                  </a:lnTo>
                  <a:cubicBezTo>
                    <a:pt x="2508" y="2822"/>
                    <a:pt x="2978" y="2368"/>
                    <a:pt x="2978" y="1788"/>
                  </a:cubicBezTo>
                  <a:lnTo>
                    <a:pt x="2978" y="1051"/>
                  </a:lnTo>
                  <a:cubicBezTo>
                    <a:pt x="2978" y="471"/>
                    <a:pt x="2508"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1121;p30">
              <a:extLst>
                <a:ext uri="{FF2B5EF4-FFF2-40B4-BE49-F238E27FC236}">
                  <a16:creationId xmlns:a16="http://schemas.microsoft.com/office/drawing/2014/main" id="{464E3257-B20C-2CF4-50C3-681201884534}"/>
                </a:ext>
              </a:extLst>
            </p:cNvPr>
            <p:cNvSpPr/>
            <p:nvPr/>
          </p:nvSpPr>
          <p:spPr>
            <a:xfrm>
              <a:off x="5812125" y="3351575"/>
              <a:ext cx="74475" cy="70575"/>
            </a:xfrm>
            <a:custGeom>
              <a:avLst/>
              <a:gdLst/>
              <a:ahLst/>
              <a:cxnLst/>
              <a:rect l="l" t="t" r="r" b="b"/>
              <a:pathLst>
                <a:path w="2979" h="2823" extrusionOk="0">
                  <a:moveTo>
                    <a:pt x="1035" y="1"/>
                  </a:moveTo>
                  <a:cubicBezTo>
                    <a:pt x="455" y="1"/>
                    <a:pt x="0" y="471"/>
                    <a:pt x="0" y="1051"/>
                  </a:cubicBezTo>
                  <a:lnTo>
                    <a:pt x="0" y="1788"/>
                  </a:lnTo>
                  <a:cubicBezTo>
                    <a:pt x="0" y="2368"/>
                    <a:pt x="455" y="2822"/>
                    <a:pt x="1035" y="2822"/>
                  </a:cubicBezTo>
                  <a:lnTo>
                    <a:pt x="1928" y="2822"/>
                  </a:lnTo>
                  <a:cubicBezTo>
                    <a:pt x="2508" y="2822"/>
                    <a:pt x="2979" y="2368"/>
                    <a:pt x="2979" y="1788"/>
                  </a:cubicBezTo>
                  <a:lnTo>
                    <a:pt x="2979" y="1051"/>
                  </a:lnTo>
                  <a:cubicBezTo>
                    <a:pt x="2979" y="471"/>
                    <a:pt x="2508" y="1"/>
                    <a:pt x="192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1122;p30">
              <a:extLst>
                <a:ext uri="{FF2B5EF4-FFF2-40B4-BE49-F238E27FC236}">
                  <a16:creationId xmlns:a16="http://schemas.microsoft.com/office/drawing/2014/main" id="{43567014-40EB-09C1-4816-376FFAD7C4D1}"/>
                </a:ext>
              </a:extLst>
            </p:cNvPr>
            <p:cNvSpPr/>
            <p:nvPr/>
          </p:nvSpPr>
          <p:spPr>
            <a:xfrm>
              <a:off x="5703575" y="3351575"/>
              <a:ext cx="74475" cy="70575"/>
            </a:xfrm>
            <a:custGeom>
              <a:avLst/>
              <a:gdLst/>
              <a:ahLst/>
              <a:cxnLst/>
              <a:rect l="l" t="t" r="r" b="b"/>
              <a:pathLst>
                <a:path w="2979" h="2823" extrusionOk="0">
                  <a:moveTo>
                    <a:pt x="1051" y="1"/>
                  </a:moveTo>
                  <a:cubicBezTo>
                    <a:pt x="471" y="1"/>
                    <a:pt x="1" y="471"/>
                    <a:pt x="1" y="1051"/>
                  </a:cubicBezTo>
                  <a:lnTo>
                    <a:pt x="1" y="1788"/>
                  </a:lnTo>
                  <a:cubicBezTo>
                    <a:pt x="1" y="2368"/>
                    <a:pt x="471" y="2822"/>
                    <a:pt x="1051" y="2822"/>
                  </a:cubicBezTo>
                  <a:lnTo>
                    <a:pt x="1944" y="2822"/>
                  </a:lnTo>
                  <a:cubicBezTo>
                    <a:pt x="2524" y="2822"/>
                    <a:pt x="2979" y="2368"/>
                    <a:pt x="2979" y="1788"/>
                  </a:cubicBezTo>
                  <a:lnTo>
                    <a:pt x="2979" y="1051"/>
                  </a:lnTo>
                  <a:cubicBezTo>
                    <a:pt x="2979"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1123;p30">
              <a:extLst>
                <a:ext uri="{FF2B5EF4-FFF2-40B4-BE49-F238E27FC236}">
                  <a16:creationId xmlns:a16="http://schemas.microsoft.com/office/drawing/2014/main" id="{E52B4E17-3988-9539-E451-DB3A3F03F69E}"/>
                </a:ext>
              </a:extLst>
            </p:cNvPr>
            <p:cNvSpPr/>
            <p:nvPr/>
          </p:nvSpPr>
          <p:spPr>
            <a:xfrm>
              <a:off x="5595425" y="3351575"/>
              <a:ext cx="74475" cy="70575"/>
            </a:xfrm>
            <a:custGeom>
              <a:avLst/>
              <a:gdLst/>
              <a:ahLst/>
              <a:cxnLst/>
              <a:rect l="l" t="t" r="r" b="b"/>
              <a:pathLst>
                <a:path w="2979" h="2823" extrusionOk="0">
                  <a:moveTo>
                    <a:pt x="1035" y="1"/>
                  </a:moveTo>
                  <a:cubicBezTo>
                    <a:pt x="455" y="1"/>
                    <a:pt x="1" y="471"/>
                    <a:pt x="1" y="1051"/>
                  </a:cubicBezTo>
                  <a:lnTo>
                    <a:pt x="1" y="1788"/>
                  </a:lnTo>
                  <a:cubicBezTo>
                    <a:pt x="1" y="2368"/>
                    <a:pt x="455" y="2822"/>
                    <a:pt x="1035" y="2822"/>
                  </a:cubicBezTo>
                  <a:lnTo>
                    <a:pt x="1929" y="2822"/>
                  </a:lnTo>
                  <a:cubicBezTo>
                    <a:pt x="2508" y="2822"/>
                    <a:pt x="2979" y="2368"/>
                    <a:pt x="2979" y="1788"/>
                  </a:cubicBezTo>
                  <a:lnTo>
                    <a:pt x="2979" y="1051"/>
                  </a:lnTo>
                  <a:cubicBezTo>
                    <a:pt x="2979" y="471"/>
                    <a:pt x="2508" y="1"/>
                    <a:pt x="19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1124;p30">
              <a:extLst>
                <a:ext uri="{FF2B5EF4-FFF2-40B4-BE49-F238E27FC236}">
                  <a16:creationId xmlns:a16="http://schemas.microsoft.com/office/drawing/2014/main" id="{1ECE1B12-7E17-8005-7DC4-FC5BB9DAEBE1}"/>
                </a:ext>
              </a:extLst>
            </p:cNvPr>
            <p:cNvSpPr/>
            <p:nvPr/>
          </p:nvSpPr>
          <p:spPr>
            <a:xfrm>
              <a:off x="5486875" y="3351575"/>
              <a:ext cx="74475" cy="70575"/>
            </a:xfrm>
            <a:custGeom>
              <a:avLst/>
              <a:gdLst/>
              <a:ahLst/>
              <a:cxnLst/>
              <a:rect l="l" t="t" r="r" b="b"/>
              <a:pathLst>
                <a:path w="2979" h="2823" extrusionOk="0">
                  <a:moveTo>
                    <a:pt x="1051" y="1"/>
                  </a:moveTo>
                  <a:cubicBezTo>
                    <a:pt x="471" y="1"/>
                    <a:pt x="1" y="471"/>
                    <a:pt x="1" y="1051"/>
                  </a:cubicBezTo>
                  <a:lnTo>
                    <a:pt x="1" y="1788"/>
                  </a:lnTo>
                  <a:cubicBezTo>
                    <a:pt x="1" y="2368"/>
                    <a:pt x="471" y="2822"/>
                    <a:pt x="1051" y="2822"/>
                  </a:cubicBezTo>
                  <a:lnTo>
                    <a:pt x="1944" y="2822"/>
                  </a:lnTo>
                  <a:cubicBezTo>
                    <a:pt x="2509" y="2822"/>
                    <a:pt x="2979" y="2368"/>
                    <a:pt x="2979" y="1788"/>
                  </a:cubicBezTo>
                  <a:lnTo>
                    <a:pt x="2979" y="1051"/>
                  </a:lnTo>
                  <a:cubicBezTo>
                    <a:pt x="2979" y="471"/>
                    <a:pt x="2509"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1125;p30">
              <a:extLst>
                <a:ext uri="{FF2B5EF4-FFF2-40B4-BE49-F238E27FC236}">
                  <a16:creationId xmlns:a16="http://schemas.microsoft.com/office/drawing/2014/main" id="{23F56B55-0214-0B60-9860-8D71FECBE6C1}"/>
                </a:ext>
              </a:extLst>
            </p:cNvPr>
            <p:cNvSpPr/>
            <p:nvPr/>
          </p:nvSpPr>
          <p:spPr>
            <a:xfrm>
              <a:off x="5378350" y="3351575"/>
              <a:ext cx="74850" cy="70575"/>
            </a:xfrm>
            <a:custGeom>
              <a:avLst/>
              <a:gdLst/>
              <a:ahLst/>
              <a:cxnLst/>
              <a:rect l="l" t="t" r="r" b="b"/>
              <a:pathLst>
                <a:path w="2994" h="2823" extrusionOk="0">
                  <a:moveTo>
                    <a:pt x="1050" y="1"/>
                  </a:moveTo>
                  <a:cubicBezTo>
                    <a:pt x="470" y="1"/>
                    <a:pt x="0" y="471"/>
                    <a:pt x="0" y="1051"/>
                  </a:cubicBezTo>
                  <a:lnTo>
                    <a:pt x="0" y="1788"/>
                  </a:lnTo>
                  <a:cubicBezTo>
                    <a:pt x="0" y="2368"/>
                    <a:pt x="470" y="2822"/>
                    <a:pt x="1050"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1126;p30">
              <a:extLst>
                <a:ext uri="{FF2B5EF4-FFF2-40B4-BE49-F238E27FC236}">
                  <a16:creationId xmlns:a16="http://schemas.microsoft.com/office/drawing/2014/main" id="{D6683115-2CB2-AC76-E902-445A61C88A21}"/>
                </a:ext>
              </a:extLst>
            </p:cNvPr>
            <p:cNvSpPr/>
            <p:nvPr/>
          </p:nvSpPr>
          <p:spPr>
            <a:xfrm>
              <a:off x="5270175" y="3351575"/>
              <a:ext cx="74500" cy="70575"/>
            </a:xfrm>
            <a:custGeom>
              <a:avLst/>
              <a:gdLst/>
              <a:ahLst/>
              <a:cxnLst/>
              <a:rect l="l" t="t" r="r" b="b"/>
              <a:pathLst>
                <a:path w="2980" h="2823" extrusionOk="0">
                  <a:moveTo>
                    <a:pt x="1051" y="1"/>
                  </a:moveTo>
                  <a:cubicBezTo>
                    <a:pt x="471" y="1"/>
                    <a:pt x="1" y="471"/>
                    <a:pt x="1" y="1051"/>
                  </a:cubicBezTo>
                  <a:lnTo>
                    <a:pt x="1" y="1788"/>
                  </a:lnTo>
                  <a:cubicBezTo>
                    <a:pt x="1" y="2368"/>
                    <a:pt x="471" y="2822"/>
                    <a:pt x="1051" y="2822"/>
                  </a:cubicBezTo>
                  <a:lnTo>
                    <a:pt x="1945" y="2822"/>
                  </a:lnTo>
                  <a:cubicBezTo>
                    <a:pt x="2509" y="2822"/>
                    <a:pt x="2979" y="2368"/>
                    <a:pt x="2979" y="1788"/>
                  </a:cubicBezTo>
                  <a:lnTo>
                    <a:pt x="2979" y="1051"/>
                  </a:lnTo>
                  <a:cubicBezTo>
                    <a:pt x="2979" y="471"/>
                    <a:pt x="2509" y="1"/>
                    <a:pt x="194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1127;p30">
              <a:extLst>
                <a:ext uri="{FF2B5EF4-FFF2-40B4-BE49-F238E27FC236}">
                  <a16:creationId xmlns:a16="http://schemas.microsoft.com/office/drawing/2014/main" id="{AE7760CC-6409-02D9-8F14-544DBD3DA7DA}"/>
                </a:ext>
              </a:extLst>
            </p:cNvPr>
            <p:cNvSpPr/>
            <p:nvPr/>
          </p:nvSpPr>
          <p:spPr>
            <a:xfrm>
              <a:off x="5161650" y="3351575"/>
              <a:ext cx="74850" cy="70575"/>
            </a:xfrm>
            <a:custGeom>
              <a:avLst/>
              <a:gdLst/>
              <a:ahLst/>
              <a:cxnLst/>
              <a:rect l="l" t="t" r="r" b="b"/>
              <a:pathLst>
                <a:path w="2994" h="2823" extrusionOk="0">
                  <a:moveTo>
                    <a:pt x="1050" y="1"/>
                  </a:moveTo>
                  <a:cubicBezTo>
                    <a:pt x="470" y="1"/>
                    <a:pt x="0" y="471"/>
                    <a:pt x="0" y="1051"/>
                  </a:cubicBezTo>
                  <a:lnTo>
                    <a:pt x="0" y="1788"/>
                  </a:lnTo>
                  <a:cubicBezTo>
                    <a:pt x="0" y="2368"/>
                    <a:pt x="470" y="2822"/>
                    <a:pt x="1050"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1128;p30">
              <a:extLst>
                <a:ext uri="{FF2B5EF4-FFF2-40B4-BE49-F238E27FC236}">
                  <a16:creationId xmlns:a16="http://schemas.microsoft.com/office/drawing/2014/main" id="{C7C70519-9EF3-780B-DDF0-89A99F91EEAB}"/>
                </a:ext>
              </a:extLst>
            </p:cNvPr>
            <p:cNvSpPr/>
            <p:nvPr/>
          </p:nvSpPr>
          <p:spPr>
            <a:xfrm>
              <a:off x="4849325" y="3351575"/>
              <a:ext cx="74475" cy="70575"/>
            </a:xfrm>
            <a:custGeom>
              <a:avLst/>
              <a:gdLst/>
              <a:ahLst/>
              <a:cxnLst/>
              <a:rect l="l" t="t" r="r" b="b"/>
              <a:pathLst>
                <a:path w="2979" h="2823" extrusionOk="0">
                  <a:moveTo>
                    <a:pt x="1035" y="1"/>
                  </a:moveTo>
                  <a:cubicBezTo>
                    <a:pt x="471" y="1"/>
                    <a:pt x="1" y="471"/>
                    <a:pt x="1" y="1051"/>
                  </a:cubicBezTo>
                  <a:lnTo>
                    <a:pt x="1" y="1788"/>
                  </a:lnTo>
                  <a:cubicBezTo>
                    <a:pt x="1" y="2368"/>
                    <a:pt x="471" y="2822"/>
                    <a:pt x="1035" y="2822"/>
                  </a:cubicBezTo>
                  <a:lnTo>
                    <a:pt x="1929" y="2822"/>
                  </a:lnTo>
                  <a:cubicBezTo>
                    <a:pt x="2509" y="2822"/>
                    <a:pt x="2979" y="2368"/>
                    <a:pt x="2979" y="1788"/>
                  </a:cubicBezTo>
                  <a:lnTo>
                    <a:pt x="2979" y="1051"/>
                  </a:lnTo>
                  <a:cubicBezTo>
                    <a:pt x="2979" y="471"/>
                    <a:pt x="2509" y="1"/>
                    <a:pt x="19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1129;p30">
              <a:extLst>
                <a:ext uri="{FF2B5EF4-FFF2-40B4-BE49-F238E27FC236}">
                  <a16:creationId xmlns:a16="http://schemas.microsoft.com/office/drawing/2014/main" id="{02463763-C64B-57ED-F81E-4713A8111867}"/>
                </a:ext>
              </a:extLst>
            </p:cNvPr>
            <p:cNvSpPr/>
            <p:nvPr/>
          </p:nvSpPr>
          <p:spPr>
            <a:xfrm>
              <a:off x="4736475" y="3351575"/>
              <a:ext cx="74875" cy="70575"/>
            </a:xfrm>
            <a:custGeom>
              <a:avLst/>
              <a:gdLst/>
              <a:ahLst/>
              <a:cxnLst/>
              <a:rect l="l" t="t" r="r" b="b"/>
              <a:pathLst>
                <a:path w="2995" h="2823" extrusionOk="0">
                  <a:moveTo>
                    <a:pt x="1051" y="1"/>
                  </a:moveTo>
                  <a:cubicBezTo>
                    <a:pt x="471" y="1"/>
                    <a:pt x="0" y="471"/>
                    <a:pt x="0" y="1051"/>
                  </a:cubicBezTo>
                  <a:lnTo>
                    <a:pt x="0" y="1788"/>
                  </a:lnTo>
                  <a:cubicBezTo>
                    <a:pt x="0" y="2368"/>
                    <a:pt x="471" y="2822"/>
                    <a:pt x="1051"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1130;p30">
              <a:extLst>
                <a:ext uri="{FF2B5EF4-FFF2-40B4-BE49-F238E27FC236}">
                  <a16:creationId xmlns:a16="http://schemas.microsoft.com/office/drawing/2014/main" id="{E89E1CF5-7528-D5B6-9414-79B2444A9C74}"/>
                </a:ext>
              </a:extLst>
            </p:cNvPr>
            <p:cNvSpPr/>
            <p:nvPr/>
          </p:nvSpPr>
          <p:spPr>
            <a:xfrm>
              <a:off x="4628325" y="3351575"/>
              <a:ext cx="74475" cy="70575"/>
            </a:xfrm>
            <a:custGeom>
              <a:avLst/>
              <a:gdLst/>
              <a:ahLst/>
              <a:cxnLst/>
              <a:rect l="l" t="t" r="r" b="b"/>
              <a:pathLst>
                <a:path w="2979" h="2823" extrusionOk="0">
                  <a:moveTo>
                    <a:pt x="1051" y="1"/>
                  </a:moveTo>
                  <a:cubicBezTo>
                    <a:pt x="471" y="1"/>
                    <a:pt x="0" y="471"/>
                    <a:pt x="0" y="1051"/>
                  </a:cubicBezTo>
                  <a:lnTo>
                    <a:pt x="0" y="1788"/>
                  </a:lnTo>
                  <a:cubicBezTo>
                    <a:pt x="0" y="2368"/>
                    <a:pt x="471" y="2822"/>
                    <a:pt x="1051" y="2822"/>
                  </a:cubicBezTo>
                  <a:lnTo>
                    <a:pt x="1944" y="2822"/>
                  </a:lnTo>
                  <a:cubicBezTo>
                    <a:pt x="2508" y="2822"/>
                    <a:pt x="2978" y="2368"/>
                    <a:pt x="2978" y="1788"/>
                  </a:cubicBezTo>
                  <a:lnTo>
                    <a:pt x="2978" y="1051"/>
                  </a:lnTo>
                  <a:cubicBezTo>
                    <a:pt x="2978" y="471"/>
                    <a:pt x="2508"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1131;p30">
              <a:extLst>
                <a:ext uri="{FF2B5EF4-FFF2-40B4-BE49-F238E27FC236}">
                  <a16:creationId xmlns:a16="http://schemas.microsoft.com/office/drawing/2014/main" id="{99FE2D69-D9ED-6FDB-3A2C-EA18D3C268F9}"/>
                </a:ext>
              </a:extLst>
            </p:cNvPr>
            <p:cNvSpPr/>
            <p:nvPr/>
          </p:nvSpPr>
          <p:spPr>
            <a:xfrm>
              <a:off x="4519775" y="3351575"/>
              <a:ext cx="74875" cy="70575"/>
            </a:xfrm>
            <a:custGeom>
              <a:avLst/>
              <a:gdLst/>
              <a:ahLst/>
              <a:cxnLst/>
              <a:rect l="l" t="t" r="r" b="b"/>
              <a:pathLst>
                <a:path w="2995" h="2823" extrusionOk="0">
                  <a:moveTo>
                    <a:pt x="1051" y="1"/>
                  </a:moveTo>
                  <a:cubicBezTo>
                    <a:pt x="471" y="1"/>
                    <a:pt x="1" y="471"/>
                    <a:pt x="1" y="1051"/>
                  </a:cubicBezTo>
                  <a:lnTo>
                    <a:pt x="1" y="1788"/>
                  </a:lnTo>
                  <a:cubicBezTo>
                    <a:pt x="1" y="2368"/>
                    <a:pt x="471" y="2822"/>
                    <a:pt x="1051"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1132;p30">
              <a:extLst>
                <a:ext uri="{FF2B5EF4-FFF2-40B4-BE49-F238E27FC236}">
                  <a16:creationId xmlns:a16="http://schemas.microsoft.com/office/drawing/2014/main" id="{0BAE0F70-24C4-F002-7FA8-435BCA261BAB}"/>
                </a:ext>
              </a:extLst>
            </p:cNvPr>
            <p:cNvSpPr/>
            <p:nvPr/>
          </p:nvSpPr>
          <p:spPr>
            <a:xfrm>
              <a:off x="4411625" y="3351575"/>
              <a:ext cx="74475" cy="70575"/>
            </a:xfrm>
            <a:custGeom>
              <a:avLst/>
              <a:gdLst/>
              <a:ahLst/>
              <a:cxnLst/>
              <a:rect l="l" t="t" r="r" b="b"/>
              <a:pathLst>
                <a:path w="2979" h="2823" extrusionOk="0">
                  <a:moveTo>
                    <a:pt x="1035" y="1"/>
                  </a:moveTo>
                  <a:cubicBezTo>
                    <a:pt x="471" y="1"/>
                    <a:pt x="0" y="471"/>
                    <a:pt x="0" y="1051"/>
                  </a:cubicBezTo>
                  <a:lnTo>
                    <a:pt x="0" y="1788"/>
                  </a:lnTo>
                  <a:cubicBezTo>
                    <a:pt x="0" y="2368"/>
                    <a:pt x="471" y="2822"/>
                    <a:pt x="1035" y="2822"/>
                  </a:cubicBezTo>
                  <a:lnTo>
                    <a:pt x="1928" y="2822"/>
                  </a:lnTo>
                  <a:cubicBezTo>
                    <a:pt x="2508" y="2822"/>
                    <a:pt x="2979" y="2368"/>
                    <a:pt x="2979" y="1788"/>
                  </a:cubicBezTo>
                  <a:lnTo>
                    <a:pt x="2979" y="1051"/>
                  </a:lnTo>
                  <a:cubicBezTo>
                    <a:pt x="2979" y="471"/>
                    <a:pt x="2508" y="1"/>
                    <a:pt x="192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1133;p30">
              <a:extLst>
                <a:ext uri="{FF2B5EF4-FFF2-40B4-BE49-F238E27FC236}">
                  <a16:creationId xmlns:a16="http://schemas.microsoft.com/office/drawing/2014/main" id="{BAA56C84-7B72-7935-D34B-7EFB79BCD136}"/>
                </a:ext>
              </a:extLst>
            </p:cNvPr>
            <p:cNvSpPr/>
            <p:nvPr/>
          </p:nvSpPr>
          <p:spPr>
            <a:xfrm>
              <a:off x="4303075" y="3351575"/>
              <a:ext cx="74875" cy="70575"/>
            </a:xfrm>
            <a:custGeom>
              <a:avLst/>
              <a:gdLst/>
              <a:ahLst/>
              <a:cxnLst/>
              <a:rect l="l" t="t" r="r" b="b"/>
              <a:pathLst>
                <a:path w="2995" h="2823" extrusionOk="0">
                  <a:moveTo>
                    <a:pt x="1051" y="1"/>
                  </a:moveTo>
                  <a:cubicBezTo>
                    <a:pt x="471" y="1"/>
                    <a:pt x="1" y="471"/>
                    <a:pt x="1" y="1051"/>
                  </a:cubicBezTo>
                  <a:lnTo>
                    <a:pt x="1" y="1788"/>
                  </a:lnTo>
                  <a:cubicBezTo>
                    <a:pt x="1" y="2368"/>
                    <a:pt x="471" y="2822"/>
                    <a:pt x="1051"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1134;p30">
              <a:extLst>
                <a:ext uri="{FF2B5EF4-FFF2-40B4-BE49-F238E27FC236}">
                  <a16:creationId xmlns:a16="http://schemas.microsoft.com/office/drawing/2014/main" id="{3F86C5C6-04CC-9614-4B8E-D69ED204D903}"/>
                </a:ext>
              </a:extLst>
            </p:cNvPr>
            <p:cNvSpPr/>
            <p:nvPr/>
          </p:nvSpPr>
          <p:spPr>
            <a:xfrm>
              <a:off x="4194925" y="3351575"/>
              <a:ext cx="74475" cy="70575"/>
            </a:xfrm>
            <a:custGeom>
              <a:avLst/>
              <a:gdLst/>
              <a:ahLst/>
              <a:cxnLst/>
              <a:rect l="l" t="t" r="r" b="b"/>
              <a:pathLst>
                <a:path w="2979" h="2823" extrusionOk="0">
                  <a:moveTo>
                    <a:pt x="1035" y="1"/>
                  </a:moveTo>
                  <a:cubicBezTo>
                    <a:pt x="471" y="1"/>
                    <a:pt x="1" y="471"/>
                    <a:pt x="1" y="1051"/>
                  </a:cubicBezTo>
                  <a:lnTo>
                    <a:pt x="1" y="1788"/>
                  </a:lnTo>
                  <a:cubicBezTo>
                    <a:pt x="1" y="2368"/>
                    <a:pt x="471" y="2822"/>
                    <a:pt x="1035" y="2822"/>
                  </a:cubicBezTo>
                  <a:lnTo>
                    <a:pt x="1928" y="2822"/>
                  </a:lnTo>
                  <a:cubicBezTo>
                    <a:pt x="2508" y="2822"/>
                    <a:pt x="2979" y="2368"/>
                    <a:pt x="2979" y="1788"/>
                  </a:cubicBezTo>
                  <a:lnTo>
                    <a:pt x="2979" y="1051"/>
                  </a:lnTo>
                  <a:cubicBezTo>
                    <a:pt x="2979" y="471"/>
                    <a:pt x="2508" y="1"/>
                    <a:pt x="192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1135;p30">
              <a:extLst>
                <a:ext uri="{FF2B5EF4-FFF2-40B4-BE49-F238E27FC236}">
                  <a16:creationId xmlns:a16="http://schemas.microsoft.com/office/drawing/2014/main" id="{4B3CDD05-99AB-7C9F-85A7-FD658816B94A}"/>
                </a:ext>
              </a:extLst>
            </p:cNvPr>
            <p:cNvSpPr/>
            <p:nvPr/>
          </p:nvSpPr>
          <p:spPr>
            <a:xfrm>
              <a:off x="4086375" y="3351575"/>
              <a:ext cx="74875" cy="70575"/>
            </a:xfrm>
            <a:custGeom>
              <a:avLst/>
              <a:gdLst/>
              <a:ahLst/>
              <a:cxnLst/>
              <a:rect l="l" t="t" r="r" b="b"/>
              <a:pathLst>
                <a:path w="2995" h="2823" extrusionOk="0">
                  <a:moveTo>
                    <a:pt x="1051" y="1"/>
                  </a:moveTo>
                  <a:cubicBezTo>
                    <a:pt x="471" y="1"/>
                    <a:pt x="1" y="471"/>
                    <a:pt x="1" y="1051"/>
                  </a:cubicBezTo>
                  <a:lnTo>
                    <a:pt x="1" y="1788"/>
                  </a:lnTo>
                  <a:cubicBezTo>
                    <a:pt x="1" y="2368"/>
                    <a:pt x="471" y="2822"/>
                    <a:pt x="1051" y="2822"/>
                  </a:cubicBezTo>
                  <a:lnTo>
                    <a:pt x="1944" y="2822"/>
                  </a:lnTo>
                  <a:cubicBezTo>
                    <a:pt x="2524" y="2822"/>
                    <a:pt x="2995" y="2368"/>
                    <a:pt x="2995" y="1788"/>
                  </a:cubicBezTo>
                  <a:lnTo>
                    <a:pt x="2995" y="1051"/>
                  </a:lnTo>
                  <a:cubicBezTo>
                    <a:pt x="2995"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1136;p30">
              <a:extLst>
                <a:ext uri="{FF2B5EF4-FFF2-40B4-BE49-F238E27FC236}">
                  <a16:creationId xmlns:a16="http://schemas.microsoft.com/office/drawing/2014/main" id="{B413F9DC-57FA-6646-725F-F9D1B6517C18}"/>
                </a:ext>
              </a:extLst>
            </p:cNvPr>
            <p:cNvSpPr/>
            <p:nvPr/>
          </p:nvSpPr>
          <p:spPr>
            <a:xfrm>
              <a:off x="4570325" y="2631750"/>
              <a:ext cx="2293575" cy="582700"/>
            </a:xfrm>
            <a:custGeom>
              <a:avLst/>
              <a:gdLst/>
              <a:ahLst/>
              <a:cxnLst/>
              <a:rect l="l" t="t" r="r" b="b"/>
              <a:pathLst>
                <a:path w="91743" h="23308" extrusionOk="0">
                  <a:moveTo>
                    <a:pt x="23857" y="188"/>
                  </a:moveTo>
                  <a:cubicBezTo>
                    <a:pt x="21694" y="658"/>
                    <a:pt x="19813" y="1944"/>
                    <a:pt x="17854" y="2947"/>
                  </a:cubicBezTo>
                  <a:lnTo>
                    <a:pt x="17854" y="2947"/>
                  </a:lnTo>
                  <a:cubicBezTo>
                    <a:pt x="15001" y="4420"/>
                    <a:pt x="11835" y="5376"/>
                    <a:pt x="8637" y="5282"/>
                  </a:cubicBezTo>
                  <a:lnTo>
                    <a:pt x="8637" y="5282"/>
                  </a:lnTo>
                  <a:cubicBezTo>
                    <a:pt x="5440" y="5204"/>
                    <a:pt x="2211" y="4013"/>
                    <a:pt x="1" y="1709"/>
                  </a:cubicBezTo>
                  <a:lnTo>
                    <a:pt x="1" y="1709"/>
                  </a:lnTo>
                  <a:cubicBezTo>
                    <a:pt x="251" y="3339"/>
                    <a:pt x="1458" y="4467"/>
                    <a:pt x="2963" y="5173"/>
                  </a:cubicBezTo>
                  <a:lnTo>
                    <a:pt x="2963" y="5173"/>
                  </a:lnTo>
                  <a:cubicBezTo>
                    <a:pt x="6082" y="6615"/>
                    <a:pt x="9672" y="7022"/>
                    <a:pt x="13026" y="6286"/>
                  </a:cubicBezTo>
                  <a:lnTo>
                    <a:pt x="13026" y="6286"/>
                  </a:lnTo>
                  <a:cubicBezTo>
                    <a:pt x="15910" y="5643"/>
                    <a:pt x="18559" y="4232"/>
                    <a:pt x="21365" y="3323"/>
                  </a:cubicBezTo>
                  <a:lnTo>
                    <a:pt x="21365" y="3323"/>
                  </a:lnTo>
                  <a:cubicBezTo>
                    <a:pt x="24170" y="2414"/>
                    <a:pt x="27384" y="2069"/>
                    <a:pt x="29954" y="3511"/>
                  </a:cubicBezTo>
                  <a:lnTo>
                    <a:pt x="29954" y="3511"/>
                  </a:lnTo>
                  <a:cubicBezTo>
                    <a:pt x="31804" y="4546"/>
                    <a:pt x="33058" y="6364"/>
                    <a:pt x="34735" y="7649"/>
                  </a:cubicBezTo>
                  <a:lnTo>
                    <a:pt x="34735" y="7649"/>
                  </a:lnTo>
                  <a:cubicBezTo>
                    <a:pt x="39108" y="11051"/>
                    <a:pt x="45440" y="10330"/>
                    <a:pt x="50629" y="8386"/>
                  </a:cubicBezTo>
                  <a:lnTo>
                    <a:pt x="50629" y="8386"/>
                  </a:lnTo>
                  <a:cubicBezTo>
                    <a:pt x="52274" y="7775"/>
                    <a:pt x="53905" y="7038"/>
                    <a:pt x="55644" y="6803"/>
                  </a:cubicBezTo>
                  <a:lnTo>
                    <a:pt x="55644" y="6803"/>
                  </a:lnTo>
                  <a:cubicBezTo>
                    <a:pt x="57384" y="6552"/>
                    <a:pt x="59312" y="6897"/>
                    <a:pt x="60550" y="8135"/>
                  </a:cubicBezTo>
                  <a:lnTo>
                    <a:pt x="60550" y="8135"/>
                  </a:lnTo>
                  <a:cubicBezTo>
                    <a:pt x="61851" y="9452"/>
                    <a:pt x="62149" y="11489"/>
                    <a:pt x="63340" y="12916"/>
                  </a:cubicBezTo>
                  <a:lnTo>
                    <a:pt x="63340" y="12916"/>
                  </a:lnTo>
                  <a:cubicBezTo>
                    <a:pt x="64516" y="14326"/>
                    <a:pt x="66413" y="14922"/>
                    <a:pt x="68231" y="15126"/>
                  </a:cubicBezTo>
                  <a:lnTo>
                    <a:pt x="68231" y="15126"/>
                  </a:lnTo>
                  <a:cubicBezTo>
                    <a:pt x="73215" y="15690"/>
                    <a:pt x="76648" y="12571"/>
                    <a:pt x="81397" y="12383"/>
                  </a:cubicBezTo>
                  <a:lnTo>
                    <a:pt x="81397" y="12383"/>
                  </a:lnTo>
                  <a:cubicBezTo>
                    <a:pt x="83200" y="12305"/>
                    <a:pt x="85081" y="12712"/>
                    <a:pt x="86476" y="13841"/>
                  </a:cubicBezTo>
                  <a:lnTo>
                    <a:pt x="86476" y="13841"/>
                  </a:lnTo>
                  <a:cubicBezTo>
                    <a:pt x="87479" y="14656"/>
                    <a:pt x="88169" y="15800"/>
                    <a:pt x="88796" y="16944"/>
                  </a:cubicBezTo>
                  <a:lnTo>
                    <a:pt x="88796" y="16944"/>
                  </a:lnTo>
                  <a:cubicBezTo>
                    <a:pt x="89877" y="18935"/>
                    <a:pt x="90833" y="21051"/>
                    <a:pt x="91225" y="23292"/>
                  </a:cubicBezTo>
                  <a:lnTo>
                    <a:pt x="91225" y="23292"/>
                  </a:lnTo>
                  <a:lnTo>
                    <a:pt x="91398" y="23308"/>
                  </a:lnTo>
                  <a:cubicBezTo>
                    <a:pt x="91742" y="20048"/>
                    <a:pt x="91492" y="16631"/>
                    <a:pt x="89940" y="13747"/>
                  </a:cubicBezTo>
                  <a:lnTo>
                    <a:pt x="89940" y="13747"/>
                  </a:lnTo>
                  <a:cubicBezTo>
                    <a:pt x="88388" y="10862"/>
                    <a:pt x="85332" y="8637"/>
                    <a:pt x="82056" y="8746"/>
                  </a:cubicBezTo>
                  <a:lnTo>
                    <a:pt x="82056" y="8746"/>
                  </a:lnTo>
                  <a:cubicBezTo>
                    <a:pt x="79846" y="8809"/>
                    <a:pt x="77808" y="9891"/>
                    <a:pt x="75723" y="10643"/>
                  </a:cubicBezTo>
                  <a:lnTo>
                    <a:pt x="75723" y="10643"/>
                  </a:lnTo>
                  <a:cubicBezTo>
                    <a:pt x="73544" y="11411"/>
                    <a:pt x="71240" y="11819"/>
                    <a:pt x="68936" y="11850"/>
                  </a:cubicBezTo>
                  <a:lnTo>
                    <a:pt x="68936" y="11850"/>
                  </a:lnTo>
                  <a:cubicBezTo>
                    <a:pt x="67745" y="11881"/>
                    <a:pt x="66491" y="11787"/>
                    <a:pt x="65425" y="11223"/>
                  </a:cubicBezTo>
                  <a:lnTo>
                    <a:pt x="65425" y="11223"/>
                  </a:lnTo>
                  <a:cubicBezTo>
                    <a:pt x="63654" y="10314"/>
                    <a:pt x="62714" y="8370"/>
                    <a:pt x="61334" y="6944"/>
                  </a:cubicBezTo>
                  <a:lnTo>
                    <a:pt x="61334" y="6944"/>
                  </a:lnTo>
                  <a:cubicBezTo>
                    <a:pt x="57839" y="3370"/>
                    <a:pt x="51977" y="3574"/>
                    <a:pt x="47243" y="5188"/>
                  </a:cubicBezTo>
                  <a:lnTo>
                    <a:pt x="47243" y="5188"/>
                  </a:lnTo>
                  <a:cubicBezTo>
                    <a:pt x="45064" y="5925"/>
                    <a:pt x="42838" y="6913"/>
                    <a:pt x="40581" y="6521"/>
                  </a:cubicBezTo>
                  <a:lnTo>
                    <a:pt x="40581" y="6521"/>
                  </a:lnTo>
                  <a:cubicBezTo>
                    <a:pt x="39030" y="6239"/>
                    <a:pt x="37682" y="5345"/>
                    <a:pt x="36381" y="4452"/>
                  </a:cubicBezTo>
                  <a:lnTo>
                    <a:pt x="36381" y="4452"/>
                  </a:lnTo>
                  <a:cubicBezTo>
                    <a:pt x="33152" y="2273"/>
                    <a:pt x="29515" y="0"/>
                    <a:pt x="25738" y="0"/>
                  </a:cubicBezTo>
                  <a:lnTo>
                    <a:pt x="25738" y="0"/>
                  </a:lnTo>
                  <a:cubicBezTo>
                    <a:pt x="25111" y="0"/>
                    <a:pt x="24484" y="63"/>
                    <a:pt x="23857" y="188"/>
                  </a:cubicBezTo>
                </a:path>
              </a:pathLst>
            </a:custGeom>
            <a:solidFill>
              <a:srgbClr val="FFFFFF">
                <a:alpha val="410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1" name="Google Shape;435;p42">
            <a:extLst>
              <a:ext uri="{FF2B5EF4-FFF2-40B4-BE49-F238E27FC236}">
                <a16:creationId xmlns:a16="http://schemas.microsoft.com/office/drawing/2014/main" id="{45104F31-A5CC-0234-958E-74ABC247FF7C}"/>
              </a:ext>
            </a:extLst>
          </p:cNvPr>
          <p:cNvSpPr txBox="1">
            <a:spLocks noGrp="1"/>
          </p:cNvSpPr>
          <p:nvPr>
            <p:ph type="title"/>
          </p:nvPr>
        </p:nvSpPr>
        <p:spPr>
          <a:xfrm>
            <a:off x="1224071" y="50931"/>
            <a:ext cx="6206545" cy="1036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4000" b="1" dirty="0">
                <a:solidFill>
                  <a:srgbClr val="0070C0"/>
                </a:solidFill>
                <a:latin typeface="Calibri" panose="020F0502020204030204" pitchFamily="34" charset="0"/>
                <a:cs typeface="Calibri" panose="020F0502020204030204" pitchFamily="34" charset="0"/>
              </a:rPr>
              <a:t>Exploration Result</a:t>
            </a:r>
            <a:endParaRPr sz="4000" b="1" dirty="0">
              <a:solidFill>
                <a:srgbClr val="0070C0"/>
              </a:solidFill>
              <a:latin typeface="Calibri" panose="020F0502020204030204" pitchFamily="34" charset="0"/>
              <a:cs typeface="Calibri" panose="020F0502020204030204" pitchFamily="34" charset="0"/>
            </a:endParaRPr>
          </a:p>
        </p:txBody>
      </p:sp>
      <p:sp>
        <p:nvSpPr>
          <p:cNvPr id="62" name="Google Shape;436;p42">
            <a:extLst>
              <a:ext uri="{FF2B5EF4-FFF2-40B4-BE49-F238E27FC236}">
                <a16:creationId xmlns:a16="http://schemas.microsoft.com/office/drawing/2014/main" id="{E5B97F28-9D5C-A2D8-2B68-B3E85EA7B1E6}"/>
              </a:ext>
            </a:extLst>
          </p:cNvPr>
          <p:cNvSpPr txBox="1">
            <a:spLocks noGrp="1"/>
          </p:cNvSpPr>
          <p:nvPr>
            <p:ph type="subTitle" idx="1"/>
          </p:nvPr>
        </p:nvSpPr>
        <p:spPr>
          <a:xfrm>
            <a:off x="759475" y="581996"/>
            <a:ext cx="8260500" cy="2486100"/>
          </a:xfrm>
          <a:prstGeom prst="rect">
            <a:avLst/>
          </a:prstGeom>
        </p:spPr>
        <p:txBody>
          <a:bodyPr spcFirstLastPara="1" wrap="square" lIns="91425" tIns="91425" rIns="91425" bIns="91425" anchor="t" anchorCtr="0">
            <a:noAutofit/>
          </a:bodyPr>
          <a:lstStyle/>
          <a:p>
            <a:pPr indent="-317500">
              <a:lnSpc>
                <a:spcPct val="150000"/>
              </a:lnSpc>
              <a:buSzPts val="1400"/>
              <a:buFont typeface="Abel"/>
              <a:buAutoNum type="arabicPeriod"/>
            </a:pPr>
            <a:r>
              <a:rPr lang="en-US" sz="2000" dirty="0">
                <a:solidFill>
                  <a:srgbClr val="002060"/>
                </a:solidFill>
              </a:rPr>
              <a:t>Number of records 31 k</a:t>
            </a:r>
          </a:p>
          <a:p>
            <a:pPr indent="-317500">
              <a:lnSpc>
                <a:spcPct val="150000"/>
              </a:lnSpc>
              <a:buSzPts val="1400"/>
              <a:buFont typeface="Abel"/>
              <a:buAutoNum type="arabicPeriod"/>
            </a:pPr>
            <a:r>
              <a:rPr lang="en-US" sz="2000" dirty="0">
                <a:solidFill>
                  <a:srgbClr val="002060"/>
                </a:solidFill>
              </a:rPr>
              <a:t>Number of columns 17</a:t>
            </a:r>
          </a:p>
          <a:p>
            <a:pPr indent="-317500">
              <a:lnSpc>
                <a:spcPct val="150000"/>
              </a:lnSpc>
              <a:buSzPts val="1400"/>
              <a:buFont typeface="Abel"/>
              <a:buAutoNum type="arabicPeriod"/>
            </a:pPr>
            <a:r>
              <a:rPr lang="en-US" sz="2000" dirty="0">
                <a:solidFill>
                  <a:srgbClr val="002060"/>
                </a:solidFill>
              </a:rPr>
              <a:t>This Data represent a 4 month of Reservation.</a:t>
            </a:r>
          </a:p>
          <a:p>
            <a:pPr marL="457200" lvl="0" indent="-317500" algn="l" rtl="0">
              <a:lnSpc>
                <a:spcPct val="150000"/>
              </a:lnSpc>
              <a:spcBef>
                <a:spcPts val="0"/>
              </a:spcBef>
              <a:spcAft>
                <a:spcPts val="0"/>
              </a:spcAft>
              <a:buSzPts val="1400"/>
              <a:buAutoNum type="arabicPeriod"/>
            </a:pPr>
            <a:r>
              <a:rPr lang="en-US" sz="2000" dirty="0">
                <a:solidFill>
                  <a:srgbClr val="002060"/>
                </a:solidFill>
              </a:rPr>
              <a:t>Data is mostly clean some records need to be fixed and then data can provide a valuable insights.</a:t>
            </a:r>
          </a:p>
          <a:p>
            <a:pPr marL="457200" lvl="0" indent="-317500" algn="l" rtl="0">
              <a:lnSpc>
                <a:spcPct val="150000"/>
              </a:lnSpc>
              <a:spcBef>
                <a:spcPts val="0"/>
              </a:spcBef>
              <a:spcAft>
                <a:spcPts val="0"/>
              </a:spcAft>
              <a:buSzPts val="1400"/>
              <a:buAutoNum type="arabicPeriod"/>
            </a:pPr>
            <a:r>
              <a:rPr lang="en-US" sz="2000" dirty="0">
                <a:solidFill>
                  <a:srgbClr val="002060"/>
                </a:solidFill>
              </a:rPr>
              <a:t>There aren’t any Outliers  this mean that data will provide accurate insights</a:t>
            </a:r>
          </a:p>
          <a:p>
            <a:pPr lvl="0" indent="-317500">
              <a:lnSpc>
                <a:spcPct val="150000"/>
              </a:lnSpc>
              <a:buSzPts val="1400"/>
              <a:buAutoNum type="arabicPeriod"/>
            </a:pPr>
            <a:r>
              <a:rPr lang="en-US" sz="1800" dirty="0">
                <a:solidFill>
                  <a:srgbClr val="002060"/>
                </a:solidFill>
              </a:rPr>
              <a:t>Most of the data consists of categorical values, and the only column with numerical data is price</a:t>
            </a:r>
            <a:br>
              <a:rPr lang="en-US" dirty="0">
                <a:solidFill>
                  <a:srgbClr val="002060"/>
                </a:solidFill>
              </a:rPr>
            </a:br>
            <a:endParaRPr lang="en-US" dirty="0">
              <a:solidFill>
                <a:srgbClr val="002060"/>
              </a:solidFill>
            </a:endParaRPr>
          </a:p>
        </p:txBody>
      </p:sp>
    </p:spTree>
    <p:extLst>
      <p:ext uri="{BB962C8B-B14F-4D97-AF65-F5344CB8AC3E}">
        <p14:creationId xmlns:p14="http://schemas.microsoft.com/office/powerpoint/2010/main" val="23261888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61"/>
                                        </p:tgtEl>
                                        <p:attrNameLst>
                                          <p:attrName>style.visibility</p:attrName>
                                        </p:attrNameLst>
                                      </p:cBhvr>
                                      <p:to>
                                        <p:strVal val="visible"/>
                                      </p:to>
                                    </p:set>
                                    <p:animEffect transition="in" filter="barn(inVertical)">
                                      <p:cBhvr>
                                        <p:cTn id="7" dur="500"/>
                                        <p:tgtEl>
                                          <p:spTgt spid="61"/>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62">
                                            <p:txEl>
                                              <p:pRg st="0" end="0"/>
                                            </p:txEl>
                                          </p:spTgt>
                                        </p:tgtEl>
                                        <p:attrNameLst>
                                          <p:attrName>style.visibility</p:attrName>
                                        </p:attrNameLst>
                                      </p:cBhvr>
                                      <p:to>
                                        <p:strVal val="visible"/>
                                      </p:to>
                                    </p:set>
                                    <p:animEffect transition="in" filter="fade">
                                      <p:cBhvr>
                                        <p:cTn id="11" dur="500"/>
                                        <p:tgtEl>
                                          <p:spTgt spid="62">
                                            <p:txEl>
                                              <p:pRg st="0" end="0"/>
                                            </p:txEl>
                                          </p:spTgt>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62">
                                            <p:txEl>
                                              <p:pRg st="1" end="1"/>
                                            </p:txEl>
                                          </p:spTgt>
                                        </p:tgtEl>
                                        <p:attrNameLst>
                                          <p:attrName>style.visibility</p:attrName>
                                        </p:attrNameLst>
                                      </p:cBhvr>
                                      <p:to>
                                        <p:strVal val="visible"/>
                                      </p:to>
                                    </p:set>
                                    <p:animEffect transition="in" filter="fade">
                                      <p:cBhvr>
                                        <p:cTn id="15" dur="500"/>
                                        <p:tgtEl>
                                          <p:spTgt spid="62">
                                            <p:txEl>
                                              <p:pRg st="1" end="1"/>
                                            </p:txEl>
                                          </p:spTgt>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62">
                                            <p:txEl>
                                              <p:pRg st="2" end="2"/>
                                            </p:txEl>
                                          </p:spTgt>
                                        </p:tgtEl>
                                        <p:attrNameLst>
                                          <p:attrName>style.visibility</p:attrName>
                                        </p:attrNameLst>
                                      </p:cBhvr>
                                      <p:to>
                                        <p:strVal val="visible"/>
                                      </p:to>
                                    </p:set>
                                    <p:animEffect transition="in" filter="fade">
                                      <p:cBhvr>
                                        <p:cTn id="19" dur="500"/>
                                        <p:tgtEl>
                                          <p:spTgt spid="62">
                                            <p:txEl>
                                              <p:pRg st="2" end="2"/>
                                            </p:txEl>
                                          </p:spTgt>
                                        </p:tgtEl>
                                      </p:cBhvr>
                                    </p:animEffect>
                                  </p:childTnLst>
                                </p:cTn>
                              </p:par>
                            </p:childTnLst>
                          </p:cTn>
                        </p:par>
                        <p:par>
                          <p:cTn id="20" fill="hold">
                            <p:stCondLst>
                              <p:cond delay="2000"/>
                            </p:stCondLst>
                            <p:childTnLst>
                              <p:par>
                                <p:cTn id="21" presetID="10" presetClass="entr" presetSubtype="0" fill="hold" grpId="0" nodeType="afterEffect">
                                  <p:stCondLst>
                                    <p:cond delay="0"/>
                                  </p:stCondLst>
                                  <p:childTnLst>
                                    <p:set>
                                      <p:cBhvr>
                                        <p:cTn id="22" dur="1" fill="hold">
                                          <p:stCondLst>
                                            <p:cond delay="0"/>
                                          </p:stCondLst>
                                        </p:cTn>
                                        <p:tgtEl>
                                          <p:spTgt spid="62">
                                            <p:txEl>
                                              <p:pRg st="3" end="3"/>
                                            </p:txEl>
                                          </p:spTgt>
                                        </p:tgtEl>
                                        <p:attrNameLst>
                                          <p:attrName>style.visibility</p:attrName>
                                        </p:attrNameLst>
                                      </p:cBhvr>
                                      <p:to>
                                        <p:strVal val="visible"/>
                                      </p:to>
                                    </p:set>
                                    <p:animEffect transition="in" filter="fade">
                                      <p:cBhvr>
                                        <p:cTn id="23" dur="500"/>
                                        <p:tgtEl>
                                          <p:spTgt spid="62">
                                            <p:txEl>
                                              <p:pRg st="3" end="3"/>
                                            </p:txEl>
                                          </p:spTgt>
                                        </p:tgtEl>
                                      </p:cBhvr>
                                    </p:animEffect>
                                  </p:childTnLst>
                                </p:cTn>
                              </p:par>
                            </p:childTnLst>
                          </p:cTn>
                        </p:par>
                        <p:par>
                          <p:cTn id="24" fill="hold">
                            <p:stCondLst>
                              <p:cond delay="2500"/>
                            </p:stCondLst>
                            <p:childTnLst>
                              <p:par>
                                <p:cTn id="25" presetID="10" presetClass="entr" presetSubtype="0" fill="hold" grpId="0" nodeType="afterEffect">
                                  <p:stCondLst>
                                    <p:cond delay="0"/>
                                  </p:stCondLst>
                                  <p:childTnLst>
                                    <p:set>
                                      <p:cBhvr>
                                        <p:cTn id="26" dur="1" fill="hold">
                                          <p:stCondLst>
                                            <p:cond delay="0"/>
                                          </p:stCondLst>
                                        </p:cTn>
                                        <p:tgtEl>
                                          <p:spTgt spid="62">
                                            <p:txEl>
                                              <p:pRg st="4" end="4"/>
                                            </p:txEl>
                                          </p:spTgt>
                                        </p:tgtEl>
                                        <p:attrNameLst>
                                          <p:attrName>style.visibility</p:attrName>
                                        </p:attrNameLst>
                                      </p:cBhvr>
                                      <p:to>
                                        <p:strVal val="visible"/>
                                      </p:to>
                                    </p:set>
                                    <p:animEffect transition="in" filter="fade">
                                      <p:cBhvr>
                                        <p:cTn id="27" dur="500"/>
                                        <p:tgtEl>
                                          <p:spTgt spid="62">
                                            <p:txEl>
                                              <p:pRg st="4" end="4"/>
                                            </p:txEl>
                                          </p:spTgt>
                                        </p:tgtEl>
                                      </p:cBhvr>
                                    </p:animEffect>
                                  </p:childTnLst>
                                </p:cTn>
                              </p:par>
                            </p:childTnLst>
                          </p:cTn>
                        </p:par>
                        <p:par>
                          <p:cTn id="28" fill="hold">
                            <p:stCondLst>
                              <p:cond delay="3000"/>
                            </p:stCondLst>
                            <p:childTnLst>
                              <p:par>
                                <p:cTn id="29" presetID="10" presetClass="entr" presetSubtype="0" fill="hold" grpId="0" nodeType="afterEffect">
                                  <p:stCondLst>
                                    <p:cond delay="0"/>
                                  </p:stCondLst>
                                  <p:childTnLst>
                                    <p:set>
                                      <p:cBhvr>
                                        <p:cTn id="30" dur="1" fill="hold">
                                          <p:stCondLst>
                                            <p:cond delay="0"/>
                                          </p:stCondLst>
                                        </p:cTn>
                                        <p:tgtEl>
                                          <p:spTgt spid="62">
                                            <p:txEl>
                                              <p:pRg st="5" end="5"/>
                                            </p:txEl>
                                          </p:spTgt>
                                        </p:tgtEl>
                                        <p:attrNameLst>
                                          <p:attrName>style.visibility</p:attrName>
                                        </p:attrNameLst>
                                      </p:cBhvr>
                                      <p:to>
                                        <p:strVal val="visible"/>
                                      </p:to>
                                    </p:set>
                                    <p:animEffect transition="in" filter="fade">
                                      <p:cBhvr>
                                        <p:cTn id="31" dur="500"/>
                                        <p:tgtEl>
                                          <p:spTgt spid="62">
                                            <p:txEl>
                                              <p:pRg st="5" end="5"/>
                                            </p:txEl>
                                          </p:spTgt>
                                        </p:tgtEl>
                                      </p:cBhvr>
                                    </p:animEffect>
                                  </p:childTnLst>
                                </p:cTn>
                              </p:par>
                              <p:par>
                                <p:cTn id="32" presetID="2" presetClass="entr" presetSubtype="8" fill="hold" nodeType="withEffect">
                                  <p:stCondLst>
                                    <p:cond delay="0"/>
                                  </p:stCondLst>
                                  <p:childTnLst>
                                    <p:set>
                                      <p:cBhvr>
                                        <p:cTn id="33" dur="1" fill="hold">
                                          <p:stCondLst>
                                            <p:cond delay="0"/>
                                          </p:stCondLst>
                                        </p:cTn>
                                        <p:tgtEl>
                                          <p:spTgt spid="41"/>
                                        </p:tgtEl>
                                        <p:attrNameLst>
                                          <p:attrName>style.visibility</p:attrName>
                                        </p:attrNameLst>
                                      </p:cBhvr>
                                      <p:to>
                                        <p:strVal val="visible"/>
                                      </p:to>
                                    </p:set>
                                    <p:anim calcmode="lin" valueType="num">
                                      <p:cBhvr additive="base">
                                        <p:cTn id="34" dur="10000" fill="hold"/>
                                        <p:tgtEl>
                                          <p:spTgt spid="41"/>
                                        </p:tgtEl>
                                        <p:attrNameLst>
                                          <p:attrName>ppt_x</p:attrName>
                                        </p:attrNameLst>
                                      </p:cBhvr>
                                      <p:tavLst>
                                        <p:tav tm="0">
                                          <p:val>
                                            <p:strVal val="0-#ppt_w/2"/>
                                          </p:val>
                                        </p:tav>
                                        <p:tav tm="100000">
                                          <p:val>
                                            <p:strVal val="#ppt_x"/>
                                          </p:val>
                                        </p:tav>
                                      </p:tavLst>
                                    </p:anim>
                                    <p:anim calcmode="lin" valueType="num">
                                      <p:cBhvr additive="base">
                                        <p:cTn id="35" dur="10000" fill="hold"/>
                                        <p:tgtEl>
                                          <p:spTgt spid="4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 grpId="0"/>
      <p:bldP spid="62"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55"/>
        <p:cNvGrpSpPr/>
        <p:nvPr/>
      </p:nvGrpSpPr>
      <p:grpSpPr>
        <a:xfrm>
          <a:off x="0" y="0"/>
          <a:ext cx="0" cy="0"/>
          <a:chOff x="0" y="0"/>
          <a:chExt cx="0" cy="0"/>
        </a:xfrm>
      </p:grpSpPr>
      <p:sp>
        <p:nvSpPr>
          <p:cNvPr id="1256" name="Google Shape;1256;p34"/>
          <p:cNvSpPr/>
          <p:nvPr/>
        </p:nvSpPr>
        <p:spPr>
          <a:xfrm>
            <a:off x="-94225" y="3782425"/>
            <a:ext cx="4442125" cy="1160325"/>
          </a:xfrm>
          <a:custGeom>
            <a:avLst/>
            <a:gdLst/>
            <a:ahLst/>
            <a:cxnLst/>
            <a:rect l="l" t="t" r="r" b="b"/>
            <a:pathLst>
              <a:path w="177685" h="46413" extrusionOk="0">
                <a:moveTo>
                  <a:pt x="53027" y="1"/>
                </a:moveTo>
                <a:cubicBezTo>
                  <a:pt x="53027" y="1"/>
                  <a:pt x="79109" y="2070"/>
                  <a:pt x="70927" y="2540"/>
                </a:cubicBezTo>
                <a:cubicBezTo>
                  <a:pt x="62761" y="3026"/>
                  <a:pt x="21224" y="5706"/>
                  <a:pt x="20644" y="7838"/>
                </a:cubicBezTo>
                <a:cubicBezTo>
                  <a:pt x="20064" y="9969"/>
                  <a:pt x="61977" y="9076"/>
                  <a:pt x="62369" y="12462"/>
                </a:cubicBezTo>
                <a:cubicBezTo>
                  <a:pt x="62761" y="15847"/>
                  <a:pt x="1" y="12462"/>
                  <a:pt x="1458" y="16098"/>
                </a:cubicBezTo>
                <a:cubicBezTo>
                  <a:pt x="2932" y="19750"/>
                  <a:pt x="51851" y="19202"/>
                  <a:pt x="51459" y="21380"/>
                </a:cubicBezTo>
                <a:cubicBezTo>
                  <a:pt x="51295" y="22331"/>
                  <a:pt x="42835" y="22437"/>
                  <a:pt x="33312" y="22437"/>
                </a:cubicBezTo>
                <a:cubicBezTo>
                  <a:pt x="30561" y="22437"/>
                  <a:pt x="27722" y="22428"/>
                  <a:pt x="24968" y="22428"/>
                </a:cubicBezTo>
                <a:cubicBezTo>
                  <a:pt x="15398" y="22428"/>
                  <a:pt x="6865" y="22536"/>
                  <a:pt x="6694" y="23496"/>
                </a:cubicBezTo>
                <a:cubicBezTo>
                  <a:pt x="6302" y="25691"/>
                  <a:pt x="55362" y="31240"/>
                  <a:pt x="52635" y="32964"/>
                </a:cubicBezTo>
                <a:cubicBezTo>
                  <a:pt x="51598" y="33619"/>
                  <a:pt x="46686" y="33692"/>
                  <a:pt x="40946" y="33692"/>
                </a:cubicBezTo>
                <a:cubicBezTo>
                  <a:pt x="39300" y="33692"/>
                  <a:pt x="37585" y="33686"/>
                  <a:pt x="35874" y="33686"/>
                </a:cubicBezTo>
                <a:cubicBezTo>
                  <a:pt x="27866" y="33686"/>
                  <a:pt x="19940" y="33818"/>
                  <a:pt x="19468" y="35315"/>
                </a:cubicBezTo>
                <a:cubicBezTo>
                  <a:pt x="18559" y="38246"/>
                  <a:pt x="53811" y="46412"/>
                  <a:pt x="53811" y="46412"/>
                </a:cubicBezTo>
                <a:lnTo>
                  <a:pt x="123875" y="46412"/>
                </a:lnTo>
                <a:cubicBezTo>
                  <a:pt x="123875" y="46412"/>
                  <a:pt x="159126" y="38246"/>
                  <a:pt x="158202" y="35315"/>
                </a:cubicBezTo>
                <a:cubicBezTo>
                  <a:pt x="157729" y="33818"/>
                  <a:pt x="149803" y="33686"/>
                  <a:pt x="141795" y="33686"/>
                </a:cubicBezTo>
                <a:cubicBezTo>
                  <a:pt x="140085" y="33686"/>
                  <a:pt x="138370" y="33692"/>
                  <a:pt x="136724" y="33692"/>
                </a:cubicBezTo>
                <a:cubicBezTo>
                  <a:pt x="130984" y="33692"/>
                  <a:pt x="126072" y="33619"/>
                  <a:pt x="125035" y="32964"/>
                </a:cubicBezTo>
                <a:cubicBezTo>
                  <a:pt x="122307" y="31240"/>
                  <a:pt x="171368" y="25691"/>
                  <a:pt x="170976" y="23496"/>
                </a:cubicBezTo>
                <a:cubicBezTo>
                  <a:pt x="170811" y="22536"/>
                  <a:pt x="162283" y="22428"/>
                  <a:pt x="152713" y="22428"/>
                </a:cubicBezTo>
                <a:cubicBezTo>
                  <a:pt x="149960" y="22428"/>
                  <a:pt x="147120" y="22437"/>
                  <a:pt x="144369" y="22437"/>
                </a:cubicBezTo>
                <a:cubicBezTo>
                  <a:pt x="134846" y="22437"/>
                  <a:pt x="126381" y="22331"/>
                  <a:pt x="126210" y="21380"/>
                </a:cubicBezTo>
                <a:cubicBezTo>
                  <a:pt x="125818" y="19202"/>
                  <a:pt x="174738" y="19750"/>
                  <a:pt x="176211" y="16098"/>
                </a:cubicBezTo>
                <a:cubicBezTo>
                  <a:pt x="177685" y="12462"/>
                  <a:pt x="114909" y="15847"/>
                  <a:pt x="115301" y="12462"/>
                </a:cubicBezTo>
                <a:cubicBezTo>
                  <a:pt x="115693" y="9076"/>
                  <a:pt x="157622" y="9969"/>
                  <a:pt x="157026" y="7838"/>
                </a:cubicBezTo>
                <a:cubicBezTo>
                  <a:pt x="156446" y="5706"/>
                  <a:pt x="114909" y="3026"/>
                  <a:pt x="106743" y="2540"/>
                </a:cubicBezTo>
                <a:cubicBezTo>
                  <a:pt x="98561" y="2070"/>
                  <a:pt x="124643" y="1"/>
                  <a:pt x="124643" y="1"/>
                </a:cubicBezTo>
                <a:close/>
              </a:path>
            </a:pathLst>
          </a:custGeom>
          <a:solidFill>
            <a:srgbClr val="FFFFFF">
              <a:alpha val="410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7" name="Google Shape;1257;p34"/>
          <p:cNvSpPr/>
          <p:nvPr/>
        </p:nvSpPr>
        <p:spPr>
          <a:xfrm>
            <a:off x="-838450" y="4242475"/>
            <a:ext cx="5219975" cy="901025"/>
          </a:xfrm>
          <a:custGeom>
            <a:avLst/>
            <a:gdLst/>
            <a:ahLst/>
            <a:cxnLst/>
            <a:rect l="l" t="t" r="r" b="b"/>
            <a:pathLst>
              <a:path w="208799" h="36041" extrusionOk="0">
                <a:moveTo>
                  <a:pt x="11178" y="0"/>
                </a:moveTo>
                <a:lnTo>
                  <a:pt x="0" y="8522"/>
                </a:lnTo>
                <a:lnTo>
                  <a:pt x="0" y="36041"/>
                </a:lnTo>
                <a:lnTo>
                  <a:pt x="208798" y="36041"/>
                </a:lnTo>
                <a:lnTo>
                  <a:pt x="208798" y="19925"/>
                </a:lnTo>
                <a:lnTo>
                  <a:pt x="161254" y="27018"/>
                </a:lnTo>
                <a:lnTo>
                  <a:pt x="129800" y="19925"/>
                </a:lnTo>
                <a:lnTo>
                  <a:pt x="113259" y="16166"/>
                </a:lnTo>
                <a:lnTo>
                  <a:pt x="98021" y="23284"/>
                </a:lnTo>
                <a:lnTo>
                  <a:pt x="71955" y="3735"/>
                </a:lnTo>
                <a:lnTo>
                  <a:pt x="48472" y="23108"/>
                </a:lnTo>
                <a:lnTo>
                  <a:pt x="11178" y="0"/>
                </a:lnTo>
                <a:close/>
              </a:path>
            </a:pathLst>
          </a:custGeom>
          <a:solidFill>
            <a:srgbClr val="274E13"/>
          </a:solidFill>
          <a:ln>
            <a:solidFill>
              <a:srgbClr val="274E13"/>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58" name="Google Shape;1258;p34"/>
          <p:cNvGrpSpPr/>
          <p:nvPr/>
        </p:nvGrpSpPr>
        <p:grpSpPr>
          <a:xfrm>
            <a:off x="4766341" y="1416933"/>
            <a:ext cx="1530872" cy="2106828"/>
            <a:chOff x="4219225" y="4565175"/>
            <a:chExt cx="389525" cy="536075"/>
          </a:xfrm>
          <a:solidFill>
            <a:srgbClr val="38761D"/>
          </a:solidFill>
        </p:grpSpPr>
        <p:grpSp>
          <p:nvGrpSpPr>
            <p:cNvPr id="1259" name="Google Shape;1259;p34"/>
            <p:cNvGrpSpPr/>
            <p:nvPr/>
          </p:nvGrpSpPr>
          <p:grpSpPr>
            <a:xfrm>
              <a:off x="4295625" y="4565175"/>
              <a:ext cx="237100" cy="294300"/>
              <a:chOff x="4295625" y="4565175"/>
              <a:chExt cx="237100" cy="294300"/>
            </a:xfrm>
            <a:grpFill/>
          </p:grpSpPr>
          <p:sp>
            <p:nvSpPr>
              <p:cNvPr id="1260" name="Google Shape;1260;p34"/>
              <p:cNvSpPr/>
              <p:nvPr/>
            </p:nvSpPr>
            <p:spPr>
              <a:xfrm>
                <a:off x="4330900" y="4565175"/>
                <a:ext cx="166175" cy="189675"/>
              </a:xfrm>
              <a:custGeom>
                <a:avLst/>
                <a:gdLst/>
                <a:ahLst/>
                <a:cxnLst/>
                <a:rect l="l" t="t" r="r" b="b"/>
                <a:pathLst>
                  <a:path w="6647" h="7587" extrusionOk="0">
                    <a:moveTo>
                      <a:pt x="3323" y="0"/>
                    </a:moveTo>
                    <a:cubicBezTo>
                      <a:pt x="3323" y="0"/>
                      <a:pt x="2461" y="6850"/>
                      <a:pt x="1" y="6850"/>
                    </a:cubicBezTo>
                    <a:cubicBezTo>
                      <a:pt x="1" y="6850"/>
                      <a:pt x="1286" y="7587"/>
                      <a:pt x="3323" y="7587"/>
                    </a:cubicBezTo>
                    <a:cubicBezTo>
                      <a:pt x="5361" y="7587"/>
                      <a:pt x="6646" y="6850"/>
                      <a:pt x="6646" y="6850"/>
                    </a:cubicBezTo>
                    <a:cubicBezTo>
                      <a:pt x="4186" y="6850"/>
                      <a:pt x="3323" y="0"/>
                      <a:pt x="3323"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1" name="Google Shape;1261;p34"/>
              <p:cNvSpPr/>
              <p:nvPr/>
            </p:nvSpPr>
            <p:spPr>
              <a:xfrm>
                <a:off x="4295625" y="4689000"/>
                <a:ext cx="237100" cy="170475"/>
              </a:xfrm>
              <a:custGeom>
                <a:avLst/>
                <a:gdLst/>
                <a:ahLst/>
                <a:cxnLst/>
                <a:rect l="l" t="t" r="r" b="b"/>
                <a:pathLst>
                  <a:path w="9484" h="6819" extrusionOk="0">
                    <a:moveTo>
                      <a:pt x="4734" y="0"/>
                    </a:moveTo>
                    <a:cubicBezTo>
                      <a:pt x="4734" y="0"/>
                      <a:pt x="3214" y="5330"/>
                      <a:pt x="1" y="5330"/>
                    </a:cubicBezTo>
                    <a:cubicBezTo>
                      <a:pt x="1" y="5330"/>
                      <a:pt x="1882" y="6819"/>
                      <a:pt x="4734" y="6819"/>
                    </a:cubicBezTo>
                    <a:cubicBezTo>
                      <a:pt x="7587" y="6819"/>
                      <a:pt x="9484" y="5330"/>
                      <a:pt x="9484" y="5330"/>
                    </a:cubicBezTo>
                    <a:cubicBezTo>
                      <a:pt x="6255" y="5330"/>
                      <a:pt x="4734" y="0"/>
                      <a:pt x="473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62" name="Google Shape;1262;p34"/>
            <p:cNvGrpSpPr/>
            <p:nvPr/>
          </p:nvGrpSpPr>
          <p:grpSpPr>
            <a:xfrm>
              <a:off x="4219225" y="4744250"/>
              <a:ext cx="389525" cy="357000"/>
              <a:chOff x="4219225" y="4744250"/>
              <a:chExt cx="389525" cy="357000"/>
            </a:xfrm>
            <a:grpFill/>
          </p:grpSpPr>
          <p:sp>
            <p:nvSpPr>
              <p:cNvPr id="1263" name="Google Shape;1263;p34"/>
              <p:cNvSpPr/>
              <p:nvPr/>
            </p:nvSpPr>
            <p:spPr>
              <a:xfrm>
                <a:off x="4271725" y="4744250"/>
                <a:ext cx="284525" cy="204175"/>
              </a:xfrm>
              <a:custGeom>
                <a:avLst/>
                <a:gdLst/>
                <a:ahLst/>
                <a:cxnLst/>
                <a:rect l="l" t="t" r="r" b="b"/>
                <a:pathLst>
                  <a:path w="11381" h="8167" extrusionOk="0">
                    <a:moveTo>
                      <a:pt x="5690" y="0"/>
                    </a:moveTo>
                    <a:cubicBezTo>
                      <a:pt x="5690" y="0"/>
                      <a:pt x="3872" y="6396"/>
                      <a:pt x="1" y="6396"/>
                    </a:cubicBezTo>
                    <a:cubicBezTo>
                      <a:pt x="1" y="6396"/>
                      <a:pt x="2273" y="8167"/>
                      <a:pt x="5690" y="8167"/>
                    </a:cubicBezTo>
                    <a:cubicBezTo>
                      <a:pt x="9107" y="8167"/>
                      <a:pt x="11380" y="6396"/>
                      <a:pt x="11380" y="6396"/>
                    </a:cubicBezTo>
                    <a:cubicBezTo>
                      <a:pt x="7509" y="6396"/>
                      <a:pt x="5690" y="0"/>
                      <a:pt x="569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4" name="Google Shape;1264;p34"/>
              <p:cNvSpPr/>
              <p:nvPr/>
            </p:nvSpPr>
            <p:spPr>
              <a:xfrm>
                <a:off x="4219225" y="4821450"/>
                <a:ext cx="389525" cy="279800"/>
              </a:xfrm>
              <a:custGeom>
                <a:avLst/>
                <a:gdLst/>
                <a:ahLst/>
                <a:cxnLst/>
                <a:rect l="l" t="t" r="r" b="b"/>
                <a:pathLst>
                  <a:path w="15581" h="11192" extrusionOk="0">
                    <a:moveTo>
                      <a:pt x="7790" y="0"/>
                    </a:moveTo>
                    <a:cubicBezTo>
                      <a:pt x="7790" y="0"/>
                      <a:pt x="5298" y="8762"/>
                      <a:pt x="0" y="8762"/>
                    </a:cubicBezTo>
                    <a:cubicBezTo>
                      <a:pt x="0" y="8762"/>
                      <a:pt x="3120" y="11192"/>
                      <a:pt x="7790" y="11192"/>
                    </a:cubicBezTo>
                    <a:cubicBezTo>
                      <a:pt x="12461" y="11192"/>
                      <a:pt x="15581" y="8762"/>
                      <a:pt x="15581" y="8762"/>
                    </a:cubicBezTo>
                    <a:cubicBezTo>
                      <a:pt x="10283" y="8762"/>
                      <a:pt x="7790" y="0"/>
                      <a:pt x="779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265" name="Google Shape;1265;p34"/>
          <p:cNvGrpSpPr/>
          <p:nvPr/>
        </p:nvGrpSpPr>
        <p:grpSpPr>
          <a:xfrm>
            <a:off x="4293618" y="1788397"/>
            <a:ext cx="945961" cy="1301858"/>
            <a:chOff x="4219225" y="4565175"/>
            <a:chExt cx="389525" cy="536075"/>
          </a:xfrm>
          <a:solidFill>
            <a:srgbClr val="38761D"/>
          </a:solidFill>
        </p:grpSpPr>
        <p:grpSp>
          <p:nvGrpSpPr>
            <p:cNvPr id="1266" name="Google Shape;1266;p34"/>
            <p:cNvGrpSpPr/>
            <p:nvPr/>
          </p:nvGrpSpPr>
          <p:grpSpPr>
            <a:xfrm>
              <a:off x="4295625" y="4565175"/>
              <a:ext cx="237100" cy="294300"/>
              <a:chOff x="4295625" y="4565175"/>
              <a:chExt cx="237100" cy="294300"/>
            </a:xfrm>
            <a:grpFill/>
          </p:grpSpPr>
          <p:sp>
            <p:nvSpPr>
              <p:cNvPr id="1267" name="Google Shape;1267;p34"/>
              <p:cNvSpPr/>
              <p:nvPr/>
            </p:nvSpPr>
            <p:spPr>
              <a:xfrm>
                <a:off x="4330900" y="4565175"/>
                <a:ext cx="166175" cy="189675"/>
              </a:xfrm>
              <a:custGeom>
                <a:avLst/>
                <a:gdLst/>
                <a:ahLst/>
                <a:cxnLst/>
                <a:rect l="l" t="t" r="r" b="b"/>
                <a:pathLst>
                  <a:path w="6647" h="7587" extrusionOk="0">
                    <a:moveTo>
                      <a:pt x="3323" y="0"/>
                    </a:moveTo>
                    <a:cubicBezTo>
                      <a:pt x="3323" y="0"/>
                      <a:pt x="2461" y="6850"/>
                      <a:pt x="1" y="6850"/>
                    </a:cubicBezTo>
                    <a:cubicBezTo>
                      <a:pt x="1" y="6850"/>
                      <a:pt x="1286" y="7587"/>
                      <a:pt x="3323" y="7587"/>
                    </a:cubicBezTo>
                    <a:cubicBezTo>
                      <a:pt x="5361" y="7587"/>
                      <a:pt x="6646" y="6850"/>
                      <a:pt x="6646" y="6850"/>
                    </a:cubicBezTo>
                    <a:cubicBezTo>
                      <a:pt x="4186" y="6850"/>
                      <a:pt x="3323" y="0"/>
                      <a:pt x="3323"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8" name="Google Shape;1268;p34"/>
              <p:cNvSpPr/>
              <p:nvPr/>
            </p:nvSpPr>
            <p:spPr>
              <a:xfrm>
                <a:off x="4295625" y="4689000"/>
                <a:ext cx="237100" cy="170475"/>
              </a:xfrm>
              <a:custGeom>
                <a:avLst/>
                <a:gdLst/>
                <a:ahLst/>
                <a:cxnLst/>
                <a:rect l="l" t="t" r="r" b="b"/>
                <a:pathLst>
                  <a:path w="9484" h="6819" extrusionOk="0">
                    <a:moveTo>
                      <a:pt x="4734" y="0"/>
                    </a:moveTo>
                    <a:cubicBezTo>
                      <a:pt x="4734" y="0"/>
                      <a:pt x="3214" y="5330"/>
                      <a:pt x="1" y="5330"/>
                    </a:cubicBezTo>
                    <a:cubicBezTo>
                      <a:pt x="1" y="5330"/>
                      <a:pt x="1882" y="6819"/>
                      <a:pt x="4734" y="6819"/>
                    </a:cubicBezTo>
                    <a:cubicBezTo>
                      <a:pt x="7587" y="6819"/>
                      <a:pt x="9484" y="5330"/>
                      <a:pt x="9484" y="5330"/>
                    </a:cubicBezTo>
                    <a:cubicBezTo>
                      <a:pt x="6255" y="5330"/>
                      <a:pt x="4734" y="0"/>
                      <a:pt x="473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69" name="Google Shape;1269;p34"/>
            <p:cNvGrpSpPr/>
            <p:nvPr/>
          </p:nvGrpSpPr>
          <p:grpSpPr>
            <a:xfrm>
              <a:off x="4219225" y="4744250"/>
              <a:ext cx="389525" cy="357000"/>
              <a:chOff x="4219225" y="4744250"/>
              <a:chExt cx="389525" cy="357000"/>
            </a:xfrm>
            <a:grpFill/>
          </p:grpSpPr>
          <p:sp>
            <p:nvSpPr>
              <p:cNvPr id="1270" name="Google Shape;1270;p34"/>
              <p:cNvSpPr/>
              <p:nvPr/>
            </p:nvSpPr>
            <p:spPr>
              <a:xfrm>
                <a:off x="4271725" y="4744250"/>
                <a:ext cx="284525" cy="204175"/>
              </a:xfrm>
              <a:custGeom>
                <a:avLst/>
                <a:gdLst/>
                <a:ahLst/>
                <a:cxnLst/>
                <a:rect l="l" t="t" r="r" b="b"/>
                <a:pathLst>
                  <a:path w="11381" h="8167" extrusionOk="0">
                    <a:moveTo>
                      <a:pt x="5690" y="0"/>
                    </a:moveTo>
                    <a:cubicBezTo>
                      <a:pt x="5690" y="0"/>
                      <a:pt x="3872" y="6396"/>
                      <a:pt x="1" y="6396"/>
                    </a:cubicBezTo>
                    <a:cubicBezTo>
                      <a:pt x="1" y="6396"/>
                      <a:pt x="2273" y="8167"/>
                      <a:pt x="5690" y="8167"/>
                    </a:cubicBezTo>
                    <a:cubicBezTo>
                      <a:pt x="9107" y="8167"/>
                      <a:pt x="11380" y="6396"/>
                      <a:pt x="11380" y="6396"/>
                    </a:cubicBezTo>
                    <a:cubicBezTo>
                      <a:pt x="7509" y="6396"/>
                      <a:pt x="5690" y="0"/>
                      <a:pt x="569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1" name="Google Shape;1271;p34"/>
              <p:cNvSpPr/>
              <p:nvPr/>
            </p:nvSpPr>
            <p:spPr>
              <a:xfrm>
                <a:off x="4219225" y="4821450"/>
                <a:ext cx="389525" cy="279800"/>
              </a:xfrm>
              <a:custGeom>
                <a:avLst/>
                <a:gdLst/>
                <a:ahLst/>
                <a:cxnLst/>
                <a:rect l="l" t="t" r="r" b="b"/>
                <a:pathLst>
                  <a:path w="15581" h="11192" extrusionOk="0">
                    <a:moveTo>
                      <a:pt x="7790" y="0"/>
                    </a:moveTo>
                    <a:cubicBezTo>
                      <a:pt x="7790" y="0"/>
                      <a:pt x="5298" y="8762"/>
                      <a:pt x="0" y="8762"/>
                    </a:cubicBezTo>
                    <a:cubicBezTo>
                      <a:pt x="0" y="8762"/>
                      <a:pt x="3120" y="11192"/>
                      <a:pt x="7790" y="11192"/>
                    </a:cubicBezTo>
                    <a:cubicBezTo>
                      <a:pt x="12461" y="11192"/>
                      <a:pt x="15581" y="8762"/>
                      <a:pt x="15581" y="8762"/>
                    </a:cubicBezTo>
                    <a:cubicBezTo>
                      <a:pt x="10283" y="8762"/>
                      <a:pt x="7790" y="0"/>
                      <a:pt x="779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272" name="Google Shape;1272;p34"/>
          <p:cNvSpPr/>
          <p:nvPr/>
        </p:nvSpPr>
        <p:spPr>
          <a:xfrm flipH="1">
            <a:off x="-1057094" y="1098231"/>
            <a:ext cx="8629070" cy="2684190"/>
          </a:xfrm>
          <a:custGeom>
            <a:avLst/>
            <a:gdLst/>
            <a:ahLst/>
            <a:cxnLst/>
            <a:rect l="l" t="t" r="r" b="b"/>
            <a:pathLst>
              <a:path w="195272" h="47557" extrusionOk="0">
                <a:moveTo>
                  <a:pt x="169456" y="6161"/>
                </a:moveTo>
                <a:cubicBezTo>
                  <a:pt x="153343" y="18559"/>
                  <a:pt x="158233" y="14907"/>
                  <a:pt x="149001" y="12290"/>
                </a:cubicBezTo>
                <a:lnTo>
                  <a:pt x="149001" y="12290"/>
                </a:lnTo>
                <a:cubicBezTo>
                  <a:pt x="139753" y="9688"/>
                  <a:pt x="141070" y="6020"/>
                  <a:pt x="130489" y="13340"/>
                </a:cubicBezTo>
                <a:lnTo>
                  <a:pt x="130489" y="13340"/>
                </a:lnTo>
                <a:cubicBezTo>
                  <a:pt x="125160" y="17023"/>
                  <a:pt x="118279" y="16318"/>
                  <a:pt x="111147" y="15628"/>
                </a:cubicBezTo>
                <a:lnTo>
                  <a:pt x="111147" y="15628"/>
                </a:lnTo>
                <a:cubicBezTo>
                  <a:pt x="104125" y="14938"/>
                  <a:pt x="96868" y="14233"/>
                  <a:pt x="90645" y="17760"/>
                </a:cubicBezTo>
                <a:lnTo>
                  <a:pt x="90645" y="17760"/>
                </a:lnTo>
                <a:cubicBezTo>
                  <a:pt x="78106" y="24829"/>
                  <a:pt x="65990" y="32980"/>
                  <a:pt x="62416" y="32494"/>
                </a:cubicBezTo>
                <a:lnTo>
                  <a:pt x="62416" y="32494"/>
                </a:lnTo>
                <a:cubicBezTo>
                  <a:pt x="29515" y="28058"/>
                  <a:pt x="1" y="47557"/>
                  <a:pt x="1" y="47557"/>
                </a:cubicBezTo>
                <a:lnTo>
                  <a:pt x="1" y="47557"/>
                </a:lnTo>
                <a:lnTo>
                  <a:pt x="195271" y="47557"/>
                </a:lnTo>
                <a:lnTo>
                  <a:pt x="195271" y="3935"/>
                </a:lnTo>
                <a:cubicBezTo>
                  <a:pt x="195271" y="3935"/>
                  <a:pt x="191525" y="1"/>
                  <a:pt x="184817" y="1"/>
                </a:cubicBezTo>
                <a:lnTo>
                  <a:pt x="184817" y="1"/>
                </a:lnTo>
                <a:cubicBezTo>
                  <a:pt x="180726" y="1"/>
                  <a:pt x="175553" y="1459"/>
                  <a:pt x="169456" y="6161"/>
                </a:cubicBezTo>
                <a:close/>
              </a:path>
            </a:pathLst>
          </a:custGeom>
          <a:solidFill>
            <a:srgbClr val="7A9E6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3" name="Google Shape;1273;p34"/>
          <p:cNvSpPr txBox="1">
            <a:spLocks noGrp="1"/>
          </p:cNvSpPr>
          <p:nvPr>
            <p:ph type="title"/>
          </p:nvPr>
        </p:nvSpPr>
        <p:spPr>
          <a:xfrm>
            <a:off x="465361" y="2129411"/>
            <a:ext cx="5689059" cy="1118400"/>
          </a:xfrm>
          <a:prstGeom prst="rect">
            <a:avLst/>
          </a:prstGeom>
        </p:spPr>
        <p:txBody>
          <a:bodyPr spcFirstLastPara="1" wrap="square" lIns="91425" tIns="91425" rIns="91425" bIns="91425" anchor="ctr" anchorCtr="0">
            <a:noAutofit/>
          </a:bodyPr>
          <a:lstStyle/>
          <a:p>
            <a:pPr lvl="0"/>
            <a:r>
              <a:rPr lang="en-US" dirty="0">
                <a:solidFill>
                  <a:schemeClr val="bg1"/>
                </a:solidFill>
              </a:rPr>
              <a:t>Data Cleaning &amp; Preprocessing</a:t>
            </a:r>
            <a:endParaRPr i="1" dirty="0">
              <a:solidFill>
                <a:schemeClr val="bg1"/>
              </a:solidFill>
            </a:endParaRPr>
          </a:p>
        </p:txBody>
      </p:sp>
      <p:sp>
        <p:nvSpPr>
          <p:cNvPr id="1274" name="Google Shape;1274;p34"/>
          <p:cNvSpPr txBox="1">
            <a:spLocks noGrp="1"/>
          </p:cNvSpPr>
          <p:nvPr>
            <p:ph type="title" idx="2"/>
          </p:nvPr>
        </p:nvSpPr>
        <p:spPr>
          <a:xfrm>
            <a:off x="726494" y="478031"/>
            <a:ext cx="1559800" cy="1334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02</a:t>
            </a:r>
            <a:endParaRPr dirty="0"/>
          </a:p>
        </p:txBody>
      </p:sp>
      <p:sp>
        <p:nvSpPr>
          <p:cNvPr id="1275" name="Google Shape;1275;p34"/>
          <p:cNvSpPr txBox="1">
            <a:spLocks noGrp="1"/>
          </p:cNvSpPr>
          <p:nvPr>
            <p:ph type="subTitle" idx="1"/>
          </p:nvPr>
        </p:nvSpPr>
        <p:spPr>
          <a:xfrm>
            <a:off x="713225" y="3426518"/>
            <a:ext cx="3740400" cy="380100"/>
          </a:xfrm>
          <a:prstGeom prst="rect">
            <a:avLst/>
          </a:prstGeom>
        </p:spPr>
        <p:txBody>
          <a:bodyPr spcFirstLastPara="1" wrap="square" lIns="91425" tIns="91425" rIns="91425" bIns="91425" anchor="b" anchorCtr="0">
            <a:noAutofit/>
          </a:bodyPr>
          <a:lstStyle/>
          <a:p>
            <a:pPr marL="0" lvl="0" indent="0"/>
            <a:r>
              <a:rPr lang="en-US" dirty="0"/>
              <a:t>What Is Going on ?</a:t>
            </a:r>
          </a:p>
        </p:txBody>
      </p:sp>
      <p:sp>
        <p:nvSpPr>
          <p:cNvPr id="1277" name="Google Shape;1277;p34"/>
          <p:cNvSpPr/>
          <p:nvPr/>
        </p:nvSpPr>
        <p:spPr>
          <a:xfrm>
            <a:off x="4017683" y="3121844"/>
            <a:ext cx="2362528" cy="1915658"/>
          </a:xfrm>
          <a:custGeom>
            <a:avLst/>
            <a:gdLst/>
            <a:ahLst/>
            <a:cxnLst/>
            <a:rect l="l" t="t" r="r" b="b"/>
            <a:pathLst>
              <a:path w="96067" h="77896" extrusionOk="0">
                <a:moveTo>
                  <a:pt x="93685" y="0"/>
                </a:moveTo>
                <a:lnTo>
                  <a:pt x="1" y="77895"/>
                </a:lnTo>
                <a:lnTo>
                  <a:pt x="13434" y="77895"/>
                </a:lnTo>
                <a:lnTo>
                  <a:pt x="96066" y="3634"/>
                </a:lnTo>
                <a:lnTo>
                  <a:pt x="93685" y="0"/>
                </a:lnTo>
                <a:close/>
              </a:path>
            </a:pathLst>
          </a:custGeom>
          <a:solidFill>
            <a:schemeClr val="bg1">
              <a:lumMod val="6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 name="Google Shape;1278;p34"/>
          <p:cNvSpPr/>
          <p:nvPr/>
        </p:nvSpPr>
        <p:spPr>
          <a:xfrm>
            <a:off x="4012765" y="5033763"/>
            <a:ext cx="339008" cy="102354"/>
          </a:xfrm>
          <a:custGeom>
            <a:avLst/>
            <a:gdLst/>
            <a:ahLst/>
            <a:cxnLst/>
            <a:rect l="l" t="t" r="r" b="b"/>
            <a:pathLst>
              <a:path w="13785" h="4162" extrusionOk="0">
                <a:moveTo>
                  <a:pt x="0" y="1"/>
                </a:moveTo>
                <a:lnTo>
                  <a:pt x="0" y="4161"/>
                </a:lnTo>
                <a:lnTo>
                  <a:pt x="13785" y="4161"/>
                </a:lnTo>
                <a:lnTo>
                  <a:pt x="13785" y="1"/>
                </a:lnTo>
                <a:close/>
              </a:path>
            </a:pathLst>
          </a:custGeom>
          <a:solidFill>
            <a:schemeClr val="bg1">
              <a:lumMod val="5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 name="Google Shape;1279;p34"/>
          <p:cNvSpPr/>
          <p:nvPr/>
        </p:nvSpPr>
        <p:spPr>
          <a:xfrm>
            <a:off x="4341272" y="3491641"/>
            <a:ext cx="1725828" cy="1644476"/>
          </a:xfrm>
          <a:custGeom>
            <a:avLst/>
            <a:gdLst/>
            <a:ahLst/>
            <a:cxnLst/>
            <a:rect l="l" t="t" r="r" b="b"/>
            <a:pathLst>
              <a:path w="70177" h="66869" extrusionOk="0">
                <a:moveTo>
                  <a:pt x="70176" y="1"/>
                </a:moveTo>
                <a:lnTo>
                  <a:pt x="0" y="62658"/>
                </a:lnTo>
                <a:lnTo>
                  <a:pt x="0" y="66868"/>
                </a:lnTo>
                <a:lnTo>
                  <a:pt x="1680" y="66868"/>
                </a:lnTo>
                <a:lnTo>
                  <a:pt x="70176" y="1"/>
                </a:lnTo>
                <a:close/>
              </a:path>
            </a:pathLst>
          </a:custGeom>
          <a:solidFill>
            <a:schemeClr val="bg1">
              <a:lumMod val="5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 name="Google Shape;1280;p34"/>
          <p:cNvSpPr/>
          <p:nvPr/>
        </p:nvSpPr>
        <p:spPr>
          <a:xfrm>
            <a:off x="4538503" y="3092874"/>
            <a:ext cx="2400744" cy="2615216"/>
          </a:xfrm>
          <a:custGeom>
            <a:avLst/>
            <a:gdLst/>
            <a:ahLst/>
            <a:cxnLst/>
            <a:rect l="l" t="t" r="r" b="b"/>
            <a:pathLst>
              <a:path w="97621" h="106342" fill="none" extrusionOk="0">
                <a:moveTo>
                  <a:pt x="1" y="106342"/>
                </a:moveTo>
                <a:lnTo>
                  <a:pt x="97620" y="0"/>
                </a:lnTo>
              </a:path>
            </a:pathLst>
          </a:custGeom>
          <a:solidFill>
            <a:schemeClr val="lt2"/>
          </a:solidFill>
          <a:ln w="73300" cap="flat" cmpd="sng">
            <a:solidFill>
              <a:schemeClr val="bg1">
                <a:lumMod val="65000"/>
              </a:schemeClr>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1" name="Google Shape;1281;p34"/>
          <p:cNvSpPr/>
          <p:nvPr/>
        </p:nvSpPr>
        <p:spPr>
          <a:xfrm>
            <a:off x="4593984" y="3144026"/>
            <a:ext cx="2397031" cy="2611527"/>
          </a:xfrm>
          <a:custGeom>
            <a:avLst/>
            <a:gdLst/>
            <a:ahLst/>
            <a:cxnLst/>
            <a:rect l="l" t="t" r="r" b="b"/>
            <a:pathLst>
              <a:path w="97470" h="106192" fill="none" extrusionOk="0">
                <a:moveTo>
                  <a:pt x="0" y="106191"/>
                </a:moveTo>
                <a:lnTo>
                  <a:pt x="97469" y="0"/>
                </a:lnTo>
              </a:path>
            </a:pathLst>
          </a:custGeom>
          <a:solidFill>
            <a:schemeClr val="dk1"/>
          </a:solidFill>
          <a:ln w="73300" cap="flat" cmpd="sng">
            <a:solidFill>
              <a:schemeClr val="bg1">
                <a:lumMod val="50000"/>
              </a:schemeClr>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82" name="Google Shape;1282;p34"/>
          <p:cNvSpPr/>
          <p:nvPr/>
        </p:nvSpPr>
        <p:spPr>
          <a:xfrm>
            <a:off x="5648560" y="3720942"/>
            <a:ext cx="1700547" cy="2090068"/>
          </a:xfrm>
          <a:custGeom>
            <a:avLst/>
            <a:gdLst/>
            <a:ahLst/>
            <a:cxnLst/>
            <a:rect l="l" t="t" r="r" b="b"/>
            <a:pathLst>
              <a:path w="69149" h="84988" fill="none" extrusionOk="0">
                <a:moveTo>
                  <a:pt x="1" y="84988"/>
                </a:moveTo>
                <a:lnTo>
                  <a:pt x="69149" y="0"/>
                </a:lnTo>
              </a:path>
            </a:pathLst>
          </a:custGeom>
          <a:solidFill>
            <a:schemeClr val="lt2"/>
          </a:solidFill>
          <a:ln w="73300" cap="flat" cmpd="sng">
            <a:solidFill>
              <a:schemeClr val="bg1">
                <a:lumMod val="65000"/>
              </a:schemeClr>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 name="Google Shape;1283;p34"/>
          <p:cNvSpPr/>
          <p:nvPr/>
        </p:nvSpPr>
        <p:spPr>
          <a:xfrm>
            <a:off x="5703426" y="3850987"/>
            <a:ext cx="1622269" cy="2007486"/>
          </a:xfrm>
          <a:custGeom>
            <a:avLst/>
            <a:gdLst/>
            <a:ahLst/>
            <a:cxnLst/>
            <a:rect l="l" t="t" r="r" b="b"/>
            <a:pathLst>
              <a:path w="65966" h="81630" fill="none" extrusionOk="0">
                <a:moveTo>
                  <a:pt x="0" y="81630"/>
                </a:moveTo>
                <a:lnTo>
                  <a:pt x="65966" y="0"/>
                </a:lnTo>
              </a:path>
            </a:pathLst>
          </a:custGeom>
          <a:solidFill>
            <a:schemeClr val="dk1"/>
          </a:solidFill>
          <a:ln w="73300" cap="flat" cmpd="sng">
            <a:solidFill>
              <a:schemeClr val="bg1">
                <a:lumMod val="50000"/>
              </a:schemeClr>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 name="Google Shape;1284;p34"/>
          <p:cNvSpPr/>
          <p:nvPr/>
        </p:nvSpPr>
        <p:spPr>
          <a:xfrm>
            <a:off x="5153021" y="4402621"/>
            <a:ext cx="271821" cy="271846"/>
          </a:xfrm>
          <a:custGeom>
            <a:avLst/>
            <a:gdLst/>
            <a:ahLst/>
            <a:cxnLst/>
            <a:rect l="l" t="t" r="r" b="b"/>
            <a:pathLst>
              <a:path w="11053" h="11054" fill="none" extrusionOk="0">
                <a:moveTo>
                  <a:pt x="0" y="11053"/>
                </a:moveTo>
                <a:lnTo>
                  <a:pt x="11053" y="1"/>
                </a:lnTo>
              </a:path>
            </a:pathLst>
          </a:custGeom>
          <a:noFill/>
          <a:ln w="20675" cap="rnd" cmpd="sng">
            <a:solidFill>
              <a:schemeClr val="bg1">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a:spcBef>
                <a:spcPts val="0"/>
              </a:spcBef>
              <a:spcAft>
                <a:spcPts val="0"/>
              </a:spcAft>
              <a:buNone/>
            </a:pPr>
            <a:endParaRPr/>
          </a:p>
        </p:txBody>
      </p:sp>
      <p:sp>
        <p:nvSpPr>
          <p:cNvPr id="1285" name="Google Shape;1285;p34"/>
          <p:cNvSpPr/>
          <p:nvPr/>
        </p:nvSpPr>
        <p:spPr>
          <a:xfrm>
            <a:off x="6200809" y="4166558"/>
            <a:ext cx="271845" cy="271846"/>
          </a:xfrm>
          <a:custGeom>
            <a:avLst/>
            <a:gdLst/>
            <a:ahLst/>
            <a:cxnLst/>
            <a:rect l="l" t="t" r="r" b="b"/>
            <a:pathLst>
              <a:path w="11054" h="11054" fill="none" extrusionOk="0">
                <a:moveTo>
                  <a:pt x="1" y="11053"/>
                </a:moveTo>
                <a:lnTo>
                  <a:pt x="11054" y="0"/>
                </a:lnTo>
              </a:path>
            </a:pathLst>
          </a:custGeom>
          <a:noFill/>
          <a:ln w="20675" cap="rnd" cmpd="sng">
            <a:solidFill>
              <a:schemeClr val="bg1">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a:spcBef>
                <a:spcPts val="0"/>
              </a:spcBef>
              <a:spcAft>
                <a:spcPts val="0"/>
              </a:spcAft>
              <a:buNone/>
            </a:pPr>
            <a:endParaRPr/>
          </a:p>
        </p:txBody>
      </p:sp>
      <p:sp>
        <p:nvSpPr>
          <p:cNvPr id="1286" name="Google Shape;1286;p34"/>
          <p:cNvSpPr/>
          <p:nvPr/>
        </p:nvSpPr>
        <p:spPr>
          <a:xfrm>
            <a:off x="4598288" y="4669499"/>
            <a:ext cx="271845" cy="271846"/>
          </a:xfrm>
          <a:custGeom>
            <a:avLst/>
            <a:gdLst/>
            <a:ahLst/>
            <a:cxnLst/>
            <a:rect l="l" t="t" r="r" b="b"/>
            <a:pathLst>
              <a:path w="11054" h="11054" fill="none" extrusionOk="0">
                <a:moveTo>
                  <a:pt x="1" y="11053"/>
                </a:moveTo>
                <a:lnTo>
                  <a:pt x="11053" y="1"/>
                </a:lnTo>
              </a:path>
            </a:pathLst>
          </a:custGeom>
          <a:noFill/>
          <a:ln w="20675" cap="rnd" cmpd="sng">
            <a:solidFill>
              <a:schemeClr val="bg1">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a:spcBef>
                <a:spcPts val="0"/>
              </a:spcBef>
              <a:spcAft>
                <a:spcPts val="0"/>
              </a:spcAft>
              <a:buNone/>
            </a:pPr>
            <a:endParaRPr/>
          </a:p>
        </p:txBody>
      </p:sp>
      <p:sp>
        <p:nvSpPr>
          <p:cNvPr id="1287" name="Google Shape;1287;p34"/>
          <p:cNvSpPr/>
          <p:nvPr/>
        </p:nvSpPr>
        <p:spPr>
          <a:xfrm>
            <a:off x="6076322" y="4681205"/>
            <a:ext cx="252713" cy="289724"/>
          </a:xfrm>
          <a:custGeom>
            <a:avLst/>
            <a:gdLst/>
            <a:ahLst/>
            <a:cxnLst/>
            <a:rect l="l" t="t" r="r" b="b"/>
            <a:pathLst>
              <a:path w="10276" h="11781" fill="none" extrusionOk="0">
                <a:moveTo>
                  <a:pt x="0" y="11780"/>
                </a:moveTo>
                <a:lnTo>
                  <a:pt x="10276" y="1"/>
                </a:lnTo>
              </a:path>
            </a:pathLst>
          </a:custGeom>
          <a:noFill/>
          <a:ln w="20675" cap="rnd" cmpd="sng">
            <a:solidFill>
              <a:schemeClr val="bg1">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a:spcBef>
                <a:spcPts val="0"/>
              </a:spcBef>
              <a:spcAft>
                <a:spcPts val="0"/>
              </a:spcAft>
              <a:buNone/>
            </a:pPr>
            <a:endParaRPr/>
          </a:p>
        </p:txBody>
      </p:sp>
      <p:sp>
        <p:nvSpPr>
          <p:cNvPr id="1288" name="Google Shape;1288;p34"/>
          <p:cNvSpPr/>
          <p:nvPr/>
        </p:nvSpPr>
        <p:spPr>
          <a:xfrm>
            <a:off x="7116117" y="4093838"/>
            <a:ext cx="248409" cy="293389"/>
          </a:xfrm>
          <a:custGeom>
            <a:avLst/>
            <a:gdLst/>
            <a:ahLst/>
            <a:cxnLst/>
            <a:rect l="l" t="t" r="r" b="b"/>
            <a:pathLst>
              <a:path w="10101" h="11930" fill="none" extrusionOk="0">
                <a:moveTo>
                  <a:pt x="0" y="11930"/>
                </a:moveTo>
                <a:lnTo>
                  <a:pt x="10100" y="0"/>
                </a:lnTo>
              </a:path>
            </a:pathLst>
          </a:custGeom>
          <a:noFill/>
          <a:ln w="20675" cap="rnd" cmpd="sng">
            <a:solidFill>
              <a:schemeClr val="bg1">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a:spcBef>
                <a:spcPts val="0"/>
              </a:spcBef>
              <a:spcAft>
                <a:spcPts val="0"/>
              </a:spcAft>
              <a:buNone/>
            </a:pPr>
            <a:endParaRPr/>
          </a:p>
        </p:txBody>
      </p:sp>
      <p:sp>
        <p:nvSpPr>
          <p:cNvPr id="1289" name="Google Shape;1289;p34"/>
          <p:cNvSpPr/>
          <p:nvPr/>
        </p:nvSpPr>
        <p:spPr>
          <a:xfrm>
            <a:off x="6766633" y="3939741"/>
            <a:ext cx="249024" cy="293413"/>
          </a:xfrm>
          <a:custGeom>
            <a:avLst/>
            <a:gdLst/>
            <a:ahLst/>
            <a:cxnLst/>
            <a:rect l="l" t="t" r="r" b="b"/>
            <a:pathLst>
              <a:path w="10126" h="11931" fill="none" extrusionOk="0">
                <a:moveTo>
                  <a:pt x="1" y="11930"/>
                </a:moveTo>
                <a:lnTo>
                  <a:pt x="10126" y="0"/>
                </a:lnTo>
              </a:path>
            </a:pathLst>
          </a:custGeom>
          <a:noFill/>
          <a:ln w="20675" cap="rnd" cmpd="sng">
            <a:solidFill>
              <a:schemeClr val="bg1">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a:spcBef>
                <a:spcPts val="0"/>
              </a:spcBef>
              <a:spcAft>
                <a:spcPts val="0"/>
              </a:spcAft>
              <a:buNone/>
            </a:pPr>
            <a:endParaRPr/>
          </a:p>
        </p:txBody>
      </p:sp>
      <p:sp>
        <p:nvSpPr>
          <p:cNvPr id="1292" name="Google Shape;1292;p34"/>
          <p:cNvSpPr/>
          <p:nvPr/>
        </p:nvSpPr>
        <p:spPr>
          <a:xfrm>
            <a:off x="8821558" y="2543920"/>
            <a:ext cx="227481" cy="210586"/>
          </a:xfrm>
          <a:custGeom>
            <a:avLst/>
            <a:gdLst/>
            <a:ahLst/>
            <a:cxnLst/>
            <a:rect l="l" t="t" r="r" b="b"/>
            <a:pathLst>
              <a:path w="9250" h="8563" extrusionOk="0">
                <a:moveTo>
                  <a:pt x="8900" y="1"/>
                </a:moveTo>
                <a:cubicBezTo>
                  <a:pt x="8029" y="1"/>
                  <a:pt x="7085" y="257"/>
                  <a:pt x="6215" y="257"/>
                </a:cubicBezTo>
                <a:cubicBezTo>
                  <a:pt x="6097" y="257"/>
                  <a:pt x="5980" y="252"/>
                  <a:pt x="5866" y="242"/>
                </a:cubicBezTo>
                <a:lnTo>
                  <a:pt x="26" y="442"/>
                </a:lnTo>
                <a:lnTo>
                  <a:pt x="1" y="8563"/>
                </a:lnTo>
                <a:cubicBezTo>
                  <a:pt x="3059" y="7861"/>
                  <a:pt x="5540" y="7836"/>
                  <a:pt x="9149" y="7786"/>
                </a:cubicBezTo>
                <a:lnTo>
                  <a:pt x="9249" y="16"/>
                </a:lnTo>
                <a:cubicBezTo>
                  <a:pt x="9134" y="6"/>
                  <a:pt x="9018" y="1"/>
                  <a:pt x="890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 name="Group 3">
            <a:extLst>
              <a:ext uri="{FF2B5EF4-FFF2-40B4-BE49-F238E27FC236}">
                <a16:creationId xmlns:a16="http://schemas.microsoft.com/office/drawing/2014/main" id="{4F6F8EC1-7C75-CA10-5AE4-3AE4B2039C6A}"/>
              </a:ext>
            </a:extLst>
          </p:cNvPr>
          <p:cNvGrpSpPr/>
          <p:nvPr/>
        </p:nvGrpSpPr>
        <p:grpSpPr>
          <a:xfrm>
            <a:off x="9144000" y="1270988"/>
            <a:ext cx="3436827" cy="2055883"/>
            <a:chOff x="5609113" y="2041668"/>
            <a:chExt cx="3436827" cy="2055883"/>
          </a:xfrm>
        </p:grpSpPr>
        <p:sp>
          <p:nvSpPr>
            <p:cNvPr id="1301" name="Google Shape;1301;p34"/>
            <p:cNvSpPr/>
            <p:nvPr/>
          </p:nvSpPr>
          <p:spPr>
            <a:xfrm>
              <a:off x="5613442" y="3685184"/>
              <a:ext cx="1792375" cy="412367"/>
            </a:xfrm>
            <a:custGeom>
              <a:avLst/>
              <a:gdLst/>
              <a:ahLst/>
              <a:cxnLst/>
              <a:rect l="l" t="t" r="r" b="b"/>
              <a:pathLst>
                <a:path w="72883" h="16768" extrusionOk="0">
                  <a:moveTo>
                    <a:pt x="72883" y="0"/>
                  </a:moveTo>
                  <a:lnTo>
                    <a:pt x="0" y="51"/>
                  </a:lnTo>
                  <a:lnTo>
                    <a:pt x="25" y="12281"/>
                  </a:lnTo>
                  <a:cubicBezTo>
                    <a:pt x="25" y="15962"/>
                    <a:pt x="6438" y="16370"/>
                    <a:pt x="8711" y="16370"/>
                  </a:cubicBezTo>
                  <a:cubicBezTo>
                    <a:pt x="9209" y="16370"/>
                    <a:pt x="9508" y="16350"/>
                    <a:pt x="9499" y="16341"/>
                  </a:cubicBezTo>
                  <a:lnTo>
                    <a:pt x="62908" y="16341"/>
                  </a:lnTo>
                  <a:cubicBezTo>
                    <a:pt x="62958" y="16266"/>
                    <a:pt x="72256" y="16767"/>
                    <a:pt x="72256" y="12281"/>
                  </a:cubicBezTo>
                  <a:lnTo>
                    <a:pt x="7288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3" name="Group 2">
              <a:extLst>
                <a:ext uri="{FF2B5EF4-FFF2-40B4-BE49-F238E27FC236}">
                  <a16:creationId xmlns:a16="http://schemas.microsoft.com/office/drawing/2014/main" id="{9B302239-9634-6D34-1935-9A2113F407B4}"/>
                </a:ext>
              </a:extLst>
            </p:cNvPr>
            <p:cNvGrpSpPr/>
            <p:nvPr/>
          </p:nvGrpSpPr>
          <p:grpSpPr>
            <a:xfrm>
              <a:off x="5609113" y="2041668"/>
              <a:ext cx="3436827" cy="2046096"/>
              <a:chOff x="5609113" y="2041668"/>
              <a:chExt cx="3436827" cy="2046096"/>
            </a:xfrm>
          </p:grpSpPr>
          <p:sp>
            <p:nvSpPr>
              <p:cNvPr id="1291" name="Google Shape;1291;p34"/>
              <p:cNvSpPr/>
              <p:nvPr/>
            </p:nvSpPr>
            <p:spPr>
              <a:xfrm>
                <a:off x="6489279" y="2041668"/>
                <a:ext cx="2556661" cy="2031267"/>
              </a:xfrm>
              <a:custGeom>
                <a:avLst/>
                <a:gdLst/>
                <a:ahLst/>
                <a:cxnLst/>
                <a:rect l="l" t="t" r="r" b="b"/>
                <a:pathLst>
                  <a:path w="103961" h="82597" extrusionOk="0">
                    <a:moveTo>
                      <a:pt x="1611" y="0"/>
                    </a:moveTo>
                    <a:cubicBezTo>
                      <a:pt x="524" y="0"/>
                      <a:pt x="0" y="63"/>
                      <a:pt x="0" y="63"/>
                    </a:cubicBezTo>
                    <a:lnTo>
                      <a:pt x="15088" y="76079"/>
                    </a:lnTo>
                    <a:cubicBezTo>
                      <a:pt x="15088" y="76079"/>
                      <a:pt x="23905" y="82597"/>
                      <a:pt x="30841" y="82597"/>
                    </a:cubicBezTo>
                    <a:cubicBezTo>
                      <a:pt x="33009" y="82597"/>
                      <a:pt x="34993" y="81960"/>
                      <a:pt x="36467" y="80289"/>
                    </a:cubicBezTo>
                    <a:cubicBezTo>
                      <a:pt x="45640" y="69913"/>
                      <a:pt x="83660" y="37958"/>
                      <a:pt x="88196" y="34174"/>
                    </a:cubicBezTo>
                    <a:cubicBezTo>
                      <a:pt x="91892" y="31097"/>
                      <a:pt x="97933" y="30614"/>
                      <a:pt x="101365" y="30614"/>
                    </a:cubicBezTo>
                    <a:cubicBezTo>
                      <a:pt x="102937" y="30614"/>
                      <a:pt x="103961" y="30715"/>
                      <a:pt x="103961" y="30715"/>
                    </a:cubicBezTo>
                    <a:lnTo>
                      <a:pt x="103585" y="12695"/>
                    </a:lnTo>
                    <a:cubicBezTo>
                      <a:pt x="103585" y="12695"/>
                      <a:pt x="91065" y="14257"/>
                      <a:pt x="76115" y="14257"/>
                    </a:cubicBezTo>
                    <a:cubicBezTo>
                      <a:pt x="63887" y="14257"/>
                      <a:pt x="50033" y="13212"/>
                      <a:pt x="40076" y="9412"/>
                    </a:cubicBezTo>
                    <a:cubicBezTo>
                      <a:pt x="17828" y="893"/>
                      <a:pt x="5712" y="0"/>
                      <a:pt x="1611" y="0"/>
                    </a:cubicBezTo>
                    <a:close/>
                  </a:path>
                </a:pathLst>
              </a:custGeom>
              <a:solidFill>
                <a:srgbClr val="002E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8" name="Google Shape;1298;p34"/>
              <p:cNvSpPr/>
              <p:nvPr/>
            </p:nvSpPr>
            <p:spPr>
              <a:xfrm>
                <a:off x="5609113" y="2043217"/>
                <a:ext cx="1789916" cy="2044547"/>
              </a:xfrm>
              <a:custGeom>
                <a:avLst/>
                <a:gdLst/>
                <a:ahLst/>
                <a:cxnLst/>
                <a:rect l="l" t="t" r="r" b="b"/>
                <a:pathLst>
                  <a:path w="72783" h="83137" extrusionOk="0">
                    <a:moveTo>
                      <a:pt x="36392" y="0"/>
                    </a:moveTo>
                    <a:cubicBezTo>
                      <a:pt x="16291" y="0"/>
                      <a:pt x="1" y="16291"/>
                      <a:pt x="1" y="36391"/>
                    </a:cubicBezTo>
                    <a:lnTo>
                      <a:pt x="201" y="79048"/>
                    </a:lnTo>
                    <a:cubicBezTo>
                      <a:pt x="201" y="82729"/>
                      <a:pt x="6614" y="83137"/>
                      <a:pt x="8887" y="83137"/>
                    </a:cubicBezTo>
                    <a:cubicBezTo>
                      <a:pt x="9385" y="83137"/>
                      <a:pt x="9684" y="83117"/>
                      <a:pt x="9675" y="83108"/>
                    </a:cubicBezTo>
                    <a:lnTo>
                      <a:pt x="63084" y="83108"/>
                    </a:lnTo>
                    <a:cubicBezTo>
                      <a:pt x="63134" y="83033"/>
                      <a:pt x="72432" y="76843"/>
                      <a:pt x="72432" y="72356"/>
                    </a:cubicBezTo>
                    <a:lnTo>
                      <a:pt x="72783" y="36391"/>
                    </a:lnTo>
                    <a:cubicBezTo>
                      <a:pt x="72783" y="16291"/>
                      <a:pt x="56492" y="0"/>
                      <a:pt x="36392" y="0"/>
                    </a:cubicBezTo>
                    <a:close/>
                  </a:path>
                </a:pathLst>
              </a:custGeom>
              <a:solidFill>
                <a:srgbClr val="002E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2" name="Group 1">
                <a:extLst>
                  <a:ext uri="{FF2B5EF4-FFF2-40B4-BE49-F238E27FC236}">
                    <a16:creationId xmlns:a16="http://schemas.microsoft.com/office/drawing/2014/main" id="{F380EC50-1F2C-D430-95D8-317B4C495B44}"/>
                  </a:ext>
                </a:extLst>
              </p:cNvPr>
              <p:cNvGrpSpPr/>
              <p:nvPr/>
            </p:nvGrpSpPr>
            <p:grpSpPr>
              <a:xfrm>
                <a:off x="5758267" y="2217627"/>
                <a:ext cx="3202017" cy="1751724"/>
                <a:chOff x="5758267" y="2217627"/>
                <a:chExt cx="3202017" cy="1751724"/>
              </a:xfrm>
            </p:grpSpPr>
            <p:sp>
              <p:nvSpPr>
                <p:cNvPr id="1293" name="Google Shape;1293;p34"/>
                <p:cNvSpPr/>
                <p:nvPr/>
              </p:nvSpPr>
              <p:spPr>
                <a:xfrm>
                  <a:off x="8522636" y="2565881"/>
                  <a:ext cx="228071" cy="291569"/>
                </a:xfrm>
                <a:custGeom>
                  <a:avLst/>
                  <a:gdLst/>
                  <a:ahLst/>
                  <a:cxnLst/>
                  <a:rect l="l" t="t" r="r" b="b"/>
                  <a:pathLst>
                    <a:path w="9274" h="11856" extrusionOk="0">
                      <a:moveTo>
                        <a:pt x="51" y="0"/>
                      </a:moveTo>
                      <a:lnTo>
                        <a:pt x="0" y="11855"/>
                      </a:lnTo>
                      <a:cubicBezTo>
                        <a:pt x="3083" y="10702"/>
                        <a:pt x="6141" y="9725"/>
                        <a:pt x="9224" y="8898"/>
                      </a:cubicBezTo>
                      <a:lnTo>
                        <a:pt x="9274" y="101"/>
                      </a:lnTo>
                      <a:lnTo>
                        <a:pt x="5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4" name="Google Shape;1294;p34"/>
                <p:cNvSpPr/>
                <p:nvPr/>
              </p:nvSpPr>
              <p:spPr>
                <a:xfrm>
                  <a:off x="7882247" y="2533837"/>
                  <a:ext cx="232989" cy="676786"/>
                </a:xfrm>
                <a:custGeom>
                  <a:avLst/>
                  <a:gdLst/>
                  <a:ahLst/>
                  <a:cxnLst/>
                  <a:rect l="l" t="t" r="r" b="b"/>
                  <a:pathLst>
                    <a:path w="9474" h="27520" extrusionOk="0">
                      <a:moveTo>
                        <a:pt x="301" y="0"/>
                      </a:moveTo>
                      <a:lnTo>
                        <a:pt x="0" y="27519"/>
                      </a:lnTo>
                      <a:cubicBezTo>
                        <a:pt x="2958" y="25238"/>
                        <a:pt x="6316" y="22707"/>
                        <a:pt x="9449" y="21003"/>
                      </a:cubicBezTo>
                      <a:lnTo>
                        <a:pt x="9474" y="1128"/>
                      </a:lnTo>
                      <a:lnTo>
                        <a:pt x="30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5" name="Google Shape;1295;p34"/>
                <p:cNvSpPr/>
                <p:nvPr/>
              </p:nvSpPr>
              <p:spPr>
                <a:xfrm>
                  <a:off x="8210139" y="2546773"/>
                  <a:ext cx="231169" cy="449969"/>
                </a:xfrm>
                <a:custGeom>
                  <a:avLst/>
                  <a:gdLst/>
                  <a:ahLst/>
                  <a:cxnLst/>
                  <a:rect l="l" t="t" r="r" b="b"/>
                  <a:pathLst>
                    <a:path w="9400" h="18297" extrusionOk="0">
                      <a:moveTo>
                        <a:pt x="201" y="0"/>
                      </a:moveTo>
                      <a:lnTo>
                        <a:pt x="1" y="18296"/>
                      </a:lnTo>
                      <a:cubicBezTo>
                        <a:pt x="2532" y="16993"/>
                        <a:pt x="5063" y="15740"/>
                        <a:pt x="7620" y="14612"/>
                      </a:cubicBezTo>
                      <a:cubicBezTo>
                        <a:pt x="8171" y="14361"/>
                        <a:pt x="8697" y="14136"/>
                        <a:pt x="9249" y="13910"/>
                      </a:cubicBezTo>
                      <a:lnTo>
                        <a:pt x="9399" y="602"/>
                      </a:lnTo>
                      <a:lnTo>
                        <a:pt x="20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6" name="Google Shape;1296;p34"/>
                <p:cNvSpPr/>
                <p:nvPr/>
              </p:nvSpPr>
              <p:spPr>
                <a:xfrm>
                  <a:off x="7505638" y="2432123"/>
                  <a:ext cx="286650" cy="1020097"/>
                </a:xfrm>
                <a:custGeom>
                  <a:avLst/>
                  <a:gdLst/>
                  <a:ahLst/>
                  <a:cxnLst/>
                  <a:rect l="l" t="t" r="r" b="b"/>
                  <a:pathLst>
                    <a:path w="11656" h="41480" extrusionOk="0">
                      <a:moveTo>
                        <a:pt x="1" y="1"/>
                      </a:moveTo>
                      <a:lnTo>
                        <a:pt x="2056" y="41480"/>
                      </a:lnTo>
                      <a:cubicBezTo>
                        <a:pt x="5615" y="38522"/>
                        <a:pt x="8071" y="36417"/>
                        <a:pt x="11329" y="34136"/>
                      </a:cubicBezTo>
                      <a:lnTo>
                        <a:pt x="11655" y="3359"/>
                      </a:lnTo>
                      <a:lnTo>
                        <a:pt x="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7" name="Google Shape;1297;p34"/>
                <p:cNvSpPr/>
                <p:nvPr/>
              </p:nvSpPr>
              <p:spPr>
                <a:xfrm>
                  <a:off x="7505638" y="2353845"/>
                  <a:ext cx="1454646" cy="109683"/>
                </a:xfrm>
                <a:custGeom>
                  <a:avLst/>
                  <a:gdLst/>
                  <a:ahLst/>
                  <a:cxnLst/>
                  <a:rect l="l" t="t" r="r" b="b"/>
                  <a:pathLst>
                    <a:path w="59150" h="4460" extrusionOk="0">
                      <a:moveTo>
                        <a:pt x="1" y="1"/>
                      </a:moveTo>
                      <a:cubicBezTo>
                        <a:pt x="1" y="1"/>
                        <a:pt x="201" y="101"/>
                        <a:pt x="627" y="251"/>
                      </a:cubicBezTo>
                      <a:cubicBezTo>
                        <a:pt x="1028" y="377"/>
                        <a:pt x="1630" y="577"/>
                        <a:pt x="2432" y="828"/>
                      </a:cubicBezTo>
                      <a:cubicBezTo>
                        <a:pt x="3209" y="1053"/>
                        <a:pt x="4161" y="1329"/>
                        <a:pt x="5264" y="1580"/>
                      </a:cubicBezTo>
                      <a:cubicBezTo>
                        <a:pt x="6367" y="1855"/>
                        <a:pt x="7620" y="2156"/>
                        <a:pt x="8998" y="2407"/>
                      </a:cubicBezTo>
                      <a:cubicBezTo>
                        <a:pt x="9675" y="2532"/>
                        <a:pt x="10402" y="2683"/>
                        <a:pt x="11129" y="2808"/>
                      </a:cubicBezTo>
                      <a:cubicBezTo>
                        <a:pt x="11881" y="2908"/>
                        <a:pt x="12658" y="3058"/>
                        <a:pt x="13460" y="3159"/>
                      </a:cubicBezTo>
                      <a:cubicBezTo>
                        <a:pt x="14237" y="3284"/>
                        <a:pt x="15064" y="3384"/>
                        <a:pt x="15891" y="3510"/>
                      </a:cubicBezTo>
                      <a:cubicBezTo>
                        <a:pt x="16718" y="3610"/>
                        <a:pt x="17595" y="3685"/>
                        <a:pt x="18447" y="3785"/>
                      </a:cubicBezTo>
                      <a:cubicBezTo>
                        <a:pt x="19324" y="3886"/>
                        <a:pt x="20201" y="3936"/>
                        <a:pt x="21104" y="4011"/>
                      </a:cubicBezTo>
                      <a:cubicBezTo>
                        <a:pt x="22006" y="4086"/>
                        <a:pt x="22908" y="4161"/>
                        <a:pt x="23836" y="4211"/>
                      </a:cubicBezTo>
                      <a:cubicBezTo>
                        <a:pt x="24738" y="4261"/>
                        <a:pt x="25665" y="4312"/>
                        <a:pt x="26592" y="4362"/>
                      </a:cubicBezTo>
                      <a:cubicBezTo>
                        <a:pt x="27520" y="4387"/>
                        <a:pt x="28447" y="4412"/>
                        <a:pt x="29400" y="4437"/>
                      </a:cubicBezTo>
                      <a:cubicBezTo>
                        <a:pt x="30018" y="4454"/>
                        <a:pt x="30639" y="4459"/>
                        <a:pt x="31260" y="4459"/>
                      </a:cubicBezTo>
                      <a:cubicBezTo>
                        <a:pt x="32502" y="4459"/>
                        <a:pt x="33744" y="4437"/>
                        <a:pt x="34963" y="4437"/>
                      </a:cubicBezTo>
                      <a:cubicBezTo>
                        <a:pt x="36793" y="4412"/>
                        <a:pt x="38598" y="4312"/>
                        <a:pt x="40352" y="4261"/>
                      </a:cubicBezTo>
                      <a:cubicBezTo>
                        <a:pt x="42081" y="4136"/>
                        <a:pt x="43786" y="4011"/>
                        <a:pt x="45365" y="3911"/>
                      </a:cubicBezTo>
                      <a:cubicBezTo>
                        <a:pt x="46969" y="3810"/>
                        <a:pt x="48472" y="3660"/>
                        <a:pt x="49876" y="3560"/>
                      </a:cubicBezTo>
                      <a:cubicBezTo>
                        <a:pt x="51279" y="3434"/>
                        <a:pt x="52532" y="3309"/>
                        <a:pt x="53685" y="3184"/>
                      </a:cubicBezTo>
                      <a:cubicBezTo>
                        <a:pt x="54813" y="3084"/>
                        <a:pt x="55791" y="2983"/>
                        <a:pt x="56593" y="2883"/>
                      </a:cubicBezTo>
                      <a:cubicBezTo>
                        <a:pt x="58221" y="2708"/>
                        <a:pt x="59149" y="2607"/>
                        <a:pt x="59149" y="2607"/>
                      </a:cubicBezTo>
                      <a:lnTo>
                        <a:pt x="59149" y="2607"/>
                      </a:lnTo>
                      <a:cubicBezTo>
                        <a:pt x="59149" y="2607"/>
                        <a:pt x="58221" y="2683"/>
                        <a:pt x="56593" y="2808"/>
                      </a:cubicBezTo>
                      <a:cubicBezTo>
                        <a:pt x="55791" y="2883"/>
                        <a:pt x="54788" y="2958"/>
                        <a:pt x="53660" y="3058"/>
                      </a:cubicBezTo>
                      <a:cubicBezTo>
                        <a:pt x="52532" y="3159"/>
                        <a:pt x="51254" y="3234"/>
                        <a:pt x="49851" y="3334"/>
                      </a:cubicBezTo>
                      <a:cubicBezTo>
                        <a:pt x="48472" y="3434"/>
                        <a:pt x="46969" y="3560"/>
                        <a:pt x="45365" y="3635"/>
                      </a:cubicBezTo>
                      <a:cubicBezTo>
                        <a:pt x="43760" y="3710"/>
                        <a:pt x="42081" y="3810"/>
                        <a:pt x="40327" y="3911"/>
                      </a:cubicBezTo>
                      <a:cubicBezTo>
                        <a:pt x="38598" y="3936"/>
                        <a:pt x="36793" y="4036"/>
                        <a:pt x="34963" y="4036"/>
                      </a:cubicBezTo>
                      <a:cubicBezTo>
                        <a:pt x="33904" y="4036"/>
                        <a:pt x="32844" y="4052"/>
                        <a:pt x="31784" y="4052"/>
                      </a:cubicBezTo>
                      <a:cubicBezTo>
                        <a:pt x="30989" y="4052"/>
                        <a:pt x="30194" y="4043"/>
                        <a:pt x="29400" y="4011"/>
                      </a:cubicBezTo>
                      <a:cubicBezTo>
                        <a:pt x="28472" y="3986"/>
                        <a:pt x="27545" y="3961"/>
                        <a:pt x="26618" y="3936"/>
                      </a:cubicBezTo>
                      <a:cubicBezTo>
                        <a:pt x="25690" y="3911"/>
                        <a:pt x="24763" y="3860"/>
                        <a:pt x="23861" y="3810"/>
                      </a:cubicBezTo>
                      <a:cubicBezTo>
                        <a:pt x="22933" y="3785"/>
                        <a:pt x="22031" y="3710"/>
                        <a:pt x="21129" y="3635"/>
                      </a:cubicBezTo>
                      <a:cubicBezTo>
                        <a:pt x="20252" y="3560"/>
                        <a:pt x="19349" y="3510"/>
                        <a:pt x="18497" y="3409"/>
                      </a:cubicBezTo>
                      <a:cubicBezTo>
                        <a:pt x="17620" y="3334"/>
                        <a:pt x="16768" y="3234"/>
                        <a:pt x="15941" y="3159"/>
                      </a:cubicBezTo>
                      <a:cubicBezTo>
                        <a:pt x="15089" y="3058"/>
                        <a:pt x="14287" y="2958"/>
                        <a:pt x="13485" y="2858"/>
                      </a:cubicBezTo>
                      <a:cubicBezTo>
                        <a:pt x="12708" y="2758"/>
                        <a:pt x="11931" y="2632"/>
                        <a:pt x="11179" y="2532"/>
                      </a:cubicBezTo>
                      <a:cubicBezTo>
                        <a:pt x="10452" y="2407"/>
                        <a:pt x="9725" y="2282"/>
                        <a:pt x="9049" y="2156"/>
                      </a:cubicBezTo>
                      <a:cubicBezTo>
                        <a:pt x="8347" y="2056"/>
                        <a:pt x="7695" y="1931"/>
                        <a:pt x="7069" y="1805"/>
                      </a:cubicBezTo>
                      <a:cubicBezTo>
                        <a:pt x="6442" y="1680"/>
                        <a:pt x="5840" y="1555"/>
                        <a:pt x="5289" y="1429"/>
                      </a:cubicBezTo>
                      <a:cubicBezTo>
                        <a:pt x="4186" y="1179"/>
                        <a:pt x="3234" y="953"/>
                        <a:pt x="2457" y="753"/>
                      </a:cubicBezTo>
                      <a:cubicBezTo>
                        <a:pt x="1655" y="527"/>
                        <a:pt x="1053" y="352"/>
                        <a:pt x="627" y="226"/>
                      </a:cubicBezTo>
                      <a:cubicBezTo>
                        <a:pt x="202" y="76"/>
                        <a:pt x="1" y="1"/>
                        <a:pt x="1" y="1"/>
                      </a:cubicBezTo>
                      <a:close/>
                    </a:path>
                  </a:pathLst>
                </a:custGeom>
                <a:solidFill>
                  <a:srgbClr val="CBE5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9" name="Google Shape;1299;p34"/>
                <p:cNvSpPr/>
                <p:nvPr/>
              </p:nvSpPr>
              <p:spPr>
                <a:xfrm>
                  <a:off x="5783548" y="2217627"/>
                  <a:ext cx="1440456" cy="1696243"/>
                </a:xfrm>
                <a:custGeom>
                  <a:avLst/>
                  <a:gdLst/>
                  <a:ahLst/>
                  <a:cxnLst/>
                  <a:rect l="l" t="t" r="r" b="b"/>
                  <a:pathLst>
                    <a:path w="58573" h="68974" extrusionOk="0">
                      <a:moveTo>
                        <a:pt x="29299" y="1"/>
                      </a:moveTo>
                      <a:cubicBezTo>
                        <a:pt x="13133" y="1"/>
                        <a:pt x="0" y="13159"/>
                        <a:pt x="0" y="29274"/>
                      </a:cubicBezTo>
                      <a:lnTo>
                        <a:pt x="201" y="65239"/>
                      </a:lnTo>
                      <a:cubicBezTo>
                        <a:pt x="928" y="66167"/>
                        <a:pt x="2757" y="67721"/>
                        <a:pt x="4612" y="68974"/>
                      </a:cubicBezTo>
                      <a:lnTo>
                        <a:pt x="53635" y="68974"/>
                      </a:lnTo>
                      <a:cubicBezTo>
                        <a:pt x="56692" y="66467"/>
                        <a:pt x="57870" y="65114"/>
                        <a:pt x="58246" y="64538"/>
                      </a:cubicBezTo>
                      <a:lnTo>
                        <a:pt x="58572" y="29274"/>
                      </a:lnTo>
                      <a:cubicBezTo>
                        <a:pt x="58572" y="13134"/>
                        <a:pt x="45439" y="1"/>
                        <a:pt x="29299" y="1"/>
                      </a:cubicBezTo>
                      <a:close/>
                    </a:path>
                  </a:pathLst>
                </a:custGeom>
                <a:solidFill>
                  <a:srgbClr val="0070C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02" name="Google Shape;1302;p34"/>
                <p:cNvSpPr/>
                <p:nvPr/>
              </p:nvSpPr>
              <p:spPr>
                <a:xfrm>
                  <a:off x="5758267" y="3773939"/>
                  <a:ext cx="195412" cy="195412"/>
                </a:xfrm>
                <a:custGeom>
                  <a:avLst/>
                  <a:gdLst/>
                  <a:ahLst/>
                  <a:cxnLst/>
                  <a:rect l="l" t="t" r="r" b="b"/>
                  <a:pathLst>
                    <a:path w="7946" h="7946" extrusionOk="0">
                      <a:moveTo>
                        <a:pt x="3961" y="0"/>
                      </a:moveTo>
                      <a:cubicBezTo>
                        <a:pt x="1780" y="0"/>
                        <a:pt x="1" y="1780"/>
                        <a:pt x="1" y="3960"/>
                      </a:cubicBezTo>
                      <a:cubicBezTo>
                        <a:pt x="1" y="6166"/>
                        <a:pt x="1780" y="7945"/>
                        <a:pt x="3961" y="7945"/>
                      </a:cubicBezTo>
                      <a:cubicBezTo>
                        <a:pt x="6166" y="7945"/>
                        <a:pt x="7946" y="6166"/>
                        <a:pt x="7946" y="3960"/>
                      </a:cubicBezTo>
                      <a:cubicBezTo>
                        <a:pt x="7946" y="1780"/>
                        <a:pt x="6166" y="0"/>
                        <a:pt x="3961" y="0"/>
                      </a:cubicBezTo>
                      <a:close/>
                    </a:path>
                  </a:pathLst>
                </a:custGeom>
                <a:solidFill>
                  <a:srgbClr val="FCFC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3" name="Google Shape;1303;p34"/>
                <p:cNvSpPr/>
                <p:nvPr/>
              </p:nvSpPr>
              <p:spPr>
                <a:xfrm>
                  <a:off x="5768743" y="3785030"/>
                  <a:ext cx="173844" cy="173230"/>
                </a:xfrm>
                <a:custGeom>
                  <a:avLst/>
                  <a:gdLst/>
                  <a:ahLst/>
                  <a:cxnLst/>
                  <a:rect l="l" t="t" r="r" b="b"/>
                  <a:pathLst>
                    <a:path w="7069" h="7044" extrusionOk="0">
                      <a:moveTo>
                        <a:pt x="3535" y="1"/>
                      </a:moveTo>
                      <a:cubicBezTo>
                        <a:pt x="1580" y="1"/>
                        <a:pt x="1" y="1580"/>
                        <a:pt x="1" y="3509"/>
                      </a:cubicBezTo>
                      <a:cubicBezTo>
                        <a:pt x="1" y="5464"/>
                        <a:pt x="1580" y="7043"/>
                        <a:pt x="3535" y="7043"/>
                      </a:cubicBezTo>
                      <a:cubicBezTo>
                        <a:pt x="5490" y="7043"/>
                        <a:pt x="7069" y="5464"/>
                        <a:pt x="7069" y="3509"/>
                      </a:cubicBezTo>
                      <a:cubicBezTo>
                        <a:pt x="7069" y="1580"/>
                        <a:pt x="5490" y="1"/>
                        <a:pt x="353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4" name="Google Shape;1304;p34"/>
                <p:cNvSpPr/>
                <p:nvPr/>
              </p:nvSpPr>
              <p:spPr>
                <a:xfrm>
                  <a:off x="7042143" y="3773939"/>
                  <a:ext cx="195412" cy="195412"/>
                </a:xfrm>
                <a:custGeom>
                  <a:avLst/>
                  <a:gdLst/>
                  <a:ahLst/>
                  <a:cxnLst/>
                  <a:rect l="l" t="t" r="r" b="b"/>
                  <a:pathLst>
                    <a:path w="7946" h="7946" extrusionOk="0">
                      <a:moveTo>
                        <a:pt x="3961" y="0"/>
                      </a:moveTo>
                      <a:cubicBezTo>
                        <a:pt x="1780" y="0"/>
                        <a:pt x="1" y="1780"/>
                        <a:pt x="1" y="3960"/>
                      </a:cubicBezTo>
                      <a:cubicBezTo>
                        <a:pt x="1" y="6166"/>
                        <a:pt x="1780" y="7945"/>
                        <a:pt x="3961" y="7945"/>
                      </a:cubicBezTo>
                      <a:cubicBezTo>
                        <a:pt x="6166" y="7945"/>
                        <a:pt x="7946" y="6166"/>
                        <a:pt x="7946" y="3960"/>
                      </a:cubicBezTo>
                      <a:cubicBezTo>
                        <a:pt x="7946" y="1780"/>
                        <a:pt x="6166" y="0"/>
                        <a:pt x="3961" y="0"/>
                      </a:cubicBezTo>
                      <a:close/>
                    </a:path>
                  </a:pathLst>
                </a:custGeom>
                <a:solidFill>
                  <a:srgbClr val="FCFC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5" name="Google Shape;1305;p34"/>
                <p:cNvSpPr/>
                <p:nvPr/>
              </p:nvSpPr>
              <p:spPr>
                <a:xfrm>
                  <a:off x="7053234" y="3785030"/>
                  <a:ext cx="173230" cy="173230"/>
                </a:xfrm>
                <a:custGeom>
                  <a:avLst/>
                  <a:gdLst/>
                  <a:ahLst/>
                  <a:cxnLst/>
                  <a:rect l="l" t="t" r="r" b="b"/>
                  <a:pathLst>
                    <a:path w="7044" h="7044" extrusionOk="0">
                      <a:moveTo>
                        <a:pt x="3510" y="1"/>
                      </a:moveTo>
                      <a:cubicBezTo>
                        <a:pt x="1580" y="1"/>
                        <a:pt x="1" y="1580"/>
                        <a:pt x="1" y="3509"/>
                      </a:cubicBezTo>
                      <a:cubicBezTo>
                        <a:pt x="1" y="5464"/>
                        <a:pt x="1580" y="7043"/>
                        <a:pt x="3510" y="7043"/>
                      </a:cubicBezTo>
                      <a:cubicBezTo>
                        <a:pt x="5464" y="7043"/>
                        <a:pt x="7043" y="5464"/>
                        <a:pt x="7043" y="3509"/>
                      </a:cubicBezTo>
                      <a:cubicBezTo>
                        <a:pt x="7043" y="1580"/>
                        <a:pt x="5464" y="1"/>
                        <a:pt x="351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6" name="Google Shape;1306;p34"/>
                <p:cNvSpPr/>
                <p:nvPr/>
              </p:nvSpPr>
              <p:spPr>
                <a:xfrm>
                  <a:off x="6026399" y="3780111"/>
                  <a:ext cx="944893" cy="20977"/>
                </a:xfrm>
                <a:custGeom>
                  <a:avLst/>
                  <a:gdLst/>
                  <a:ahLst/>
                  <a:cxnLst/>
                  <a:rect l="l" t="t" r="r" b="b"/>
                  <a:pathLst>
                    <a:path w="38422" h="853" extrusionOk="0">
                      <a:moveTo>
                        <a:pt x="401" y="0"/>
                      </a:moveTo>
                      <a:cubicBezTo>
                        <a:pt x="176" y="0"/>
                        <a:pt x="0" y="176"/>
                        <a:pt x="0" y="401"/>
                      </a:cubicBezTo>
                      <a:lnTo>
                        <a:pt x="0" y="451"/>
                      </a:lnTo>
                      <a:cubicBezTo>
                        <a:pt x="0" y="677"/>
                        <a:pt x="176" y="852"/>
                        <a:pt x="401" y="852"/>
                      </a:cubicBezTo>
                      <a:lnTo>
                        <a:pt x="38020" y="852"/>
                      </a:lnTo>
                      <a:cubicBezTo>
                        <a:pt x="38246" y="852"/>
                        <a:pt x="38421" y="677"/>
                        <a:pt x="38421" y="451"/>
                      </a:cubicBezTo>
                      <a:lnTo>
                        <a:pt x="38421" y="401"/>
                      </a:lnTo>
                      <a:cubicBezTo>
                        <a:pt x="38421" y="176"/>
                        <a:pt x="38246" y="0"/>
                        <a:pt x="38020" y="0"/>
                      </a:cubicBezTo>
                      <a:close/>
                    </a:path>
                  </a:pathLst>
                </a:custGeom>
                <a:solidFill>
                  <a:srgbClr val="E8E8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7" name="Google Shape;1307;p34"/>
                <p:cNvSpPr/>
                <p:nvPr/>
              </p:nvSpPr>
              <p:spPr>
                <a:xfrm>
                  <a:off x="6026399" y="3862693"/>
                  <a:ext cx="944893" cy="20363"/>
                </a:xfrm>
                <a:custGeom>
                  <a:avLst/>
                  <a:gdLst/>
                  <a:ahLst/>
                  <a:cxnLst/>
                  <a:rect l="l" t="t" r="r" b="b"/>
                  <a:pathLst>
                    <a:path w="38422" h="828" extrusionOk="0">
                      <a:moveTo>
                        <a:pt x="401" y="1"/>
                      </a:moveTo>
                      <a:cubicBezTo>
                        <a:pt x="176" y="1"/>
                        <a:pt x="0" y="176"/>
                        <a:pt x="0" y="402"/>
                      </a:cubicBezTo>
                      <a:lnTo>
                        <a:pt x="0" y="427"/>
                      </a:lnTo>
                      <a:cubicBezTo>
                        <a:pt x="0" y="652"/>
                        <a:pt x="176" y="828"/>
                        <a:pt x="401" y="828"/>
                      </a:cubicBezTo>
                      <a:lnTo>
                        <a:pt x="38020" y="828"/>
                      </a:lnTo>
                      <a:cubicBezTo>
                        <a:pt x="38246" y="828"/>
                        <a:pt x="38421" y="652"/>
                        <a:pt x="38421" y="427"/>
                      </a:cubicBezTo>
                      <a:lnTo>
                        <a:pt x="38421" y="402"/>
                      </a:lnTo>
                      <a:cubicBezTo>
                        <a:pt x="38421" y="176"/>
                        <a:pt x="38246" y="1"/>
                        <a:pt x="38020" y="1"/>
                      </a:cubicBezTo>
                      <a:close/>
                    </a:path>
                  </a:pathLst>
                </a:custGeom>
                <a:solidFill>
                  <a:srgbClr val="E8E8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8" name="Google Shape;1308;p34"/>
                <p:cNvSpPr/>
                <p:nvPr/>
              </p:nvSpPr>
              <p:spPr>
                <a:xfrm>
                  <a:off x="6026399" y="3944660"/>
                  <a:ext cx="944893" cy="20363"/>
                </a:xfrm>
                <a:custGeom>
                  <a:avLst/>
                  <a:gdLst/>
                  <a:ahLst/>
                  <a:cxnLst/>
                  <a:rect l="l" t="t" r="r" b="b"/>
                  <a:pathLst>
                    <a:path w="38422" h="828" extrusionOk="0">
                      <a:moveTo>
                        <a:pt x="401" y="1"/>
                      </a:moveTo>
                      <a:cubicBezTo>
                        <a:pt x="176" y="1"/>
                        <a:pt x="0" y="176"/>
                        <a:pt x="0" y="402"/>
                      </a:cubicBezTo>
                      <a:lnTo>
                        <a:pt x="0" y="427"/>
                      </a:lnTo>
                      <a:cubicBezTo>
                        <a:pt x="0" y="653"/>
                        <a:pt x="176" y="828"/>
                        <a:pt x="401" y="828"/>
                      </a:cubicBezTo>
                      <a:lnTo>
                        <a:pt x="38020" y="828"/>
                      </a:lnTo>
                      <a:cubicBezTo>
                        <a:pt x="38246" y="828"/>
                        <a:pt x="38421" y="653"/>
                        <a:pt x="38421" y="427"/>
                      </a:cubicBezTo>
                      <a:lnTo>
                        <a:pt x="38421" y="402"/>
                      </a:lnTo>
                      <a:cubicBezTo>
                        <a:pt x="38421" y="176"/>
                        <a:pt x="38246" y="1"/>
                        <a:pt x="38020" y="1"/>
                      </a:cubicBezTo>
                      <a:close/>
                    </a:path>
                  </a:pathLst>
                </a:custGeom>
                <a:solidFill>
                  <a:srgbClr val="E8E8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9" name="Google Shape;1309;p34"/>
                <p:cNvSpPr/>
                <p:nvPr/>
              </p:nvSpPr>
              <p:spPr>
                <a:xfrm>
                  <a:off x="5923455" y="2742775"/>
                  <a:ext cx="1181596" cy="636724"/>
                </a:xfrm>
                <a:custGeom>
                  <a:avLst/>
                  <a:gdLst/>
                  <a:ahLst/>
                  <a:cxnLst/>
                  <a:rect l="l" t="t" r="r" b="b"/>
                  <a:pathLst>
                    <a:path w="48047" h="25891" extrusionOk="0">
                      <a:moveTo>
                        <a:pt x="1329" y="0"/>
                      </a:moveTo>
                      <a:cubicBezTo>
                        <a:pt x="602" y="0"/>
                        <a:pt x="1" y="602"/>
                        <a:pt x="1" y="1329"/>
                      </a:cubicBezTo>
                      <a:lnTo>
                        <a:pt x="1" y="24562"/>
                      </a:lnTo>
                      <a:cubicBezTo>
                        <a:pt x="1" y="25314"/>
                        <a:pt x="602" y="25890"/>
                        <a:pt x="1329" y="25890"/>
                      </a:cubicBezTo>
                      <a:lnTo>
                        <a:pt x="46718" y="25890"/>
                      </a:lnTo>
                      <a:cubicBezTo>
                        <a:pt x="47445" y="25890"/>
                        <a:pt x="48046" y="25314"/>
                        <a:pt x="48046" y="24562"/>
                      </a:cubicBezTo>
                      <a:lnTo>
                        <a:pt x="48046" y="1329"/>
                      </a:lnTo>
                      <a:cubicBezTo>
                        <a:pt x="48046" y="602"/>
                        <a:pt x="47445" y="0"/>
                        <a:pt x="4671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0" name="Google Shape;1310;p34"/>
                <p:cNvSpPr/>
                <p:nvPr/>
              </p:nvSpPr>
              <p:spPr>
                <a:xfrm>
                  <a:off x="6149656" y="2454945"/>
                  <a:ext cx="667539" cy="195387"/>
                </a:xfrm>
                <a:custGeom>
                  <a:avLst/>
                  <a:gdLst/>
                  <a:ahLst/>
                  <a:cxnLst/>
                  <a:rect l="l" t="t" r="r" b="b"/>
                  <a:pathLst>
                    <a:path w="27144" h="7945" extrusionOk="0">
                      <a:moveTo>
                        <a:pt x="1580" y="0"/>
                      </a:moveTo>
                      <a:cubicBezTo>
                        <a:pt x="803" y="0"/>
                        <a:pt x="1" y="652"/>
                        <a:pt x="1" y="1479"/>
                      </a:cubicBezTo>
                      <a:lnTo>
                        <a:pt x="1" y="6441"/>
                      </a:lnTo>
                      <a:cubicBezTo>
                        <a:pt x="1" y="7268"/>
                        <a:pt x="803" y="7945"/>
                        <a:pt x="1580" y="7945"/>
                      </a:cubicBezTo>
                      <a:lnTo>
                        <a:pt x="25565" y="7945"/>
                      </a:lnTo>
                      <a:cubicBezTo>
                        <a:pt x="26342" y="7945"/>
                        <a:pt x="27144" y="7268"/>
                        <a:pt x="27144" y="6441"/>
                      </a:cubicBezTo>
                      <a:lnTo>
                        <a:pt x="27144" y="1479"/>
                      </a:lnTo>
                      <a:cubicBezTo>
                        <a:pt x="27144" y="652"/>
                        <a:pt x="26342" y="0"/>
                        <a:pt x="2556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1" name="Google Shape;1311;p34"/>
                <p:cNvSpPr/>
                <p:nvPr/>
              </p:nvSpPr>
              <p:spPr>
                <a:xfrm>
                  <a:off x="6190332" y="2485759"/>
                  <a:ext cx="20977" cy="123282"/>
                </a:xfrm>
                <a:custGeom>
                  <a:avLst/>
                  <a:gdLst/>
                  <a:ahLst/>
                  <a:cxnLst/>
                  <a:rect l="l" t="t" r="r" b="b"/>
                  <a:pathLst>
                    <a:path w="853" h="5013" extrusionOk="0">
                      <a:moveTo>
                        <a:pt x="427" y="0"/>
                      </a:moveTo>
                      <a:cubicBezTo>
                        <a:pt x="201" y="0"/>
                        <a:pt x="1" y="201"/>
                        <a:pt x="1" y="426"/>
                      </a:cubicBezTo>
                      <a:lnTo>
                        <a:pt x="1" y="4612"/>
                      </a:lnTo>
                      <a:cubicBezTo>
                        <a:pt x="1" y="4837"/>
                        <a:pt x="201" y="5013"/>
                        <a:pt x="427" y="5013"/>
                      </a:cubicBezTo>
                      <a:cubicBezTo>
                        <a:pt x="652" y="5013"/>
                        <a:pt x="853" y="4837"/>
                        <a:pt x="853" y="4612"/>
                      </a:cubicBezTo>
                      <a:lnTo>
                        <a:pt x="853" y="426"/>
                      </a:lnTo>
                      <a:cubicBezTo>
                        <a:pt x="853" y="201"/>
                        <a:pt x="652" y="0"/>
                        <a:pt x="427" y="0"/>
                      </a:cubicBezTo>
                      <a:close/>
                    </a:path>
                  </a:pathLst>
                </a:custGeom>
                <a:solidFill>
                  <a:srgbClr val="FCFC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2" name="Google Shape;1312;p34"/>
                <p:cNvSpPr/>
                <p:nvPr/>
              </p:nvSpPr>
              <p:spPr>
                <a:xfrm>
                  <a:off x="6242124" y="2485759"/>
                  <a:ext cx="20363" cy="123282"/>
                </a:xfrm>
                <a:custGeom>
                  <a:avLst/>
                  <a:gdLst/>
                  <a:ahLst/>
                  <a:cxnLst/>
                  <a:rect l="l" t="t" r="r" b="b"/>
                  <a:pathLst>
                    <a:path w="828" h="5013" extrusionOk="0">
                      <a:moveTo>
                        <a:pt x="401" y="0"/>
                      </a:moveTo>
                      <a:cubicBezTo>
                        <a:pt x="176" y="0"/>
                        <a:pt x="0" y="201"/>
                        <a:pt x="0" y="426"/>
                      </a:cubicBezTo>
                      <a:lnTo>
                        <a:pt x="0" y="4612"/>
                      </a:lnTo>
                      <a:cubicBezTo>
                        <a:pt x="0" y="4837"/>
                        <a:pt x="176" y="5013"/>
                        <a:pt x="401" y="5013"/>
                      </a:cubicBezTo>
                      <a:cubicBezTo>
                        <a:pt x="652" y="5013"/>
                        <a:pt x="827" y="4837"/>
                        <a:pt x="827" y="4612"/>
                      </a:cubicBezTo>
                      <a:lnTo>
                        <a:pt x="827" y="426"/>
                      </a:lnTo>
                      <a:cubicBezTo>
                        <a:pt x="827" y="201"/>
                        <a:pt x="652" y="0"/>
                        <a:pt x="401" y="0"/>
                      </a:cubicBezTo>
                      <a:close/>
                    </a:path>
                  </a:pathLst>
                </a:custGeom>
                <a:solidFill>
                  <a:srgbClr val="FCFC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3" name="Google Shape;1313;p34"/>
                <p:cNvSpPr/>
                <p:nvPr/>
              </p:nvSpPr>
              <p:spPr>
                <a:xfrm>
                  <a:off x="6293277" y="2485759"/>
                  <a:ext cx="20363" cy="123282"/>
                </a:xfrm>
                <a:custGeom>
                  <a:avLst/>
                  <a:gdLst/>
                  <a:ahLst/>
                  <a:cxnLst/>
                  <a:rect l="l" t="t" r="r" b="b"/>
                  <a:pathLst>
                    <a:path w="828" h="5013" extrusionOk="0">
                      <a:moveTo>
                        <a:pt x="426" y="0"/>
                      </a:moveTo>
                      <a:cubicBezTo>
                        <a:pt x="176" y="0"/>
                        <a:pt x="0" y="201"/>
                        <a:pt x="0" y="426"/>
                      </a:cubicBezTo>
                      <a:lnTo>
                        <a:pt x="0" y="4612"/>
                      </a:lnTo>
                      <a:cubicBezTo>
                        <a:pt x="0" y="4837"/>
                        <a:pt x="176" y="5013"/>
                        <a:pt x="426" y="5013"/>
                      </a:cubicBezTo>
                      <a:cubicBezTo>
                        <a:pt x="652" y="5013"/>
                        <a:pt x="827" y="4837"/>
                        <a:pt x="827" y="4612"/>
                      </a:cubicBezTo>
                      <a:lnTo>
                        <a:pt x="827" y="426"/>
                      </a:lnTo>
                      <a:cubicBezTo>
                        <a:pt x="827" y="201"/>
                        <a:pt x="652" y="0"/>
                        <a:pt x="426" y="0"/>
                      </a:cubicBezTo>
                      <a:close/>
                    </a:path>
                  </a:pathLst>
                </a:custGeom>
                <a:solidFill>
                  <a:srgbClr val="FCFC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4" name="Google Shape;1314;p34"/>
                <p:cNvSpPr/>
                <p:nvPr/>
              </p:nvSpPr>
              <p:spPr>
                <a:xfrm>
                  <a:off x="6344429" y="2485759"/>
                  <a:ext cx="20977" cy="123282"/>
                </a:xfrm>
                <a:custGeom>
                  <a:avLst/>
                  <a:gdLst/>
                  <a:ahLst/>
                  <a:cxnLst/>
                  <a:rect l="l" t="t" r="r" b="b"/>
                  <a:pathLst>
                    <a:path w="853" h="5013" extrusionOk="0">
                      <a:moveTo>
                        <a:pt x="427" y="0"/>
                      </a:moveTo>
                      <a:cubicBezTo>
                        <a:pt x="201" y="0"/>
                        <a:pt x="1" y="201"/>
                        <a:pt x="1" y="426"/>
                      </a:cubicBezTo>
                      <a:lnTo>
                        <a:pt x="1" y="4612"/>
                      </a:lnTo>
                      <a:cubicBezTo>
                        <a:pt x="1" y="4837"/>
                        <a:pt x="201" y="5013"/>
                        <a:pt x="427" y="5013"/>
                      </a:cubicBezTo>
                      <a:cubicBezTo>
                        <a:pt x="652" y="5013"/>
                        <a:pt x="853" y="4837"/>
                        <a:pt x="853" y="4612"/>
                      </a:cubicBezTo>
                      <a:lnTo>
                        <a:pt x="853" y="426"/>
                      </a:lnTo>
                      <a:cubicBezTo>
                        <a:pt x="853" y="201"/>
                        <a:pt x="652" y="0"/>
                        <a:pt x="427" y="0"/>
                      </a:cubicBezTo>
                      <a:close/>
                    </a:path>
                  </a:pathLst>
                </a:custGeom>
                <a:solidFill>
                  <a:srgbClr val="FCFC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5" name="Google Shape;1315;p34"/>
                <p:cNvSpPr/>
                <p:nvPr/>
              </p:nvSpPr>
              <p:spPr>
                <a:xfrm>
                  <a:off x="6396196" y="2485759"/>
                  <a:ext cx="20363" cy="123282"/>
                </a:xfrm>
                <a:custGeom>
                  <a:avLst/>
                  <a:gdLst/>
                  <a:ahLst/>
                  <a:cxnLst/>
                  <a:rect l="l" t="t" r="r" b="b"/>
                  <a:pathLst>
                    <a:path w="828" h="5013" extrusionOk="0">
                      <a:moveTo>
                        <a:pt x="402" y="0"/>
                      </a:moveTo>
                      <a:cubicBezTo>
                        <a:pt x="176" y="0"/>
                        <a:pt x="1" y="201"/>
                        <a:pt x="1" y="426"/>
                      </a:cubicBezTo>
                      <a:lnTo>
                        <a:pt x="1" y="4612"/>
                      </a:lnTo>
                      <a:cubicBezTo>
                        <a:pt x="1" y="4837"/>
                        <a:pt x="176" y="5013"/>
                        <a:pt x="402" y="5013"/>
                      </a:cubicBezTo>
                      <a:cubicBezTo>
                        <a:pt x="652" y="5013"/>
                        <a:pt x="828" y="4837"/>
                        <a:pt x="828" y="4612"/>
                      </a:cubicBezTo>
                      <a:lnTo>
                        <a:pt x="828" y="426"/>
                      </a:lnTo>
                      <a:cubicBezTo>
                        <a:pt x="828" y="201"/>
                        <a:pt x="652" y="0"/>
                        <a:pt x="402" y="0"/>
                      </a:cubicBezTo>
                      <a:close/>
                    </a:path>
                  </a:pathLst>
                </a:custGeom>
                <a:solidFill>
                  <a:srgbClr val="FCFC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6" name="Google Shape;1316;p34"/>
                <p:cNvSpPr/>
                <p:nvPr/>
              </p:nvSpPr>
              <p:spPr>
                <a:xfrm>
                  <a:off x="6447373" y="2485759"/>
                  <a:ext cx="20363" cy="123282"/>
                </a:xfrm>
                <a:custGeom>
                  <a:avLst/>
                  <a:gdLst/>
                  <a:ahLst/>
                  <a:cxnLst/>
                  <a:rect l="l" t="t" r="r" b="b"/>
                  <a:pathLst>
                    <a:path w="828" h="5013" extrusionOk="0">
                      <a:moveTo>
                        <a:pt x="426" y="0"/>
                      </a:moveTo>
                      <a:cubicBezTo>
                        <a:pt x="175" y="0"/>
                        <a:pt x="0" y="201"/>
                        <a:pt x="0" y="426"/>
                      </a:cubicBezTo>
                      <a:lnTo>
                        <a:pt x="0" y="4612"/>
                      </a:lnTo>
                      <a:cubicBezTo>
                        <a:pt x="0" y="4837"/>
                        <a:pt x="175" y="5013"/>
                        <a:pt x="426" y="5013"/>
                      </a:cubicBezTo>
                      <a:cubicBezTo>
                        <a:pt x="652" y="5013"/>
                        <a:pt x="827" y="4837"/>
                        <a:pt x="827" y="4612"/>
                      </a:cubicBezTo>
                      <a:lnTo>
                        <a:pt x="827" y="426"/>
                      </a:lnTo>
                      <a:cubicBezTo>
                        <a:pt x="827" y="201"/>
                        <a:pt x="652" y="0"/>
                        <a:pt x="426" y="0"/>
                      </a:cubicBezTo>
                      <a:close/>
                    </a:path>
                  </a:pathLst>
                </a:custGeom>
                <a:solidFill>
                  <a:srgbClr val="FCFC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7" name="Google Shape;1317;p34"/>
                <p:cNvSpPr/>
                <p:nvPr/>
              </p:nvSpPr>
              <p:spPr>
                <a:xfrm>
                  <a:off x="6498526" y="2485759"/>
                  <a:ext cx="20977" cy="123282"/>
                </a:xfrm>
                <a:custGeom>
                  <a:avLst/>
                  <a:gdLst/>
                  <a:ahLst/>
                  <a:cxnLst/>
                  <a:rect l="l" t="t" r="r" b="b"/>
                  <a:pathLst>
                    <a:path w="853" h="5013" extrusionOk="0">
                      <a:moveTo>
                        <a:pt x="426" y="0"/>
                      </a:moveTo>
                      <a:cubicBezTo>
                        <a:pt x="201" y="0"/>
                        <a:pt x="0" y="201"/>
                        <a:pt x="0" y="426"/>
                      </a:cubicBezTo>
                      <a:lnTo>
                        <a:pt x="0" y="4612"/>
                      </a:lnTo>
                      <a:cubicBezTo>
                        <a:pt x="0" y="4837"/>
                        <a:pt x="201" y="5013"/>
                        <a:pt x="426" y="5013"/>
                      </a:cubicBezTo>
                      <a:cubicBezTo>
                        <a:pt x="652" y="5013"/>
                        <a:pt x="852" y="4837"/>
                        <a:pt x="852" y="4612"/>
                      </a:cubicBezTo>
                      <a:lnTo>
                        <a:pt x="852" y="426"/>
                      </a:lnTo>
                      <a:cubicBezTo>
                        <a:pt x="852" y="201"/>
                        <a:pt x="652" y="0"/>
                        <a:pt x="426" y="0"/>
                      </a:cubicBezTo>
                      <a:close/>
                    </a:path>
                  </a:pathLst>
                </a:custGeom>
                <a:solidFill>
                  <a:srgbClr val="FCFC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8" name="Google Shape;1318;p34"/>
                <p:cNvSpPr/>
                <p:nvPr/>
              </p:nvSpPr>
              <p:spPr>
                <a:xfrm>
                  <a:off x="6550293" y="2485759"/>
                  <a:ext cx="20363" cy="123282"/>
                </a:xfrm>
                <a:custGeom>
                  <a:avLst/>
                  <a:gdLst/>
                  <a:ahLst/>
                  <a:cxnLst/>
                  <a:rect l="l" t="t" r="r" b="b"/>
                  <a:pathLst>
                    <a:path w="828" h="5013" extrusionOk="0">
                      <a:moveTo>
                        <a:pt x="402" y="0"/>
                      </a:moveTo>
                      <a:cubicBezTo>
                        <a:pt x="176" y="0"/>
                        <a:pt x="1" y="201"/>
                        <a:pt x="1" y="426"/>
                      </a:cubicBezTo>
                      <a:lnTo>
                        <a:pt x="1" y="4612"/>
                      </a:lnTo>
                      <a:cubicBezTo>
                        <a:pt x="1" y="4837"/>
                        <a:pt x="176" y="5013"/>
                        <a:pt x="402" y="5013"/>
                      </a:cubicBezTo>
                      <a:cubicBezTo>
                        <a:pt x="652" y="5013"/>
                        <a:pt x="828" y="4837"/>
                        <a:pt x="828" y="4612"/>
                      </a:cubicBezTo>
                      <a:lnTo>
                        <a:pt x="828" y="426"/>
                      </a:lnTo>
                      <a:cubicBezTo>
                        <a:pt x="828" y="201"/>
                        <a:pt x="652" y="0"/>
                        <a:pt x="402" y="0"/>
                      </a:cubicBezTo>
                      <a:close/>
                    </a:path>
                  </a:pathLst>
                </a:custGeom>
                <a:solidFill>
                  <a:srgbClr val="FCFC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9" name="Google Shape;1319;p34"/>
                <p:cNvSpPr/>
                <p:nvPr/>
              </p:nvSpPr>
              <p:spPr>
                <a:xfrm>
                  <a:off x="6601445" y="2485759"/>
                  <a:ext cx="20363" cy="123282"/>
                </a:xfrm>
                <a:custGeom>
                  <a:avLst/>
                  <a:gdLst/>
                  <a:ahLst/>
                  <a:cxnLst/>
                  <a:rect l="l" t="t" r="r" b="b"/>
                  <a:pathLst>
                    <a:path w="828" h="5013" extrusionOk="0">
                      <a:moveTo>
                        <a:pt x="427" y="0"/>
                      </a:moveTo>
                      <a:cubicBezTo>
                        <a:pt x="176" y="0"/>
                        <a:pt x="1" y="201"/>
                        <a:pt x="1" y="426"/>
                      </a:cubicBezTo>
                      <a:lnTo>
                        <a:pt x="1" y="4612"/>
                      </a:lnTo>
                      <a:cubicBezTo>
                        <a:pt x="1" y="4837"/>
                        <a:pt x="176" y="5013"/>
                        <a:pt x="427" y="5013"/>
                      </a:cubicBezTo>
                      <a:cubicBezTo>
                        <a:pt x="652" y="5013"/>
                        <a:pt x="828" y="4837"/>
                        <a:pt x="828" y="4612"/>
                      </a:cubicBezTo>
                      <a:lnTo>
                        <a:pt x="828" y="426"/>
                      </a:lnTo>
                      <a:cubicBezTo>
                        <a:pt x="828" y="201"/>
                        <a:pt x="652" y="0"/>
                        <a:pt x="427" y="0"/>
                      </a:cubicBezTo>
                      <a:close/>
                    </a:path>
                  </a:pathLst>
                </a:custGeom>
                <a:solidFill>
                  <a:srgbClr val="FCFC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0" name="Google Shape;1320;p34"/>
                <p:cNvSpPr/>
                <p:nvPr/>
              </p:nvSpPr>
              <p:spPr>
                <a:xfrm>
                  <a:off x="6652598" y="2485759"/>
                  <a:ext cx="21002" cy="123282"/>
                </a:xfrm>
                <a:custGeom>
                  <a:avLst/>
                  <a:gdLst/>
                  <a:ahLst/>
                  <a:cxnLst/>
                  <a:rect l="l" t="t" r="r" b="b"/>
                  <a:pathLst>
                    <a:path w="854" h="5013" extrusionOk="0">
                      <a:moveTo>
                        <a:pt x="427" y="0"/>
                      </a:moveTo>
                      <a:cubicBezTo>
                        <a:pt x="201" y="0"/>
                        <a:pt x="1" y="201"/>
                        <a:pt x="1" y="426"/>
                      </a:cubicBezTo>
                      <a:lnTo>
                        <a:pt x="1" y="4612"/>
                      </a:lnTo>
                      <a:cubicBezTo>
                        <a:pt x="1" y="4837"/>
                        <a:pt x="201" y="5013"/>
                        <a:pt x="427" y="5013"/>
                      </a:cubicBezTo>
                      <a:cubicBezTo>
                        <a:pt x="653" y="5013"/>
                        <a:pt x="853" y="4837"/>
                        <a:pt x="853" y="4612"/>
                      </a:cubicBezTo>
                      <a:lnTo>
                        <a:pt x="853" y="426"/>
                      </a:lnTo>
                      <a:cubicBezTo>
                        <a:pt x="853" y="201"/>
                        <a:pt x="653" y="0"/>
                        <a:pt x="427" y="0"/>
                      </a:cubicBezTo>
                      <a:close/>
                    </a:path>
                  </a:pathLst>
                </a:custGeom>
                <a:solidFill>
                  <a:srgbClr val="FCFC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1" name="Google Shape;1321;p34"/>
                <p:cNvSpPr/>
                <p:nvPr/>
              </p:nvSpPr>
              <p:spPr>
                <a:xfrm>
                  <a:off x="6704390" y="2485759"/>
                  <a:ext cx="20363" cy="123282"/>
                </a:xfrm>
                <a:custGeom>
                  <a:avLst/>
                  <a:gdLst/>
                  <a:ahLst/>
                  <a:cxnLst/>
                  <a:rect l="l" t="t" r="r" b="b"/>
                  <a:pathLst>
                    <a:path w="828" h="5013" extrusionOk="0">
                      <a:moveTo>
                        <a:pt x="401" y="0"/>
                      </a:moveTo>
                      <a:cubicBezTo>
                        <a:pt x="176" y="0"/>
                        <a:pt x="0" y="201"/>
                        <a:pt x="0" y="426"/>
                      </a:cubicBezTo>
                      <a:lnTo>
                        <a:pt x="0" y="4612"/>
                      </a:lnTo>
                      <a:cubicBezTo>
                        <a:pt x="0" y="4837"/>
                        <a:pt x="176" y="5013"/>
                        <a:pt x="401" y="5013"/>
                      </a:cubicBezTo>
                      <a:cubicBezTo>
                        <a:pt x="652" y="5013"/>
                        <a:pt x="827" y="4837"/>
                        <a:pt x="827" y="4612"/>
                      </a:cubicBezTo>
                      <a:lnTo>
                        <a:pt x="827" y="426"/>
                      </a:lnTo>
                      <a:cubicBezTo>
                        <a:pt x="827" y="201"/>
                        <a:pt x="652" y="0"/>
                        <a:pt x="401" y="0"/>
                      </a:cubicBezTo>
                      <a:close/>
                    </a:path>
                  </a:pathLst>
                </a:custGeom>
                <a:solidFill>
                  <a:srgbClr val="FCFC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2" name="Google Shape;1322;p34"/>
                <p:cNvSpPr/>
                <p:nvPr/>
              </p:nvSpPr>
              <p:spPr>
                <a:xfrm>
                  <a:off x="6755542" y="2485759"/>
                  <a:ext cx="20363" cy="123282"/>
                </a:xfrm>
                <a:custGeom>
                  <a:avLst/>
                  <a:gdLst/>
                  <a:ahLst/>
                  <a:cxnLst/>
                  <a:rect l="l" t="t" r="r" b="b"/>
                  <a:pathLst>
                    <a:path w="828" h="5013" extrusionOk="0">
                      <a:moveTo>
                        <a:pt x="426" y="0"/>
                      </a:moveTo>
                      <a:cubicBezTo>
                        <a:pt x="176" y="0"/>
                        <a:pt x="0" y="201"/>
                        <a:pt x="0" y="426"/>
                      </a:cubicBezTo>
                      <a:lnTo>
                        <a:pt x="0" y="4612"/>
                      </a:lnTo>
                      <a:cubicBezTo>
                        <a:pt x="0" y="4837"/>
                        <a:pt x="176" y="5013"/>
                        <a:pt x="426" y="5013"/>
                      </a:cubicBezTo>
                      <a:cubicBezTo>
                        <a:pt x="652" y="5013"/>
                        <a:pt x="828" y="4837"/>
                        <a:pt x="828" y="4612"/>
                      </a:cubicBezTo>
                      <a:lnTo>
                        <a:pt x="828" y="426"/>
                      </a:lnTo>
                      <a:cubicBezTo>
                        <a:pt x="828" y="201"/>
                        <a:pt x="652" y="0"/>
                        <a:pt x="426" y="0"/>
                      </a:cubicBezTo>
                      <a:close/>
                    </a:path>
                  </a:pathLst>
                </a:custGeom>
                <a:solidFill>
                  <a:srgbClr val="FCFC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3" name="Google Shape;1323;p34"/>
                <p:cNvSpPr/>
                <p:nvPr/>
              </p:nvSpPr>
              <p:spPr>
                <a:xfrm>
                  <a:off x="6131163" y="2985626"/>
                  <a:ext cx="190494" cy="190469"/>
                </a:xfrm>
                <a:custGeom>
                  <a:avLst/>
                  <a:gdLst/>
                  <a:ahLst/>
                  <a:cxnLst/>
                  <a:rect l="l" t="t" r="r" b="b"/>
                  <a:pathLst>
                    <a:path w="7746" h="7745" fill="none" extrusionOk="0">
                      <a:moveTo>
                        <a:pt x="1" y="0"/>
                      </a:moveTo>
                      <a:lnTo>
                        <a:pt x="7745" y="7745"/>
                      </a:lnTo>
                    </a:path>
                  </a:pathLst>
                </a:custGeom>
                <a:noFill/>
                <a:ln w="20675" cap="flat" cmpd="sng">
                  <a:solidFill>
                    <a:srgbClr val="FCFCFC"/>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4" name="Google Shape;1324;p34"/>
                <p:cNvSpPr/>
                <p:nvPr/>
              </p:nvSpPr>
              <p:spPr>
                <a:xfrm>
                  <a:off x="6338871" y="2905504"/>
                  <a:ext cx="350123" cy="350099"/>
                </a:xfrm>
                <a:custGeom>
                  <a:avLst/>
                  <a:gdLst/>
                  <a:ahLst/>
                  <a:cxnLst/>
                  <a:rect l="l" t="t" r="r" b="b"/>
                  <a:pathLst>
                    <a:path w="14237" h="14236" fill="none" extrusionOk="0">
                      <a:moveTo>
                        <a:pt x="1" y="0"/>
                      </a:moveTo>
                      <a:lnTo>
                        <a:pt x="14237" y="14236"/>
                      </a:lnTo>
                    </a:path>
                  </a:pathLst>
                </a:custGeom>
                <a:noFill/>
                <a:ln w="20675" cap="flat" cmpd="sng">
                  <a:solidFill>
                    <a:srgbClr val="FCFCFC"/>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5" name="Google Shape;1325;p34"/>
                <p:cNvSpPr/>
                <p:nvPr/>
              </p:nvSpPr>
              <p:spPr>
                <a:xfrm>
                  <a:off x="6706234" y="2985626"/>
                  <a:ext cx="191084" cy="190469"/>
                </a:xfrm>
                <a:custGeom>
                  <a:avLst/>
                  <a:gdLst/>
                  <a:ahLst/>
                  <a:cxnLst/>
                  <a:rect l="l" t="t" r="r" b="b"/>
                  <a:pathLst>
                    <a:path w="7770" h="7745" fill="none" extrusionOk="0">
                      <a:moveTo>
                        <a:pt x="0" y="0"/>
                      </a:moveTo>
                      <a:lnTo>
                        <a:pt x="7770" y="7745"/>
                      </a:lnTo>
                    </a:path>
                  </a:pathLst>
                </a:custGeom>
                <a:noFill/>
                <a:ln w="20675" cap="flat" cmpd="sng">
                  <a:solidFill>
                    <a:srgbClr val="FCFCFC"/>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26" name="Google Shape;1326;p34"/>
                <p:cNvSpPr/>
                <p:nvPr/>
              </p:nvSpPr>
              <p:spPr>
                <a:xfrm>
                  <a:off x="5923455" y="3492871"/>
                  <a:ext cx="174459" cy="92492"/>
                </a:xfrm>
                <a:custGeom>
                  <a:avLst/>
                  <a:gdLst/>
                  <a:ahLst/>
                  <a:cxnLst/>
                  <a:rect l="l" t="t" r="r" b="b"/>
                  <a:pathLst>
                    <a:path w="7094" h="3761" extrusionOk="0">
                      <a:moveTo>
                        <a:pt x="1254" y="1"/>
                      </a:moveTo>
                      <a:cubicBezTo>
                        <a:pt x="552" y="1"/>
                        <a:pt x="1" y="552"/>
                        <a:pt x="1" y="1254"/>
                      </a:cubicBezTo>
                      <a:lnTo>
                        <a:pt x="1" y="2507"/>
                      </a:lnTo>
                      <a:cubicBezTo>
                        <a:pt x="1" y="3184"/>
                        <a:pt x="552" y="3760"/>
                        <a:pt x="1254" y="3760"/>
                      </a:cubicBezTo>
                      <a:lnTo>
                        <a:pt x="5840" y="3760"/>
                      </a:lnTo>
                      <a:cubicBezTo>
                        <a:pt x="6542" y="3760"/>
                        <a:pt x="7093" y="3184"/>
                        <a:pt x="7093" y="2507"/>
                      </a:cubicBezTo>
                      <a:lnTo>
                        <a:pt x="7093" y="1254"/>
                      </a:lnTo>
                      <a:cubicBezTo>
                        <a:pt x="7093" y="552"/>
                        <a:pt x="6542" y="1"/>
                        <a:pt x="584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7" name="Google Shape;1327;p34"/>
                <p:cNvSpPr/>
                <p:nvPr/>
              </p:nvSpPr>
              <p:spPr>
                <a:xfrm>
                  <a:off x="6929977" y="3492871"/>
                  <a:ext cx="175074" cy="92492"/>
                </a:xfrm>
                <a:custGeom>
                  <a:avLst/>
                  <a:gdLst/>
                  <a:ahLst/>
                  <a:cxnLst/>
                  <a:rect l="l" t="t" r="r" b="b"/>
                  <a:pathLst>
                    <a:path w="7119" h="3761" extrusionOk="0">
                      <a:moveTo>
                        <a:pt x="1253" y="1"/>
                      </a:moveTo>
                      <a:cubicBezTo>
                        <a:pt x="577" y="1"/>
                        <a:pt x="0" y="552"/>
                        <a:pt x="0" y="1254"/>
                      </a:cubicBezTo>
                      <a:lnTo>
                        <a:pt x="0" y="2507"/>
                      </a:lnTo>
                      <a:cubicBezTo>
                        <a:pt x="0" y="3184"/>
                        <a:pt x="577" y="3760"/>
                        <a:pt x="1253" y="3760"/>
                      </a:cubicBezTo>
                      <a:lnTo>
                        <a:pt x="5865" y="3760"/>
                      </a:lnTo>
                      <a:cubicBezTo>
                        <a:pt x="6542" y="3760"/>
                        <a:pt x="7118" y="3184"/>
                        <a:pt x="7118" y="2507"/>
                      </a:cubicBezTo>
                      <a:lnTo>
                        <a:pt x="7118" y="1254"/>
                      </a:lnTo>
                      <a:cubicBezTo>
                        <a:pt x="7118" y="552"/>
                        <a:pt x="6542" y="1"/>
                        <a:pt x="586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8" name="Google Shape;1328;p34"/>
                <p:cNvSpPr/>
                <p:nvPr/>
              </p:nvSpPr>
              <p:spPr>
                <a:xfrm>
                  <a:off x="6128704" y="3502733"/>
                  <a:ext cx="770483" cy="20977"/>
                </a:xfrm>
                <a:custGeom>
                  <a:avLst/>
                  <a:gdLst/>
                  <a:ahLst/>
                  <a:cxnLst/>
                  <a:rect l="l" t="t" r="r" b="b"/>
                  <a:pathLst>
                    <a:path w="31330" h="853" extrusionOk="0">
                      <a:moveTo>
                        <a:pt x="427" y="1"/>
                      </a:moveTo>
                      <a:cubicBezTo>
                        <a:pt x="201" y="1"/>
                        <a:pt x="1" y="201"/>
                        <a:pt x="1" y="427"/>
                      </a:cubicBezTo>
                      <a:cubicBezTo>
                        <a:pt x="1" y="652"/>
                        <a:pt x="201" y="853"/>
                        <a:pt x="427" y="853"/>
                      </a:cubicBezTo>
                      <a:lnTo>
                        <a:pt x="30928" y="853"/>
                      </a:lnTo>
                      <a:cubicBezTo>
                        <a:pt x="31154" y="853"/>
                        <a:pt x="31329" y="652"/>
                        <a:pt x="31329" y="427"/>
                      </a:cubicBezTo>
                      <a:cubicBezTo>
                        <a:pt x="31329" y="201"/>
                        <a:pt x="31154" y="1"/>
                        <a:pt x="309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9" name="Google Shape;1329;p34"/>
                <p:cNvSpPr/>
                <p:nvPr/>
              </p:nvSpPr>
              <p:spPr>
                <a:xfrm>
                  <a:off x="6128704" y="3554524"/>
                  <a:ext cx="770483" cy="20363"/>
                </a:xfrm>
                <a:custGeom>
                  <a:avLst/>
                  <a:gdLst/>
                  <a:ahLst/>
                  <a:cxnLst/>
                  <a:rect l="l" t="t" r="r" b="b"/>
                  <a:pathLst>
                    <a:path w="31330" h="828" extrusionOk="0">
                      <a:moveTo>
                        <a:pt x="427" y="0"/>
                      </a:moveTo>
                      <a:cubicBezTo>
                        <a:pt x="201" y="0"/>
                        <a:pt x="1" y="176"/>
                        <a:pt x="1" y="401"/>
                      </a:cubicBezTo>
                      <a:cubicBezTo>
                        <a:pt x="1" y="652"/>
                        <a:pt x="201" y="827"/>
                        <a:pt x="427" y="827"/>
                      </a:cubicBezTo>
                      <a:lnTo>
                        <a:pt x="30928" y="827"/>
                      </a:lnTo>
                      <a:cubicBezTo>
                        <a:pt x="31154" y="827"/>
                        <a:pt x="31329" y="652"/>
                        <a:pt x="31329" y="401"/>
                      </a:cubicBezTo>
                      <a:cubicBezTo>
                        <a:pt x="31329" y="176"/>
                        <a:pt x="31154" y="0"/>
                        <a:pt x="3092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1330" name="Google Shape;1330;p34"/>
          <p:cNvGrpSpPr/>
          <p:nvPr/>
        </p:nvGrpSpPr>
        <p:grpSpPr>
          <a:xfrm>
            <a:off x="6445042" y="79309"/>
            <a:ext cx="2619544" cy="5139808"/>
            <a:chOff x="3748900" y="238125"/>
            <a:chExt cx="2662950" cy="5224975"/>
          </a:xfrm>
        </p:grpSpPr>
        <p:sp>
          <p:nvSpPr>
            <p:cNvPr id="1331" name="Google Shape;1331;p34"/>
            <p:cNvSpPr/>
            <p:nvPr/>
          </p:nvSpPr>
          <p:spPr>
            <a:xfrm>
              <a:off x="4036500" y="1009425"/>
              <a:ext cx="400400" cy="188625"/>
            </a:xfrm>
            <a:custGeom>
              <a:avLst/>
              <a:gdLst/>
              <a:ahLst/>
              <a:cxnLst/>
              <a:rect l="l" t="t" r="r" b="b"/>
              <a:pathLst>
                <a:path w="16016" h="7545" extrusionOk="0">
                  <a:moveTo>
                    <a:pt x="8020" y="0"/>
                  </a:moveTo>
                  <a:cubicBezTo>
                    <a:pt x="3735" y="0"/>
                    <a:pt x="251" y="3334"/>
                    <a:pt x="0" y="7544"/>
                  </a:cubicBezTo>
                  <a:lnTo>
                    <a:pt x="16015" y="7544"/>
                  </a:lnTo>
                  <a:cubicBezTo>
                    <a:pt x="15765" y="3334"/>
                    <a:pt x="12281" y="0"/>
                    <a:pt x="8020" y="0"/>
                  </a:cubicBezTo>
                  <a:close/>
                </a:path>
              </a:pathLst>
            </a:custGeom>
            <a:solidFill>
              <a:srgbClr val="CBE5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2" name="Google Shape;1332;p34"/>
            <p:cNvSpPr/>
            <p:nvPr/>
          </p:nvSpPr>
          <p:spPr>
            <a:xfrm>
              <a:off x="3748900" y="238125"/>
              <a:ext cx="2662950" cy="1755025"/>
            </a:xfrm>
            <a:custGeom>
              <a:avLst/>
              <a:gdLst/>
              <a:ahLst/>
              <a:cxnLst/>
              <a:rect l="l" t="t" r="r" b="b"/>
              <a:pathLst>
                <a:path w="106518" h="70201" extrusionOk="0">
                  <a:moveTo>
                    <a:pt x="0" y="0"/>
                  </a:moveTo>
                  <a:lnTo>
                    <a:pt x="89023" y="70201"/>
                  </a:lnTo>
                  <a:lnTo>
                    <a:pt x="106517" y="70201"/>
                  </a:lnTo>
                  <a:lnTo>
                    <a:pt x="106517" y="0"/>
                  </a:lnTo>
                  <a:close/>
                </a:path>
              </a:pathLst>
            </a:custGeom>
            <a:solidFill>
              <a:srgbClr val="3399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3" name="Google Shape;1333;p34"/>
            <p:cNvSpPr/>
            <p:nvPr/>
          </p:nvSpPr>
          <p:spPr>
            <a:xfrm>
              <a:off x="3790875" y="394750"/>
              <a:ext cx="2381000" cy="981875"/>
            </a:xfrm>
            <a:custGeom>
              <a:avLst/>
              <a:gdLst/>
              <a:ahLst/>
              <a:cxnLst/>
              <a:rect l="l" t="t" r="r" b="b"/>
              <a:pathLst>
                <a:path w="95240" h="39275" extrusionOk="0">
                  <a:moveTo>
                    <a:pt x="1" y="1"/>
                  </a:moveTo>
                  <a:lnTo>
                    <a:pt x="1" y="39274"/>
                  </a:lnTo>
                  <a:lnTo>
                    <a:pt x="95239" y="39274"/>
                  </a:lnTo>
                  <a:lnTo>
                    <a:pt x="9523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4" name="Google Shape;1334;p34"/>
            <p:cNvSpPr/>
            <p:nvPr/>
          </p:nvSpPr>
          <p:spPr>
            <a:xfrm>
              <a:off x="4124850" y="248775"/>
              <a:ext cx="94000" cy="448650"/>
            </a:xfrm>
            <a:custGeom>
              <a:avLst/>
              <a:gdLst/>
              <a:ahLst/>
              <a:cxnLst/>
              <a:rect l="l" t="t" r="r" b="b"/>
              <a:pathLst>
                <a:path w="3760" h="17946" extrusionOk="0">
                  <a:moveTo>
                    <a:pt x="0" y="0"/>
                  </a:moveTo>
                  <a:lnTo>
                    <a:pt x="0" y="17945"/>
                  </a:lnTo>
                  <a:lnTo>
                    <a:pt x="3759" y="17945"/>
                  </a:lnTo>
                  <a:lnTo>
                    <a:pt x="375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5" name="Google Shape;1335;p34"/>
            <p:cNvSpPr/>
            <p:nvPr/>
          </p:nvSpPr>
          <p:spPr>
            <a:xfrm>
              <a:off x="5659925" y="248775"/>
              <a:ext cx="94025" cy="448650"/>
            </a:xfrm>
            <a:custGeom>
              <a:avLst/>
              <a:gdLst/>
              <a:ahLst/>
              <a:cxnLst/>
              <a:rect l="l" t="t" r="r" b="b"/>
              <a:pathLst>
                <a:path w="3761" h="17946" extrusionOk="0">
                  <a:moveTo>
                    <a:pt x="1" y="0"/>
                  </a:moveTo>
                  <a:lnTo>
                    <a:pt x="1" y="17945"/>
                  </a:lnTo>
                  <a:lnTo>
                    <a:pt x="3760" y="17945"/>
                  </a:lnTo>
                  <a:lnTo>
                    <a:pt x="376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6" name="Google Shape;1336;p34"/>
            <p:cNvSpPr/>
            <p:nvPr/>
          </p:nvSpPr>
          <p:spPr>
            <a:xfrm>
              <a:off x="3895525" y="501275"/>
              <a:ext cx="2171700" cy="770075"/>
            </a:xfrm>
            <a:custGeom>
              <a:avLst/>
              <a:gdLst/>
              <a:ahLst/>
              <a:cxnLst/>
              <a:rect l="l" t="t" r="r" b="b"/>
              <a:pathLst>
                <a:path w="86868" h="30803" extrusionOk="0">
                  <a:moveTo>
                    <a:pt x="0" y="0"/>
                  </a:moveTo>
                  <a:lnTo>
                    <a:pt x="0" y="30803"/>
                  </a:lnTo>
                  <a:lnTo>
                    <a:pt x="86868" y="30803"/>
                  </a:lnTo>
                  <a:lnTo>
                    <a:pt x="8686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37" name="Google Shape;1337;p34"/>
            <p:cNvSpPr/>
            <p:nvPr/>
          </p:nvSpPr>
          <p:spPr>
            <a:xfrm>
              <a:off x="4452525" y="666675"/>
              <a:ext cx="133500" cy="151050"/>
            </a:xfrm>
            <a:custGeom>
              <a:avLst/>
              <a:gdLst/>
              <a:ahLst/>
              <a:cxnLst/>
              <a:rect l="l" t="t" r="r" b="b"/>
              <a:pathLst>
                <a:path w="5340" h="6042" extrusionOk="0">
                  <a:moveTo>
                    <a:pt x="2933" y="1"/>
                  </a:moveTo>
                  <a:cubicBezTo>
                    <a:pt x="2457" y="1"/>
                    <a:pt x="2056" y="101"/>
                    <a:pt x="1680" y="277"/>
                  </a:cubicBezTo>
                  <a:cubicBezTo>
                    <a:pt x="1329" y="452"/>
                    <a:pt x="1028" y="678"/>
                    <a:pt x="778" y="953"/>
                  </a:cubicBezTo>
                  <a:cubicBezTo>
                    <a:pt x="527" y="1229"/>
                    <a:pt x="327" y="1555"/>
                    <a:pt x="201" y="1906"/>
                  </a:cubicBezTo>
                  <a:cubicBezTo>
                    <a:pt x="51" y="2257"/>
                    <a:pt x="1" y="2607"/>
                    <a:pt x="1" y="2983"/>
                  </a:cubicBezTo>
                  <a:cubicBezTo>
                    <a:pt x="1" y="3359"/>
                    <a:pt x="76" y="3735"/>
                    <a:pt x="201" y="4086"/>
                  </a:cubicBezTo>
                  <a:cubicBezTo>
                    <a:pt x="352" y="4462"/>
                    <a:pt x="552" y="4788"/>
                    <a:pt x="803" y="5089"/>
                  </a:cubicBezTo>
                  <a:cubicBezTo>
                    <a:pt x="1054" y="5364"/>
                    <a:pt x="1354" y="5590"/>
                    <a:pt x="1705" y="5765"/>
                  </a:cubicBezTo>
                  <a:cubicBezTo>
                    <a:pt x="2056" y="5941"/>
                    <a:pt x="2457" y="6041"/>
                    <a:pt x="2883" y="6041"/>
                  </a:cubicBezTo>
                  <a:cubicBezTo>
                    <a:pt x="3134" y="6041"/>
                    <a:pt x="3359" y="6016"/>
                    <a:pt x="3610" y="5941"/>
                  </a:cubicBezTo>
                  <a:cubicBezTo>
                    <a:pt x="3861" y="5891"/>
                    <a:pt x="4111" y="5790"/>
                    <a:pt x="4312" y="5690"/>
                  </a:cubicBezTo>
                  <a:cubicBezTo>
                    <a:pt x="4537" y="5565"/>
                    <a:pt x="4738" y="5415"/>
                    <a:pt x="4913" y="5264"/>
                  </a:cubicBezTo>
                  <a:cubicBezTo>
                    <a:pt x="5089" y="5089"/>
                    <a:pt x="5239" y="4888"/>
                    <a:pt x="5339" y="4663"/>
                  </a:cubicBezTo>
                  <a:lnTo>
                    <a:pt x="4387" y="4111"/>
                  </a:lnTo>
                  <a:cubicBezTo>
                    <a:pt x="4312" y="4287"/>
                    <a:pt x="4237" y="4412"/>
                    <a:pt x="4111" y="4537"/>
                  </a:cubicBezTo>
                  <a:cubicBezTo>
                    <a:pt x="4011" y="4638"/>
                    <a:pt x="3886" y="4738"/>
                    <a:pt x="3735" y="4813"/>
                  </a:cubicBezTo>
                  <a:cubicBezTo>
                    <a:pt x="3610" y="4888"/>
                    <a:pt x="3485" y="4938"/>
                    <a:pt x="3334" y="4963"/>
                  </a:cubicBezTo>
                  <a:cubicBezTo>
                    <a:pt x="3184" y="5014"/>
                    <a:pt x="3059" y="5014"/>
                    <a:pt x="2908" y="5014"/>
                  </a:cubicBezTo>
                  <a:cubicBezTo>
                    <a:pt x="2658" y="5014"/>
                    <a:pt x="2432" y="4963"/>
                    <a:pt x="2206" y="4863"/>
                  </a:cubicBezTo>
                  <a:cubicBezTo>
                    <a:pt x="1981" y="4738"/>
                    <a:pt x="1805" y="4587"/>
                    <a:pt x="1655" y="4412"/>
                  </a:cubicBezTo>
                  <a:cubicBezTo>
                    <a:pt x="1505" y="4211"/>
                    <a:pt x="1379" y="4011"/>
                    <a:pt x="1304" y="3760"/>
                  </a:cubicBezTo>
                  <a:cubicBezTo>
                    <a:pt x="1204" y="3535"/>
                    <a:pt x="1179" y="3259"/>
                    <a:pt x="1179" y="3008"/>
                  </a:cubicBezTo>
                  <a:cubicBezTo>
                    <a:pt x="1179" y="2783"/>
                    <a:pt x="1204" y="2532"/>
                    <a:pt x="1279" y="2307"/>
                  </a:cubicBezTo>
                  <a:cubicBezTo>
                    <a:pt x="1354" y="2056"/>
                    <a:pt x="1455" y="1856"/>
                    <a:pt x="1605" y="1655"/>
                  </a:cubicBezTo>
                  <a:cubicBezTo>
                    <a:pt x="1755" y="1480"/>
                    <a:pt x="1931" y="1329"/>
                    <a:pt x="2131" y="1204"/>
                  </a:cubicBezTo>
                  <a:cubicBezTo>
                    <a:pt x="2357" y="1079"/>
                    <a:pt x="2607" y="1029"/>
                    <a:pt x="2908" y="1029"/>
                  </a:cubicBezTo>
                  <a:cubicBezTo>
                    <a:pt x="3033" y="1029"/>
                    <a:pt x="3159" y="1054"/>
                    <a:pt x="3309" y="1079"/>
                  </a:cubicBezTo>
                  <a:cubicBezTo>
                    <a:pt x="3460" y="1104"/>
                    <a:pt x="3585" y="1154"/>
                    <a:pt x="3710" y="1229"/>
                  </a:cubicBezTo>
                  <a:cubicBezTo>
                    <a:pt x="3836" y="1279"/>
                    <a:pt x="3961" y="1379"/>
                    <a:pt x="4061" y="1505"/>
                  </a:cubicBezTo>
                  <a:cubicBezTo>
                    <a:pt x="4186" y="1605"/>
                    <a:pt x="4287" y="1755"/>
                    <a:pt x="4362" y="1931"/>
                  </a:cubicBezTo>
                  <a:lnTo>
                    <a:pt x="5239" y="1304"/>
                  </a:lnTo>
                  <a:cubicBezTo>
                    <a:pt x="5039" y="928"/>
                    <a:pt x="4738" y="602"/>
                    <a:pt x="4337" y="377"/>
                  </a:cubicBezTo>
                  <a:cubicBezTo>
                    <a:pt x="3961" y="126"/>
                    <a:pt x="3485" y="1"/>
                    <a:pt x="293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8" name="Google Shape;1338;p34"/>
            <p:cNvSpPr/>
            <p:nvPr/>
          </p:nvSpPr>
          <p:spPr>
            <a:xfrm>
              <a:off x="4621700" y="667950"/>
              <a:ext cx="103425" cy="148500"/>
            </a:xfrm>
            <a:custGeom>
              <a:avLst/>
              <a:gdLst/>
              <a:ahLst/>
              <a:cxnLst/>
              <a:rect l="l" t="t" r="r" b="b"/>
              <a:pathLst>
                <a:path w="4137" h="5940" extrusionOk="0">
                  <a:moveTo>
                    <a:pt x="1" y="0"/>
                  </a:moveTo>
                  <a:lnTo>
                    <a:pt x="1" y="5940"/>
                  </a:lnTo>
                  <a:lnTo>
                    <a:pt x="4136" y="5940"/>
                  </a:lnTo>
                  <a:lnTo>
                    <a:pt x="4136" y="4937"/>
                  </a:lnTo>
                  <a:lnTo>
                    <a:pt x="1179" y="4937"/>
                  </a:lnTo>
                  <a:lnTo>
                    <a:pt x="1179" y="3384"/>
                  </a:lnTo>
                  <a:lnTo>
                    <a:pt x="3660" y="3384"/>
                  </a:lnTo>
                  <a:lnTo>
                    <a:pt x="3660" y="2431"/>
                  </a:lnTo>
                  <a:lnTo>
                    <a:pt x="1179" y="2431"/>
                  </a:lnTo>
                  <a:lnTo>
                    <a:pt x="1179" y="1003"/>
                  </a:lnTo>
                  <a:lnTo>
                    <a:pt x="4061" y="1003"/>
                  </a:lnTo>
                  <a:lnTo>
                    <a:pt x="406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9" name="Google Shape;1339;p34"/>
            <p:cNvSpPr/>
            <p:nvPr/>
          </p:nvSpPr>
          <p:spPr>
            <a:xfrm>
              <a:off x="4764575" y="667950"/>
              <a:ext cx="129100" cy="148500"/>
            </a:xfrm>
            <a:custGeom>
              <a:avLst/>
              <a:gdLst/>
              <a:ahLst/>
              <a:cxnLst/>
              <a:rect l="l" t="t" r="r" b="b"/>
              <a:pathLst>
                <a:path w="5164" h="5940" extrusionOk="0">
                  <a:moveTo>
                    <a:pt x="0" y="0"/>
                  </a:moveTo>
                  <a:lnTo>
                    <a:pt x="0" y="5940"/>
                  </a:lnTo>
                  <a:lnTo>
                    <a:pt x="1153" y="5940"/>
                  </a:lnTo>
                  <a:lnTo>
                    <a:pt x="1153" y="2130"/>
                  </a:lnTo>
                  <a:lnTo>
                    <a:pt x="4211" y="5940"/>
                  </a:lnTo>
                  <a:lnTo>
                    <a:pt x="5163" y="5940"/>
                  </a:lnTo>
                  <a:lnTo>
                    <a:pt x="5163" y="0"/>
                  </a:lnTo>
                  <a:lnTo>
                    <a:pt x="3985" y="0"/>
                  </a:lnTo>
                  <a:lnTo>
                    <a:pt x="3985" y="3885"/>
                  </a:lnTo>
                  <a:lnTo>
                    <a:pt x="9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0" name="Google Shape;1340;p34"/>
            <p:cNvSpPr/>
            <p:nvPr/>
          </p:nvSpPr>
          <p:spPr>
            <a:xfrm>
              <a:off x="4928725" y="667950"/>
              <a:ext cx="123450" cy="148500"/>
            </a:xfrm>
            <a:custGeom>
              <a:avLst/>
              <a:gdLst/>
              <a:ahLst/>
              <a:cxnLst/>
              <a:rect l="l" t="t" r="r" b="b"/>
              <a:pathLst>
                <a:path w="4938" h="5940" extrusionOk="0">
                  <a:moveTo>
                    <a:pt x="1" y="0"/>
                  </a:moveTo>
                  <a:lnTo>
                    <a:pt x="1" y="1003"/>
                  </a:lnTo>
                  <a:lnTo>
                    <a:pt x="1905" y="1003"/>
                  </a:lnTo>
                  <a:lnTo>
                    <a:pt x="1905" y="5940"/>
                  </a:lnTo>
                  <a:lnTo>
                    <a:pt x="3033" y="5940"/>
                  </a:lnTo>
                  <a:lnTo>
                    <a:pt x="3033" y="1003"/>
                  </a:lnTo>
                  <a:lnTo>
                    <a:pt x="4938" y="1003"/>
                  </a:lnTo>
                  <a:lnTo>
                    <a:pt x="493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1" name="Google Shape;1341;p34"/>
            <p:cNvSpPr/>
            <p:nvPr/>
          </p:nvSpPr>
          <p:spPr>
            <a:xfrm>
              <a:off x="5087875" y="667950"/>
              <a:ext cx="119700" cy="148500"/>
            </a:xfrm>
            <a:custGeom>
              <a:avLst/>
              <a:gdLst/>
              <a:ahLst/>
              <a:cxnLst/>
              <a:rect l="l" t="t" r="r" b="b"/>
              <a:pathLst>
                <a:path w="4788" h="5940" extrusionOk="0">
                  <a:moveTo>
                    <a:pt x="2532" y="1003"/>
                  </a:moveTo>
                  <a:cubicBezTo>
                    <a:pt x="2632" y="1003"/>
                    <a:pt x="2732" y="1028"/>
                    <a:pt x="2833" y="1078"/>
                  </a:cubicBezTo>
                  <a:cubicBezTo>
                    <a:pt x="2933" y="1128"/>
                    <a:pt x="3033" y="1203"/>
                    <a:pt x="3108" y="1278"/>
                  </a:cubicBezTo>
                  <a:cubicBezTo>
                    <a:pt x="3184" y="1353"/>
                    <a:pt x="3234" y="1454"/>
                    <a:pt x="3284" y="1579"/>
                  </a:cubicBezTo>
                  <a:cubicBezTo>
                    <a:pt x="3334" y="1704"/>
                    <a:pt x="3359" y="1830"/>
                    <a:pt x="3359" y="1980"/>
                  </a:cubicBezTo>
                  <a:cubicBezTo>
                    <a:pt x="3359" y="2105"/>
                    <a:pt x="3334" y="2231"/>
                    <a:pt x="3284" y="2356"/>
                  </a:cubicBezTo>
                  <a:cubicBezTo>
                    <a:pt x="3259" y="2456"/>
                    <a:pt x="3209" y="2556"/>
                    <a:pt x="3133" y="2657"/>
                  </a:cubicBezTo>
                  <a:cubicBezTo>
                    <a:pt x="3058" y="2732"/>
                    <a:pt x="2983" y="2807"/>
                    <a:pt x="2883" y="2857"/>
                  </a:cubicBezTo>
                  <a:cubicBezTo>
                    <a:pt x="2808" y="2907"/>
                    <a:pt x="2707" y="2932"/>
                    <a:pt x="2582" y="2932"/>
                  </a:cubicBezTo>
                  <a:lnTo>
                    <a:pt x="1153" y="2932"/>
                  </a:lnTo>
                  <a:lnTo>
                    <a:pt x="1153" y="1003"/>
                  </a:lnTo>
                  <a:close/>
                  <a:moveTo>
                    <a:pt x="1" y="0"/>
                  </a:moveTo>
                  <a:lnTo>
                    <a:pt x="1" y="5940"/>
                  </a:lnTo>
                  <a:lnTo>
                    <a:pt x="1153" y="5940"/>
                  </a:lnTo>
                  <a:lnTo>
                    <a:pt x="1153" y="3935"/>
                  </a:lnTo>
                  <a:lnTo>
                    <a:pt x="2281" y="3935"/>
                  </a:lnTo>
                  <a:lnTo>
                    <a:pt x="3509" y="5940"/>
                  </a:lnTo>
                  <a:lnTo>
                    <a:pt x="4788" y="5940"/>
                  </a:lnTo>
                  <a:lnTo>
                    <a:pt x="3434" y="3709"/>
                  </a:lnTo>
                  <a:cubicBezTo>
                    <a:pt x="3760" y="3559"/>
                    <a:pt x="4036" y="3333"/>
                    <a:pt x="4211" y="3033"/>
                  </a:cubicBezTo>
                  <a:cubicBezTo>
                    <a:pt x="4412" y="2707"/>
                    <a:pt x="4512" y="2356"/>
                    <a:pt x="4512" y="1980"/>
                  </a:cubicBezTo>
                  <a:cubicBezTo>
                    <a:pt x="4512" y="1729"/>
                    <a:pt x="4462" y="1479"/>
                    <a:pt x="4361" y="1253"/>
                  </a:cubicBezTo>
                  <a:cubicBezTo>
                    <a:pt x="4286" y="1028"/>
                    <a:pt x="4136" y="802"/>
                    <a:pt x="3986" y="627"/>
                  </a:cubicBezTo>
                  <a:cubicBezTo>
                    <a:pt x="3810" y="426"/>
                    <a:pt x="3610" y="276"/>
                    <a:pt x="3384" y="176"/>
                  </a:cubicBezTo>
                  <a:cubicBezTo>
                    <a:pt x="3133" y="50"/>
                    <a:pt x="2883" y="0"/>
                    <a:pt x="260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2" name="Google Shape;1342;p34"/>
            <p:cNvSpPr/>
            <p:nvPr/>
          </p:nvSpPr>
          <p:spPr>
            <a:xfrm>
              <a:off x="5226975" y="667950"/>
              <a:ext cx="138500" cy="148500"/>
            </a:xfrm>
            <a:custGeom>
              <a:avLst/>
              <a:gdLst/>
              <a:ahLst/>
              <a:cxnLst/>
              <a:rect l="l" t="t" r="r" b="b"/>
              <a:pathLst>
                <a:path w="5540" h="5940" extrusionOk="0">
                  <a:moveTo>
                    <a:pt x="2782" y="1303"/>
                  </a:moveTo>
                  <a:lnTo>
                    <a:pt x="3610" y="3634"/>
                  </a:lnTo>
                  <a:lnTo>
                    <a:pt x="1930" y="3634"/>
                  </a:lnTo>
                  <a:lnTo>
                    <a:pt x="2782" y="1303"/>
                  </a:lnTo>
                  <a:close/>
                  <a:moveTo>
                    <a:pt x="2256" y="0"/>
                  </a:moveTo>
                  <a:lnTo>
                    <a:pt x="1" y="5940"/>
                  </a:lnTo>
                  <a:lnTo>
                    <a:pt x="1178" y="5940"/>
                  </a:lnTo>
                  <a:lnTo>
                    <a:pt x="1730" y="4461"/>
                  </a:lnTo>
                  <a:lnTo>
                    <a:pt x="3810" y="4461"/>
                  </a:lnTo>
                  <a:lnTo>
                    <a:pt x="4361" y="5940"/>
                  </a:lnTo>
                  <a:lnTo>
                    <a:pt x="5539" y="5940"/>
                  </a:lnTo>
                  <a:lnTo>
                    <a:pt x="328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3" name="Google Shape;1343;p34"/>
            <p:cNvSpPr/>
            <p:nvPr/>
          </p:nvSpPr>
          <p:spPr>
            <a:xfrm>
              <a:off x="5398650" y="667950"/>
              <a:ext cx="104675" cy="148500"/>
            </a:xfrm>
            <a:custGeom>
              <a:avLst/>
              <a:gdLst/>
              <a:ahLst/>
              <a:cxnLst/>
              <a:rect l="l" t="t" r="r" b="b"/>
              <a:pathLst>
                <a:path w="4187" h="5940" extrusionOk="0">
                  <a:moveTo>
                    <a:pt x="1" y="0"/>
                  </a:moveTo>
                  <a:lnTo>
                    <a:pt x="1" y="5940"/>
                  </a:lnTo>
                  <a:lnTo>
                    <a:pt x="4186" y="5940"/>
                  </a:lnTo>
                  <a:lnTo>
                    <a:pt x="4186" y="4937"/>
                  </a:lnTo>
                  <a:lnTo>
                    <a:pt x="1154" y="4937"/>
                  </a:lnTo>
                  <a:lnTo>
                    <a:pt x="115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4" name="Google Shape;1344;p34"/>
            <p:cNvSpPr/>
            <p:nvPr/>
          </p:nvSpPr>
          <p:spPr>
            <a:xfrm>
              <a:off x="4235125" y="885350"/>
              <a:ext cx="177950" cy="229350"/>
            </a:xfrm>
            <a:custGeom>
              <a:avLst/>
              <a:gdLst/>
              <a:ahLst/>
              <a:cxnLst/>
              <a:rect l="l" t="t" r="r" b="b"/>
              <a:pathLst>
                <a:path w="7118" h="9174" extrusionOk="0">
                  <a:moveTo>
                    <a:pt x="3659" y="1"/>
                  </a:moveTo>
                  <a:cubicBezTo>
                    <a:pt x="3183" y="1"/>
                    <a:pt x="2757" y="51"/>
                    <a:pt x="2356" y="176"/>
                  </a:cubicBezTo>
                  <a:cubicBezTo>
                    <a:pt x="1980" y="302"/>
                    <a:pt x="1604" y="477"/>
                    <a:pt x="1303" y="703"/>
                  </a:cubicBezTo>
                  <a:cubicBezTo>
                    <a:pt x="1003" y="953"/>
                    <a:pt x="777" y="1254"/>
                    <a:pt x="602" y="1605"/>
                  </a:cubicBezTo>
                  <a:cubicBezTo>
                    <a:pt x="451" y="1956"/>
                    <a:pt x="351" y="2357"/>
                    <a:pt x="351" y="2833"/>
                  </a:cubicBezTo>
                  <a:cubicBezTo>
                    <a:pt x="351" y="3159"/>
                    <a:pt x="401" y="3460"/>
                    <a:pt x="501" y="3735"/>
                  </a:cubicBezTo>
                  <a:cubicBezTo>
                    <a:pt x="627" y="3961"/>
                    <a:pt x="777" y="4186"/>
                    <a:pt x="1003" y="4387"/>
                  </a:cubicBezTo>
                  <a:cubicBezTo>
                    <a:pt x="1203" y="4562"/>
                    <a:pt x="1479" y="4738"/>
                    <a:pt x="1780" y="4888"/>
                  </a:cubicBezTo>
                  <a:cubicBezTo>
                    <a:pt x="2105" y="5013"/>
                    <a:pt x="2481" y="5139"/>
                    <a:pt x="2907" y="5264"/>
                  </a:cubicBezTo>
                  <a:cubicBezTo>
                    <a:pt x="3258" y="5364"/>
                    <a:pt x="3584" y="5465"/>
                    <a:pt x="3885" y="5540"/>
                  </a:cubicBezTo>
                  <a:cubicBezTo>
                    <a:pt x="4161" y="5640"/>
                    <a:pt x="4411" y="5715"/>
                    <a:pt x="4612" y="5815"/>
                  </a:cubicBezTo>
                  <a:cubicBezTo>
                    <a:pt x="4812" y="5916"/>
                    <a:pt x="4988" y="6041"/>
                    <a:pt x="5088" y="6166"/>
                  </a:cubicBezTo>
                  <a:cubicBezTo>
                    <a:pt x="5188" y="6317"/>
                    <a:pt x="5263" y="6467"/>
                    <a:pt x="5263" y="6668"/>
                  </a:cubicBezTo>
                  <a:cubicBezTo>
                    <a:pt x="5263" y="7294"/>
                    <a:pt x="4762" y="7595"/>
                    <a:pt x="3810" y="7595"/>
                  </a:cubicBezTo>
                  <a:cubicBezTo>
                    <a:pt x="3459" y="7595"/>
                    <a:pt x="3108" y="7570"/>
                    <a:pt x="2782" y="7470"/>
                  </a:cubicBezTo>
                  <a:cubicBezTo>
                    <a:pt x="2456" y="7394"/>
                    <a:pt x="2156" y="7294"/>
                    <a:pt x="1880" y="7169"/>
                  </a:cubicBezTo>
                  <a:cubicBezTo>
                    <a:pt x="1604" y="7044"/>
                    <a:pt x="1379" y="6918"/>
                    <a:pt x="1178" y="6793"/>
                  </a:cubicBezTo>
                  <a:cubicBezTo>
                    <a:pt x="978" y="6668"/>
                    <a:pt x="852" y="6567"/>
                    <a:pt x="777" y="6492"/>
                  </a:cubicBezTo>
                  <a:lnTo>
                    <a:pt x="0" y="8021"/>
                  </a:lnTo>
                  <a:cubicBezTo>
                    <a:pt x="526" y="8372"/>
                    <a:pt x="1103" y="8673"/>
                    <a:pt x="1780" y="8873"/>
                  </a:cubicBezTo>
                  <a:cubicBezTo>
                    <a:pt x="2431" y="9074"/>
                    <a:pt x="3108" y="9174"/>
                    <a:pt x="3785" y="9174"/>
                  </a:cubicBezTo>
                  <a:cubicBezTo>
                    <a:pt x="4211" y="9174"/>
                    <a:pt x="4637" y="9124"/>
                    <a:pt x="5038" y="9049"/>
                  </a:cubicBezTo>
                  <a:cubicBezTo>
                    <a:pt x="5439" y="8948"/>
                    <a:pt x="5790" y="8773"/>
                    <a:pt x="6115" y="8572"/>
                  </a:cubicBezTo>
                  <a:cubicBezTo>
                    <a:pt x="6416" y="8347"/>
                    <a:pt x="6667" y="8071"/>
                    <a:pt x="6842" y="7745"/>
                  </a:cubicBezTo>
                  <a:cubicBezTo>
                    <a:pt x="7018" y="7394"/>
                    <a:pt x="7118" y="6968"/>
                    <a:pt x="7118" y="6492"/>
                  </a:cubicBezTo>
                  <a:cubicBezTo>
                    <a:pt x="7118" y="6091"/>
                    <a:pt x="7043" y="5740"/>
                    <a:pt x="6917" y="5465"/>
                  </a:cubicBezTo>
                  <a:cubicBezTo>
                    <a:pt x="6792" y="5164"/>
                    <a:pt x="6592" y="4913"/>
                    <a:pt x="6341" y="4713"/>
                  </a:cubicBezTo>
                  <a:cubicBezTo>
                    <a:pt x="6090" y="4512"/>
                    <a:pt x="5790" y="4337"/>
                    <a:pt x="5414" y="4211"/>
                  </a:cubicBezTo>
                  <a:cubicBezTo>
                    <a:pt x="5063" y="4061"/>
                    <a:pt x="4662" y="3936"/>
                    <a:pt x="4211" y="3835"/>
                  </a:cubicBezTo>
                  <a:cubicBezTo>
                    <a:pt x="3885" y="3735"/>
                    <a:pt x="3584" y="3660"/>
                    <a:pt x="3308" y="3585"/>
                  </a:cubicBezTo>
                  <a:cubicBezTo>
                    <a:pt x="3058" y="3510"/>
                    <a:pt x="2857" y="3434"/>
                    <a:pt x="2682" y="3334"/>
                  </a:cubicBezTo>
                  <a:cubicBezTo>
                    <a:pt x="2506" y="3234"/>
                    <a:pt x="2381" y="3134"/>
                    <a:pt x="2281" y="3008"/>
                  </a:cubicBezTo>
                  <a:cubicBezTo>
                    <a:pt x="2206" y="2883"/>
                    <a:pt x="2156" y="2733"/>
                    <a:pt x="2156" y="2532"/>
                  </a:cubicBezTo>
                  <a:cubicBezTo>
                    <a:pt x="2156" y="2231"/>
                    <a:pt x="2281" y="1981"/>
                    <a:pt x="2506" y="1805"/>
                  </a:cubicBezTo>
                  <a:cubicBezTo>
                    <a:pt x="2757" y="1605"/>
                    <a:pt x="3108" y="1530"/>
                    <a:pt x="3609" y="1530"/>
                  </a:cubicBezTo>
                  <a:cubicBezTo>
                    <a:pt x="3860" y="1530"/>
                    <a:pt x="4135" y="1555"/>
                    <a:pt x="4411" y="1630"/>
                  </a:cubicBezTo>
                  <a:cubicBezTo>
                    <a:pt x="4662" y="1705"/>
                    <a:pt x="4912" y="1780"/>
                    <a:pt x="5113" y="1881"/>
                  </a:cubicBezTo>
                  <a:cubicBezTo>
                    <a:pt x="5364" y="1981"/>
                    <a:pt x="5539" y="2081"/>
                    <a:pt x="5689" y="2181"/>
                  </a:cubicBezTo>
                  <a:cubicBezTo>
                    <a:pt x="5865" y="2282"/>
                    <a:pt x="5965" y="2357"/>
                    <a:pt x="6015" y="2407"/>
                  </a:cubicBezTo>
                  <a:lnTo>
                    <a:pt x="6792" y="1003"/>
                  </a:lnTo>
                  <a:cubicBezTo>
                    <a:pt x="6416" y="728"/>
                    <a:pt x="5940" y="477"/>
                    <a:pt x="5414" y="302"/>
                  </a:cubicBezTo>
                  <a:cubicBezTo>
                    <a:pt x="4862" y="101"/>
                    <a:pt x="4286" y="1"/>
                    <a:pt x="365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5" name="Google Shape;1345;p34"/>
            <p:cNvSpPr/>
            <p:nvPr/>
          </p:nvSpPr>
          <p:spPr>
            <a:xfrm>
              <a:off x="4450650" y="886600"/>
              <a:ext cx="188000" cy="225600"/>
            </a:xfrm>
            <a:custGeom>
              <a:avLst/>
              <a:gdLst/>
              <a:ahLst/>
              <a:cxnLst/>
              <a:rect l="l" t="t" r="r" b="b"/>
              <a:pathLst>
                <a:path w="7520" h="9024" extrusionOk="0">
                  <a:moveTo>
                    <a:pt x="1" y="1"/>
                  </a:moveTo>
                  <a:lnTo>
                    <a:pt x="1" y="1530"/>
                  </a:lnTo>
                  <a:lnTo>
                    <a:pt x="2908" y="1530"/>
                  </a:lnTo>
                  <a:lnTo>
                    <a:pt x="2908" y="9024"/>
                  </a:lnTo>
                  <a:lnTo>
                    <a:pt x="4637" y="9024"/>
                  </a:lnTo>
                  <a:lnTo>
                    <a:pt x="4637" y="1530"/>
                  </a:lnTo>
                  <a:lnTo>
                    <a:pt x="7520" y="1530"/>
                  </a:lnTo>
                  <a:lnTo>
                    <a:pt x="752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6" name="Google Shape;1346;p34"/>
            <p:cNvSpPr/>
            <p:nvPr/>
          </p:nvSpPr>
          <p:spPr>
            <a:xfrm>
              <a:off x="4648025" y="886600"/>
              <a:ext cx="210550" cy="225600"/>
            </a:xfrm>
            <a:custGeom>
              <a:avLst/>
              <a:gdLst/>
              <a:ahLst/>
              <a:cxnLst/>
              <a:rect l="l" t="t" r="r" b="b"/>
              <a:pathLst>
                <a:path w="8422" h="9024" extrusionOk="0">
                  <a:moveTo>
                    <a:pt x="4211" y="2006"/>
                  </a:moveTo>
                  <a:lnTo>
                    <a:pt x="5464" y="5540"/>
                  </a:lnTo>
                  <a:lnTo>
                    <a:pt x="2908" y="5540"/>
                  </a:lnTo>
                  <a:lnTo>
                    <a:pt x="4211" y="2006"/>
                  </a:lnTo>
                  <a:close/>
                  <a:moveTo>
                    <a:pt x="3434" y="1"/>
                  </a:moveTo>
                  <a:lnTo>
                    <a:pt x="0" y="9024"/>
                  </a:lnTo>
                  <a:lnTo>
                    <a:pt x="1805" y="9024"/>
                  </a:lnTo>
                  <a:lnTo>
                    <a:pt x="2632" y="6768"/>
                  </a:lnTo>
                  <a:lnTo>
                    <a:pt x="5790" y="6768"/>
                  </a:lnTo>
                  <a:lnTo>
                    <a:pt x="6617" y="9024"/>
                  </a:lnTo>
                  <a:lnTo>
                    <a:pt x="8422" y="9024"/>
                  </a:lnTo>
                  <a:lnTo>
                    <a:pt x="498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47" name="Google Shape;1347;p34"/>
            <p:cNvSpPr/>
            <p:nvPr/>
          </p:nvSpPr>
          <p:spPr>
            <a:xfrm>
              <a:off x="4867325" y="886600"/>
              <a:ext cx="188000" cy="225600"/>
            </a:xfrm>
            <a:custGeom>
              <a:avLst/>
              <a:gdLst/>
              <a:ahLst/>
              <a:cxnLst/>
              <a:rect l="l" t="t" r="r" b="b"/>
              <a:pathLst>
                <a:path w="7520" h="9024" extrusionOk="0">
                  <a:moveTo>
                    <a:pt x="0" y="1"/>
                  </a:moveTo>
                  <a:lnTo>
                    <a:pt x="0" y="1530"/>
                  </a:lnTo>
                  <a:lnTo>
                    <a:pt x="2883" y="1530"/>
                  </a:lnTo>
                  <a:lnTo>
                    <a:pt x="2883" y="9024"/>
                  </a:lnTo>
                  <a:lnTo>
                    <a:pt x="4637" y="9024"/>
                  </a:lnTo>
                  <a:lnTo>
                    <a:pt x="4637" y="1530"/>
                  </a:lnTo>
                  <a:lnTo>
                    <a:pt x="7519" y="1530"/>
                  </a:lnTo>
                  <a:lnTo>
                    <a:pt x="751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8" name="Google Shape;1348;p34"/>
            <p:cNvSpPr/>
            <p:nvPr/>
          </p:nvSpPr>
          <p:spPr>
            <a:xfrm>
              <a:off x="5108550" y="886600"/>
              <a:ext cx="43900" cy="225600"/>
            </a:xfrm>
            <a:custGeom>
              <a:avLst/>
              <a:gdLst/>
              <a:ahLst/>
              <a:cxnLst/>
              <a:rect l="l" t="t" r="r" b="b"/>
              <a:pathLst>
                <a:path w="1756" h="9024" extrusionOk="0">
                  <a:moveTo>
                    <a:pt x="1" y="1"/>
                  </a:moveTo>
                  <a:lnTo>
                    <a:pt x="1" y="9024"/>
                  </a:lnTo>
                  <a:lnTo>
                    <a:pt x="1755" y="9024"/>
                  </a:lnTo>
                  <a:lnTo>
                    <a:pt x="175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9" name="Google Shape;1349;p34"/>
            <p:cNvSpPr/>
            <p:nvPr/>
          </p:nvSpPr>
          <p:spPr>
            <a:xfrm>
              <a:off x="5211300" y="885350"/>
              <a:ext cx="219950" cy="228725"/>
            </a:xfrm>
            <a:custGeom>
              <a:avLst/>
              <a:gdLst/>
              <a:ahLst/>
              <a:cxnLst/>
              <a:rect l="l" t="t" r="r" b="b"/>
              <a:pathLst>
                <a:path w="8798" h="9149" extrusionOk="0">
                  <a:moveTo>
                    <a:pt x="4412" y="1555"/>
                  </a:moveTo>
                  <a:cubicBezTo>
                    <a:pt x="4813" y="1555"/>
                    <a:pt x="5189" y="1630"/>
                    <a:pt x="5490" y="1805"/>
                  </a:cubicBezTo>
                  <a:cubicBezTo>
                    <a:pt x="5841" y="1956"/>
                    <a:pt x="6116" y="2181"/>
                    <a:pt x="6317" y="2457"/>
                  </a:cubicBezTo>
                  <a:cubicBezTo>
                    <a:pt x="6567" y="2758"/>
                    <a:pt x="6743" y="3059"/>
                    <a:pt x="6843" y="3434"/>
                  </a:cubicBezTo>
                  <a:cubicBezTo>
                    <a:pt x="6968" y="3785"/>
                    <a:pt x="7044" y="4186"/>
                    <a:pt x="7044" y="4562"/>
                  </a:cubicBezTo>
                  <a:cubicBezTo>
                    <a:pt x="7044" y="4938"/>
                    <a:pt x="6968" y="5314"/>
                    <a:pt x="6868" y="5665"/>
                  </a:cubicBezTo>
                  <a:cubicBezTo>
                    <a:pt x="6743" y="6016"/>
                    <a:pt x="6592" y="6342"/>
                    <a:pt x="6342" y="6643"/>
                  </a:cubicBezTo>
                  <a:cubicBezTo>
                    <a:pt x="6141" y="6918"/>
                    <a:pt x="5866" y="7169"/>
                    <a:pt x="5540" y="7344"/>
                  </a:cubicBezTo>
                  <a:cubicBezTo>
                    <a:pt x="5214" y="7495"/>
                    <a:pt x="4838" y="7595"/>
                    <a:pt x="4412" y="7595"/>
                  </a:cubicBezTo>
                  <a:cubicBezTo>
                    <a:pt x="3986" y="7595"/>
                    <a:pt x="3610" y="7495"/>
                    <a:pt x="3284" y="7344"/>
                  </a:cubicBezTo>
                  <a:cubicBezTo>
                    <a:pt x="2958" y="7169"/>
                    <a:pt x="2683" y="6943"/>
                    <a:pt x="2457" y="6668"/>
                  </a:cubicBezTo>
                  <a:cubicBezTo>
                    <a:pt x="2257" y="6392"/>
                    <a:pt x="2081" y="6066"/>
                    <a:pt x="1956" y="5690"/>
                  </a:cubicBezTo>
                  <a:cubicBezTo>
                    <a:pt x="1831" y="5339"/>
                    <a:pt x="1780" y="4963"/>
                    <a:pt x="1780" y="4562"/>
                  </a:cubicBezTo>
                  <a:cubicBezTo>
                    <a:pt x="1780" y="4186"/>
                    <a:pt x="1831" y="3835"/>
                    <a:pt x="1931" y="3460"/>
                  </a:cubicBezTo>
                  <a:cubicBezTo>
                    <a:pt x="2056" y="3109"/>
                    <a:pt x="2232" y="2783"/>
                    <a:pt x="2457" y="2507"/>
                  </a:cubicBezTo>
                  <a:cubicBezTo>
                    <a:pt x="2683" y="2206"/>
                    <a:pt x="2958" y="1981"/>
                    <a:pt x="3284" y="1830"/>
                  </a:cubicBezTo>
                  <a:cubicBezTo>
                    <a:pt x="3610" y="1630"/>
                    <a:pt x="3986" y="1555"/>
                    <a:pt x="4412" y="1555"/>
                  </a:cubicBezTo>
                  <a:close/>
                  <a:moveTo>
                    <a:pt x="4437" y="1"/>
                  </a:moveTo>
                  <a:cubicBezTo>
                    <a:pt x="3810" y="1"/>
                    <a:pt x="3209" y="126"/>
                    <a:pt x="2658" y="377"/>
                  </a:cubicBezTo>
                  <a:cubicBezTo>
                    <a:pt x="2131" y="627"/>
                    <a:pt x="1655" y="953"/>
                    <a:pt x="1254" y="1379"/>
                  </a:cubicBezTo>
                  <a:cubicBezTo>
                    <a:pt x="878" y="1805"/>
                    <a:pt x="552" y="2282"/>
                    <a:pt x="327" y="2833"/>
                  </a:cubicBezTo>
                  <a:cubicBezTo>
                    <a:pt x="101" y="3384"/>
                    <a:pt x="1" y="3961"/>
                    <a:pt x="1" y="4562"/>
                  </a:cubicBezTo>
                  <a:cubicBezTo>
                    <a:pt x="1" y="5139"/>
                    <a:pt x="101" y="5715"/>
                    <a:pt x="327" y="6267"/>
                  </a:cubicBezTo>
                  <a:cubicBezTo>
                    <a:pt x="527" y="6793"/>
                    <a:pt x="828" y="7294"/>
                    <a:pt x="1204" y="7720"/>
                  </a:cubicBezTo>
                  <a:cubicBezTo>
                    <a:pt x="1605" y="8146"/>
                    <a:pt x="2056" y="8497"/>
                    <a:pt x="2582" y="8748"/>
                  </a:cubicBezTo>
                  <a:cubicBezTo>
                    <a:pt x="3134" y="9023"/>
                    <a:pt x="3735" y="9149"/>
                    <a:pt x="4387" y="9149"/>
                  </a:cubicBezTo>
                  <a:cubicBezTo>
                    <a:pt x="5039" y="9149"/>
                    <a:pt x="5615" y="9023"/>
                    <a:pt x="6166" y="8773"/>
                  </a:cubicBezTo>
                  <a:cubicBezTo>
                    <a:pt x="6693" y="8522"/>
                    <a:pt x="7169" y="8171"/>
                    <a:pt x="7570" y="7770"/>
                  </a:cubicBezTo>
                  <a:cubicBezTo>
                    <a:pt x="7946" y="7344"/>
                    <a:pt x="8247" y="6868"/>
                    <a:pt x="8472" y="6317"/>
                  </a:cubicBezTo>
                  <a:cubicBezTo>
                    <a:pt x="8698" y="5765"/>
                    <a:pt x="8798" y="5189"/>
                    <a:pt x="8798" y="4587"/>
                  </a:cubicBezTo>
                  <a:cubicBezTo>
                    <a:pt x="8798" y="4011"/>
                    <a:pt x="8698" y="3460"/>
                    <a:pt x="8497" y="2908"/>
                  </a:cubicBezTo>
                  <a:cubicBezTo>
                    <a:pt x="8272" y="2357"/>
                    <a:pt x="7971" y="1881"/>
                    <a:pt x="7595" y="1429"/>
                  </a:cubicBezTo>
                  <a:cubicBezTo>
                    <a:pt x="7219" y="1003"/>
                    <a:pt x="6768" y="652"/>
                    <a:pt x="6217" y="402"/>
                  </a:cubicBezTo>
                  <a:cubicBezTo>
                    <a:pt x="5690" y="126"/>
                    <a:pt x="5089" y="1"/>
                    <a:pt x="443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0" name="Google Shape;1350;p34"/>
            <p:cNvSpPr/>
            <p:nvPr/>
          </p:nvSpPr>
          <p:spPr>
            <a:xfrm>
              <a:off x="5490750" y="886600"/>
              <a:ext cx="195525" cy="225600"/>
            </a:xfrm>
            <a:custGeom>
              <a:avLst/>
              <a:gdLst/>
              <a:ahLst/>
              <a:cxnLst/>
              <a:rect l="l" t="t" r="r" b="b"/>
              <a:pathLst>
                <a:path w="7821" h="9024" extrusionOk="0">
                  <a:moveTo>
                    <a:pt x="1" y="1"/>
                  </a:moveTo>
                  <a:lnTo>
                    <a:pt x="1" y="9024"/>
                  </a:lnTo>
                  <a:lnTo>
                    <a:pt x="1755" y="9024"/>
                  </a:lnTo>
                  <a:lnTo>
                    <a:pt x="1755" y="3234"/>
                  </a:lnTo>
                  <a:lnTo>
                    <a:pt x="6392" y="9024"/>
                  </a:lnTo>
                  <a:lnTo>
                    <a:pt x="7821" y="9024"/>
                  </a:lnTo>
                  <a:lnTo>
                    <a:pt x="7821" y="26"/>
                  </a:lnTo>
                  <a:lnTo>
                    <a:pt x="6066" y="26"/>
                  </a:lnTo>
                  <a:lnTo>
                    <a:pt x="6066" y="5916"/>
                  </a:lnTo>
                  <a:lnTo>
                    <a:pt x="135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1" name="Google Shape;1351;p34"/>
            <p:cNvSpPr/>
            <p:nvPr/>
          </p:nvSpPr>
          <p:spPr>
            <a:xfrm>
              <a:off x="6297150" y="1991250"/>
              <a:ext cx="114700" cy="1138500"/>
            </a:xfrm>
            <a:custGeom>
              <a:avLst/>
              <a:gdLst/>
              <a:ahLst/>
              <a:cxnLst/>
              <a:rect l="l" t="t" r="r" b="b"/>
              <a:pathLst>
                <a:path w="4588" h="45540" extrusionOk="0">
                  <a:moveTo>
                    <a:pt x="1" y="1"/>
                  </a:moveTo>
                  <a:lnTo>
                    <a:pt x="1" y="45540"/>
                  </a:lnTo>
                  <a:lnTo>
                    <a:pt x="4587" y="45540"/>
                  </a:lnTo>
                  <a:lnTo>
                    <a:pt x="458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 name="Google Shape;1352;p34"/>
            <p:cNvSpPr/>
            <p:nvPr/>
          </p:nvSpPr>
          <p:spPr>
            <a:xfrm>
              <a:off x="4166825" y="5218725"/>
              <a:ext cx="2245025" cy="244375"/>
            </a:xfrm>
            <a:custGeom>
              <a:avLst/>
              <a:gdLst/>
              <a:ahLst/>
              <a:cxnLst/>
              <a:rect l="l" t="t" r="r" b="b"/>
              <a:pathLst>
                <a:path w="89801" h="9775" extrusionOk="0">
                  <a:moveTo>
                    <a:pt x="89800" y="0"/>
                  </a:moveTo>
                  <a:lnTo>
                    <a:pt x="0" y="401"/>
                  </a:lnTo>
                  <a:lnTo>
                    <a:pt x="0" y="9775"/>
                  </a:lnTo>
                  <a:lnTo>
                    <a:pt x="89800" y="9775"/>
                  </a:lnTo>
                  <a:lnTo>
                    <a:pt x="89800" y="0"/>
                  </a:lnTo>
                  <a:close/>
                </a:path>
              </a:pathLst>
            </a:custGeom>
            <a:solidFill>
              <a:srgbClr val="0070C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 name="Google Shape;1353;p34"/>
            <p:cNvSpPr/>
            <p:nvPr/>
          </p:nvSpPr>
          <p:spPr>
            <a:xfrm>
              <a:off x="4166825" y="3055800"/>
              <a:ext cx="2245025" cy="2172975"/>
            </a:xfrm>
            <a:custGeom>
              <a:avLst/>
              <a:gdLst/>
              <a:ahLst/>
              <a:cxnLst/>
              <a:rect l="l" t="t" r="r" b="b"/>
              <a:pathLst>
                <a:path w="89801" h="86919" extrusionOk="0">
                  <a:moveTo>
                    <a:pt x="72306" y="0"/>
                  </a:moveTo>
                  <a:lnTo>
                    <a:pt x="0" y="86918"/>
                  </a:lnTo>
                  <a:lnTo>
                    <a:pt x="89800" y="86918"/>
                  </a:lnTo>
                  <a:lnTo>
                    <a:pt x="89800" y="0"/>
                  </a:lnTo>
                  <a:close/>
                </a:path>
              </a:pathLst>
            </a:custGeom>
            <a:solidFill>
              <a:schemeClr val="accent4">
                <a:lumMod val="5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54" name="Google Shape;1354;p34"/>
            <p:cNvSpPr/>
            <p:nvPr/>
          </p:nvSpPr>
          <p:spPr>
            <a:xfrm>
              <a:off x="4741375" y="4978125"/>
              <a:ext cx="1599675" cy="25"/>
            </a:xfrm>
            <a:custGeom>
              <a:avLst/>
              <a:gdLst/>
              <a:ahLst/>
              <a:cxnLst/>
              <a:rect l="l" t="t" r="r" b="b"/>
              <a:pathLst>
                <a:path w="63987" h="1" fill="none" extrusionOk="0">
                  <a:moveTo>
                    <a:pt x="1" y="0"/>
                  </a:moveTo>
                  <a:lnTo>
                    <a:pt x="63986" y="0"/>
                  </a:lnTo>
                </a:path>
              </a:pathLst>
            </a:custGeom>
            <a:noFill/>
            <a:ln w="20675" cap="flat" cmpd="sng">
              <a:solidFill>
                <a:srgbClr val="FCFCFC"/>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5" name="Google Shape;1355;p34"/>
            <p:cNvSpPr/>
            <p:nvPr/>
          </p:nvSpPr>
          <p:spPr>
            <a:xfrm>
              <a:off x="5002025" y="4716825"/>
              <a:ext cx="1338400" cy="25"/>
            </a:xfrm>
            <a:custGeom>
              <a:avLst/>
              <a:gdLst/>
              <a:ahLst/>
              <a:cxnLst/>
              <a:rect l="l" t="t" r="r" b="b"/>
              <a:pathLst>
                <a:path w="53536" h="1" fill="none" extrusionOk="0">
                  <a:moveTo>
                    <a:pt x="1" y="1"/>
                  </a:moveTo>
                  <a:lnTo>
                    <a:pt x="53535" y="1"/>
                  </a:lnTo>
                </a:path>
              </a:pathLst>
            </a:custGeom>
            <a:noFill/>
            <a:ln w="20675" cap="flat" cmpd="sng">
              <a:solidFill>
                <a:srgbClr val="FCFCFC"/>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6" name="Google Shape;1356;p34"/>
            <p:cNvSpPr/>
            <p:nvPr/>
          </p:nvSpPr>
          <p:spPr>
            <a:xfrm>
              <a:off x="5263325" y="4455550"/>
              <a:ext cx="1074575" cy="25"/>
            </a:xfrm>
            <a:custGeom>
              <a:avLst/>
              <a:gdLst/>
              <a:ahLst/>
              <a:cxnLst/>
              <a:rect l="l" t="t" r="r" b="b"/>
              <a:pathLst>
                <a:path w="42983" h="1" fill="none" extrusionOk="0">
                  <a:moveTo>
                    <a:pt x="0" y="1"/>
                  </a:moveTo>
                  <a:lnTo>
                    <a:pt x="42983" y="1"/>
                  </a:lnTo>
                </a:path>
              </a:pathLst>
            </a:custGeom>
            <a:noFill/>
            <a:ln w="20675" cap="flat" cmpd="sng">
              <a:solidFill>
                <a:srgbClr val="FCFCFC"/>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 name="Google Shape;1357;p34"/>
            <p:cNvSpPr/>
            <p:nvPr/>
          </p:nvSpPr>
          <p:spPr>
            <a:xfrm>
              <a:off x="5482625" y="4194900"/>
              <a:ext cx="855900" cy="25"/>
            </a:xfrm>
            <a:custGeom>
              <a:avLst/>
              <a:gdLst/>
              <a:ahLst/>
              <a:cxnLst/>
              <a:rect l="l" t="t" r="r" b="b"/>
              <a:pathLst>
                <a:path w="34236" h="1" fill="none" extrusionOk="0">
                  <a:moveTo>
                    <a:pt x="0" y="1"/>
                  </a:moveTo>
                  <a:lnTo>
                    <a:pt x="34236" y="1"/>
                  </a:lnTo>
                </a:path>
              </a:pathLst>
            </a:custGeom>
            <a:noFill/>
            <a:ln w="20675" cap="flat" cmpd="sng">
              <a:solidFill>
                <a:srgbClr val="FCFCFC"/>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 name="Google Shape;1358;p34"/>
            <p:cNvSpPr/>
            <p:nvPr/>
          </p:nvSpPr>
          <p:spPr>
            <a:xfrm>
              <a:off x="5659925" y="3933625"/>
              <a:ext cx="677350" cy="25"/>
            </a:xfrm>
            <a:custGeom>
              <a:avLst/>
              <a:gdLst/>
              <a:ahLst/>
              <a:cxnLst/>
              <a:rect l="l" t="t" r="r" b="b"/>
              <a:pathLst>
                <a:path w="27094" h="1" fill="none" extrusionOk="0">
                  <a:moveTo>
                    <a:pt x="1" y="0"/>
                  </a:moveTo>
                  <a:lnTo>
                    <a:pt x="27094" y="0"/>
                  </a:lnTo>
                </a:path>
              </a:pathLst>
            </a:custGeom>
            <a:noFill/>
            <a:ln w="20675" cap="flat" cmpd="sng">
              <a:solidFill>
                <a:srgbClr val="FCFCFC"/>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 name="Google Shape;1359;p34"/>
            <p:cNvSpPr/>
            <p:nvPr/>
          </p:nvSpPr>
          <p:spPr>
            <a:xfrm>
              <a:off x="5921225" y="3672350"/>
              <a:ext cx="420450" cy="25"/>
            </a:xfrm>
            <a:custGeom>
              <a:avLst/>
              <a:gdLst/>
              <a:ahLst/>
              <a:cxnLst/>
              <a:rect l="l" t="t" r="r" b="b"/>
              <a:pathLst>
                <a:path w="16818" h="1" fill="none" extrusionOk="0">
                  <a:moveTo>
                    <a:pt x="0" y="0"/>
                  </a:moveTo>
                  <a:lnTo>
                    <a:pt x="16817" y="0"/>
                  </a:lnTo>
                </a:path>
              </a:pathLst>
            </a:custGeom>
            <a:noFill/>
            <a:ln w="20675" cap="flat" cmpd="sng">
              <a:solidFill>
                <a:srgbClr val="FCFCFC"/>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0" name="Google Shape;1360;p34"/>
            <p:cNvSpPr/>
            <p:nvPr/>
          </p:nvSpPr>
          <p:spPr>
            <a:xfrm>
              <a:off x="6098525" y="3411700"/>
              <a:ext cx="243150" cy="25"/>
            </a:xfrm>
            <a:custGeom>
              <a:avLst/>
              <a:gdLst/>
              <a:ahLst/>
              <a:cxnLst/>
              <a:rect l="l" t="t" r="r" b="b"/>
              <a:pathLst>
                <a:path w="9726" h="1" fill="none" extrusionOk="0">
                  <a:moveTo>
                    <a:pt x="1" y="0"/>
                  </a:moveTo>
                  <a:lnTo>
                    <a:pt x="9725" y="0"/>
                  </a:lnTo>
                </a:path>
              </a:pathLst>
            </a:custGeom>
            <a:noFill/>
            <a:ln w="20675" cap="flat" cmpd="sng">
              <a:solidFill>
                <a:srgbClr val="FCFCFC"/>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1" name="Google Shape;1361;p34"/>
            <p:cNvSpPr/>
            <p:nvPr/>
          </p:nvSpPr>
          <p:spPr>
            <a:xfrm>
              <a:off x="6216325" y="3228725"/>
              <a:ext cx="125350" cy="25"/>
            </a:xfrm>
            <a:custGeom>
              <a:avLst/>
              <a:gdLst/>
              <a:ahLst/>
              <a:cxnLst/>
              <a:rect l="l" t="t" r="r" b="b"/>
              <a:pathLst>
                <a:path w="5014" h="1" fill="none" extrusionOk="0">
                  <a:moveTo>
                    <a:pt x="1" y="1"/>
                  </a:moveTo>
                  <a:lnTo>
                    <a:pt x="5013" y="1"/>
                  </a:lnTo>
                </a:path>
              </a:pathLst>
            </a:custGeom>
            <a:noFill/>
            <a:ln w="20675" cap="flat" cmpd="sng">
              <a:solidFill>
                <a:srgbClr val="FCFCFC"/>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62" name="Google Shape;1362;p34"/>
          <p:cNvSpPr/>
          <p:nvPr/>
        </p:nvSpPr>
        <p:spPr>
          <a:xfrm>
            <a:off x="3743350" y="359025"/>
            <a:ext cx="1149750" cy="1149725"/>
          </a:xfrm>
          <a:custGeom>
            <a:avLst/>
            <a:gdLst/>
            <a:ahLst/>
            <a:cxnLst/>
            <a:rect l="l" t="t" r="r" b="b"/>
            <a:pathLst>
              <a:path w="45990" h="45989" extrusionOk="0">
                <a:moveTo>
                  <a:pt x="1" y="22995"/>
                </a:moveTo>
                <a:cubicBezTo>
                  <a:pt x="1" y="35691"/>
                  <a:pt x="10299" y="45989"/>
                  <a:pt x="22995" y="45989"/>
                </a:cubicBezTo>
                <a:lnTo>
                  <a:pt x="22995" y="45989"/>
                </a:lnTo>
                <a:cubicBezTo>
                  <a:pt x="35691" y="45989"/>
                  <a:pt x="45989" y="35691"/>
                  <a:pt x="45989" y="22995"/>
                </a:cubicBezTo>
                <a:lnTo>
                  <a:pt x="45989" y="22995"/>
                </a:lnTo>
                <a:cubicBezTo>
                  <a:pt x="45989" y="10298"/>
                  <a:pt x="35691" y="0"/>
                  <a:pt x="22995" y="0"/>
                </a:cubicBezTo>
                <a:lnTo>
                  <a:pt x="22995" y="0"/>
                </a:lnTo>
                <a:cubicBezTo>
                  <a:pt x="10299" y="0"/>
                  <a:pt x="1" y="10298"/>
                  <a:pt x="1" y="22995"/>
                </a:cubicBezTo>
                <a:close/>
              </a:path>
            </a:pathLst>
          </a:custGeom>
          <a:solidFill>
            <a:srgbClr val="0070C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3" name="Google Shape;1363;p34"/>
          <p:cNvSpPr/>
          <p:nvPr/>
        </p:nvSpPr>
        <p:spPr>
          <a:xfrm>
            <a:off x="1704525" y="271725"/>
            <a:ext cx="3403700" cy="364450"/>
          </a:xfrm>
          <a:custGeom>
            <a:avLst/>
            <a:gdLst/>
            <a:ahLst/>
            <a:cxnLst/>
            <a:rect l="l" t="t" r="r" b="b"/>
            <a:pathLst>
              <a:path w="136148" h="14578" extrusionOk="0">
                <a:moveTo>
                  <a:pt x="102228" y="0"/>
                </a:moveTo>
                <a:cubicBezTo>
                  <a:pt x="82573" y="0"/>
                  <a:pt x="77181" y="2414"/>
                  <a:pt x="85034" y="3088"/>
                </a:cubicBezTo>
                <a:cubicBezTo>
                  <a:pt x="92886" y="3762"/>
                  <a:pt x="106946" y="7900"/>
                  <a:pt x="64140" y="7900"/>
                </a:cubicBezTo>
                <a:cubicBezTo>
                  <a:pt x="46663" y="7900"/>
                  <a:pt x="0" y="14577"/>
                  <a:pt x="71460" y="14577"/>
                </a:cubicBezTo>
                <a:lnTo>
                  <a:pt x="116790" y="14577"/>
                </a:lnTo>
                <a:cubicBezTo>
                  <a:pt x="136147" y="14577"/>
                  <a:pt x="125849" y="8997"/>
                  <a:pt x="112542" y="8997"/>
                </a:cubicBezTo>
                <a:cubicBezTo>
                  <a:pt x="106225" y="8997"/>
                  <a:pt x="134110" y="0"/>
                  <a:pt x="102228" y="0"/>
                </a:cubicBezTo>
                <a:close/>
              </a:path>
            </a:pathLst>
          </a:custGeom>
          <a:solidFill>
            <a:srgbClr val="FFFFFF">
              <a:alpha val="410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 name="Google Shape;1364;p34"/>
          <p:cNvSpPr/>
          <p:nvPr/>
        </p:nvSpPr>
        <p:spPr>
          <a:xfrm rot="-2231248" flipH="1">
            <a:off x="5706368" y="747535"/>
            <a:ext cx="240403" cy="114379"/>
          </a:xfrm>
          <a:custGeom>
            <a:avLst/>
            <a:gdLst/>
            <a:ahLst/>
            <a:cxnLst/>
            <a:rect l="l" t="t" r="r" b="b"/>
            <a:pathLst>
              <a:path w="2560" h="1218" extrusionOk="0">
                <a:moveTo>
                  <a:pt x="2192" y="116"/>
                </a:moveTo>
                <a:cubicBezTo>
                  <a:pt x="2088" y="169"/>
                  <a:pt x="1972" y="231"/>
                  <a:pt x="1867" y="305"/>
                </a:cubicBezTo>
                <a:lnTo>
                  <a:pt x="1867" y="305"/>
                </a:lnTo>
                <a:cubicBezTo>
                  <a:pt x="1762" y="378"/>
                  <a:pt x="1668" y="462"/>
                  <a:pt x="1574" y="557"/>
                </a:cubicBezTo>
                <a:lnTo>
                  <a:pt x="1574" y="557"/>
                </a:lnTo>
                <a:cubicBezTo>
                  <a:pt x="1521" y="598"/>
                  <a:pt x="1479" y="651"/>
                  <a:pt x="1437" y="714"/>
                </a:cubicBezTo>
                <a:lnTo>
                  <a:pt x="1437" y="714"/>
                </a:lnTo>
                <a:cubicBezTo>
                  <a:pt x="1354" y="661"/>
                  <a:pt x="1280" y="630"/>
                  <a:pt x="1207" y="609"/>
                </a:cubicBezTo>
                <a:lnTo>
                  <a:pt x="1207" y="609"/>
                </a:lnTo>
                <a:cubicBezTo>
                  <a:pt x="1070" y="557"/>
                  <a:pt x="934" y="525"/>
                  <a:pt x="798" y="515"/>
                </a:cubicBezTo>
                <a:lnTo>
                  <a:pt x="798" y="515"/>
                </a:lnTo>
                <a:cubicBezTo>
                  <a:pt x="672" y="494"/>
                  <a:pt x="536" y="494"/>
                  <a:pt x="399" y="494"/>
                </a:cubicBezTo>
                <a:lnTo>
                  <a:pt x="399" y="494"/>
                </a:lnTo>
                <a:cubicBezTo>
                  <a:pt x="263" y="504"/>
                  <a:pt x="137" y="515"/>
                  <a:pt x="1" y="546"/>
                </a:cubicBezTo>
                <a:lnTo>
                  <a:pt x="1" y="546"/>
                </a:lnTo>
                <a:cubicBezTo>
                  <a:pt x="252" y="630"/>
                  <a:pt x="504" y="703"/>
                  <a:pt x="745" y="787"/>
                </a:cubicBezTo>
                <a:lnTo>
                  <a:pt x="745" y="787"/>
                </a:lnTo>
                <a:cubicBezTo>
                  <a:pt x="861" y="829"/>
                  <a:pt x="976" y="861"/>
                  <a:pt x="1081" y="913"/>
                </a:cubicBezTo>
                <a:lnTo>
                  <a:pt x="1081" y="913"/>
                </a:lnTo>
                <a:cubicBezTo>
                  <a:pt x="1186" y="965"/>
                  <a:pt x="1291" y="1018"/>
                  <a:pt x="1364" y="1081"/>
                </a:cubicBezTo>
                <a:lnTo>
                  <a:pt x="1364" y="1081"/>
                </a:lnTo>
                <a:lnTo>
                  <a:pt x="1521" y="1217"/>
                </a:lnTo>
                <a:lnTo>
                  <a:pt x="1626" y="1039"/>
                </a:lnTo>
                <a:cubicBezTo>
                  <a:pt x="1731" y="861"/>
                  <a:pt x="1888" y="682"/>
                  <a:pt x="2046" y="504"/>
                </a:cubicBezTo>
                <a:lnTo>
                  <a:pt x="2046" y="504"/>
                </a:lnTo>
                <a:cubicBezTo>
                  <a:pt x="2203" y="336"/>
                  <a:pt x="2371" y="169"/>
                  <a:pt x="2559" y="1"/>
                </a:cubicBezTo>
                <a:lnTo>
                  <a:pt x="2559" y="1"/>
                </a:lnTo>
                <a:cubicBezTo>
                  <a:pt x="2434" y="11"/>
                  <a:pt x="2308" y="64"/>
                  <a:pt x="2192" y="116"/>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7" presetClass="path" presetSubtype="0" accel="50000" decel="50000" fill="hold" nodeType="afterEffect">
                                  <p:stCondLst>
                                    <p:cond delay="0"/>
                                  </p:stCondLst>
                                  <p:childTnLst>
                                    <p:animMotion origin="layout" path="M 0.34843 -0.26172 C 0.37048 -0.24938 0.34062 -0.24598 0.30903 -0.22376 C 0.27743 -0.20031 0.20173 -0.15401 0.1585 -0.12407 C 0.1151 -0.09382 0.03559 -0.03179 0.04948 -0.04105 C 0.07153 -0.05432 -0.39011 0.15062 -0.36736 0.1392 " pathEditMode="relative" rAng="0" ptsTypes="AAAAA">
                                      <p:cBhvr>
                                        <p:cTn id="6" dur="1000" fill="hold"/>
                                        <p:tgtEl>
                                          <p:spTgt spid="4"/>
                                        </p:tgtEl>
                                        <p:attrNameLst>
                                          <p:attrName>ppt_x</p:attrName>
                                          <p:attrName>ppt_y</p:attrName>
                                        </p:attrNameLst>
                                      </p:cBhvr>
                                      <p:rCtr x="-35451" y="20062"/>
                                    </p:animMotion>
                                  </p:childTnLst>
                                </p:cTn>
                              </p:par>
                              <p:par>
                                <p:cTn id="7" presetID="53" presetClass="entr" presetSubtype="16" fill="hold" nodeType="withEffect">
                                  <p:stCondLst>
                                    <p:cond delay="0"/>
                                  </p:stCondLst>
                                  <p:childTnLst>
                                    <p:set>
                                      <p:cBhvr>
                                        <p:cTn id="8" dur="1" fill="hold">
                                          <p:stCondLst>
                                            <p:cond delay="0"/>
                                          </p:stCondLst>
                                        </p:cTn>
                                        <p:tgtEl>
                                          <p:spTgt spid="4"/>
                                        </p:tgtEl>
                                        <p:attrNameLst>
                                          <p:attrName>style.visibility</p:attrName>
                                        </p:attrNameLst>
                                      </p:cBhvr>
                                      <p:to>
                                        <p:strVal val="visible"/>
                                      </p:to>
                                    </p:set>
                                    <p:anim calcmode="lin" valueType="num">
                                      <p:cBhvr>
                                        <p:cTn id="9" dur="1000" fill="hold"/>
                                        <p:tgtEl>
                                          <p:spTgt spid="4"/>
                                        </p:tgtEl>
                                        <p:attrNameLst>
                                          <p:attrName>ppt_w</p:attrName>
                                        </p:attrNameLst>
                                      </p:cBhvr>
                                      <p:tavLst>
                                        <p:tav tm="0">
                                          <p:val>
                                            <p:fltVal val="0"/>
                                          </p:val>
                                        </p:tav>
                                        <p:tav tm="100000">
                                          <p:val>
                                            <p:strVal val="#ppt_w"/>
                                          </p:val>
                                        </p:tav>
                                      </p:tavLst>
                                    </p:anim>
                                    <p:anim calcmode="lin" valueType="num">
                                      <p:cBhvr>
                                        <p:cTn id="10" dur="1000" fill="hold"/>
                                        <p:tgtEl>
                                          <p:spTgt spid="4"/>
                                        </p:tgtEl>
                                        <p:attrNameLst>
                                          <p:attrName>ppt_h</p:attrName>
                                        </p:attrNameLst>
                                      </p:cBhvr>
                                      <p:tavLst>
                                        <p:tav tm="0">
                                          <p:val>
                                            <p:fltVal val="0"/>
                                          </p:val>
                                        </p:tav>
                                        <p:tav tm="100000">
                                          <p:val>
                                            <p:strVal val="#ppt_h"/>
                                          </p:val>
                                        </p:tav>
                                      </p:tavLst>
                                    </p:anim>
                                    <p:animEffect transition="in" filter="fade">
                                      <p:cBhvr>
                                        <p:cTn id="11"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3344850" y="3127175"/>
            <a:ext cx="5851875" cy="1481400"/>
            <a:chOff x="0" y="0"/>
            <a:chExt cx="15605000" cy="3950400"/>
          </a:xfrm>
        </p:grpSpPr>
        <p:sp>
          <p:nvSpPr>
            <p:cNvPr id="3" name="Freeform 3"/>
            <p:cNvSpPr/>
            <p:nvPr/>
          </p:nvSpPr>
          <p:spPr>
            <a:xfrm>
              <a:off x="127" y="127"/>
              <a:ext cx="15604744" cy="3950208"/>
            </a:xfrm>
            <a:custGeom>
              <a:avLst/>
              <a:gdLst/>
              <a:ahLst/>
              <a:cxnLst/>
              <a:rect l="l" t="t" r="r" b="b"/>
              <a:pathLst>
                <a:path w="15604744" h="3950208">
                  <a:moveTo>
                    <a:pt x="15604744" y="0"/>
                  </a:moveTo>
                  <a:cubicBezTo>
                    <a:pt x="14445233" y="499110"/>
                    <a:pt x="12918948" y="1955292"/>
                    <a:pt x="10176891" y="2273427"/>
                  </a:cubicBezTo>
                  <a:cubicBezTo>
                    <a:pt x="9864724" y="2309622"/>
                    <a:pt x="9589897" y="2324862"/>
                    <a:pt x="9340976" y="2324862"/>
                  </a:cubicBezTo>
                  <a:cubicBezTo>
                    <a:pt x="7973186" y="2324862"/>
                    <a:pt x="7389368" y="1862582"/>
                    <a:pt x="5711062" y="1862582"/>
                  </a:cubicBezTo>
                  <a:cubicBezTo>
                    <a:pt x="5473445" y="1862582"/>
                    <a:pt x="5213857" y="1871853"/>
                    <a:pt x="4927092" y="1892935"/>
                  </a:cubicBezTo>
                  <a:cubicBezTo>
                    <a:pt x="3046349" y="2031365"/>
                    <a:pt x="1115314" y="3336925"/>
                    <a:pt x="0" y="3950208"/>
                  </a:cubicBezTo>
                  <a:lnTo>
                    <a:pt x="15604744" y="3950208"/>
                  </a:lnTo>
                  <a:lnTo>
                    <a:pt x="15604744" y="0"/>
                  </a:lnTo>
                  <a:close/>
                </a:path>
              </a:pathLst>
            </a:custGeom>
            <a:solidFill>
              <a:srgbClr val="6A8060"/>
            </a:solidFill>
          </p:spPr>
          <p:txBody>
            <a:bodyPr/>
            <a:lstStyle/>
            <a:p>
              <a:endParaRPr lang="en-US"/>
            </a:p>
          </p:txBody>
        </p:sp>
      </p:grpSp>
      <p:grpSp>
        <p:nvGrpSpPr>
          <p:cNvPr id="4" name="Group 4"/>
          <p:cNvGrpSpPr/>
          <p:nvPr/>
        </p:nvGrpSpPr>
        <p:grpSpPr>
          <a:xfrm>
            <a:off x="-2912325" y="2230600"/>
            <a:ext cx="6829325" cy="2378023"/>
            <a:chOff x="0" y="0"/>
            <a:chExt cx="18211533" cy="6341395"/>
          </a:xfrm>
        </p:grpSpPr>
        <p:sp>
          <p:nvSpPr>
            <p:cNvPr id="5" name="Freeform 5"/>
            <p:cNvSpPr/>
            <p:nvPr/>
          </p:nvSpPr>
          <p:spPr>
            <a:xfrm>
              <a:off x="0" y="0"/>
              <a:ext cx="18211419" cy="6341364"/>
            </a:xfrm>
            <a:custGeom>
              <a:avLst/>
              <a:gdLst/>
              <a:ahLst/>
              <a:cxnLst/>
              <a:rect l="l" t="t" r="r" b="b"/>
              <a:pathLst>
                <a:path w="18211419" h="6341364">
                  <a:moveTo>
                    <a:pt x="7937119" y="0"/>
                  </a:moveTo>
                  <a:cubicBezTo>
                    <a:pt x="7921498" y="0"/>
                    <a:pt x="7908036" y="1651"/>
                    <a:pt x="7896733" y="4826"/>
                  </a:cubicBezTo>
                  <a:cubicBezTo>
                    <a:pt x="7654290" y="75438"/>
                    <a:pt x="0" y="6341364"/>
                    <a:pt x="0" y="6341364"/>
                  </a:cubicBezTo>
                  <a:lnTo>
                    <a:pt x="18211419" y="6341364"/>
                  </a:lnTo>
                  <a:cubicBezTo>
                    <a:pt x="18211419" y="6341364"/>
                    <a:pt x="8917050" y="0"/>
                    <a:pt x="7937119" y="0"/>
                  </a:cubicBezTo>
                  <a:close/>
                </a:path>
              </a:pathLst>
            </a:custGeom>
            <a:solidFill>
              <a:srgbClr val="6A8060"/>
            </a:solidFill>
          </p:spPr>
          <p:txBody>
            <a:bodyPr/>
            <a:lstStyle/>
            <a:p>
              <a:endParaRPr lang="en-US" dirty="0"/>
            </a:p>
          </p:txBody>
        </p:sp>
      </p:grpSp>
      <p:sp>
        <p:nvSpPr>
          <p:cNvPr id="6" name="Freeform 6"/>
          <p:cNvSpPr/>
          <p:nvPr/>
        </p:nvSpPr>
        <p:spPr>
          <a:xfrm>
            <a:off x="-2399190" y="3716327"/>
            <a:ext cx="11543197" cy="859072"/>
          </a:xfrm>
          <a:custGeom>
            <a:avLst/>
            <a:gdLst/>
            <a:ahLst/>
            <a:cxnLst/>
            <a:rect l="l" t="t" r="r" b="b"/>
            <a:pathLst>
              <a:path w="23086394" h="1718144">
                <a:moveTo>
                  <a:pt x="0" y="0"/>
                </a:moveTo>
                <a:lnTo>
                  <a:pt x="23086394" y="0"/>
                </a:lnTo>
                <a:lnTo>
                  <a:pt x="23086394" y="1718144"/>
                </a:lnTo>
                <a:lnTo>
                  <a:pt x="0" y="171814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7" name="Freeform 7"/>
          <p:cNvSpPr/>
          <p:nvPr/>
        </p:nvSpPr>
        <p:spPr>
          <a:xfrm>
            <a:off x="-2399200" y="4575400"/>
            <a:ext cx="11543197" cy="749277"/>
          </a:xfrm>
          <a:custGeom>
            <a:avLst/>
            <a:gdLst/>
            <a:ahLst/>
            <a:cxnLst/>
            <a:rect l="l" t="t" r="r" b="b"/>
            <a:pathLst>
              <a:path w="23086394" h="1498554">
                <a:moveTo>
                  <a:pt x="0" y="0"/>
                </a:moveTo>
                <a:lnTo>
                  <a:pt x="23086394" y="0"/>
                </a:lnTo>
                <a:lnTo>
                  <a:pt x="23086394" y="1498554"/>
                </a:lnTo>
                <a:lnTo>
                  <a:pt x="0" y="149855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8" name="Freeform 8"/>
          <p:cNvSpPr/>
          <p:nvPr/>
        </p:nvSpPr>
        <p:spPr>
          <a:xfrm>
            <a:off x="-2399200" y="3508588"/>
            <a:ext cx="12354226" cy="1111684"/>
          </a:xfrm>
          <a:custGeom>
            <a:avLst/>
            <a:gdLst/>
            <a:ahLst/>
            <a:cxnLst/>
            <a:rect l="l" t="t" r="r" b="b"/>
            <a:pathLst>
              <a:path w="24708452" h="2223368">
                <a:moveTo>
                  <a:pt x="0" y="0"/>
                </a:moveTo>
                <a:lnTo>
                  <a:pt x="24708452" y="0"/>
                </a:lnTo>
                <a:lnTo>
                  <a:pt x="24708452" y="2223368"/>
                </a:lnTo>
                <a:lnTo>
                  <a:pt x="0" y="2223368"/>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a:p>
        </p:txBody>
      </p:sp>
      <p:grpSp>
        <p:nvGrpSpPr>
          <p:cNvPr id="10" name="Group 10"/>
          <p:cNvGrpSpPr/>
          <p:nvPr/>
        </p:nvGrpSpPr>
        <p:grpSpPr>
          <a:xfrm>
            <a:off x="7483575" y="-349500"/>
            <a:ext cx="1583206" cy="1583056"/>
            <a:chOff x="0" y="0"/>
            <a:chExt cx="4221883" cy="4221483"/>
          </a:xfrm>
          <a:solidFill>
            <a:srgbClr val="0070C0"/>
          </a:solidFill>
        </p:grpSpPr>
        <p:sp>
          <p:nvSpPr>
            <p:cNvPr id="11" name="Freeform 11"/>
            <p:cNvSpPr/>
            <p:nvPr/>
          </p:nvSpPr>
          <p:spPr>
            <a:xfrm>
              <a:off x="127" y="0"/>
              <a:ext cx="4221734" cy="4221480"/>
            </a:xfrm>
            <a:custGeom>
              <a:avLst/>
              <a:gdLst/>
              <a:ahLst/>
              <a:cxnLst/>
              <a:rect l="l" t="t" r="r" b="b"/>
              <a:pathLst>
                <a:path w="4221734" h="4221480">
                  <a:moveTo>
                    <a:pt x="0" y="2110740"/>
                  </a:moveTo>
                  <a:cubicBezTo>
                    <a:pt x="0" y="3276092"/>
                    <a:pt x="945388" y="4221480"/>
                    <a:pt x="2110867" y="4221480"/>
                  </a:cubicBezTo>
                  <a:cubicBezTo>
                    <a:pt x="3276346" y="4221480"/>
                    <a:pt x="4221734" y="3276219"/>
                    <a:pt x="4221734" y="2110740"/>
                  </a:cubicBezTo>
                  <a:cubicBezTo>
                    <a:pt x="4221734" y="945261"/>
                    <a:pt x="3276346" y="0"/>
                    <a:pt x="2110867" y="0"/>
                  </a:cubicBezTo>
                  <a:cubicBezTo>
                    <a:pt x="945388" y="0"/>
                    <a:pt x="0" y="945261"/>
                    <a:pt x="0" y="2110740"/>
                  </a:cubicBezTo>
                  <a:close/>
                </a:path>
              </a:pathLst>
            </a:custGeom>
            <a:grpFill/>
          </p:spPr>
          <p:txBody>
            <a:bodyPr/>
            <a:lstStyle/>
            <a:p>
              <a:endParaRPr lang="en-US"/>
            </a:p>
          </p:txBody>
        </p:sp>
      </p:grpSp>
      <p:grpSp>
        <p:nvGrpSpPr>
          <p:cNvPr id="12" name="Group 12"/>
          <p:cNvGrpSpPr/>
          <p:nvPr/>
        </p:nvGrpSpPr>
        <p:grpSpPr>
          <a:xfrm>
            <a:off x="1577900" y="4757450"/>
            <a:ext cx="5682995" cy="131502"/>
            <a:chOff x="0" y="0"/>
            <a:chExt cx="15154653" cy="350672"/>
          </a:xfrm>
        </p:grpSpPr>
        <p:sp>
          <p:nvSpPr>
            <p:cNvPr id="13" name="Freeform 13"/>
            <p:cNvSpPr/>
            <p:nvPr/>
          </p:nvSpPr>
          <p:spPr>
            <a:xfrm>
              <a:off x="127" y="127"/>
              <a:ext cx="15154402" cy="350520"/>
            </a:xfrm>
            <a:custGeom>
              <a:avLst/>
              <a:gdLst/>
              <a:ahLst/>
              <a:cxnLst/>
              <a:rect l="l" t="t" r="r" b="b"/>
              <a:pathLst>
                <a:path w="15154402" h="350520">
                  <a:moveTo>
                    <a:pt x="15154402" y="0"/>
                  </a:moveTo>
                  <a:lnTo>
                    <a:pt x="0" y="86995"/>
                  </a:lnTo>
                  <a:lnTo>
                    <a:pt x="5315839" y="350520"/>
                  </a:lnTo>
                  <a:lnTo>
                    <a:pt x="15154402" y="0"/>
                  </a:lnTo>
                  <a:close/>
                </a:path>
              </a:pathLst>
            </a:custGeom>
            <a:solidFill>
              <a:srgbClr val="FFFFFF">
                <a:alpha val="16863"/>
              </a:srgbClr>
            </a:solidFill>
          </p:spPr>
          <p:txBody>
            <a:bodyPr/>
            <a:lstStyle/>
            <a:p>
              <a:endParaRPr lang="en-US"/>
            </a:p>
          </p:txBody>
        </p:sp>
      </p:grpSp>
      <p:sp>
        <p:nvSpPr>
          <p:cNvPr id="14" name="Freeform 14"/>
          <p:cNvSpPr/>
          <p:nvPr/>
        </p:nvSpPr>
        <p:spPr>
          <a:xfrm>
            <a:off x="7967943" y="1619536"/>
            <a:ext cx="260654" cy="236427"/>
          </a:xfrm>
          <a:custGeom>
            <a:avLst/>
            <a:gdLst/>
            <a:ahLst/>
            <a:cxnLst/>
            <a:rect l="l" t="t" r="r" b="b"/>
            <a:pathLst>
              <a:path w="521307" h="472854">
                <a:moveTo>
                  <a:pt x="0" y="0"/>
                </a:moveTo>
                <a:lnTo>
                  <a:pt x="521306" y="0"/>
                </a:lnTo>
                <a:lnTo>
                  <a:pt x="521306" y="472854"/>
                </a:lnTo>
                <a:lnTo>
                  <a:pt x="0" y="472854"/>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US"/>
          </a:p>
        </p:txBody>
      </p:sp>
      <p:sp>
        <p:nvSpPr>
          <p:cNvPr id="15" name="Freeform 15"/>
          <p:cNvSpPr/>
          <p:nvPr/>
        </p:nvSpPr>
        <p:spPr>
          <a:xfrm>
            <a:off x="7874318" y="2373361"/>
            <a:ext cx="260654" cy="236427"/>
          </a:xfrm>
          <a:custGeom>
            <a:avLst/>
            <a:gdLst/>
            <a:ahLst/>
            <a:cxnLst/>
            <a:rect l="l" t="t" r="r" b="b"/>
            <a:pathLst>
              <a:path w="521307" h="472854">
                <a:moveTo>
                  <a:pt x="0" y="0"/>
                </a:moveTo>
                <a:lnTo>
                  <a:pt x="521306" y="0"/>
                </a:lnTo>
                <a:lnTo>
                  <a:pt x="521306" y="472854"/>
                </a:lnTo>
                <a:lnTo>
                  <a:pt x="0" y="472854"/>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US"/>
          </a:p>
        </p:txBody>
      </p:sp>
      <p:grpSp>
        <p:nvGrpSpPr>
          <p:cNvPr id="16" name="Group 16"/>
          <p:cNvGrpSpPr/>
          <p:nvPr/>
        </p:nvGrpSpPr>
        <p:grpSpPr>
          <a:xfrm>
            <a:off x="-58607" y="74550"/>
            <a:ext cx="9249434" cy="1112950"/>
            <a:chOff x="0" y="0"/>
            <a:chExt cx="24665157" cy="2967867"/>
          </a:xfrm>
        </p:grpSpPr>
        <p:sp>
          <p:nvSpPr>
            <p:cNvPr id="17" name="Freeform 17"/>
            <p:cNvSpPr/>
            <p:nvPr/>
          </p:nvSpPr>
          <p:spPr>
            <a:xfrm>
              <a:off x="0" y="127"/>
              <a:ext cx="24665178" cy="2967609"/>
            </a:xfrm>
            <a:custGeom>
              <a:avLst/>
              <a:gdLst/>
              <a:ahLst/>
              <a:cxnLst/>
              <a:rect l="l" t="t" r="r" b="b"/>
              <a:pathLst>
                <a:path w="24665178" h="2967609">
                  <a:moveTo>
                    <a:pt x="0" y="0"/>
                  </a:moveTo>
                  <a:cubicBezTo>
                    <a:pt x="0" y="0"/>
                    <a:pt x="7895336" y="1069975"/>
                    <a:pt x="8137017" y="1069975"/>
                  </a:cubicBezTo>
                  <a:cubicBezTo>
                    <a:pt x="8377555" y="1069975"/>
                    <a:pt x="16555213" y="699008"/>
                    <a:pt x="16555213" y="699008"/>
                  </a:cubicBezTo>
                  <a:lnTo>
                    <a:pt x="24665178" y="1069975"/>
                  </a:lnTo>
                  <a:lnTo>
                    <a:pt x="24665178" y="1961261"/>
                  </a:lnTo>
                  <a:cubicBezTo>
                    <a:pt x="24522430" y="1946783"/>
                    <a:pt x="24236553" y="1940306"/>
                    <a:pt x="23857458" y="1940306"/>
                  </a:cubicBezTo>
                  <a:cubicBezTo>
                    <a:pt x="22052280" y="1940306"/>
                    <a:pt x="18132044" y="2086610"/>
                    <a:pt x="17477741" y="2205736"/>
                  </a:cubicBezTo>
                  <a:cubicBezTo>
                    <a:pt x="16693642" y="2348738"/>
                    <a:pt x="7114159" y="2967609"/>
                    <a:pt x="6778244" y="2967609"/>
                  </a:cubicBezTo>
                  <a:cubicBezTo>
                    <a:pt x="6775451" y="2967609"/>
                    <a:pt x="6773291" y="2967482"/>
                    <a:pt x="6771767" y="2967482"/>
                  </a:cubicBezTo>
                  <a:cubicBezTo>
                    <a:pt x="6587998" y="2956052"/>
                    <a:pt x="0" y="1238250"/>
                    <a:pt x="0" y="1238250"/>
                  </a:cubicBezTo>
                  <a:lnTo>
                    <a:pt x="0" y="0"/>
                  </a:lnTo>
                  <a:close/>
                </a:path>
              </a:pathLst>
            </a:custGeom>
            <a:solidFill>
              <a:srgbClr val="FFFFFF">
                <a:alpha val="16863"/>
              </a:srgbClr>
            </a:solidFill>
          </p:spPr>
          <p:txBody>
            <a:bodyPr/>
            <a:lstStyle/>
            <a:p>
              <a:endParaRPr lang="en-US"/>
            </a:p>
          </p:txBody>
        </p:sp>
      </p:grpSp>
      <p:sp>
        <p:nvSpPr>
          <p:cNvPr id="20" name="Callout: Down Arrow 19">
            <a:extLst>
              <a:ext uri="{FF2B5EF4-FFF2-40B4-BE49-F238E27FC236}">
                <a16:creationId xmlns:a16="http://schemas.microsoft.com/office/drawing/2014/main" id="{DE2CD8CB-9978-82AE-A18A-423D34F41ADA}"/>
              </a:ext>
            </a:extLst>
          </p:cNvPr>
          <p:cNvSpPr/>
          <p:nvPr/>
        </p:nvSpPr>
        <p:spPr>
          <a:xfrm>
            <a:off x="502316" y="2121967"/>
            <a:ext cx="1756271" cy="1158626"/>
          </a:xfrm>
          <a:prstGeom prst="downArrowCallout">
            <a:avLst>
              <a:gd name="adj1" fmla="val 12242"/>
              <a:gd name="adj2" fmla="val 20408"/>
              <a:gd name="adj3" fmla="val 25000"/>
              <a:gd name="adj4" fmla="val 58985"/>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solidFill>
                  <a:schemeClr val="bg1"/>
                </a:solidFill>
                <a:latin typeface="Congenial" panose="020F0502020204030204" pitchFamily="2" charset="0"/>
                <a:ea typeface="Crimson Pro Bold" pitchFamily="34" charset="-122"/>
                <a:cs typeface="Crimson Pro Bold" pitchFamily="34" charset="-120"/>
              </a:rPr>
              <a:t>Missing Values</a:t>
            </a:r>
            <a:endParaRPr lang="en-US" sz="1400">
              <a:solidFill>
                <a:schemeClr val="bg1"/>
              </a:solidFill>
              <a:latin typeface="Congenial" panose="020F0502020204030204" pitchFamily="2" charset="0"/>
            </a:endParaRPr>
          </a:p>
          <a:p>
            <a:pPr algn="ctr"/>
            <a:endParaRPr lang="en-US" dirty="0"/>
          </a:p>
        </p:txBody>
      </p:sp>
      <p:sp>
        <p:nvSpPr>
          <p:cNvPr id="21" name="Callout: Down Arrow 20">
            <a:extLst>
              <a:ext uri="{FF2B5EF4-FFF2-40B4-BE49-F238E27FC236}">
                <a16:creationId xmlns:a16="http://schemas.microsoft.com/office/drawing/2014/main" id="{5F53B723-4A6F-1359-802F-11C22F99D2F7}"/>
              </a:ext>
            </a:extLst>
          </p:cNvPr>
          <p:cNvSpPr/>
          <p:nvPr/>
        </p:nvSpPr>
        <p:spPr>
          <a:xfrm>
            <a:off x="1677411" y="759954"/>
            <a:ext cx="1908394" cy="2132667"/>
          </a:xfrm>
          <a:prstGeom prst="downArrowCallout">
            <a:avLst>
              <a:gd name="adj1" fmla="val 11133"/>
              <a:gd name="adj2" fmla="val 12647"/>
              <a:gd name="adj3" fmla="val 25000"/>
              <a:gd name="adj4" fmla="val 34195"/>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indent="0" algn="ctr">
              <a:lnSpc>
                <a:spcPts val="2750"/>
              </a:lnSpc>
            </a:pPr>
            <a:r>
              <a:rPr lang="en-US" sz="1400" dirty="0">
                <a:solidFill>
                  <a:schemeClr val="bg1"/>
                </a:solidFill>
                <a:latin typeface="Congenial" panose="020F0502020204030204" pitchFamily="2" charset="0"/>
                <a:ea typeface="Crimson Pro Bold" pitchFamily="34" charset="-122"/>
                <a:cs typeface="Crimson Pro Bold" pitchFamily="34" charset="-120"/>
              </a:rPr>
              <a:t>Removing Duplicates</a:t>
            </a:r>
            <a:endParaRPr lang="en-US" sz="1400" dirty="0">
              <a:solidFill>
                <a:schemeClr val="bg1"/>
              </a:solidFill>
              <a:latin typeface="Congenial" panose="020F0502020204030204" pitchFamily="2" charset="0"/>
            </a:endParaRPr>
          </a:p>
          <a:p>
            <a:pPr algn="ctr"/>
            <a:endParaRPr lang="en-US" dirty="0"/>
          </a:p>
        </p:txBody>
      </p:sp>
      <p:sp>
        <p:nvSpPr>
          <p:cNvPr id="22" name="Callout: Down Arrow 21">
            <a:extLst>
              <a:ext uri="{FF2B5EF4-FFF2-40B4-BE49-F238E27FC236}">
                <a16:creationId xmlns:a16="http://schemas.microsoft.com/office/drawing/2014/main" id="{21E6EBB8-C864-6D69-94BE-6B5B5FE9A42D}"/>
              </a:ext>
            </a:extLst>
          </p:cNvPr>
          <p:cNvSpPr/>
          <p:nvPr/>
        </p:nvSpPr>
        <p:spPr>
          <a:xfrm>
            <a:off x="3004703" y="1801748"/>
            <a:ext cx="1848220" cy="1478845"/>
          </a:xfrm>
          <a:prstGeom prst="downArrowCallout">
            <a:avLst>
              <a:gd name="adj1" fmla="val 12242"/>
              <a:gd name="adj2" fmla="val 20408"/>
              <a:gd name="adj3" fmla="val 25000"/>
              <a:gd name="adj4" fmla="val 58985"/>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indent="0" algn="ctr">
              <a:lnSpc>
                <a:spcPts val="2750"/>
              </a:lnSpc>
            </a:pPr>
            <a:r>
              <a:rPr lang="en-US" sz="1400" dirty="0">
                <a:solidFill>
                  <a:schemeClr val="bg1"/>
                </a:solidFill>
                <a:latin typeface="Congenial" panose="020F0502020204030204" pitchFamily="2" charset="0"/>
                <a:ea typeface="Crimson Pro Bold" pitchFamily="34" charset="-122"/>
                <a:cs typeface="Crimson Pro Bold" pitchFamily="34" charset="-120"/>
              </a:rPr>
              <a:t>Standardizing Formats</a:t>
            </a:r>
            <a:endParaRPr lang="en-US" sz="1400" dirty="0">
              <a:solidFill>
                <a:schemeClr val="bg1"/>
              </a:solidFill>
              <a:latin typeface="Congenial" panose="020F0502020204030204" pitchFamily="2" charset="0"/>
            </a:endParaRPr>
          </a:p>
          <a:p>
            <a:pPr algn="ctr"/>
            <a:endParaRPr lang="en-US" dirty="0"/>
          </a:p>
        </p:txBody>
      </p:sp>
      <p:sp>
        <p:nvSpPr>
          <p:cNvPr id="23" name="Callout: Down Arrow 22">
            <a:extLst>
              <a:ext uri="{FF2B5EF4-FFF2-40B4-BE49-F238E27FC236}">
                <a16:creationId xmlns:a16="http://schemas.microsoft.com/office/drawing/2014/main" id="{A0519FCD-ED22-5D69-5A6E-2361762F0758}"/>
              </a:ext>
            </a:extLst>
          </p:cNvPr>
          <p:cNvSpPr/>
          <p:nvPr/>
        </p:nvSpPr>
        <p:spPr>
          <a:xfrm>
            <a:off x="4410387" y="759955"/>
            <a:ext cx="1715506" cy="2132667"/>
          </a:xfrm>
          <a:prstGeom prst="downArrowCallout">
            <a:avLst>
              <a:gd name="adj1" fmla="val 11133"/>
              <a:gd name="adj2" fmla="val 12647"/>
              <a:gd name="adj3" fmla="val 25000"/>
              <a:gd name="adj4" fmla="val 34195"/>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indent="0" algn="ctr">
              <a:lnSpc>
                <a:spcPts val="2750"/>
              </a:lnSpc>
            </a:pPr>
            <a:r>
              <a:rPr lang="en-US" sz="1400" dirty="0">
                <a:solidFill>
                  <a:schemeClr val="bg1"/>
                </a:solidFill>
                <a:latin typeface="Congenial" panose="020F0502020204030204" pitchFamily="2" charset="0"/>
                <a:ea typeface="Crimson Pro Bold" pitchFamily="34" charset="-122"/>
                <a:cs typeface="Crimson Pro Bold" pitchFamily="34" charset="-120"/>
              </a:rPr>
              <a:t>Check for Outliers</a:t>
            </a:r>
            <a:endParaRPr lang="en-US" sz="1400" dirty="0">
              <a:solidFill>
                <a:schemeClr val="bg1"/>
              </a:solidFill>
              <a:latin typeface="Congenial" panose="020F0502020204030204" pitchFamily="2" charset="0"/>
            </a:endParaRPr>
          </a:p>
        </p:txBody>
      </p:sp>
      <p:sp>
        <p:nvSpPr>
          <p:cNvPr id="24" name="Callout: Down Arrow 23">
            <a:extLst>
              <a:ext uri="{FF2B5EF4-FFF2-40B4-BE49-F238E27FC236}">
                <a16:creationId xmlns:a16="http://schemas.microsoft.com/office/drawing/2014/main" id="{9A11D8C6-E6A6-A7D2-1F31-AB03B72644C2}"/>
              </a:ext>
            </a:extLst>
          </p:cNvPr>
          <p:cNvSpPr/>
          <p:nvPr/>
        </p:nvSpPr>
        <p:spPr>
          <a:xfrm>
            <a:off x="5630007" y="1801748"/>
            <a:ext cx="1800939" cy="1481328"/>
          </a:xfrm>
          <a:prstGeom prst="downArrowCallout">
            <a:avLst>
              <a:gd name="adj1" fmla="val 12242"/>
              <a:gd name="adj2" fmla="val 20408"/>
              <a:gd name="adj3" fmla="val 25000"/>
              <a:gd name="adj4" fmla="val 58985"/>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ts val="2750"/>
              </a:lnSpc>
            </a:pPr>
            <a:r>
              <a:rPr lang="en-US" dirty="0">
                <a:solidFill>
                  <a:schemeClr val="bg1"/>
                </a:solidFill>
                <a:latin typeface="Congenial" panose="020F0502020204030204" pitchFamily="2" charset="0"/>
                <a:ea typeface="Crimson Pro Bold" pitchFamily="34" charset="-122"/>
                <a:cs typeface="Crimson Pro Bold" pitchFamily="34" charset="-120"/>
              </a:rPr>
              <a:t>Check &amp; Handling Spelling Errors</a:t>
            </a:r>
          </a:p>
          <a:p>
            <a:pPr algn="ctr"/>
            <a:endParaRPr lang="en-US" dirty="0"/>
          </a:p>
        </p:txBody>
      </p:sp>
      <p:grpSp>
        <p:nvGrpSpPr>
          <p:cNvPr id="25" name="Google Shape;1117;p30">
            <a:extLst>
              <a:ext uri="{FF2B5EF4-FFF2-40B4-BE49-F238E27FC236}">
                <a16:creationId xmlns:a16="http://schemas.microsoft.com/office/drawing/2014/main" id="{FF1044A8-D320-D44E-3950-28B895CA0E36}"/>
              </a:ext>
            </a:extLst>
          </p:cNvPr>
          <p:cNvGrpSpPr/>
          <p:nvPr/>
        </p:nvGrpSpPr>
        <p:grpSpPr>
          <a:xfrm>
            <a:off x="-3907583" y="2802098"/>
            <a:ext cx="3075700" cy="952625"/>
            <a:chOff x="3962175" y="2631750"/>
            <a:chExt cx="3075700" cy="952625"/>
          </a:xfrm>
        </p:grpSpPr>
        <p:sp>
          <p:nvSpPr>
            <p:cNvPr id="26" name="Google Shape;1118;p30">
              <a:extLst>
                <a:ext uri="{FF2B5EF4-FFF2-40B4-BE49-F238E27FC236}">
                  <a16:creationId xmlns:a16="http://schemas.microsoft.com/office/drawing/2014/main" id="{F66AE192-8241-A847-7D72-B8355E3D2615}"/>
                </a:ext>
              </a:extLst>
            </p:cNvPr>
            <p:cNvSpPr/>
            <p:nvPr/>
          </p:nvSpPr>
          <p:spPr>
            <a:xfrm>
              <a:off x="3962175" y="3227750"/>
              <a:ext cx="3075700" cy="356625"/>
            </a:xfrm>
            <a:custGeom>
              <a:avLst/>
              <a:gdLst/>
              <a:ahLst/>
              <a:cxnLst/>
              <a:rect l="l" t="t" r="r" b="b"/>
              <a:pathLst>
                <a:path w="123028" h="14265" extrusionOk="0">
                  <a:moveTo>
                    <a:pt x="114046" y="1"/>
                  </a:moveTo>
                  <a:lnTo>
                    <a:pt x="114046" y="1239"/>
                  </a:lnTo>
                  <a:lnTo>
                    <a:pt x="114579" y="1239"/>
                  </a:lnTo>
                  <a:lnTo>
                    <a:pt x="114579" y="3167"/>
                  </a:lnTo>
                  <a:lnTo>
                    <a:pt x="109877" y="3167"/>
                  </a:lnTo>
                  <a:lnTo>
                    <a:pt x="109877" y="2728"/>
                  </a:lnTo>
                  <a:lnTo>
                    <a:pt x="108984" y="2728"/>
                  </a:lnTo>
                  <a:lnTo>
                    <a:pt x="108984" y="1913"/>
                  </a:lnTo>
                  <a:cubicBezTo>
                    <a:pt x="108984" y="1411"/>
                    <a:pt x="108513" y="1004"/>
                    <a:pt x="107980" y="1098"/>
                  </a:cubicBezTo>
                  <a:lnTo>
                    <a:pt x="107980" y="1098"/>
                  </a:lnTo>
                  <a:cubicBezTo>
                    <a:pt x="107573" y="1161"/>
                    <a:pt x="107291" y="1553"/>
                    <a:pt x="107291" y="1960"/>
                  </a:cubicBezTo>
                  <a:lnTo>
                    <a:pt x="107291" y="1960"/>
                  </a:lnTo>
                  <a:lnTo>
                    <a:pt x="107291" y="2728"/>
                  </a:lnTo>
                  <a:lnTo>
                    <a:pt x="106397" y="2728"/>
                  </a:lnTo>
                  <a:lnTo>
                    <a:pt x="106397" y="3167"/>
                  </a:lnTo>
                  <a:lnTo>
                    <a:pt x="105237" y="3167"/>
                  </a:lnTo>
                  <a:lnTo>
                    <a:pt x="105237" y="1615"/>
                  </a:lnTo>
                  <a:lnTo>
                    <a:pt x="103921" y="1615"/>
                  </a:lnTo>
                  <a:lnTo>
                    <a:pt x="103921" y="3167"/>
                  </a:lnTo>
                  <a:lnTo>
                    <a:pt x="100112" y="3167"/>
                  </a:lnTo>
                  <a:lnTo>
                    <a:pt x="100112" y="1521"/>
                  </a:lnTo>
                  <a:cubicBezTo>
                    <a:pt x="100112" y="675"/>
                    <a:pt x="99438" y="1"/>
                    <a:pt x="98591" y="1"/>
                  </a:cubicBezTo>
                  <a:lnTo>
                    <a:pt x="98591" y="1"/>
                  </a:lnTo>
                  <a:lnTo>
                    <a:pt x="88403" y="1"/>
                  </a:lnTo>
                  <a:cubicBezTo>
                    <a:pt x="87870" y="1"/>
                    <a:pt x="87431" y="440"/>
                    <a:pt x="87463" y="988"/>
                  </a:cubicBezTo>
                  <a:lnTo>
                    <a:pt x="87463" y="988"/>
                  </a:lnTo>
                  <a:cubicBezTo>
                    <a:pt x="87494" y="1490"/>
                    <a:pt x="87949" y="1882"/>
                    <a:pt x="88466" y="1882"/>
                  </a:cubicBezTo>
                  <a:lnTo>
                    <a:pt x="88466" y="1882"/>
                  </a:lnTo>
                  <a:lnTo>
                    <a:pt x="92149" y="1882"/>
                  </a:lnTo>
                  <a:cubicBezTo>
                    <a:pt x="92964" y="1882"/>
                    <a:pt x="93638" y="2540"/>
                    <a:pt x="93638" y="3355"/>
                  </a:cubicBezTo>
                  <a:lnTo>
                    <a:pt x="93638" y="3355"/>
                  </a:lnTo>
                  <a:lnTo>
                    <a:pt x="93638" y="5785"/>
                  </a:lnTo>
                  <a:cubicBezTo>
                    <a:pt x="93638" y="5988"/>
                    <a:pt x="93466" y="6161"/>
                    <a:pt x="93247" y="6161"/>
                  </a:cubicBezTo>
                  <a:lnTo>
                    <a:pt x="93247" y="6161"/>
                  </a:lnTo>
                  <a:lnTo>
                    <a:pt x="88293" y="6161"/>
                  </a:lnTo>
                  <a:cubicBezTo>
                    <a:pt x="87839" y="6161"/>
                    <a:pt x="87463" y="6537"/>
                    <a:pt x="87463" y="6992"/>
                  </a:cubicBezTo>
                  <a:lnTo>
                    <a:pt x="87463" y="6992"/>
                  </a:lnTo>
                  <a:lnTo>
                    <a:pt x="87463" y="9468"/>
                  </a:lnTo>
                  <a:cubicBezTo>
                    <a:pt x="87463" y="10299"/>
                    <a:pt x="87823" y="11036"/>
                    <a:pt x="88403" y="11537"/>
                  </a:cubicBezTo>
                  <a:lnTo>
                    <a:pt x="88403" y="11537"/>
                  </a:lnTo>
                  <a:cubicBezTo>
                    <a:pt x="88388" y="11615"/>
                    <a:pt x="88388" y="11678"/>
                    <a:pt x="88372" y="11741"/>
                  </a:cubicBezTo>
                  <a:lnTo>
                    <a:pt x="88372" y="11741"/>
                  </a:lnTo>
                  <a:lnTo>
                    <a:pt x="85221" y="11741"/>
                  </a:lnTo>
                  <a:lnTo>
                    <a:pt x="85221" y="3512"/>
                  </a:lnTo>
                  <a:cubicBezTo>
                    <a:pt x="85221" y="2430"/>
                    <a:pt x="84359" y="1553"/>
                    <a:pt x="83278" y="1553"/>
                  </a:cubicBezTo>
                  <a:lnTo>
                    <a:pt x="83278" y="1553"/>
                  </a:lnTo>
                  <a:lnTo>
                    <a:pt x="46083" y="1553"/>
                  </a:lnTo>
                  <a:cubicBezTo>
                    <a:pt x="45017" y="1553"/>
                    <a:pt x="44139" y="2430"/>
                    <a:pt x="44139" y="3512"/>
                  </a:cubicBezTo>
                  <a:lnTo>
                    <a:pt x="44139" y="3512"/>
                  </a:lnTo>
                  <a:lnTo>
                    <a:pt x="44139" y="10330"/>
                  </a:lnTo>
                  <a:lnTo>
                    <a:pt x="42211" y="10330"/>
                  </a:lnTo>
                  <a:lnTo>
                    <a:pt x="42211" y="3512"/>
                  </a:lnTo>
                  <a:cubicBezTo>
                    <a:pt x="42211" y="2430"/>
                    <a:pt x="41333" y="1553"/>
                    <a:pt x="40267" y="1553"/>
                  </a:cubicBezTo>
                  <a:lnTo>
                    <a:pt x="40267" y="1553"/>
                  </a:lnTo>
                  <a:lnTo>
                    <a:pt x="3072" y="1553"/>
                  </a:lnTo>
                  <a:cubicBezTo>
                    <a:pt x="2006" y="1553"/>
                    <a:pt x="1129" y="2430"/>
                    <a:pt x="1129" y="3512"/>
                  </a:cubicBezTo>
                  <a:lnTo>
                    <a:pt x="1129" y="3512"/>
                  </a:lnTo>
                  <a:lnTo>
                    <a:pt x="1129" y="10330"/>
                  </a:lnTo>
                  <a:lnTo>
                    <a:pt x="0" y="10330"/>
                  </a:lnTo>
                  <a:lnTo>
                    <a:pt x="0" y="11130"/>
                  </a:lnTo>
                  <a:lnTo>
                    <a:pt x="1129" y="11130"/>
                  </a:lnTo>
                  <a:lnTo>
                    <a:pt x="1129" y="12650"/>
                  </a:lnTo>
                  <a:lnTo>
                    <a:pt x="1865" y="12650"/>
                  </a:lnTo>
                  <a:cubicBezTo>
                    <a:pt x="1865" y="13481"/>
                    <a:pt x="2555" y="14170"/>
                    <a:pt x="3386" y="14170"/>
                  </a:cubicBezTo>
                  <a:lnTo>
                    <a:pt x="3386" y="14170"/>
                  </a:lnTo>
                  <a:cubicBezTo>
                    <a:pt x="4232" y="14170"/>
                    <a:pt x="4906" y="13481"/>
                    <a:pt x="4906" y="12650"/>
                  </a:cubicBezTo>
                  <a:lnTo>
                    <a:pt x="4906" y="12650"/>
                  </a:lnTo>
                  <a:lnTo>
                    <a:pt x="6113" y="12650"/>
                  </a:lnTo>
                  <a:cubicBezTo>
                    <a:pt x="6113" y="13481"/>
                    <a:pt x="6803" y="14170"/>
                    <a:pt x="7633" y="14170"/>
                  </a:cubicBezTo>
                  <a:lnTo>
                    <a:pt x="7633" y="14170"/>
                  </a:lnTo>
                  <a:cubicBezTo>
                    <a:pt x="8480" y="14170"/>
                    <a:pt x="9154" y="13481"/>
                    <a:pt x="9154" y="12650"/>
                  </a:cubicBezTo>
                  <a:lnTo>
                    <a:pt x="9154" y="12650"/>
                  </a:lnTo>
                  <a:lnTo>
                    <a:pt x="33966" y="12650"/>
                  </a:lnTo>
                  <a:cubicBezTo>
                    <a:pt x="33966" y="13481"/>
                    <a:pt x="34640" y="14170"/>
                    <a:pt x="35487" y="14170"/>
                  </a:cubicBezTo>
                  <a:lnTo>
                    <a:pt x="35487" y="14170"/>
                  </a:lnTo>
                  <a:cubicBezTo>
                    <a:pt x="36317" y="14170"/>
                    <a:pt x="37007" y="13481"/>
                    <a:pt x="37007" y="12650"/>
                  </a:cubicBezTo>
                  <a:lnTo>
                    <a:pt x="37007" y="12650"/>
                  </a:lnTo>
                  <a:lnTo>
                    <a:pt x="38198" y="12650"/>
                  </a:lnTo>
                  <a:cubicBezTo>
                    <a:pt x="38198" y="13481"/>
                    <a:pt x="38888" y="14170"/>
                    <a:pt x="39734" y="14170"/>
                  </a:cubicBezTo>
                  <a:lnTo>
                    <a:pt x="39734" y="14170"/>
                  </a:lnTo>
                  <a:cubicBezTo>
                    <a:pt x="40565" y="14170"/>
                    <a:pt x="41255" y="13481"/>
                    <a:pt x="41255" y="12650"/>
                  </a:cubicBezTo>
                  <a:lnTo>
                    <a:pt x="41255" y="12650"/>
                  </a:lnTo>
                  <a:lnTo>
                    <a:pt x="42211" y="12650"/>
                  </a:lnTo>
                  <a:lnTo>
                    <a:pt x="42211" y="11130"/>
                  </a:lnTo>
                  <a:lnTo>
                    <a:pt x="44139" y="11130"/>
                  </a:lnTo>
                  <a:lnTo>
                    <a:pt x="44139" y="12650"/>
                  </a:lnTo>
                  <a:lnTo>
                    <a:pt x="44876" y="12650"/>
                  </a:lnTo>
                  <a:cubicBezTo>
                    <a:pt x="44876" y="13481"/>
                    <a:pt x="45565" y="14170"/>
                    <a:pt x="46412" y="14170"/>
                  </a:cubicBezTo>
                  <a:lnTo>
                    <a:pt x="46412" y="14170"/>
                  </a:lnTo>
                  <a:cubicBezTo>
                    <a:pt x="47242" y="14170"/>
                    <a:pt x="47932" y="13481"/>
                    <a:pt x="47932" y="12650"/>
                  </a:cubicBezTo>
                  <a:lnTo>
                    <a:pt x="47932" y="12650"/>
                  </a:lnTo>
                  <a:lnTo>
                    <a:pt x="49123" y="12650"/>
                  </a:lnTo>
                  <a:cubicBezTo>
                    <a:pt x="49123" y="13481"/>
                    <a:pt x="49813" y="14170"/>
                    <a:pt x="50644" y="14170"/>
                  </a:cubicBezTo>
                  <a:lnTo>
                    <a:pt x="50644" y="14170"/>
                  </a:lnTo>
                  <a:cubicBezTo>
                    <a:pt x="51490" y="14170"/>
                    <a:pt x="52164" y="13481"/>
                    <a:pt x="52164" y="12650"/>
                  </a:cubicBezTo>
                  <a:lnTo>
                    <a:pt x="52164" y="12650"/>
                  </a:lnTo>
                  <a:lnTo>
                    <a:pt x="76977" y="12650"/>
                  </a:lnTo>
                  <a:cubicBezTo>
                    <a:pt x="76977" y="13481"/>
                    <a:pt x="77651" y="14170"/>
                    <a:pt x="78497" y="14170"/>
                  </a:cubicBezTo>
                  <a:lnTo>
                    <a:pt x="78497" y="14170"/>
                  </a:lnTo>
                  <a:cubicBezTo>
                    <a:pt x="79343" y="14170"/>
                    <a:pt x="80017" y="13481"/>
                    <a:pt x="80017" y="12650"/>
                  </a:cubicBezTo>
                  <a:lnTo>
                    <a:pt x="80017" y="12650"/>
                  </a:lnTo>
                  <a:lnTo>
                    <a:pt x="81224" y="12650"/>
                  </a:lnTo>
                  <a:cubicBezTo>
                    <a:pt x="81224" y="13481"/>
                    <a:pt x="81898" y="14170"/>
                    <a:pt x="82745" y="14170"/>
                  </a:cubicBezTo>
                  <a:lnTo>
                    <a:pt x="82745" y="14170"/>
                  </a:lnTo>
                  <a:cubicBezTo>
                    <a:pt x="83575" y="14170"/>
                    <a:pt x="84265" y="13481"/>
                    <a:pt x="84265" y="12650"/>
                  </a:cubicBezTo>
                  <a:lnTo>
                    <a:pt x="84265" y="12650"/>
                  </a:lnTo>
                  <a:lnTo>
                    <a:pt x="88497" y="12650"/>
                  </a:lnTo>
                  <a:cubicBezTo>
                    <a:pt x="88811" y="13528"/>
                    <a:pt x="89657" y="14170"/>
                    <a:pt x="90645" y="14170"/>
                  </a:cubicBezTo>
                  <a:lnTo>
                    <a:pt x="90645" y="14170"/>
                  </a:lnTo>
                  <a:cubicBezTo>
                    <a:pt x="91789" y="14170"/>
                    <a:pt x="92729" y="13340"/>
                    <a:pt x="92902" y="12258"/>
                  </a:cubicBezTo>
                  <a:lnTo>
                    <a:pt x="92902" y="12258"/>
                  </a:lnTo>
                  <a:lnTo>
                    <a:pt x="94939" y="12258"/>
                  </a:lnTo>
                  <a:cubicBezTo>
                    <a:pt x="95174" y="13340"/>
                    <a:pt x="96146" y="14170"/>
                    <a:pt x="97322" y="14170"/>
                  </a:cubicBezTo>
                  <a:lnTo>
                    <a:pt x="97322" y="14170"/>
                  </a:lnTo>
                  <a:cubicBezTo>
                    <a:pt x="98482" y="14170"/>
                    <a:pt x="99454" y="13340"/>
                    <a:pt x="99704" y="12258"/>
                  </a:cubicBezTo>
                  <a:lnTo>
                    <a:pt x="99704" y="12258"/>
                  </a:lnTo>
                  <a:lnTo>
                    <a:pt x="100535" y="12258"/>
                  </a:lnTo>
                  <a:cubicBezTo>
                    <a:pt x="100770" y="13340"/>
                    <a:pt x="101758" y="14170"/>
                    <a:pt x="102918" y="14170"/>
                  </a:cubicBezTo>
                  <a:lnTo>
                    <a:pt x="102918" y="14170"/>
                  </a:lnTo>
                  <a:cubicBezTo>
                    <a:pt x="104093" y="14170"/>
                    <a:pt x="105065" y="13340"/>
                    <a:pt x="105300" y="12258"/>
                  </a:cubicBezTo>
                  <a:lnTo>
                    <a:pt x="105300" y="12258"/>
                  </a:lnTo>
                  <a:lnTo>
                    <a:pt x="106601" y="12258"/>
                  </a:lnTo>
                  <a:cubicBezTo>
                    <a:pt x="106836" y="13340"/>
                    <a:pt x="107808" y="14170"/>
                    <a:pt x="108984" y="14170"/>
                  </a:cubicBezTo>
                  <a:lnTo>
                    <a:pt x="108984" y="14170"/>
                  </a:lnTo>
                  <a:cubicBezTo>
                    <a:pt x="110143" y="14170"/>
                    <a:pt x="111115" y="13340"/>
                    <a:pt x="111366" y="12258"/>
                  </a:cubicBezTo>
                  <a:lnTo>
                    <a:pt x="111366" y="12258"/>
                  </a:lnTo>
                  <a:lnTo>
                    <a:pt x="112197" y="12258"/>
                  </a:lnTo>
                  <a:cubicBezTo>
                    <a:pt x="112448" y="13340"/>
                    <a:pt x="113419" y="14170"/>
                    <a:pt x="114579" y="14170"/>
                  </a:cubicBezTo>
                  <a:lnTo>
                    <a:pt x="114579" y="14170"/>
                  </a:lnTo>
                  <a:cubicBezTo>
                    <a:pt x="115755" y="14170"/>
                    <a:pt x="116727" y="13340"/>
                    <a:pt x="116962" y="12258"/>
                  </a:cubicBezTo>
                  <a:lnTo>
                    <a:pt x="116962" y="12258"/>
                  </a:lnTo>
                  <a:lnTo>
                    <a:pt x="117244" y="12258"/>
                  </a:lnTo>
                  <a:cubicBezTo>
                    <a:pt x="117056" y="12525"/>
                    <a:pt x="116977" y="12854"/>
                    <a:pt x="117056" y="13230"/>
                  </a:cubicBezTo>
                  <a:lnTo>
                    <a:pt x="117056" y="13230"/>
                  </a:lnTo>
                  <a:cubicBezTo>
                    <a:pt x="117166" y="13684"/>
                    <a:pt x="117542" y="14061"/>
                    <a:pt x="118012" y="14139"/>
                  </a:cubicBezTo>
                  <a:lnTo>
                    <a:pt x="118012" y="14139"/>
                  </a:lnTo>
                  <a:cubicBezTo>
                    <a:pt x="118655" y="14264"/>
                    <a:pt x="119219" y="13888"/>
                    <a:pt x="119391" y="13324"/>
                  </a:cubicBezTo>
                  <a:lnTo>
                    <a:pt x="119391" y="13324"/>
                  </a:lnTo>
                  <a:cubicBezTo>
                    <a:pt x="122369" y="13308"/>
                    <a:pt x="123028" y="12556"/>
                    <a:pt x="123028" y="12556"/>
                  </a:cubicBezTo>
                  <a:lnTo>
                    <a:pt x="123028" y="12556"/>
                  </a:lnTo>
                  <a:lnTo>
                    <a:pt x="119783" y="9108"/>
                  </a:lnTo>
                  <a:lnTo>
                    <a:pt x="118749" y="9108"/>
                  </a:lnTo>
                  <a:cubicBezTo>
                    <a:pt x="120128" y="8841"/>
                    <a:pt x="121178" y="7619"/>
                    <a:pt x="121178" y="6161"/>
                  </a:cubicBezTo>
                  <a:lnTo>
                    <a:pt x="121178" y="6161"/>
                  </a:lnTo>
                  <a:cubicBezTo>
                    <a:pt x="121178" y="5330"/>
                    <a:pt x="120849" y="4578"/>
                    <a:pt x="120300" y="4045"/>
                  </a:cubicBezTo>
                  <a:lnTo>
                    <a:pt x="120300" y="4045"/>
                  </a:lnTo>
                  <a:cubicBezTo>
                    <a:pt x="119752" y="3496"/>
                    <a:pt x="118999" y="3167"/>
                    <a:pt x="118184" y="3167"/>
                  </a:cubicBezTo>
                  <a:lnTo>
                    <a:pt x="118184" y="3167"/>
                  </a:lnTo>
                  <a:lnTo>
                    <a:pt x="116068" y="3167"/>
                  </a:lnTo>
                  <a:lnTo>
                    <a:pt x="116068" y="1239"/>
                  </a:lnTo>
                  <a:lnTo>
                    <a:pt x="116601" y="1239"/>
                  </a:lnTo>
                  <a:lnTo>
                    <a:pt x="116601" y="1"/>
                  </a:lnTo>
                  <a:close/>
                  <a:moveTo>
                    <a:pt x="58214" y="11130"/>
                  </a:moveTo>
                  <a:lnTo>
                    <a:pt x="71146" y="11130"/>
                  </a:lnTo>
                  <a:lnTo>
                    <a:pt x="71146" y="11741"/>
                  </a:lnTo>
                  <a:lnTo>
                    <a:pt x="58214" y="11741"/>
                  </a:lnTo>
                  <a:close/>
                  <a:moveTo>
                    <a:pt x="15204" y="11130"/>
                  </a:moveTo>
                  <a:lnTo>
                    <a:pt x="28135" y="11130"/>
                  </a:lnTo>
                  <a:lnTo>
                    <a:pt x="28135" y="11741"/>
                  </a:lnTo>
                  <a:lnTo>
                    <a:pt x="15204" y="11741"/>
                  </a:lnTo>
                  <a:close/>
                </a:path>
              </a:pathLst>
            </a:custGeom>
            <a:solidFill>
              <a:srgbClr val="0913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 name="Google Shape;1119;p30">
              <a:extLst>
                <a:ext uri="{FF2B5EF4-FFF2-40B4-BE49-F238E27FC236}">
                  <a16:creationId xmlns:a16="http://schemas.microsoft.com/office/drawing/2014/main" id="{9ADD9670-742C-C530-0CD1-A49BFFAA36F4}"/>
                </a:ext>
              </a:extLst>
            </p:cNvPr>
            <p:cNvSpPr/>
            <p:nvPr/>
          </p:nvSpPr>
          <p:spPr>
            <a:xfrm>
              <a:off x="6345450" y="3293600"/>
              <a:ext cx="84275" cy="84275"/>
            </a:xfrm>
            <a:custGeom>
              <a:avLst/>
              <a:gdLst/>
              <a:ahLst/>
              <a:cxnLst/>
              <a:rect l="l" t="t" r="r" b="b"/>
              <a:pathLst>
                <a:path w="3371" h="3371" extrusionOk="0">
                  <a:moveTo>
                    <a:pt x="1050" y="0"/>
                  </a:moveTo>
                  <a:cubicBezTo>
                    <a:pt x="470" y="0"/>
                    <a:pt x="0" y="470"/>
                    <a:pt x="0" y="1050"/>
                  </a:cubicBezTo>
                  <a:lnTo>
                    <a:pt x="0" y="2320"/>
                  </a:lnTo>
                  <a:cubicBezTo>
                    <a:pt x="0" y="2900"/>
                    <a:pt x="470" y="3370"/>
                    <a:pt x="1050" y="3370"/>
                  </a:cubicBezTo>
                  <a:lnTo>
                    <a:pt x="2320" y="3370"/>
                  </a:lnTo>
                  <a:cubicBezTo>
                    <a:pt x="2900" y="3370"/>
                    <a:pt x="3370" y="2900"/>
                    <a:pt x="3370" y="2320"/>
                  </a:cubicBezTo>
                  <a:lnTo>
                    <a:pt x="3370" y="1050"/>
                  </a:lnTo>
                  <a:cubicBezTo>
                    <a:pt x="3370" y="470"/>
                    <a:pt x="2900" y="0"/>
                    <a:pt x="232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1120;p30">
              <a:extLst>
                <a:ext uri="{FF2B5EF4-FFF2-40B4-BE49-F238E27FC236}">
                  <a16:creationId xmlns:a16="http://schemas.microsoft.com/office/drawing/2014/main" id="{13F75DCC-1250-3C7D-2A9F-EEB3B779F6C1}"/>
                </a:ext>
              </a:extLst>
            </p:cNvPr>
            <p:cNvSpPr/>
            <p:nvPr/>
          </p:nvSpPr>
          <p:spPr>
            <a:xfrm>
              <a:off x="5924600" y="3351575"/>
              <a:ext cx="74475" cy="70575"/>
            </a:xfrm>
            <a:custGeom>
              <a:avLst/>
              <a:gdLst/>
              <a:ahLst/>
              <a:cxnLst/>
              <a:rect l="l" t="t" r="r" b="b"/>
              <a:pathLst>
                <a:path w="2979" h="2823" extrusionOk="0">
                  <a:moveTo>
                    <a:pt x="1050" y="1"/>
                  </a:moveTo>
                  <a:cubicBezTo>
                    <a:pt x="470" y="1"/>
                    <a:pt x="0" y="471"/>
                    <a:pt x="0" y="1051"/>
                  </a:cubicBezTo>
                  <a:lnTo>
                    <a:pt x="0" y="1788"/>
                  </a:lnTo>
                  <a:cubicBezTo>
                    <a:pt x="0" y="2368"/>
                    <a:pt x="470" y="2822"/>
                    <a:pt x="1050" y="2822"/>
                  </a:cubicBezTo>
                  <a:lnTo>
                    <a:pt x="1944" y="2822"/>
                  </a:lnTo>
                  <a:cubicBezTo>
                    <a:pt x="2508" y="2822"/>
                    <a:pt x="2978" y="2368"/>
                    <a:pt x="2978" y="1788"/>
                  </a:cubicBezTo>
                  <a:lnTo>
                    <a:pt x="2978" y="1051"/>
                  </a:lnTo>
                  <a:cubicBezTo>
                    <a:pt x="2978" y="471"/>
                    <a:pt x="2508"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1121;p30">
              <a:extLst>
                <a:ext uri="{FF2B5EF4-FFF2-40B4-BE49-F238E27FC236}">
                  <a16:creationId xmlns:a16="http://schemas.microsoft.com/office/drawing/2014/main" id="{E27D89EF-F432-5B9E-CE64-7D6511171641}"/>
                </a:ext>
              </a:extLst>
            </p:cNvPr>
            <p:cNvSpPr/>
            <p:nvPr/>
          </p:nvSpPr>
          <p:spPr>
            <a:xfrm>
              <a:off x="5812125" y="3351575"/>
              <a:ext cx="74475" cy="70575"/>
            </a:xfrm>
            <a:custGeom>
              <a:avLst/>
              <a:gdLst/>
              <a:ahLst/>
              <a:cxnLst/>
              <a:rect l="l" t="t" r="r" b="b"/>
              <a:pathLst>
                <a:path w="2979" h="2823" extrusionOk="0">
                  <a:moveTo>
                    <a:pt x="1035" y="1"/>
                  </a:moveTo>
                  <a:cubicBezTo>
                    <a:pt x="455" y="1"/>
                    <a:pt x="0" y="471"/>
                    <a:pt x="0" y="1051"/>
                  </a:cubicBezTo>
                  <a:lnTo>
                    <a:pt x="0" y="1788"/>
                  </a:lnTo>
                  <a:cubicBezTo>
                    <a:pt x="0" y="2368"/>
                    <a:pt x="455" y="2822"/>
                    <a:pt x="1035" y="2822"/>
                  </a:cubicBezTo>
                  <a:lnTo>
                    <a:pt x="1928" y="2822"/>
                  </a:lnTo>
                  <a:cubicBezTo>
                    <a:pt x="2508" y="2822"/>
                    <a:pt x="2979" y="2368"/>
                    <a:pt x="2979" y="1788"/>
                  </a:cubicBezTo>
                  <a:lnTo>
                    <a:pt x="2979" y="1051"/>
                  </a:lnTo>
                  <a:cubicBezTo>
                    <a:pt x="2979" y="471"/>
                    <a:pt x="2508" y="1"/>
                    <a:pt x="192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1122;p30">
              <a:extLst>
                <a:ext uri="{FF2B5EF4-FFF2-40B4-BE49-F238E27FC236}">
                  <a16:creationId xmlns:a16="http://schemas.microsoft.com/office/drawing/2014/main" id="{96DB37CD-3736-FF39-0388-478EE78F4223}"/>
                </a:ext>
              </a:extLst>
            </p:cNvPr>
            <p:cNvSpPr/>
            <p:nvPr/>
          </p:nvSpPr>
          <p:spPr>
            <a:xfrm>
              <a:off x="5703575" y="3351575"/>
              <a:ext cx="74475" cy="70575"/>
            </a:xfrm>
            <a:custGeom>
              <a:avLst/>
              <a:gdLst/>
              <a:ahLst/>
              <a:cxnLst/>
              <a:rect l="l" t="t" r="r" b="b"/>
              <a:pathLst>
                <a:path w="2979" h="2823" extrusionOk="0">
                  <a:moveTo>
                    <a:pt x="1051" y="1"/>
                  </a:moveTo>
                  <a:cubicBezTo>
                    <a:pt x="471" y="1"/>
                    <a:pt x="1" y="471"/>
                    <a:pt x="1" y="1051"/>
                  </a:cubicBezTo>
                  <a:lnTo>
                    <a:pt x="1" y="1788"/>
                  </a:lnTo>
                  <a:cubicBezTo>
                    <a:pt x="1" y="2368"/>
                    <a:pt x="471" y="2822"/>
                    <a:pt x="1051" y="2822"/>
                  </a:cubicBezTo>
                  <a:lnTo>
                    <a:pt x="1944" y="2822"/>
                  </a:lnTo>
                  <a:cubicBezTo>
                    <a:pt x="2524" y="2822"/>
                    <a:pt x="2979" y="2368"/>
                    <a:pt x="2979" y="1788"/>
                  </a:cubicBezTo>
                  <a:lnTo>
                    <a:pt x="2979" y="1051"/>
                  </a:lnTo>
                  <a:cubicBezTo>
                    <a:pt x="2979"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1123;p30">
              <a:extLst>
                <a:ext uri="{FF2B5EF4-FFF2-40B4-BE49-F238E27FC236}">
                  <a16:creationId xmlns:a16="http://schemas.microsoft.com/office/drawing/2014/main" id="{CE914B6A-C7D5-9CEF-2E44-F94C22AA40C9}"/>
                </a:ext>
              </a:extLst>
            </p:cNvPr>
            <p:cNvSpPr/>
            <p:nvPr/>
          </p:nvSpPr>
          <p:spPr>
            <a:xfrm>
              <a:off x="5595425" y="3351575"/>
              <a:ext cx="74475" cy="70575"/>
            </a:xfrm>
            <a:custGeom>
              <a:avLst/>
              <a:gdLst/>
              <a:ahLst/>
              <a:cxnLst/>
              <a:rect l="l" t="t" r="r" b="b"/>
              <a:pathLst>
                <a:path w="2979" h="2823" extrusionOk="0">
                  <a:moveTo>
                    <a:pt x="1035" y="1"/>
                  </a:moveTo>
                  <a:cubicBezTo>
                    <a:pt x="455" y="1"/>
                    <a:pt x="1" y="471"/>
                    <a:pt x="1" y="1051"/>
                  </a:cubicBezTo>
                  <a:lnTo>
                    <a:pt x="1" y="1788"/>
                  </a:lnTo>
                  <a:cubicBezTo>
                    <a:pt x="1" y="2368"/>
                    <a:pt x="455" y="2822"/>
                    <a:pt x="1035" y="2822"/>
                  </a:cubicBezTo>
                  <a:lnTo>
                    <a:pt x="1929" y="2822"/>
                  </a:lnTo>
                  <a:cubicBezTo>
                    <a:pt x="2508" y="2822"/>
                    <a:pt x="2979" y="2368"/>
                    <a:pt x="2979" y="1788"/>
                  </a:cubicBezTo>
                  <a:lnTo>
                    <a:pt x="2979" y="1051"/>
                  </a:lnTo>
                  <a:cubicBezTo>
                    <a:pt x="2979" y="471"/>
                    <a:pt x="2508" y="1"/>
                    <a:pt x="19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1124;p30">
              <a:extLst>
                <a:ext uri="{FF2B5EF4-FFF2-40B4-BE49-F238E27FC236}">
                  <a16:creationId xmlns:a16="http://schemas.microsoft.com/office/drawing/2014/main" id="{61877129-0CF6-BB05-488E-68BFC430B5DC}"/>
                </a:ext>
              </a:extLst>
            </p:cNvPr>
            <p:cNvSpPr/>
            <p:nvPr/>
          </p:nvSpPr>
          <p:spPr>
            <a:xfrm>
              <a:off x="5486875" y="3351575"/>
              <a:ext cx="74475" cy="70575"/>
            </a:xfrm>
            <a:custGeom>
              <a:avLst/>
              <a:gdLst/>
              <a:ahLst/>
              <a:cxnLst/>
              <a:rect l="l" t="t" r="r" b="b"/>
              <a:pathLst>
                <a:path w="2979" h="2823" extrusionOk="0">
                  <a:moveTo>
                    <a:pt x="1051" y="1"/>
                  </a:moveTo>
                  <a:cubicBezTo>
                    <a:pt x="471" y="1"/>
                    <a:pt x="1" y="471"/>
                    <a:pt x="1" y="1051"/>
                  </a:cubicBezTo>
                  <a:lnTo>
                    <a:pt x="1" y="1788"/>
                  </a:lnTo>
                  <a:cubicBezTo>
                    <a:pt x="1" y="2368"/>
                    <a:pt x="471" y="2822"/>
                    <a:pt x="1051" y="2822"/>
                  </a:cubicBezTo>
                  <a:lnTo>
                    <a:pt x="1944" y="2822"/>
                  </a:lnTo>
                  <a:cubicBezTo>
                    <a:pt x="2509" y="2822"/>
                    <a:pt x="2979" y="2368"/>
                    <a:pt x="2979" y="1788"/>
                  </a:cubicBezTo>
                  <a:lnTo>
                    <a:pt x="2979" y="1051"/>
                  </a:lnTo>
                  <a:cubicBezTo>
                    <a:pt x="2979" y="471"/>
                    <a:pt x="2509"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1125;p30">
              <a:extLst>
                <a:ext uri="{FF2B5EF4-FFF2-40B4-BE49-F238E27FC236}">
                  <a16:creationId xmlns:a16="http://schemas.microsoft.com/office/drawing/2014/main" id="{34433722-28D1-2B8F-0CFD-E97C4185B44F}"/>
                </a:ext>
              </a:extLst>
            </p:cNvPr>
            <p:cNvSpPr/>
            <p:nvPr/>
          </p:nvSpPr>
          <p:spPr>
            <a:xfrm>
              <a:off x="5378350" y="3351575"/>
              <a:ext cx="74850" cy="70575"/>
            </a:xfrm>
            <a:custGeom>
              <a:avLst/>
              <a:gdLst/>
              <a:ahLst/>
              <a:cxnLst/>
              <a:rect l="l" t="t" r="r" b="b"/>
              <a:pathLst>
                <a:path w="2994" h="2823" extrusionOk="0">
                  <a:moveTo>
                    <a:pt x="1050" y="1"/>
                  </a:moveTo>
                  <a:cubicBezTo>
                    <a:pt x="470" y="1"/>
                    <a:pt x="0" y="471"/>
                    <a:pt x="0" y="1051"/>
                  </a:cubicBezTo>
                  <a:lnTo>
                    <a:pt x="0" y="1788"/>
                  </a:lnTo>
                  <a:cubicBezTo>
                    <a:pt x="0" y="2368"/>
                    <a:pt x="470" y="2822"/>
                    <a:pt x="1050"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1126;p30">
              <a:extLst>
                <a:ext uri="{FF2B5EF4-FFF2-40B4-BE49-F238E27FC236}">
                  <a16:creationId xmlns:a16="http://schemas.microsoft.com/office/drawing/2014/main" id="{708408AA-532F-0B41-A31D-5919A4062745}"/>
                </a:ext>
              </a:extLst>
            </p:cNvPr>
            <p:cNvSpPr/>
            <p:nvPr/>
          </p:nvSpPr>
          <p:spPr>
            <a:xfrm>
              <a:off x="5270175" y="3351575"/>
              <a:ext cx="74500" cy="70575"/>
            </a:xfrm>
            <a:custGeom>
              <a:avLst/>
              <a:gdLst/>
              <a:ahLst/>
              <a:cxnLst/>
              <a:rect l="l" t="t" r="r" b="b"/>
              <a:pathLst>
                <a:path w="2980" h="2823" extrusionOk="0">
                  <a:moveTo>
                    <a:pt x="1051" y="1"/>
                  </a:moveTo>
                  <a:cubicBezTo>
                    <a:pt x="471" y="1"/>
                    <a:pt x="1" y="471"/>
                    <a:pt x="1" y="1051"/>
                  </a:cubicBezTo>
                  <a:lnTo>
                    <a:pt x="1" y="1788"/>
                  </a:lnTo>
                  <a:cubicBezTo>
                    <a:pt x="1" y="2368"/>
                    <a:pt x="471" y="2822"/>
                    <a:pt x="1051" y="2822"/>
                  </a:cubicBezTo>
                  <a:lnTo>
                    <a:pt x="1945" y="2822"/>
                  </a:lnTo>
                  <a:cubicBezTo>
                    <a:pt x="2509" y="2822"/>
                    <a:pt x="2979" y="2368"/>
                    <a:pt x="2979" y="1788"/>
                  </a:cubicBezTo>
                  <a:lnTo>
                    <a:pt x="2979" y="1051"/>
                  </a:lnTo>
                  <a:cubicBezTo>
                    <a:pt x="2979" y="471"/>
                    <a:pt x="2509" y="1"/>
                    <a:pt x="194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1127;p30">
              <a:extLst>
                <a:ext uri="{FF2B5EF4-FFF2-40B4-BE49-F238E27FC236}">
                  <a16:creationId xmlns:a16="http://schemas.microsoft.com/office/drawing/2014/main" id="{FC6BE490-3459-6701-034A-652FAE9E6581}"/>
                </a:ext>
              </a:extLst>
            </p:cNvPr>
            <p:cNvSpPr/>
            <p:nvPr/>
          </p:nvSpPr>
          <p:spPr>
            <a:xfrm>
              <a:off x="5161650" y="3351575"/>
              <a:ext cx="74850" cy="70575"/>
            </a:xfrm>
            <a:custGeom>
              <a:avLst/>
              <a:gdLst/>
              <a:ahLst/>
              <a:cxnLst/>
              <a:rect l="l" t="t" r="r" b="b"/>
              <a:pathLst>
                <a:path w="2994" h="2823" extrusionOk="0">
                  <a:moveTo>
                    <a:pt x="1050" y="1"/>
                  </a:moveTo>
                  <a:cubicBezTo>
                    <a:pt x="470" y="1"/>
                    <a:pt x="0" y="471"/>
                    <a:pt x="0" y="1051"/>
                  </a:cubicBezTo>
                  <a:lnTo>
                    <a:pt x="0" y="1788"/>
                  </a:lnTo>
                  <a:cubicBezTo>
                    <a:pt x="0" y="2368"/>
                    <a:pt x="470" y="2822"/>
                    <a:pt x="1050"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1128;p30">
              <a:extLst>
                <a:ext uri="{FF2B5EF4-FFF2-40B4-BE49-F238E27FC236}">
                  <a16:creationId xmlns:a16="http://schemas.microsoft.com/office/drawing/2014/main" id="{E5C3D528-F4F2-B668-7E0A-F3419105D151}"/>
                </a:ext>
              </a:extLst>
            </p:cNvPr>
            <p:cNvSpPr/>
            <p:nvPr/>
          </p:nvSpPr>
          <p:spPr>
            <a:xfrm>
              <a:off x="4849325" y="3351575"/>
              <a:ext cx="74475" cy="70575"/>
            </a:xfrm>
            <a:custGeom>
              <a:avLst/>
              <a:gdLst/>
              <a:ahLst/>
              <a:cxnLst/>
              <a:rect l="l" t="t" r="r" b="b"/>
              <a:pathLst>
                <a:path w="2979" h="2823" extrusionOk="0">
                  <a:moveTo>
                    <a:pt x="1035" y="1"/>
                  </a:moveTo>
                  <a:cubicBezTo>
                    <a:pt x="471" y="1"/>
                    <a:pt x="1" y="471"/>
                    <a:pt x="1" y="1051"/>
                  </a:cubicBezTo>
                  <a:lnTo>
                    <a:pt x="1" y="1788"/>
                  </a:lnTo>
                  <a:cubicBezTo>
                    <a:pt x="1" y="2368"/>
                    <a:pt x="471" y="2822"/>
                    <a:pt x="1035" y="2822"/>
                  </a:cubicBezTo>
                  <a:lnTo>
                    <a:pt x="1929" y="2822"/>
                  </a:lnTo>
                  <a:cubicBezTo>
                    <a:pt x="2509" y="2822"/>
                    <a:pt x="2979" y="2368"/>
                    <a:pt x="2979" y="1788"/>
                  </a:cubicBezTo>
                  <a:lnTo>
                    <a:pt x="2979" y="1051"/>
                  </a:lnTo>
                  <a:cubicBezTo>
                    <a:pt x="2979" y="471"/>
                    <a:pt x="2509" y="1"/>
                    <a:pt x="19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1129;p30">
              <a:extLst>
                <a:ext uri="{FF2B5EF4-FFF2-40B4-BE49-F238E27FC236}">
                  <a16:creationId xmlns:a16="http://schemas.microsoft.com/office/drawing/2014/main" id="{83052893-16E3-3521-13AA-72B887C6F7F1}"/>
                </a:ext>
              </a:extLst>
            </p:cNvPr>
            <p:cNvSpPr/>
            <p:nvPr/>
          </p:nvSpPr>
          <p:spPr>
            <a:xfrm>
              <a:off x="4736475" y="3351575"/>
              <a:ext cx="74875" cy="70575"/>
            </a:xfrm>
            <a:custGeom>
              <a:avLst/>
              <a:gdLst/>
              <a:ahLst/>
              <a:cxnLst/>
              <a:rect l="l" t="t" r="r" b="b"/>
              <a:pathLst>
                <a:path w="2995" h="2823" extrusionOk="0">
                  <a:moveTo>
                    <a:pt x="1051" y="1"/>
                  </a:moveTo>
                  <a:cubicBezTo>
                    <a:pt x="471" y="1"/>
                    <a:pt x="0" y="471"/>
                    <a:pt x="0" y="1051"/>
                  </a:cubicBezTo>
                  <a:lnTo>
                    <a:pt x="0" y="1788"/>
                  </a:lnTo>
                  <a:cubicBezTo>
                    <a:pt x="0" y="2368"/>
                    <a:pt x="471" y="2822"/>
                    <a:pt x="1051"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1130;p30">
              <a:extLst>
                <a:ext uri="{FF2B5EF4-FFF2-40B4-BE49-F238E27FC236}">
                  <a16:creationId xmlns:a16="http://schemas.microsoft.com/office/drawing/2014/main" id="{D6BE779B-6568-313F-4106-067DF7E0BC0C}"/>
                </a:ext>
              </a:extLst>
            </p:cNvPr>
            <p:cNvSpPr/>
            <p:nvPr/>
          </p:nvSpPr>
          <p:spPr>
            <a:xfrm>
              <a:off x="4628325" y="3351575"/>
              <a:ext cx="74475" cy="70575"/>
            </a:xfrm>
            <a:custGeom>
              <a:avLst/>
              <a:gdLst/>
              <a:ahLst/>
              <a:cxnLst/>
              <a:rect l="l" t="t" r="r" b="b"/>
              <a:pathLst>
                <a:path w="2979" h="2823" extrusionOk="0">
                  <a:moveTo>
                    <a:pt x="1051" y="1"/>
                  </a:moveTo>
                  <a:cubicBezTo>
                    <a:pt x="471" y="1"/>
                    <a:pt x="0" y="471"/>
                    <a:pt x="0" y="1051"/>
                  </a:cubicBezTo>
                  <a:lnTo>
                    <a:pt x="0" y="1788"/>
                  </a:lnTo>
                  <a:cubicBezTo>
                    <a:pt x="0" y="2368"/>
                    <a:pt x="471" y="2822"/>
                    <a:pt x="1051" y="2822"/>
                  </a:cubicBezTo>
                  <a:lnTo>
                    <a:pt x="1944" y="2822"/>
                  </a:lnTo>
                  <a:cubicBezTo>
                    <a:pt x="2508" y="2822"/>
                    <a:pt x="2978" y="2368"/>
                    <a:pt x="2978" y="1788"/>
                  </a:cubicBezTo>
                  <a:lnTo>
                    <a:pt x="2978" y="1051"/>
                  </a:lnTo>
                  <a:cubicBezTo>
                    <a:pt x="2978" y="471"/>
                    <a:pt x="2508"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1131;p30">
              <a:extLst>
                <a:ext uri="{FF2B5EF4-FFF2-40B4-BE49-F238E27FC236}">
                  <a16:creationId xmlns:a16="http://schemas.microsoft.com/office/drawing/2014/main" id="{573BA231-A222-FEB9-344A-A7B242180AFD}"/>
                </a:ext>
              </a:extLst>
            </p:cNvPr>
            <p:cNvSpPr/>
            <p:nvPr/>
          </p:nvSpPr>
          <p:spPr>
            <a:xfrm>
              <a:off x="4519775" y="3351575"/>
              <a:ext cx="74875" cy="70575"/>
            </a:xfrm>
            <a:custGeom>
              <a:avLst/>
              <a:gdLst/>
              <a:ahLst/>
              <a:cxnLst/>
              <a:rect l="l" t="t" r="r" b="b"/>
              <a:pathLst>
                <a:path w="2995" h="2823" extrusionOk="0">
                  <a:moveTo>
                    <a:pt x="1051" y="1"/>
                  </a:moveTo>
                  <a:cubicBezTo>
                    <a:pt x="471" y="1"/>
                    <a:pt x="1" y="471"/>
                    <a:pt x="1" y="1051"/>
                  </a:cubicBezTo>
                  <a:lnTo>
                    <a:pt x="1" y="1788"/>
                  </a:lnTo>
                  <a:cubicBezTo>
                    <a:pt x="1" y="2368"/>
                    <a:pt x="471" y="2822"/>
                    <a:pt x="1051"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1132;p30">
              <a:extLst>
                <a:ext uri="{FF2B5EF4-FFF2-40B4-BE49-F238E27FC236}">
                  <a16:creationId xmlns:a16="http://schemas.microsoft.com/office/drawing/2014/main" id="{2B906406-61A8-E489-D563-38F1205A87CC}"/>
                </a:ext>
              </a:extLst>
            </p:cNvPr>
            <p:cNvSpPr/>
            <p:nvPr/>
          </p:nvSpPr>
          <p:spPr>
            <a:xfrm>
              <a:off x="4411625" y="3351575"/>
              <a:ext cx="74475" cy="70575"/>
            </a:xfrm>
            <a:custGeom>
              <a:avLst/>
              <a:gdLst/>
              <a:ahLst/>
              <a:cxnLst/>
              <a:rect l="l" t="t" r="r" b="b"/>
              <a:pathLst>
                <a:path w="2979" h="2823" extrusionOk="0">
                  <a:moveTo>
                    <a:pt x="1035" y="1"/>
                  </a:moveTo>
                  <a:cubicBezTo>
                    <a:pt x="471" y="1"/>
                    <a:pt x="0" y="471"/>
                    <a:pt x="0" y="1051"/>
                  </a:cubicBezTo>
                  <a:lnTo>
                    <a:pt x="0" y="1788"/>
                  </a:lnTo>
                  <a:cubicBezTo>
                    <a:pt x="0" y="2368"/>
                    <a:pt x="471" y="2822"/>
                    <a:pt x="1035" y="2822"/>
                  </a:cubicBezTo>
                  <a:lnTo>
                    <a:pt x="1928" y="2822"/>
                  </a:lnTo>
                  <a:cubicBezTo>
                    <a:pt x="2508" y="2822"/>
                    <a:pt x="2979" y="2368"/>
                    <a:pt x="2979" y="1788"/>
                  </a:cubicBezTo>
                  <a:lnTo>
                    <a:pt x="2979" y="1051"/>
                  </a:lnTo>
                  <a:cubicBezTo>
                    <a:pt x="2979" y="471"/>
                    <a:pt x="2508" y="1"/>
                    <a:pt x="192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1133;p30">
              <a:extLst>
                <a:ext uri="{FF2B5EF4-FFF2-40B4-BE49-F238E27FC236}">
                  <a16:creationId xmlns:a16="http://schemas.microsoft.com/office/drawing/2014/main" id="{CB2E377F-6021-0F7F-084B-DECCD14B1E27}"/>
                </a:ext>
              </a:extLst>
            </p:cNvPr>
            <p:cNvSpPr/>
            <p:nvPr/>
          </p:nvSpPr>
          <p:spPr>
            <a:xfrm>
              <a:off x="4303075" y="3351575"/>
              <a:ext cx="74875" cy="70575"/>
            </a:xfrm>
            <a:custGeom>
              <a:avLst/>
              <a:gdLst/>
              <a:ahLst/>
              <a:cxnLst/>
              <a:rect l="l" t="t" r="r" b="b"/>
              <a:pathLst>
                <a:path w="2995" h="2823" extrusionOk="0">
                  <a:moveTo>
                    <a:pt x="1051" y="1"/>
                  </a:moveTo>
                  <a:cubicBezTo>
                    <a:pt x="471" y="1"/>
                    <a:pt x="1" y="471"/>
                    <a:pt x="1" y="1051"/>
                  </a:cubicBezTo>
                  <a:lnTo>
                    <a:pt x="1" y="1788"/>
                  </a:lnTo>
                  <a:cubicBezTo>
                    <a:pt x="1" y="2368"/>
                    <a:pt x="471" y="2822"/>
                    <a:pt x="1051"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1134;p30">
              <a:extLst>
                <a:ext uri="{FF2B5EF4-FFF2-40B4-BE49-F238E27FC236}">
                  <a16:creationId xmlns:a16="http://schemas.microsoft.com/office/drawing/2014/main" id="{140E009D-5A95-A067-8769-B5782DC92C70}"/>
                </a:ext>
              </a:extLst>
            </p:cNvPr>
            <p:cNvSpPr/>
            <p:nvPr/>
          </p:nvSpPr>
          <p:spPr>
            <a:xfrm>
              <a:off x="4194925" y="3351575"/>
              <a:ext cx="74475" cy="70575"/>
            </a:xfrm>
            <a:custGeom>
              <a:avLst/>
              <a:gdLst/>
              <a:ahLst/>
              <a:cxnLst/>
              <a:rect l="l" t="t" r="r" b="b"/>
              <a:pathLst>
                <a:path w="2979" h="2823" extrusionOk="0">
                  <a:moveTo>
                    <a:pt x="1035" y="1"/>
                  </a:moveTo>
                  <a:cubicBezTo>
                    <a:pt x="471" y="1"/>
                    <a:pt x="1" y="471"/>
                    <a:pt x="1" y="1051"/>
                  </a:cubicBezTo>
                  <a:lnTo>
                    <a:pt x="1" y="1788"/>
                  </a:lnTo>
                  <a:cubicBezTo>
                    <a:pt x="1" y="2368"/>
                    <a:pt x="471" y="2822"/>
                    <a:pt x="1035" y="2822"/>
                  </a:cubicBezTo>
                  <a:lnTo>
                    <a:pt x="1928" y="2822"/>
                  </a:lnTo>
                  <a:cubicBezTo>
                    <a:pt x="2508" y="2822"/>
                    <a:pt x="2979" y="2368"/>
                    <a:pt x="2979" y="1788"/>
                  </a:cubicBezTo>
                  <a:lnTo>
                    <a:pt x="2979" y="1051"/>
                  </a:lnTo>
                  <a:cubicBezTo>
                    <a:pt x="2979" y="471"/>
                    <a:pt x="2508" y="1"/>
                    <a:pt x="192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1135;p30">
              <a:extLst>
                <a:ext uri="{FF2B5EF4-FFF2-40B4-BE49-F238E27FC236}">
                  <a16:creationId xmlns:a16="http://schemas.microsoft.com/office/drawing/2014/main" id="{6A507227-5C82-D90B-84E6-D42C05966C39}"/>
                </a:ext>
              </a:extLst>
            </p:cNvPr>
            <p:cNvSpPr/>
            <p:nvPr/>
          </p:nvSpPr>
          <p:spPr>
            <a:xfrm>
              <a:off x="4086375" y="3351575"/>
              <a:ext cx="74875" cy="70575"/>
            </a:xfrm>
            <a:custGeom>
              <a:avLst/>
              <a:gdLst/>
              <a:ahLst/>
              <a:cxnLst/>
              <a:rect l="l" t="t" r="r" b="b"/>
              <a:pathLst>
                <a:path w="2995" h="2823" extrusionOk="0">
                  <a:moveTo>
                    <a:pt x="1051" y="1"/>
                  </a:moveTo>
                  <a:cubicBezTo>
                    <a:pt x="471" y="1"/>
                    <a:pt x="1" y="471"/>
                    <a:pt x="1" y="1051"/>
                  </a:cubicBezTo>
                  <a:lnTo>
                    <a:pt x="1" y="1788"/>
                  </a:lnTo>
                  <a:cubicBezTo>
                    <a:pt x="1" y="2368"/>
                    <a:pt x="471" y="2822"/>
                    <a:pt x="1051" y="2822"/>
                  </a:cubicBezTo>
                  <a:lnTo>
                    <a:pt x="1944" y="2822"/>
                  </a:lnTo>
                  <a:cubicBezTo>
                    <a:pt x="2524" y="2822"/>
                    <a:pt x="2995" y="2368"/>
                    <a:pt x="2995" y="1788"/>
                  </a:cubicBezTo>
                  <a:lnTo>
                    <a:pt x="2995" y="1051"/>
                  </a:lnTo>
                  <a:cubicBezTo>
                    <a:pt x="2995"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1136;p30">
              <a:extLst>
                <a:ext uri="{FF2B5EF4-FFF2-40B4-BE49-F238E27FC236}">
                  <a16:creationId xmlns:a16="http://schemas.microsoft.com/office/drawing/2014/main" id="{0A0809B8-D0A8-469A-8589-C2A5EC3DAFDB}"/>
                </a:ext>
              </a:extLst>
            </p:cNvPr>
            <p:cNvSpPr/>
            <p:nvPr/>
          </p:nvSpPr>
          <p:spPr>
            <a:xfrm>
              <a:off x="4570325" y="2631750"/>
              <a:ext cx="2293575" cy="582700"/>
            </a:xfrm>
            <a:custGeom>
              <a:avLst/>
              <a:gdLst/>
              <a:ahLst/>
              <a:cxnLst/>
              <a:rect l="l" t="t" r="r" b="b"/>
              <a:pathLst>
                <a:path w="91743" h="23308" extrusionOk="0">
                  <a:moveTo>
                    <a:pt x="23857" y="188"/>
                  </a:moveTo>
                  <a:cubicBezTo>
                    <a:pt x="21694" y="658"/>
                    <a:pt x="19813" y="1944"/>
                    <a:pt x="17854" y="2947"/>
                  </a:cubicBezTo>
                  <a:lnTo>
                    <a:pt x="17854" y="2947"/>
                  </a:lnTo>
                  <a:cubicBezTo>
                    <a:pt x="15001" y="4420"/>
                    <a:pt x="11835" y="5376"/>
                    <a:pt x="8637" y="5282"/>
                  </a:cubicBezTo>
                  <a:lnTo>
                    <a:pt x="8637" y="5282"/>
                  </a:lnTo>
                  <a:cubicBezTo>
                    <a:pt x="5440" y="5204"/>
                    <a:pt x="2211" y="4013"/>
                    <a:pt x="1" y="1709"/>
                  </a:cubicBezTo>
                  <a:lnTo>
                    <a:pt x="1" y="1709"/>
                  </a:lnTo>
                  <a:cubicBezTo>
                    <a:pt x="251" y="3339"/>
                    <a:pt x="1458" y="4467"/>
                    <a:pt x="2963" y="5173"/>
                  </a:cubicBezTo>
                  <a:lnTo>
                    <a:pt x="2963" y="5173"/>
                  </a:lnTo>
                  <a:cubicBezTo>
                    <a:pt x="6082" y="6615"/>
                    <a:pt x="9672" y="7022"/>
                    <a:pt x="13026" y="6286"/>
                  </a:cubicBezTo>
                  <a:lnTo>
                    <a:pt x="13026" y="6286"/>
                  </a:lnTo>
                  <a:cubicBezTo>
                    <a:pt x="15910" y="5643"/>
                    <a:pt x="18559" y="4232"/>
                    <a:pt x="21365" y="3323"/>
                  </a:cubicBezTo>
                  <a:lnTo>
                    <a:pt x="21365" y="3323"/>
                  </a:lnTo>
                  <a:cubicBezTo>
                    <a:pt x="24170" y="2414"/>
                    <a:pt x="27384" y="2069"/>
                    <a:pt x="29954" y="3511"/>
                  </a:cubicBezTo>
                  <a:lnTo>
                    <a:pt x="29954" y="3511"/>
                  </a:lnTo>
                  <a:cubicBezTo>
                    <a:pt x="31804" y="4546"/>
                    <a:pt x="33058" y="6364"/>
                    <a:pt x="34735" y="7649"/>
                  </a:cubicBezTo>
                  <a:lnTo>
                    <a:pt x="34735" y="7649"/>
                  </a:lnTo>
                  <a:cubicBezTo>
                    <a:pt x="39108" y="11051"/>
                    <a:pt x="45440" y="10330"/>
                    <a:pt x="50629" y="8386"/>
                  </a:cubicBezTo>
                  <a:lnTo>
                    <a:pt x="50629" y="8386"/>
                  </a:lnTo>
                  <a:cubicBezTo>
                    <a:pt x="52274" y="7775"/>
                    <a:pt x="53905" y="7038"/>
                    <a:pt x="55644" y="6803"/>
                  </a:cubicBezTo>
                  <a:lnTo>
                    <a:pt x="55644" y="6803"/>
                  </a:lnTo>
                  <a:cubicBezTo>
                    <a:pt x="57384" y="6552"/>
                    <a:pt x="59312" y="6897"/>
                    <a:pt x="60550" y="8135"/>
                  </a:cubicBezTo>
                  <a:lnTo>
                    <a:pt x="60550" y="8135"/>
                  </a:lnTo>
                  <a:cubicBezTo>
                    <a:pt x="61851" y="9452"/>
                    <a:pt x="62149" y="11489"/>
                    <a:pt x="63340" y="12916"/>
                  </a:cubicBezTo>
                  <a:lnTo>
                    <a:pt x="63340" y="12916"/>
                  </a:lnTo>
                  <a:cubicBezTo>
                    <a:pt x="64516" y="14326"/>
                    <a:pt x="66413" y="14922"/>
                    <a:pt x="68231" y="15126"/>
                  </a:cubicBezTo>
                  <a:lnTo>
                    <a:pt x="68231" y="15126"/>
                  </a:lnTo>
                  <a:cubicBezTo>
                    <a:pt x="73215" y="15690"/>
                    <a:pt x="76648" y="12571"/>
                    <a:pt x="81397" y="12383"/>
                  </a:cubicBezTo>
                  <a:lnTo>
                    <a:pt x="81397" y="12383"/>
                  </a:lnTo>
                  <a:cubicBezTo>
                    <a:pt x="83200" y="12305"/>
                    <a:pt x="85081" y="12712"/>
                    <a:pt x="86476" y="13841"/>
                  </a:cubicBezTo>
                  <a:lnTo>
                    <a:pt x="86476" y="13841"/>
                  </a:lnTo>
                  <a:cubicBezTo>
                    <a:pt x="87479" y="14656"/>
                    <a:pt x="88169" y="15800"/>
                    <a:pt x="88796" y="16944"/>
                  </a:cubicBezTo>
                  <a:lnTo>
                    <a:pt x="88796" y="16944"/>
                  </a:lnTo>
                  <a:cubicBezTo>
                    <a:pt x="89877" y="18935"/>
                    <a:pt x="90833" y="21051"/>
                    <a:pt x="91225" y="23292"/>
                  </a:cubicBezTo>
                  <a:lnTo>
                    <a:pt x="91225" y="23292"/>
                  </a:lnTo>
                  <a:lnTo>
                    <a:pt x="91398" y="23308"/>
                  </a:lnTo>
                  <a:cubicBezTo>
                    <a:pt x="91742" y="20048"/>
                    <a:pt x="91492" y="16631"/>
                    <a:pt x="89940" y="13747"/>
                  </a:cubicBezTo>
                  <a:lnTo>
                    <a:pt x="89940" y="13747"/>
                  </a:lnTo>
                  <a:cubicBezTo>
                    <a:pt x="88388" y="10862"/>
                    <a:pt x="85332" y="8637"/>
                    <a:pt x="82056" y="8746"/>
                  </a:cubicBezTo>
                  <a:lnTo>
                    <a:pt x="82056" y="8746"/>
                  </a:lnTo>
                  <a:cubicBezTo>
                    <a:pt x="79846" y="8809"/>
                    <a:pt x="77808" y="9891"/>
                    <a:pt x="75723" y="10643"/>
                  </a:cubicBezTo>
                  <a:lnTo>
                    <a:pt x="75723" y="10643"/>
                  </a:lnTo>
                  <a:cubicBezTo>
                    <a:pt x="73544" y="11411"/>
                    <a:pt x="71240" y="11819"/>
                    <a:pt x="68936" y="11850"/>
                  </a:cubicBezTo>
                  <a:lnTo>
                    <a:pt x="68936" y="11850"/>
                  </a:lnTo>
                  <a:cubicBezTo>
                    <a:pt x="67745" y="11881"/>
                    <a:pt x="66491" y="11787"/>
                    <a:pt x="65425" y="11223"/>
                  </a:cubicBezTo>
                  <a:lnTo>
                    <a:pt x="65425" y="11223"/>
                  </a:lnTo>
                  <a:cubicBezTo>
                    <a:pt x="63654" y="10314"/>
                    <a:pt x="62714" y="8370"/>
                    <a:pt x="61334" y="6944"/>
                  </a:cubicBezTo>
                  <a:lnTo>
                    <a:pt x="61334" y="6944"/>
                  </a:lnTo>
                  <a:cubicBezTo>
                    <a:pt x="57839" y="3370"/>
                    <a:pt x="51977" y="3574"/>
                    <a:pt x="47243" y="5188"/>
                  </a:cubicBezTo>
                  <a:lnTo>
                    <a:pt x="47243" y="5188"/>
                  </a:lnTo>
                  <a:cubicBezTo>
                    <a:pt x="45064" y="5925"/>
                    <a:pt x="42838" y="6913"/>
                    <a:pt x="40581" y="6521"/>
                  </a:cubicBezTo>
                  <a:lnTo>
                    <a:pt x="40581" y="6521"/>
                  </a:lnTo>
                  <a:cubicBezTo>
                    <a:pt x="39030" y="6239"/>
                    <a:pt x="37682" y="5345"/>
                    <a:pt x="36381" y="4452"/>
                  </a:cubicBezTo>
                  <a:lnTo>
                    <a:pt x="36381" y="4452"/>
                  </a:lnTo>
                  <a:cubicBezTo>
                    <a:pt x="33152" y="2273"/>
                    <a:pt x="29515" y="0"/>
                    <a:pt x="25738" y="0"/>
                  </a:cubicBezTo>
                  <a:lnTo>
                    <a:pt x="25738" y="0"/>
                  </a:lnTo>
                  <a:cubicBezTo>
                    <a:pt x="25111" y="0"/>
                    <a:pt x="24484" y="63"/>
                    <a:pt x="23857" y="188"/>
                  </a:cubicBezTo>
                </a:path>
              </a:pathLst>
            </a:custGeom>
            <a:solidFill>
              <a:srgbClr val="FFFFFF">
                <a:alpha val="410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 name="Google Shape;294;p36">
            <a:extLst>
              <a:ext uri="{FF2B5EF4-FFF2-40B4-BE49-F238E27FC236}">
                <a16:creationId xmlns:a16="http://schemas.microsoft.com/office/drawing/2014/main" id="{A913721C-9337-3B69-D70C-D930DF98593C}"/>
              </a:ext>
            </a:extLst>
          </p:cNvPr>
          <p:cNvSpPr txBox="1">
            <a:spLocks/>
          </p:cNvSpPr>
          <p:nvPr/>
        </p:nvSpPr>
        <p:spPr>
          <a:xfrm>
            <a:off x="571198" y="155677"/>
            <a:ext cx="7704000" cy="57270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400" b="1" dirty="0">
                <a:solidFill>
                  <a:srgbClr val="002060"/>
                </a:solidFill>
              </a:rPr>
              <a:t>Cleaning &amp; preprocessing</a:t>
            </a:r>
            <a:r>
              <a:rPr lang="en-US" sz="2400" b="1" dirty="0">
                <a:solidFill>
                  <a:srgbClr val="002060"/>
                </a:solidFill>
                <a:latin typeface="+mj-lt"/>
              </a:rPr>
              <a:t> </a:t>
            </a:r>
            <a:r>
              <a:rPr lang="en-US" sz="2400" b="1" dirty="0">
                <a:solidFill>
                  <a:srgbClr val="002060"/>
                </a:solidFill>
              </a:rPr>
              <a:t>Process</a:t>
            </a:r>
          </a:p>
        </p:txBody>
      </p:sp>
      <p:sp>
        <p:nvSpPr>
          <p:cNvPr id="46" name="Slide Number Placeholder 45">
            <a:extLst>
              <a:ext uri="{FF2B5EF4-FFF2-40B4-BE49-F238E27FC236}">
                <a16:creationId xmlns:a16="http://schemas.microsoft.com/office/drawing/2014/main" id="{97CBC1AD-70AA-1A43-762A-BD32778BC0E6}"/>
              </a:ext>
            </a:extLst>
          </p:cNvPr>
          <p:cNvSpPr>
            <a:spLocks noGrp="1"/>
          </p:cNvSpPr>
          <p:nvPr>
            <p:ph type="sldNum" sz="quarter" idx="12"/>
          </p:nvPr>
        </p:nvSpPr>
        <p:spPr/>
        <p:txBody>
          <a:bodyPr/>
          <a:lstStyle/>
          <a:p>
            <a:endParaRPr lang="en-US" dirty="0"/>
          </a:p>
        </p:txBody>
      </p:sp>
      <p:sp>
        <p:nvSpPr>
          <p:cNvPr id="9" name="Callout: Down Arrow 8">
            <a:extLst>
              <a:ext uri="{FF2B5EF4-FFF2-40B4-BE49-F238E27FC236}">
                <a16:creationId xmlns:a16="http://schemas.microsoft.com/office/drawing/2014/main" id="{3166CEAB-21F2-2D2D-FE86-DA660DA9979C}"/>
              </a:ext>
            </a:extLst>
          </p:cNvPr>
          <p:cNvSpPr/>
          <p:nvPr/>
        </p:nvSpPr>
        <p:spPr>
          <a:xfrm>
            <a:off x="6885413" y="759954"/>
            <a:ext cx="1756271" cy="2132667"/>
          </a:xfrm>
          <a:prstGeom prst="downArrowCallout">
            <a:avLst>
              <a:gd name="adj1" fmla="val 10907"/>
              <a:gd name="adj2" fmla="val 13733"/>
              <a:gd name="adj3" fmla="val 25000"/>
              <a:gd name="adj4" fmla="val 33771"/>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ts val="2750"/>
              </a:lnSpc>
            </a:pPr>
            <a:r>
              <a:rPr lang="en-US" dirty="0">
                <a:solidFill>
                  <a:schemeClr val="bg1"/>
                </a:solidFill>
                <a:latin typeface="Congenial" panose="020F0502020204030204" pitchFamily="2" charset="0"/>
                <a:ea typeface="Crimson Pro Bold" pitchFamily="34" charset="-122"/>
                <a:cs typeface="Crimson Pro Bold" pitchFamily="34" charset="-120"/>
              </a:rPr>
              <a:t>Add Columns</a:t>
            </a:r>
          </a:p>
          <a:p>
            <a:pPr algn="ctr"/>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3" presetClass="path" presetSubtype="0" accel="50000" decel="50000" fill="hold" nodeType="afterEffect">
                                  <p:stCondLst>
                                    <p:cond delay="0"/>
                                  </p:stCondLst>
                                  <p:childTnLst>
                                    <p:animMotion origin="layout" path="M -0.25 4.32099E-6 L 0.27483 4.32099E-6 " pathEditMode="relative" rAng="0" ptsTypes="AA">
                                      <p:cBhvr>
                                        <p:cTn id="6" dur="1000" fill="hold"/>
                                        <p:tgtEl>
                                          <p:spTgt spid="25"/>
                                        </p:tgtEl>
                                        <p:attrNameLst>
                                          <p:attrName>ppt_x</p:attrName>
                                          <p:attrName>ppt_y</p:attrName>
                                        </p:attrNameLst>
                                      </p:cBhvr>
                                      <p:rCtr x="26250" y="0"/>
                                    </p:animMotion>
                                  </p:childTnLst>
                                </p:cTn>
                              </p:par>
                            </p:childTnLst>
                          </p:cTn>
                        </p:par>
                        <p:par>
                          <p:cTn id="7" fill="hold">
                            <p:stCondLst>
                              <p:cond delay="1000"/>
                            </p:stCondLst>
                            <p:childTnLst>
                              <p:par>
                                <p:cTn id="8" presetID="42" presetClass="entr" presetSubtype="0" fill="hold" grpId="0" nodeType="after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500"/>
                                        <p:tgtEl>
                                          <p:spTgt spid="20"/>
                                        </p:tgtEl>
                                      </p:cBhvr>
                                    </p:animEffect>
                                    <p:anim calcmode="lin" valueType="num">
                                      <p:cBhvr>
                                        <p:cTn id="11" dur="500" fill="hold"/>
                                        <p:tgtEl>
                                          <p:spTgt spid="20"/>
                                        </p:tgtEl>
                                        <p:attrNameLst>
                                          <p:attrName>ppt_x</p:attrName>
                                        </p:attrNameLst>
                                      </p:cBhvr>
                                      <p:tavLst>
                                        <p:tav tm="0">
                                          <p:val>
                                            <p:strVal val="#ppt_x"/>
                                          </p:val>
                                        </p:tav>
                                        <p:tav tm="100000">
                                          <p:val>
                                            <p:strVal val="#ppt_x"/>
                                          </p:val>
                                        </p:tav>
                                      </p:tavLst>
                                    </p:anim>
                                    <p:anim calcmode="lin" valueType="num">
                                      <p:cBhvr>
                                        <p:cTn id="12" dur="500" fill="hold"/>
                                        <p:tgtEl>
                                          <p:spTgt spid="20"/>
                                        </p:tgtEl>
                                        <p:attrNameLst>
                                          <p:attrName>ppt_y</p:attrName>
                                        </p:attrNameLst>
                                      </p:cBhvr>
                                      <p:tavLst>
                                        <p:tav tm="0">
                                          <p:val>
                                            <p:strVal val="#ppt_y+.1"/>
                                          </p:val>
                                        </p:tav>
                                        <p:tav tm="100000">
                                          <p:val>
                                            <p:strVal val="#ppt_y"/>
                                          </p:val>
                                        </p:tav>
                                      </p:tavLst>
                                    </p:anim>
                                  </p:childTnLst>
                                </p:cTn>
                              </p:par>
                            </p:childTnLst>
                          </p:cTn>
                        </p:par>
                        <p:par>
                          <p:cTn id="13" fill="hold">
                            <p:stCondLst>
                              <p:cond delay="1500"/>
                            </p:stCondLst>
                            <p:childTnLst>
                              <p:par>
                                <p:cTn id="14" presetID="63" presetClass="path" presetSubtype="0" accel="50000" decel="50000" fill="hold" nodeType="afterEffect">
                                  <p:stCondLst>
                                    <p:cond delay="0"/>
                                  </p:stCondLst>
                                  <p:childTnLst>
                                    <p:animMotion origin="layout" path="M 0.27483 4.32099E-6 L 0.43628 -2.96296E-6 " pathEditMode="relative" rAng="0" ptsTypes="AA">
                                      <p:cBhvr>
                                        <p:cTn id="15" dur="1000" fill="hold"/>
                                        <p:tgtEl>
                                          <p:spTgt spid="25"/>
                                        </p:tgtEl>
                                        <p:attrNameLst>
                                          <p:attrName>ppt_x</p:attrName>
                                          <p:attrName>ppt_y</p:attrName>
                                        </p:attrNameLst>
                                      </p:cBhvr>
                                      <p:rCtr x="6701" y="31"/>
                                    </p:animMotion>
                                  </p:childTnLst>
                                </p:cTn>
                              </p:par>
                            </p:childTnLst>
                          </p:cTn>
                        </p:par>
                        <p:par>
                          <p:cTn id="16" fill="hold">
                            <p:stCondLst>
                              <p:cond delay="2500"/>
                            </p:stCondLst>
                            <p:childTnLst>
                              <p:par>
                                <p:cTn id="17" presetID="42" presetClass="entr" presetSubtype="0" fill="hold" grpId="0" nodeType="afterEffect">
                                  <p:stCondLst>
                                    <p:cond delay="0"/>
                                  </p:stCondLst>
                                  <p:childTnLst>
                                    <p:set>
                                      <p:cBhvr>
                                        <p:cTn id="18" dur="1" fill="hold">
                                          <p:stCondLst>
                                            <p:cond delay="0"/>
                                          </p:stCondLst>
                                        </p:cTn>
                                        <p:tgtEl>
                                          <p:spTgt spid="21"/>
                                        </p:tgtEl>
                                        <p:attrNameLst>
                                          <p:attrName>style.visibility</p:attrName>
                                        </p:attrNameLst>
                                      </p:cBhvr>
                                      <p:to>
                                        <p:strVal val="visible"/>
                                      </p:to>
                                    </p:set>
                                    <p:animEffect transition="in" filter="fade">
                                      <p:cBhvr>
                                        <p:cTn id="19" dur="500"/>
                                        <p:tgtEl>
                                          <p:spTgt spid="21"/>
                                        </p:tgtEl>
                                      </p:cBhvr>
                                    </p:animEffect>
                                    <p:anim calcmode="lin" valueType="num">
                                      <p:cBhvr>
                                        <p:cTn id="20" dur="500" fill="hold"/>
                                        <p:tgtEl>
                                          <p:spTgt spid="21"/>
                                        </p:tgtEl>
                                        <p:attrNameLst>
                                          <p:attrName>ppt_x</p:attrName>
                                        </p:attrNameLst>
                                      </p:cBhvr>
                                      <p:tavLst>
                                        <p:tav tm="0">
                                          <p:val>
                                            <p:strVal val="#ppt_x"/>
                                          </p:val>
                                        </p:tav>
                                        <p:tav tm="100000">
                                          <p:val>
                                            <p:strVal val="#ppt_x"/>
                                          </p:val>
                                        </p:tav>
                                      </p:tavLst>
                                    </p:anim>
                                    <p:anim calcmode="lin" valueType="num">
                                      <p:cBhvr>
                                        <p:cTn id="21" dur="500" fill="hold"/>
                                        <p:tgtEl>
                                          <p:spTgt spid="21"/>
                                        </p:tgtEl>
                                        <p:attrNameLst>
                                          <p:attrName>ppt_y</p:attrName>
                                        </p:attrNameLst>
                                      </p:cBhvr>
                                      <p:tavLst>
                                        <p:tav tm="0">
                                          <p:val>
                                            <p:strVal val="#ppt_y+.1"/>
                                          </p:val>
                                        </p:tav>
                                        <p:tav tm="100000">
                                          <p:val>
                                            <p:strVal val="#ppt_y"/>
                                          </p:val>
                                        </p:tav>
                                      </p:tavLst>
                                    </p:anim>
                                  </p:childTnLst>
                                </p:cTn>
                              </p:par>
                            </p:childTnLst>
                          </p:cTn>
                        </p:par>
                        <p:par>
                          <p:cTn id="22" fill="hold">
                            <p:stCondLst>
                              <p:cond delay="3000"/>
                            </p:stCondLst>
                            <p:childTnLst>
                              <p:par>
                                <p:cTn id="23" presetID="63" presetClass="path" presetSubtype="0" accel="50000" decel="50000" fill="hold" nodeType="afterEffect">
                                  <p:stCondLst>
                                    <p:cond delay="0"/>
                                  </p:stCondLst>
                                  <p:childTnLst>
                                    <p:animMotion origin="layout" path="M 0.43628 9.87654E-7 L 0.55764 -0.00093 " pathEditMode="relative" rAng="0" ptsTypes="AA">
                                      <p:cBhvr>
                                        <p:cTn id="24" dur="1000" fill="hold"/>
                                        <p:tgtEl>
                                          <p:spTgt spid="25"/>
                                        </p:tgtEl>
                                        <p:attrNameLst>
                                          <p:attrName>ppt_x</p:attrName>
                                          <p:attrName>ppt_y</p:attrName>
                                        </p:attrNameLst>
                                      </p:cBhvr>
                                      <p:rCtr x="7014" y="-463"/>
                                    </p:animMotion>
                                  </p:childTnLst>
                                </p:cTn>
                              </p:par>
                            </p:childTnLst>
                          </p:cTn>
                        </p:par>
                        <p:par>
                          <p:cTn id="25" fill="hold">
                            <p:stCondLst>
                              <p:cond delay="4000"/>
                            </p:stCondLst>
                            <p:childTnLst>
                              <p:par>
                                <p:cTn id="26" presetID="42" presetClass="entr" presetSubtype="0" fill="hold" grpId="0" nodeType="afterEffect">
                                  <p:stCondLst>
                                    <p:cond delay="0"/>
                                  </p:stCondLst>
                                  <p:childTnLst>
                                    <p:set>
                                      <p:cBhvr>
                                        <p:cTn id="27" dur="1" fill="hold">
                                          <p:stCondLst>
                                            <p:cond delay="0"/>
                                          </p:stCondLst>
                                        </p:cTn>
                                        <p:tgtEl>
                                          <p:spTgt spid="22"/>
                                        </p:tgtEl>
                                        <p:attrNameLst>
                                          <p:attrName>style.visibility</p:attrName>
                                        </p:attrNameLst>
                                      </p:cBhvr>
                                      <p:to>
                                        <p:strVal val="visible"/>
                                      </p:to>
                                    </p:set>
                                    <p:animEffect transition="in" filter="fade">
                                      <p:cBhvr>
                                        <p:cTn id="28" dur="500"/>
                                        <p:tgtEl>
                                          <p:spTgt spid="22"/>
                                        </p:tgtEl>
                                      </p:cBhvr>
                                    </p:animEffect>
                                    <p:anim calcmode="lin" valueType="num">
                                      <p:cBhvr>
                                        <p:cTn id="29" dur="500" fill="hold"/>
                                        <p:tgtEl>
                                          <p:spTgt spid="22"/>
                                        </p:tgtEl>
                                        <p:attrNameLst>
                                          <p:attrName>ppt_x</p:attrName>
                                        </p:attrNameLst>
                                      </p:cBhvr>
                                      <p:tavLst>
                                        <p:tav tm="0">
                                          <p:val>
                                            <p:strVal val="#ppt_x"/>
                                          </p:val>
                                        </p:tav>
                                        <p:tav tm="100000">
                                          <p:val>
                                            <p:strVal val="#ppt_x"/>
                                          </p:val>
                                        </p:tav>
                                      </p:tavLst>
                                    </p:anim>
                                    <p:anim calcmode="lin" valueType="num">
                                      <p:cBhvr>
                                        <p:cTn id="30" dur="500" fill="hold"/>
                                        <p:tgtEl>
                                          <p:spTgt spid="22"/>
                                        </p:tgtEl>
                                        <p:attrNameLst>
                                          <p:attrName>ppt_y</p:attrName>
                                        </p:attrNameLst>
                                      </p:cBhvr>
                                      <p:tavLst>
                                        <p:tav tm="0">
                                          <p:val>
                                            <p:strVal val="#ppt_y+.1"/>
                                          </p:val>
                                        </p:tav>
                                        <p:tav tm="100000">
                                          <p:val>
                                            <p:strVal val="#ppt_y"/>
                                          </p:val>
                                        </p:tav>
                                      </p:tavLst>
                                    </p:anim>
                                  </p:childTnLst>
                                </p:cTn>
                              </p:par>
                            </p:childTnLst>
                          </p:cTn>
                        </p:par>
                        <p:par>
                          <p:cTn id="31" fill="hold">
                            <p:stCondLst>
                              <p:cond delay="4500"/>
                            </p:stCondLst>
                            <p:childTnLst>
                              <p:par>
                                <p:cTn id="32" presetID="63" presetClass="path" presetSubtype="0" accel="50000" decel="50000" fill="hold" nodeType="afterEffect">
                                  <p:stCondLst>
                                    <p:cond delay="0"/>
                                  </p:stCondLst>
                                  <p:childTnLst>
                                    <p:animMotion origin="layout" path="M 0.55764 -0.00093 L 0.71528 -0.00093 " pathEditMode="relative" rAng="0" ptsTypes="AA">
                                      <p:cBhvr>
                                        <p:cTn id="33" dur="1000" fill="hold"/>
                                        <p:tgtEl>
                                          <p:spTgt spid="25"/>
                                        </p:tgtEl>
                                        <p:attrNameLst>
                                          <p:attrName>ppt_x</p:attrName>
                                          <p:attrName>ppt_y</p:attrName>
                                        </p:attrNameLst>
                                      </p:cBhvr>
                                      <p:rCtr x="8594" y="0"/>
                                    </p:animMotion>
                                  </p:childTnLst>
                                </p:cTn>
                              </p:par>
                            </p:childTnLst>
                          </p:cTn>
                        </p:par>
                        <p:par>
                          <p:cTn id="34" fill="hold">
                            <p:stCondLst>
                              <p:cond delay="5500"/>
                            </p:stCondLst>
                            <p:childTnLst>
                              <p:par>
                                <p:cTn id="35" presetID="42" presetClass="entr" presetSubtype="0" fill="hold" grpId="0" nodeType="afterEffect">
                                  <p:stCondLst>
                                    <p:cond delay="0"/>
                                  </p:stCondLst>
                                  <p:childTnLst>
                                    <p:set>
                                      <p:cBhvr>
                                        <p:cTn id="36" dur="1" fill="hold">
                                          <p:stCondLst>
                                            <p:cond delay="0"/>
                                          </p:stCondLst>
                                        </p:cTn>
                                        <p:tgtEl>
                                          <p:spTgt spid="23"/>
                                        </p:tgtEl>
                                        <p:attrNameLst>
                                          <p:attrName>style.visibility</p:attrName>
                                        </p:attrNameLst>
                                      </p:cBhvr>
                                      <p:to>
                                        <p:strVal val="visible"/>
                                      </p:to>
                                    </p:set>
                                    <p:animEffect transition="in" filter="fade">
                                      <p:cBhvr>
                                        <p:cTn id="37" dur="500"/>
                                        <p:tgtEl>
                                          <p:spTgt spid="23"/>
                                        </p:tgtEl>
                                      </p:cBhvr>
                                    </p:animEffect>
                                    <p:anim calcmode="lin" valueType="num">
                                      <p:cBhvr>
                                        <p:cTn id="38" dur="500" fill="hold"/>
                                        <p:tgtEl>
                                          <p:spTgt spid="23"/>
                                        </p:tgtEl>
                                        <p:attrNameLst>
                                          <p:attrName>ppt_x</p:attrName>
                                        </p:attrNameLst>
                                      </p:cBhvr>
                                      <p:tavLst>
                                        <p:tav tm="0">
                                          <p:val>
                                            <p:strVal val="#ppt_x"/>
                                          </p:val>
                                        </p:tav>
                                        <p:tav tm="100000">
                                          <p:val>
                                            <p:strVal val="#ppt_x"/>
                                          </p:val>
                                        </p:tav>
                                      </p:tavLst>
                                    </p:anim>
                                    <p:anim calcmode="lin" valueType="num">
                                      <p:cBhvr>
                                        <p:cTn id="39" dur="500" fill="hold"/>
                                        <p:tgtEl>
                                          <p:spTgt spid="23"/>
                                        </p:tgtEl>
                                        <p:attrNameLst>
                                          <p:attrName>ppt_y</p:attrName>
                                        </p:attrNameLst>
                                      </p:cBhvr>
                                      <p:tavLst>
                                        <p:tav tm="0">
                                          <p:val>
                                            <p:strVal val="#ppt_y+.1"/>
                                          </p:val>
                                        </p:tav>
                                        <p:tav tm="100000">
                                          <p:val>
                                            <p:strVal val="#ppt_y"/>
                                          </p:val>
                                        </p:tav>
                                      </p:tavLst>
                                    </p:anim>
                                  </p:childTnLst>
                                </p:cTn>
                              </p:par>
                            </p:childTnLst>
                          </p:cTn>
                        </p:par>
                        <p:par>
                          <p:cTn id="40" fill="hold">
                            <p:stCondLst>
                              <p:cond delay="6000"/>
                            </p:stCondLst>
                            <p:childTnLst>
                              <p:par>
                                <p:cTn id="41" presetID="63" presetClass="path" presetSubtype="0" accel="50000" decel="50000" fill="hold" nodeType="afterEffect">
                                  <p:stCondLst>
                                    <p:cond delay="0"/>
                                  </p:stCondLst>
                                  <p:childTnLst>
                                    <p:animMotion origin="layout" path="M 0.71528 -0.00093 L 0.85226 -0.00093 " pathEditMode="relative" rAng="0" ptsTypes="AA">
                                      <p:cBhvr>
                                        <p:cTn id="42" dur="1000" fill="hold"/>
                                        <p:tgtEl>
                                          <p:spTgt spid="25"/>
                                        </p:tgtEl>
                                        <p:attrNameLst>
                                          <p:attrName>ppt_x</p:attrName>
                                          <p:attrName>ppt_y</p:attrName>
                                        </p:attrNameLst>
                                      </p:cBhvr>
                                      <p:rCtr x="6840" y="31"/>
                                    </p:animMotion>
                                  </p:childTnLst>
                                </p:cTn>
                              </p:par>
                            </p:childTnLst>
                          </p:cTn>
                        </p:par>
                        <p:par>
                          <p:cTn id="43" fill="hold">
                            <p:stCondLst>
                              <p:cond delay="7000"/>
                            </p:stCondLst>
                            <p:childTnLst>
                              <p:par>
                                <p:cTn id="44" presetID="42" presetClass="entr" presetSubtype="0" fill="hold" grpId="0" nodeType="afterEffect">
                                  <p:stCondLst>
                                    <p:cond delay="0"/>
                                  </p:stCondLst>
                                  <p:childTnLst>
                                    <p:set>
                                      <p:cBhvr>
                                        <p:cTn id="45" dur="1" fill="hold">
                                          <p:stCondLst>
                                            <p:cond delay="0"/>
                                          </p:stCondLst>
                                        </p:cTn>
                                        <p:tgtEl>
                                          <p:spTgt spid="24"/>
                                        </p:tgtEl>
                                        <p:attrNameLst>
                                          <p:attrName>style.visibility</p:attrName>
                                        </p:attrNameLst>
                                      </p:cBhvr>
                                      <p:to>
                                        <p:strVal val="visible"/>
                                      </p:to>
                                    </p:set>
                                    <p:animEffect transition="in" filter="fade">
                                      <p:cBhvr>
                                        <p:cTn id="46" dur="500"/>
                                        <p:tgtEl>
                                          <p:spTgt spid="24"/>
                                        </p:tgtEl>
                                      </p:cBhvr>
                                    </p:animEffect>
                                    <p:anim calcmode="lin" valueType="num">
                                      <p:cBhvr>
                                        <p:cTn id="47" dur="500" fill="hold"/>
                                        <p:tgtEl>
                                          <p:spTgt spid="24"/>
                                        </p:tgtEl>
                                        <p:attrNameLst>
                                          <p:attrName>ppt_x</p:attrName>
                                        </p:attrNameLst>
                                      </p:cBhvr>
                                      <p:tavLst>
                                        <p:tav tm="0">
                                          <p:val>
                                            <p:strVal val="#ppt_x"/>
                                          </p:val>
                                        </p:tav>
                                        <p:tav tm="100000">
                                          <p:val>
                                            <p:strVal val="#ppt_x"/>
                                          </p:val>
                                        </p:tav>
                                      </p:tavLst>
                                    </p:anim>
                                    <p:anim calcmode="lin" valueType="num">
                                      <p:cBhvr>
                                        <p:cTn id="48" dur="500" fill="hold"/>
                                        <p:tgtEl>
                                          <p:spTgt spid="24"/>
                                        </p:tgtEl>
                                        <p:attrNameLst>
                                          <p:attrName>ppt_y</p:attrName>
                                        </p:attrNameLst>
                                      </p:cBhvr>
                                      <p:tavLst>
                                        <p:tav tm="0">
                                          <p:val>
                                            <p:strVal val="#ppt_y+.1"/>
                                          </p:val>
                                        </p:tav>
                                        <p:tav tm="100000">
                                          <p:val>
                                            <p:strVal val="#ppt_y"/>
                                          </p:val>
                                        </p:tav>
                                      </p:tavLst>
                                    </p:anim>
                                  </p:childTnLst>
                                </p:cTn>
                              </p:par>
                            </p:childTnLst>
                          </p:cTn>
                        </p:par>
                        <p:par>
                          <p:cTn id="49" fill="hold">
                            <p:stCondLst>
                              <p:cond delay="7500"/>
                            </p:stCondLst>
                            <p:childTnLst>
                              <p:par>
                                <p:cTn id="50" presetID="63" presetClass="path" presetSubtype="0" accel="50000" decel="50000" fill="hold" nodeType="afterEffect">
                                  <p:stCondLst>
                                    <p:cond delay="0"/>
                                  </p:stCondLst>
                                  <p:childTnLst>
                                    <p:animMotion origin="layout" path="M 0.85226 -0.00093 L 0.98177 -0.00093 " pathEditMode="relative" rAng="0" ptsTypes="AA">
                                      <p:cBhvr>
                                        <p:cTn id="51" dur="1000" fill="hold"/>
                                        <p:tgtEl>
                                          <p:spTgt spid="25"/>
                                        </p:tgtEl>
                                        <p:attrNameLst>
                                          <p:attrName>ppt_x</p:attrName>
                                          <p:attrName>ppt_y</p:attrName>
                                        </p:attrNameLst>
                                      </p:cBhvr>
                                      <p:rCtr x="6476" y="0"/>
                                    </p:animMotion>
                                  </p:childTnLst>
                                </p:cTn>
                              </p:par>
                            </p:childTnLst>
                          </p:cTn>
                        </p:par>
                        <p:par>
                          <p:cTn id="52" fill="hold">
                            <p:stCondLst>
                              <p:cond delay="8500"/>
                            </p:stCondLst>
                            <p:childTnLst>
                              <p:par>
                                <p:cTn id="53" presetID="42" presetClass="entr" presetSubtype="0" fill="hold" grpId="0" nodeType="afterEffect">
                                  <p:stCondLst>
                                    <p:cond delay="0"/>
                                  </p:stCondLst>
                                  <p:childTnLst>
                                    <p:set>
                                      <p:cBhvr>
                                        <p:cTn id="54" dur="1" fill="hold">
                                          <p:stCondLst>
                                            <p:cond delay="0"/>
                                          </p:stCondLst>
                                        </p:cTn>
                                        <p:tgtEl>
                                          <p:spTgt spid="9"/>
                                        </p:tgtEl>
                                        <p:attrNameLst>
                                          <p:attrName>style.visibility</p:attrName>
                                        </p:attrNameLst>
                                      </p:cBhvr>
                                      <p:to>
                                        <p:strVal val="visible"/>
                                      </p:to>
                                    </p:set>
                                    <p:animEffect transition="in" filter="fade">
                                      <p:cBhvr>
                                        <p:cTn id="55" dur="500"/>
                                        <p:tgtEl>
                                          <p:spTgt spid="9"/>
                                        </p:tgtEl>
                                      </p:cBhvr>
                                    </p:animEffect>
                                    <p:anim calcmode="lin" valueType="num">
                                      <p:cBhvr>
                                        <p:cTn id="56" dur="500" fill="hold"/>
                                        <p:tgtEl>
                                          <p:spTgt spid="9"/>
                                        </p:tgtEl>
                                        <p:attrNameLst>
                                          <p:attrName>ppt_x</p:attrName>
                                        </p:attrNameLst>
                                      </p:cBhvr>
                                      <p:tavLst>
                                        <p:tav tm="0">
                                          <p:val>
                                            <p:strVal val="#ppt_x"/>
                                          </p:val>
                                        </p:tav>
                                        <p:tav tm="100000">
                                          <p:val>
                                            <p:strVal val="#ppt_x"/>
                                          </p:val>
                                        </p:tav>
                                      </p:tavLst>
                                    </p:anim>
                                    <p:anim calcmode="lin" valueType="num">
                                      <p:cBhvr>
                                        <p:cTn id="57" dur="500" fill="hold"/>
                                        <p:tgtEl>
                                          <p:spTgt spid="9"/>
                                        </p:tgtEl>
                                        <p:attrNameLst>
                                          <p:attrName>ppt_y</p:attrName>
                                        </p:attrNameLst>
                                      </p:cBhvr>
                                      <p:tavLst>
                                        <p:tav tm="0">
                                          <p:val>
                                            <p:strVal val="#ppt_y+.1"/>
                                          </p:val>
                                        </p:tav>
                                        <p:tav tm="100000">
                                          <p:val>
                                            <p:strVal val="#ppt_y"/>
                                          </p:val>
                                        </p:tav>
                                      </p:tavLst>
                                    </p:anim>
                                  </p:childTnLst>
                                </p:cTn>
                              </p:par>
                            </p:childTnLst>
                          </p:cTn>
                        </p:par>
                        <p:par>
                          <p:cTn id="58" fill="hold">
                            <p:stCondLst>
                              <p:cond delay="9000"/>
                            </p:stCondLst>
                            <p:childTnLst>
                              <p:par>
                                <p:cTn id="59" presetID="42" presetClass="path" presetSubtype="0" accel="50000" decel="50000" fill="hold" nodeType="afterEffect">
                                  <p:stCondLst>
                                    <p:cond delay="0"/>
                                  </p:stCondLst>
                                  <p:childTnLst>
                                    <p:animMotion origin="layout" path="M 0.98177 -0.00093 L 1.50486 4.32099E-6 " pathEditMode="relative" rAng="0" ptsTypes="AA">
                                      <p:cBhvr>
                                        <p:cTn id="60" dur="1000" fill="hold"/>
                                        <p:tgtEl>
                                          <p:spTgt spid="25"/>
                                        </p:tgtEl>
                                        <p:attrNameLst>
                                          <p:attrName>ppt_x</p:attrName>
                                          <p:attrName>ppt_y</p:attrName>
                                        </p:attrNameLst>
                                      </p:cBhvr>
                                      <p:rCtr x="26146" y="31"/>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P spid="22" grpId="0" animBg="1"/>
      <p:bldP spid="23" grpId="0" animBg="1"/>
      <p:bldP spid="24" grpId="0" animBg="1"/>
      <p:bldP spid="9"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94"/>
        <p:cNvGrpSpPr/>
        <p:nvPr/>
      </p:nvGrpSpPr>
      <p:grpSpPr>
        <a:xfrm>
          <a:off x="0" y="0"/>
          <a:ext cx="0" cy="0"/>
          <a:chOff x="0" y="0"/>
          <a:chExt cx="0" cy="0"/>
        </a:xfrm>
      </p:grpSpPr>
      <p:sp>
        <p:nvSpPr>
          <p:cNvPr id="1095" name="Google Shape;1095;p30"/>
          <p:cNvSpPr/>
          <p:nvPr/>
        </p:nvSpPr>
        <p:spPr>
          <a:xfrm>
            <a:off x="340050" y="3140250"/>
            <a:ext cx="8867716" cy="2936625"/>
          </a:xfrm>
          <a:custGeom>
            <a:avLst/>
            <a:gdLst/>
            <a:ahLst/>
            <a:cxnLst/>
            <a:rect l="l" t="t" r="r" b="b"/>
            <a:pathLst>
              <a:path w="208861" h="117465" extrusionOk="0">
                <a:moveTo>
                  <a:pt x="183045" y="1"/>
                </a:moveTo>
                <a:cubicBezTo>
                  <a:pt x="112165" y="1"/>
                  <a:pt x="135646" y="29390"/>
                  <a:pt x="94030" y="29390"/>
                </a:cubicBezTo>
                <a:cubicBezTo>
                  <a:pt x="65942" y="29390"/>
                  <a:pt x="66005" y="6271"/>
                  <a:pt x="37023" y="6271"/>
                </a:cubicBezTo>
                <a:cubicBezTo>
                  <a:pt x="8025" y="6271"/>
                  <a:pt x="0" y="28215"/>
                  <a:pt x="0" y="28215"/>
                </a:cubicBezTo>
                <a:lnTo>
                  <a:pt x="0" y="117464"/>
                </a:lnTo>
                <a:lnTo>
                  <a:pt x="208860" y="117464"/>
                </a:lnTo>
                <a:lnTo>
                  <a:pt x="208860" y="22337"/>
                </a:lnTo>
                <a:cubicBezTo>
                  <a:pt x="208860" y="22337"/>
                  <a:pt x="208860" y="1"/>
                  <a:pt x="183045" y="1"/>
                </a:cubicBezTo>
                <a:close/>
              </a:path>
            </a:pathLst>
          </a:custGeom>
          <a:solidFill>
            <a:srgbClr val="FFFFFF">
              <a:alpha val="410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342;p37">
            <a:extLst>
              <a:ext uri="{FF2B5EF4-FFF2-40B4-BE49-F238E27FC236}">
                <a16:creationId xmlns:a16="http://schemas.microsoft.com/office/drawing/2014/main" id="{531D09E9-FDBE-47E3-4CE5-F17F5F5273AD}"/>
              </a:ext>
            </a:extLst>
          </p:cNvPr>
          <p:cNvSpPr txBox="1">
            <a:spLocks/>
          </p:cNvSpPr>
          <p:nvPr/>
        </p:nvSpPr>
        <p:spPr>
          <a:xfrm>
            <a:off x="4188151" y="1214259"/>
            <a:ext cx="4955849" cy="43507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1400"/>
              <a:buFont typeface="Raleway"/>
              <a:buNone/>
              <a:defRPr sz="1200" b="0" i="0" u="none" strike="noStrike" cap="none">
                <a:solidFill>
                  <a:schemeClr val="dk1"/>
                </a:solidFill>
                <a:latin typeface="Raleway"/>
                <a:ea typeface="Raleway"/>
                <a:cs typeface="Raleway"/>
                <a:sym typeface="Raleway"/>
              </a:defRPr>
            </a:lvl1pPr>
            <a:lvl2pPr marL="914400" marR="0" lvl="1" indent="-317500" algn="ctr" rtl="0">
              <a:lnSpc>
                <a:spcPct val="100000"/>
              </a:lnSpc>
              <a:spcBef>
                <a:spcPts val="0"/>
              </a:spcBef>
              <a:spcAft>
                <a:spcPts val="0"/>
              </a:spcAft>
              <a:buClr>
                <a:schemeClr val="dk1"/>
              </a:buClr>
              <a:buSzPts val="1400"/>
              <a:buFont typeface="Raleway"/>
              <a:buNone/>
              <a:defRPr sz="1400" b="0" i="0" u="none" strike="noStrike" cap="none">
                <a:solidFill>
                  <a:schemeClr val="dk1"/>
                </a:solidFill>
                <a:latin typeface="Raleway"/>
                <a:ea typeface="Raleway"/>
                <a:cs typeface="Raleway"/>
                <a:sym typeface="Raleway"/>
              </a:defRPr>
            </a:lvl2pPr>
            <a:lvl3pPr marL="1371600" marR="0" lvl="2" indent="-317500" algn="ctr" rtl="0">
              <a:lnSpc>
                <a:spcPct val="100000"/>
              </a:lnSpc>
              <a:spcBef>
                <a:spcPts val="1600"/>
              </a:spcBef>
              <a:spcAft>
                <a:spcPts val="0"/>
              </a:spcAft>
              <a:buClr>
                <a:schemeClr val="dk1"/>
              </a:buClr>
              <a:buSzPts val="1400"/>
              <a:buFont typeface="Raleway"/>
              <a:buNone/>
              <a:defRPr sz="1400" b="0" i="0" u="none" strike="noStrike" cap="none">
                <a:solidFill>
                  <a:schemeClr val="dk1"/>
                </a:solidFill>
                <a:latin typeface="Raleway"/>
                <a:ea typeface="Raleway"/>
                <a:cs typeface="Raleway"/>
                <a:sym typeface="Raleway"/>
              </a:defRPr>
            </a:lvl3pPr>
            <a:lvl4pPr marL="1828800" marR="0" lvl="3" indent="-317500" algn="ctr" rtl="0">
              <a:lnSpc>
                <a:spcPct val="100000"/>
              </a:lnSpc>
              <a:spcBef>
                <a:spcPts val="1600"/>
              </a:spcBef>
              <a:spcAft>
                <a:spcPts val="0"/>
              </a:spcAft>
              <a:buClr>
                <a:schemeClr val="dk1"/>
              </a:buClr>
              <a:buSzPts val="1400"/>
              <a:buFont typeface="Raleway"/>
              <a:buNone/>
              <a:defRPr sz="1400" b="0" i="0" u="none" strike="noStrike" cap="none">
                <a:solidFill>
                  <a:schemeClr val="dk1"/>
                </a:solidFill>
                <a:latin typeface="Raleway"/>
                <a:ea typeface="Raleway"/>
                <a:cs typeface="Raleway"/>
                <a:sym typeface="Raleway"/>
              </a:defRPr>
            </a:lvl4pPr>
            <a:lvl5pPr marL="2286000" marR="0" lvl="4" indent="-317500" algn="ctr" rtl="0">
              <a:lnSpc>
                <a:spcPct val="100000"/>
              </a:lnSpc>
              <a:spcBef>
                <a:spcPts val="1600"/>
              </a:spcBef>
              <a:spcAft>
                <a:spcPts val="0"/>
              </a:spcAft>
              <a:buClr>
                <a:schemeClr val="dk1"/>
              </a:buClr>
              <a:buSzPts val="1400"/>
              <a:buFont typeface="Raleway"/>
              <a:buNone/>
              <a:defRPr sz="1400" b="0" i="0" u="none" strike="noStrike" cap="none">
                <a:solidFill>
                  <a:schemeClr val="dk1"/>
                </a:solidFill>
                <a:latin typeface="Raleway"/>
                <a:ea typeface="Raleway"/>
                <a:cs typeface="Raleway"/>
                <a:sym typeface="Raleway"/>
              </a:defRPr>
            </a:lvl5pPr>
            <a:lvl6pPr marL="2743200" marR="0" lvl="5" indent="-317500" algn="ctr" rtl="0">
              <a:lnSpc>
                <a:spcPct val="100000"/>
              </a:lnSpc>
              <a:spcBef>
                <a:spcPts val="1600"/>
              </a:spcBef>
              <a:spcAft>
                <a:spcPts val="0"/>
              </a:spcAft>
              <a:buClr>
                <a:schemeClr val="dk1"/>
              </a:buClr>
              <a:buSzPts val="1400"/>
              <a:buFont typeface="Raleway"/>
              <a:buNone/>
              <a:defRPr sz="1400" b="0" i="0" u="none" strike="noStrike" cap="none">
                <a:solidFill>
                  <a:schemeClr val="dk1"/>
                </a:solidFill>
                <a:latin typeface="Raleway"/>
                <a:ea typeface="Raleway"/>
                <a:cs typeface="Raleway"/>
                <a:sym typeface="Raleway"/>
              </a:defRPr>
            </a:lvl6pPr>
            <a:lvl7pPr marL="3200400" marR="0" lvl="6" indent="-317500" algn="ctr" rtl="0">
              <a:lnSpc>
                <a:spcPct val="100000"/>
              </a:lnSpc>
              <a:spcBef>
                <a:spcPts val="1600"/>
              </a:spcBef>
              <a:spcAft>
                <a:spcPts val="0"/>
              </a:spcAft>
              <a:buClr>
                <a:schemeClr val="dk1"/>
              </a:buClr>
              <a:buSzPts val="1400"/>
              <a:buFont typeface="Raleway"/>
              <a:buNone/>
              <a:defRPr sz="1400" b="0" i="0" u="none" strike="noStrike" cap="none">
                <a:solidFill>
                  <a:schemeClr val="dk1"/>
                </a:solidFill>
                <a:latin typeface="Raleway"/>
                <a:ea typeface="Raleway"/>
                <a:cs typeface="Raleway"/>
                <a:sym typeface="Raleway"/>
              </a:defRPr>
            </a:lvl7pPr>
            <a:lvl8pPr marL="3657600" marR="0" lvl="7" indent="-317500" algn="ctr" rtl="0">
              <a:lnSpc>
                <a:spcPct val="100000"/>
              </a:lnSpc>
              <a:spcBef>
                <a:spcPts val="1600"/>
              </a:spcBef>
              <a:spcAft>
                <a:spcPts val="0"/>
              </a:spcAft>
              <a:buClr>
                <a:schemeClr val="dk1"/>
              </a:buClr>
              <a:buSzPts val="1400"/>
              <a:buFont typeface="Raleway"/>
              <a:buNone/>
              <a:defRPr sz="1400" b="0" i="0" u="none" strike="noStrike" cap="none">
                <a:solidFill>
                  <a:schemeClr val="dk1"/>
                </a:solidFill>
                <a:latin typeface="Raleway"/>
                <a:ea typeface="Raleway"/>
                <a:cs typeface="Raleway"/>
                <a:sym typeface="Raleway"/>
              </a:defRPr>
            </a:lvl8pPr>
            <a:lvl9pPr marL="4114800" marR="0" lvl="8" indent="-317500" algn="ctr" rtl="0">
              <a:lnSpc>
                <a:spcPct val="100000"/>
              </a:lnSpc>
              <a:spcBef>
                <a:spcPts val="1600"/>
              </a:spcBef>
              <a:spcAft>
                <a:spcPts val="1600"/>
              </a:spcAft>
              <a:buClr>
                <a:schemeClr val="dk1"/>
              </a:buClr>
              <a:buSzPts val="1400"/>
              <a:buFont typeface="Raleway"/>
              <a:buNone/>
              <a:defRPr sz="1400" b="0" i="0" u="none" strike="noStrike" cap="none">
                <a:solidFill>
                  <a:schemeClr val="dk1"/>
                </a:solidFill>
                <a:latin typeface="Raleway"/>
                <a:ea typeface="Raleway"/>
                <a:cs typeface="Raleway"/>
                <a:sym typeface="Raleway"/>
              </a:defRPr>
            </a:lvl9pPr>
          </a:lstStyle>
          <a:p>
            <a:pPr marL="285750" indent="-285750">
              <a:buFont typeface="Arial" panose="020B0604020202020204" pitchFamily="34" charset="0"/>
              <a:buChar char="•"/>
            </a:pPr>
            <a:r>
              <a:rPr lang="en-US" sz="1800" dirty="0">
                <a:solidFill>
                  <a:schemeClr val="bg2">
                    <a:lumMod val="10000"/>
                  </a:schemeClr>
                </a:solidFill>
                <a:latin typeface="Abel" panose="02000506030000020004" pitchFamily="2" charset="0"/>
                <a:ea typeface="Crimson Pro Bold"/>
              </a:rPr>
              <a:t>Reason for Delay </a:t>
            </a:r>
            <a:r>
              <a:rPr lang="en-US" sz="1800" dirty="0">
                <a:solidFill>
                  <a:srgbClr val="002060"/>
                </a:solidFill>
                <a:latin typeface="Abel" panose="02000506030000020004" pitchFamily="2" charset="0"/>
                <a:ea typeface="Crimson Pro Bold"/>
              </a:rPr>
              <a:t>-&gt; </a:t>
            </a:r>
            <a:r>
              <a:rPr lang="en-US" sz="1800" b="1" dirty="0">
                <a:solidFill>
                  <a:srgbClr val="002060"/>
                </a:solidFill>
                <a:latin typeface="Abel" panose="02000506030000020004" pitchFamily="2" charset="0"/>
                <a:ea typeface="Crimson Pro Bold"/>
              </a:rPr>
              <a:t>No Delay</a:t>
            </a:r>
          </a:p>
          <a:p>
            <a:pPr marL="285750" indent="-285750">
              <a:buFont typeface="Arial" panose="020B0604020202020204" pitchFamily="34" charset="0"/>
              <a:buChar char="•"/>
            </a:pPr>
            <a:endParaRPr lang="en-US" sz="1800" dirty="0">
              <a:solidFill>
                <a:srgbClr val="00B050"/>
              </a:solidFill>
              <a:latin typeface="Abel" panose="02000506030000020004" pitchFamily="2" charset="0"/>
              <a:ea typeface="Crimson Pro Bold"/>
            </a:endParaRPr>
          </a:p>
          <a:p>
            <a:pPr marL="285750" indent="-285750">
              <a:buFont typeface="Arial" panose="020B0604020202020204" pitchFamily="34" charset="0"/>
              <a:buChar char="•"/>
            </a:pPr>
            <a:r>
              <a:rPr lang="en-US" sz="1800" dirty="0">
                <a:solidFill>
                  <a:schemeClr val="bg2">
                    <a:lumMod val="10000"/>
                  </a:schemeClr>
                </a:solidFill>
                <a:latin typeface="Abel" panose="02000506030000020004" pitchFamily="2" charset="0"/>
                <a:ea typeface="Crimson Pro Bold"/>
              </a:rPr>
              <a:t>Actual Arrival Time </a:t>
            </a:r>
            <a:r>
              <a:rPr lang="en-US" sz="1800" dirty="0">
                <a:solidFill>
                  <a:srgbClr val="002060"/>
                </a:solidFill>
                <a:latin typeface="Abel" panose="02000506030000020004" pitchFamily="2" charset="0"/>
                <a:ea typeface="Crimson Pro Bold"/>
              </a:rPr>
              <a:t>-&gt; </a:t>
            </a:r>
            <a:r>
              <a:rPr lang="en-US" sz="1800" b="1" dirty="0">
                <a:solidFill>
                  <a:srgbClr val="002060"/>
                </a:solidFill>
                <a:latin typeface="Abel" panose="02000506030000020004" pitchFamily="2" charset="0"/>
                <a:ea typeface="Crimson Pro Bold"/>
              </a:rPr>
              <a:t>canceled Journey</a:t>
            </a:r>
          </a:p>
          <a:p>
            <a:pPr marL="0" indent="0"/>
            <a:endParaRPr lang="en-US" sz="1800" dirty="0">
              <a:solidFill>
                <a:srgbClr val="00B050"/>
              </a:solidFill>
              <a:latin typeface="Abel" panose="02000506030000020004" pitchFamily="2" charset="0"/>
              <a:ea typeface="Crimson Pro Bold"/>
            </a:endParaRPr>
          </a:p>
          <a:p>
            <a:pPr marL="0" indent="0"/>
            <a:r>
              <a:rPr lang="en-US" sz="1800" dirty="0">
                <a:solidFill>
                  <a:srgbClr val="002060"/>
                </a:solidFill>
                <a:latin typeface="Abel" panose="02000506030000020004" pitchFamily="2" charset="0"/>
                <a:ea typeface="Crimson Pro Bold"/>
              </a:rPr>
              <a:t>So</a:t>
            </a:r>
            <a:r>
              <a:rPr lang="en-US" sz="1800" dirty="0">
                <a:solidFill>
                  <a:srgbClr val="00B050"/>
                </a:solidFill>
                <a:latin typeface="Abel" panose="02000506030000020004" pitchFamily="2" charset="0"/>
                <a:ea typeface="Crimson Pro Bold"/>
              </a:rPr>
              <a:t> </a:t>
            </a:r>
            <a:r>
              <a:rPr lang="en-US" sz="1800" dirty="0">
                <a:solidFill>
                  <a:schemeClr val="bg2">
                    <a:lumMod val="10000"/>
                  </a:schemeClr>
                </a:solidFill>
                <a:latin typeface="Abel" panose="02000506030000020004" pitchFamily="2" charset="0"/>
                <a:ea typeface="Crimson Pro Bold"/>
              </a:rPr>
              <a:t>Null Values Here Is Logically Correct and no changes needed</a:t>
            </a:r>
          </a:p>
          <a:p>
            <a:pPr marL="0" indent="0"/>
            <a:endParaRPr lang="en-US" sz="1800" dirty="0">
              <a:solidFill>
                <a:schemeClr val="tx1"/>
              </a:solidFill>
              <a:latin typeface="Abel" panose="02000506030000020004" pitchFamily="2" charset="0"/>
              <a:ea typeface="Crimson Pro Bold"/>
            </a:endParaRPr>
          </a:p>
          <a:p>
            <a:pPr marL="0" indent="0"/>
            <a:endParaRPr lang="en-US" sz="1800" dirty="0">
              <a:solidFill>
                <a:srgbClr val="00B050"/>
              </a:solidFill>
              <a:latin typeface="Abel" panose="02000506030000020004" pitchFamily="2" charset="0"/>
              <a:ea typeface="Crimson Pro Bold"/>
            </a:endParaRPr>
          </a:p>
          <a:p>
            <a:pPr marL="285750" indent="-285750">
              <a:buFont typeface="Arial" panose="020B0604020202020204" pitchFamily="34" charset="0"/>
              <a:buChar char="•"/>
            </a:pPr>
            <a:r>
              <a:rPr lang="en-US" sz="1800" dirty="0" err="1">
                <a:solidFill>
                  <a:schemeClr val="bg2">
                    <a:lumMod val="10000"/>
                  </a:schemeClr>
                </a:solidFill>
                <a:latin typeface="Abel" panose="02000506030000020004" pitchFamily="2" charset="0"/>
                <a:ea typeface="Crimson Pro Bold"/>
              </a:rPr>
              <a:t>Railcard</a:t>
            </a:r>
            <a:r>
              <a:rPr lang="en-US" sz="1800" dirty="0">
                <a:solidFill>
                  <a:schemeClr val="bg2">
                    <a:lumMod val="10000"/>
                  </a:schemeClr>
                </a:solidFill>
                <a:latin typeface="Abel" panose="02000506030000020004" pitchFamily="2" charset="0"/>
                <a:ea typeface="Crimson Pro Bold"/>
              </a:rPr>
              <a:t> -&gt; Changed To </a:t>
            </a:r>
            <a:r>
              <a:rPr lang="en-US" sz="1800" b="1" dirty="0">
                <a:solidFill>
                  <a:srgbClr val="002060"/>
                </a:solidFill>
                <a:latin typeface="Abel" panose="02000506030000020004" pitchFamily="2" charset="0"/>
                <a:ea typeface="Crimson Pro Bold"/>
              </a:rPr>
              <a:t>No </a:t>
            </a:r>
            <a:r>
              <a:rPr lang="en-US" sz="1800" b="1" dirty="0" err="1">
                <a:solidFill>
                  <a:srgbClr val="002060"/>
                </a:solidFill>
                <a:latin typeface="Abel" panose="02000506030000020004" pitchFamily="2" charset="0"/>
                <a:ea typeface="Crimson Pro Bold"/>
              </a:rPr>
              <a:t>Railcard</a:t>
            </a:r>
            <a:endParaRPr lang="en-US" sz="1800" b="1" dirty="0">
              <a:solidFill>
                <a:srgbClr val="002060"/>
              </a:solidFill>
              <a:latin typeface="Abel" panose="02000506030000020004" pitchFamily="2" charset="0"/>
              <a:ea typeface="Crimson Pro Bold"/>
            </a:endParaRPr>
          </a:p>
          <a:p>
            <a:pPr marL="0" indent="0"/>
            <a:r>
              <a:rPr lang="en-US" sz="2800" dirty="0">
                <a:latin typeface="Crimson Pro Bold"/>
                <a:ea typeface="Crimson Pro Bold"/>
              </a:rPr>
              <a:t> </a:t>
            </a:r>
          </a:p>
        </p:txBody>
      </p:sp>
      <p:sp>
        <p:nvSpPr>
          <p:cNvPr id="1097" name="Google Shape;1097;p30"/>
          <p:cNvSpPr/>
          <p:nvPr/>
        </p:nvSpPr>
        <p:spPr>
          <a:xfrm>
            <a:off x="-8925" y="2012525"/>
            <a:ext cx="1866825" cy="2352350"/>
          </a:xfrm>
          <a:custGeom>
            <a:avLst/>
            <a:gdLst/>
            <a:ahLst/>
            <a:cxnLst/>
            <a:rect l="l" t="t" r="r" b="b"/>
            <a:pathLst>
              <a:path w="74673" h="94094" extrusionOk="0">
                <a:moveTo>
                  <a:pt x="0" y="1"/>
                </a:moveTo>
                <a:cubicBezTo>
                  <a:pt x="0" y="1"/>
                  <a:pt x="784" y="10565"/>
                  <a:pt x="8104" y="15785"/>
                </a:cubicBezTo>
                <a:cubicBezTo>
                  <a:pt x="15408" y="21004"/>
                  <a:pt x="1301" y="24672"/>
                  <a:pt x="8104" y="33027"/>
                </a:cubicBezTo>
                <a:cubicBezTo>
                  <a:pt x="14891" y="41381"/>
                  <a:pt x="32650" y="37494"/>
                  <a:pt x="36317" y="43623"/>
                </a:cubicBezTo>
                <a:cubicBezTo>
                  <a:pt x="39970" y="49751"/>
                  <a:pt x="27132" y="74046"/>
                  <a:pt x="33810" y="83843"/>
                </a:cubicBezTo>
                <a:cubicBezTo>
                  <a:pt x="40487" y="93639"/>
                  <a:pt x="46662" y="94094"/>
                  <a:pt x="46662" y="94094"/>
                </a:cubicBezTo>
                <a:lnTo>
                  <a:pt x="74672" y="59156"/>
                </a:lnTo>
                <a:close/>
              </a:path>
            </a:pathLst>
          </a:custGeom>
          <a:solidFill>
            <a:srgbClr val="FFFFFF">
              <a:alpha val="410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98" name="Google Shape;1098;p30"/>
          <p:cNvGrpSpPr/>
          <p:nvPr/>
        </p:nvGrpSpPr>
        <p:grpSpPr>
          <a:xfrm>
            <a:off x="1941675" y="4364875"/>
            <a:ext cx="853900" cy="770400"/>
            <a:chOff x="4219225" y="4330850"/>
            <a:chExt cx="853900" cy="770400"/>
          </a:xfrm>
          <a:solidFill>
            <a:srgbClr val="38761D"/>
          </a:solidFill>
        </p:grpSpPr>
        <p:grpSp>
          <p:nvGrpSpPr>
            <p:cNvPr id="1099" name="Google Shape;1099;p30"/>
            <p:cNvGrpSpPr/>
            <p:nvPr/>
          </p:nvGrpSpPr>
          <p:grpSpPr>
            <a:xfrm>
              <a:off x="4295625" y="4330850"/>
              <a:ext cx="777500" cy="770400"/>
              <a:chOff x="4295625" y="4330850"/>
              <a:chExt cx="777500" cy="770400"/>
            </a:xfrm>
            <a:grpFill/>
          </p:grpSpPr>
          <p:sp>
            <p:nvSpPr>
              <p:cNvPr id="1100" name="Google Shape;1100;p30"/>
              <p:cNvSpPr/>
              <p:nvPr/>
            </p:nvSpPr>
            <p:spPr>
              <a:xfrm>
                <a:off x="4603250" y="4588300"/>
                <a:ext cx="408325" cy="293525"/>
              </a:xfrm>
              <a:custGeom>
                <a:avLst/>
                <a:gdLst/>
                <a:ahLst/>
                <a:cxnLst/>
                <a:rect l="l" t="t" r="r" b="b"/>
                <a:pathLst>
                  <a:path w="16333" h="11741" extrusionOk="0">
                    <a:moveTo>
                      <a:pt x="8167" y="0"/>
                    </a:moveTo>
                    <a:cubicBezTo>
                      <a:pt x="8167" y="0"/>
                      <a:pt x="5549" y="9185"/>
                      <a:pt x="0" y="9185"/>
                    </a:cubicBezTo>
                    <a:cubicBezTo>
                      <a:pt x="0" y="9185"/>
                      <a:pt x="3260" y="11740"/>
                      <a:pt x="8167" y="11740"/>
                    </a:cubicBezTo>
                    <a:cubicBezTo>
                      <a:pt x="13073" y="11740"/>
                      <a:pt x="16333" y="9185"/>
                      <a:pt x="16333" y="9185"/>
                    </a:cubicBezTo>
                    <a:cubicBezTo>
                      <a:pt x="10784" y="9185"/>
                      <a:pt x="8167" y="0"/>
                      <a:pt x="816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01" name="Google Shape;1101;p30"/>
              <p:cNvGrpSpPr/>
              <p:nvPr/>
            </p:nvGrpSpPr>
            <p:grpSpPr>
              <a:xfrm>
                <a:off x="4295625" y="4330850"/>
                <a:ext cx="777500" cy="770400"/>
                <a:chOff x="4295625" y="4330850"/>
                <a:chExt cx="777500" cy="770400"/>
              </a:xfrm>
              <a:grpFill/>
            </p:grpSpPr>
            <p:sp>
              <p:nvSpPr>
                <p:cNvPr id="1102" name="Google Shape;1102;p30"/>
                <p:cNvSpPr/>
                <p:nvPr/>
              </p:nvSpPr>
              <p:spPr>
                <a:xfrm>
                  <a:off x="4637325" y="4508750"/>
                  <a:ext cx="340550" cy="244925"/>
                </a:xfrm>
                <a:custGeom>
                  <a:avLst/>
                  <a:gdLst/>
                  <a:ahLst/>
                  <a:cxnLst/>
                  <a:rect l="l" t="t" r="r" b="b"/>
                  <a:pathLst>
                    <a:path w="13622" h="9797" extrusionOk="0">
                      <a:moveTo>
                        <a:pt x="6804" y="0"/>
                      </a:moveTo>
                      <a:cubicBezTo>
                        <a:pt x="6804" y="0"/>
                        <a:pt x="4625" y="7665"/>
                        <a:pt x="1" y="7665"/>
                      </a:cubicBezTo>
                      <a:cubicBezTo>
                        <a:pt x="1" y="7665"/>
                        <a:pt x="2713" y="9797"/>
                        <a:pt x="6804" y="9797"/>
                      </a:cubicBezTo>
                      <a:cubicBezTo>
                        <a:pt x="10895" y="9797"/>
                        <a:pt x="13622" y="7665"/>
                        <a:pt x="13622" y="7665"/>
                      </a:cubicBezTo>
                      <a:cubicBezTo>
                        <a:pt x="8998" y="7665"/>
                        <a:pt x="6804" y="0"/>
                        <a:pt x="680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3" name="Google Shape;1103;p30"/>
                <p:cNvSpPr/>
                <p:nvPr/>
              </p:nvSpPr>
              <p:spPr>
                <a:xfrm>
                  <a:off x="4330900" y="4565175"/>
                  <a:ext cx="166175" cy="189675"/>
                </a:xfrm>
                <a:custGeom>
                  <a:avLst/>
                  <a:gdLst/>
                  <a:ahLst/>
                  <a:cxnLst/>
                  <a:rect l="l" t="t" r="r" b="b"/>
                  <a:pathLst>
                    <a:path w="6647" h="7587" extrusionOk="0">
                      <a:moveTo>
                        <a:pt x="3323" y="0"/>
                      </a:moveTo>
                      <a:cubicBezTo>
                        <a:pt x="3323" y="0"/>
                        <a:pt x="2461" y="6850"/>
                        <a:pt x="1" y="6850"/>
                      </a:cubicBezTo>
                      <a:cubicBezTo>
                        <a:pt x="1" y="6850"/>
                        <a:pt x="1286" y="7587"/>
                        <a:pt x="3323" y="7587"/>
                      </a:cubicBezTo>
                      <a:cubicBezTo>
                        <a:pt x="5361" y="7587"/>
                        <a:pt x="6646" y="6850"/>
                        <a:pt x="6646" y="6850"/>
                      </a:cubicBezTo>
                      <a:cubicBezTo>
                        <a:pt x="4186" y="6850"/>
                        <a:pt x="3323" y="0"/>
                        <a:pt x="3323"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04" name="Google Shape;1104;p30"/>
                <p:cNvGrpSpPr/>
                <p:nvPr/>
              </p:nvGrpSpPr>
              <p:grpSpPr>
                <a:xfrm>
                  <a:off x="4295625" y="4330850"/>
                  <a:ext cx="777500" cy="770400"/>
                  <a:chOff x="4295625" y="4330850"/>
                  <a:chExt cx="777500" cy="770400"/>
                </a:xfrm>
                <a:grpFill/>
              </p:grpSpPr>
              <p:sp>
                <p:nvSpPr>
                  <p:cNvPr id="1105" name="Google Shape;1105;p30"/>
                  <p:cNvSpPr/>
                  <p:nvPr/>
                </p:nvSpPr>
                <p:spPr>
                  <a:xfrm>
                    <a:off x="4688275" y="4330850"/>
                    <a:ext cx="238675" cy="272750"/>
                  </a:xfrm>
                  <a:custGeom>
                    <a:avLst/>
                    <a:gdLst/>
                    <a:ahLst/>
                    <a:cxnLst/>
                    <a:rect l="l" t="t" r="r" b="b"/>
                    <a:pathLst>
                      <a:path w="9547" h="10910" extrusionOk="0">
                        <a:moveTo>
                          <a:pt x="4766" y="0"/>
                        </a:moveTo>
                        <a:cubicBezTo>
                          <a:pt x="4766" y="0"/>
                          <a:pt x="3543" y="9843"/>
                          <a:pt x="1" y="9843"/>
                        </a:cubicBezTo>
                        <a:cubicBezTo>
                          <a:pt x="1" y="9843"/>
                          <a:pt x="1850" y="10909"/>
                          <a:pt x="4766" y="10909"/>
                        </a:cubicBezTo>
                        <a:cubicBezTo>
                          <a:pt x="7697" y="10909"/>
                          <a:pt x="9546" y="9843"/>
                          <a:pt x="9546" y="9843"/>
                        </a:cubicBezTo>
                        <a:cubicBezTo>
                          <a:pt x="6004" y="9843"/>
                          <a:pt x="4766" y="0"/>
                          <a:pt x="4766"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6" name="Google Shape;1106;p30"/>
                  <p:cNvSpPr/>
                  <p:nvPr/>
                </p:nvSpPr>
                <p:spPr>
                  <a:xfrm>
                    <a:off x="4513550" y="4699175"/>
                    <a:ext cx="559575" cy="402075"/>
                  </a:xfrm>
                  <a:custGeom>
                    <a:avLst/>
                    <a:gdLst/>
                    <a:ahLst/>
                    <a:cxnLst/>
                    <a:rect l="l" t="t" r="r" b="b"/>
                    <a:pathLst>
                      <a:path w="22383" h="16083" extrusionOk="0">
                        <a:moveTo>
                          <a:pt x="11192" y="1"/>
                        </a:moveTo>
                        <a:cubicBezTo>
                          <a:pt x="11192" y="1"/>
                          <a:pt x="7618" y="12587"/>
                          <a:pt x="0" y="12587"/>
                        </a:cubicBezTo>
                        <a:cubicBezTo>
                          <a:pt x="0" y="12587"/>
                          <a:pt x="4483" y="16083"/>
                          <a:pt x="11192" y="16083"/>
                        </a:cubicBezTo>
                        <a:cubicBezTo>
                          <a:pt x="17916" y="16083"/>
                          <a:pt x="22383" y="12587"/>
                          <a:pt x="22383" y="12587"/>
                        </a:cubicBezTo>
                        <a:cubicBezTo>
                          <a:pt x="14781" y="12587"/>
                          <a:pt x="11192" y="1"/>
                          <a:pt x="1119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7" name="Google Shape;1107;p30"/>
                  <p:cNvSpPr/>
                  <p:nvPr/>
                </p:nvSpPr>
                <p:spPr>
                  <a:xfrm>
                    <a:off x="4295625" y="4689000"/>
                    <a:ext cx="237100" cy="170475"/>
                  </a:xfrm>
                  <a:custGeom>
                    <a:avLst/>
                    <a:gdLst/>
                    <a:ahLst/>
                    <a:cxnLst/>
                    <a:rect l="l" t="t" r="r" b="b"/>
                    <a:pathLst>
                      <a:path w="9484" h="6819" extrusionOk="0">
                        <a:moveTo>
                          <a:pt x="4734" y="0"/>
                        </a:moveTo>
                        <a:cubicBezTo>
                          <a:pt x="4734" y="0"/>
                          <a:pt x="3214" y="5330"/>
                          <a:pt x="1" y="5330"/>
                        </a:cubicBezTo>
                        <a:cubicBezTo>
                          <a:pt x="1" y="5330"/>
                          <a:pt x="1882" y="6819"/>
                          <a:pt x="4734" y="6819"/>
                        </a:cubicBezTo>
                        <a:cubicBezTo>
                          <a:pt x="7587" y="6819"/>
                          <a:pt x="9484" y="5330"/>
                          <a:pt x="9484" y="5330"/>
                        </a:cubicBezTo>
                        <a:cubicBezTo>
                          <a:pt x="6255" y="5330"/>
                          <a:pt x="4734" y="0"/>
                          <a:pt x="473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1108" name="Google Shape;1108;p30"/>
            <p:cNvGrpSpPr/>
            <p:nvPr/>
          </p:nvGrpSpPr>
          <p:grpSpPr>
            <a:xfrm>
              <a:off x="4219225" y="4744250"/>
              <a:ext cx="389525" cy="357000"/>
              <a:chOff x="4219225" y="4744250"/>
              <a:chExt cx="389525" cy="357000"/>
            </a:xfrm>
            <a:grpFill/>
          </p:grpSpPr>
          <p:sp>
            <p:nvSpPr>
              <p:cNvPr id="1109" name="Google Shape;1109;p30"/>
              <p:cNvSpPr/>
              <p:nvPr/>
            </p:nvSpPr>
            <p:spPr>
              <a:xfrm>
                <a:off x="4271725" y="4744250"/>
                <a:ext cx="284525" cy="204175"/>
              </a:xfrm>
              <a:custGeom>
                <a:avLst/>
                <a:gdLst/>
                <a:ahLst/>
                <a:cxnLst/>
                <a:rect l="l" t="t" r="r" b="b"/>
                <a:pathLst>
                  <a:path w="11381" h="8167" extrusionOk="0">
                    <a:moveTo>
                      <a:pt x="5690" y="0"/>
                    </a:moveTo>
                    <a:cubicBezTo>
                      <a:pt x="5690" y="0"/>
                      <a:pt x="3872" y="6396"/>
                      <a:pt x="1" y="6396"/>
                    </a:cubicBezTo>
                    <a:cubicBezTo>
                      <a:pt x="1" y="6396"/>
                      <a:pt x="2273" y="8167"/>
                      <a:pt x="5690" y="8167"/>
                    </a:cubicBezTo>
                    <a:cubicBezTo>
                      <a:pt x="9107" y="8167"/>
                      <a:pt x="11380" y="6396"/>
                      <a:pt x="11380" y="6396"/>
                    </a:cubicBezTo>
                    <a:cubicBezTo>
                      <a:pt x="7509" y="6396"/>
                      <a:pt x="5690" y="0"/>
                      <a:pt x="569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0" name="Google Shape;1110;p30"/>
              <p:cNvSpPr/>
              <p:nvPr/>
            </p:nvSpPr>
            <p:spPr>
              <a:xfrm>
                <a:off x="4219225" y="4821450"/>
                <a:ext cx="389525" cy="279800"/>
              </a:xfrm>
              <a:custGeom>
                <a:avLst/>
                <a:gdLst/>
                <a:ahLst/>
                <a:cxnLst/>
                <a:rect l="l" t="t" r="r" b="b"/>
                <a:pathLst>
                  <a:path w="15581" h="11192" extrusionOk="0">
                    <a:moveTo>
                      <a:pt x="7790" y="0"/>
                    </a:moveTo>
                    <a:cubicBezTo>
                      <a:pt x="7790" y="0"/>
                      <a:pt x="5298" y="8762"/>
                      <a:pt x="0" y="8762"/>
                    </a:cubicBezTo>
                    <a:cubicBezTo>
                      <a:pt x="0" y="8762"/>
                      <a:pt x="3120" y="11192"/>
                      <a:pt x="7790" y="11192"/>
                    </a:cubicBezTo>
                    <a:cubicBezTo>
                      <a:pt x="12461" y="11192"/>
                      <a:pt x="15581" y="8762"/>
                      <a:pt x="15581" y="8762"/>
                    </a:cubicBezTo>
                    <a:cubicBezTo>
                      <a:pt x="10283" y="8762"/>
                      <a:pt x="7790" y="0"/>
                      <a:pt x="779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174" name="Google Shape;1174;p30"/>
          <p:cNvSpPr/>
          <p:nvPr/>
        </p:nvSpPr>
        <p:spPr>
          <a:xfrm>
            <a:off x="-8925" y="695575"/>
            <a:ext cx="3504800" cy="490625"/>
          </a:xfrm>
          <a:custGeom>
            <a:avLst/>
            <a:gdLst/>
            <a:ahLst/>
            <a:cxnLst/>
            <a:rect l="l" t="t" r="r" b="b"/>
            <a:pathLst>
              <a:path w="140192" h="19625" extrusionOk="0">
                <a:moveTo>
                  <a:pt x="45832" y="2399"/>
                </a:moveTo>
                <a:cubicBezTo>
                  <a:pt x="38057" y="7775"/>
                  <a:pt x="0" y="2399"/>
                  <a:pt x="0" y="2399"/>
                </a:cubicBezTo>
                <a:lnTo>
                  <a:pt x="0" y="2399"/>
                </a:lnTo>
                <a:lnTo>
                  <a:pt x="0" y="19625"/>
                </a:lnTo>
                <a:cubicBezTo>
                  <a:pt x="0" y="19625"/>
                  <a:pt x="58293" y="7242"/>
                  <a:pt x="63418" y="4781"/>
                </a:cubicBezTo>
                <a:lnTo>
                  <a:pt x="63418" y="4781"/>
                </a:lnTo>
                <a:cubicBezTo>
                  <a:pt x="68528" y="2336"/>
                  <a:pt x="140191" y="2399"/>
                  <a:pt x="140191" y="2399"/>
                </a:cubicBezTo>
                <a:lnTo>
                  <a:pt x="140191" y="2399"/>
                </a:lnTo>
                <a:cubicBezTo>
                  <a:pt x="140191" y="2399"/>
                  <a:pt x="101711" y="0"/>
                  <a:pt x="73763" y="0"/>
                </a:cubicBezTo>
                <a:lnTo>
                  <a:pt x="73763" y="0"/>
                </a:lnTo>
                <a:cubicBezTo>
                  <a:pt x="59782" y="0"/>
                  <a:pt x="48434" y="596"/>
                  <a:pt x="45832" y="2399"/>
                </a:cubicBezTo>
                <a:close/>
              </a:path>
            </a:pathLst>
          </a:custGeom>
          <a:solidFill>
            <a:srgbClr val="FFFFFF">
              <a:alpha val="410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6" name="Picture 5" descr="A screenshot of a computer screen&#10;&#10;AI-generated content may be incorrect.">
            <a:extLst>
              <a:ext uri="{FF2B5EF4-FFF2-40B4-BE49-F238E27FC236}">
                <a16:creationId xmlns:a16="http://schemas.microsoft.com/office/drawing/2014/main" id="{B3D2A6F7-1BE0-F1F8-7770-725C046F164D}"/>
              </a:ext>
            </a:extLst>
          </p:cNvPr>
          <p:cNvPicPr>
            <a:picLocks noChangeAspect="1"/>
          </p:cNvPicPr>
          <p:nvPr/>
        </p:nvPicPr>
        <p:blipFill>
          <a:blip r:embed="rId3"/>
          <a:stretch>
            <a:fillRect/>
          </a:stretch>
        </p:blipFill>
        <p:spPr>
          <a:xfrm>
            <a:off x="1339726" y="773429"/>
            <a:ext cx="2673938" cy="3459050"/>
          </a:xfrm>
          <a:prstGeom prst="rect">
            <a:avLst/>
          </a:prstGeom>
        </p:spPr>
      </p:pic>
      <p:grpSp>
        <p:nvGrpSpPr>
          <p:cNvPr id="1113" name="Google Shape;1113;p30"/>
          <p:cNvGrpSpPr/>
          <p:nvPr/>
        </p:nvGrpSpPr>
        <p:grpSpPr>
          <a:xfrm flipH="1">
            <a:off x="-3947675" y="-414289"/>
            <a:ext cx="5744325" cy="5451839"/>
            <a:chOff x="4527625" y="682250"/>
            <a:chExt cx="4656075" cy="4419000"/>
          </a:xfrm>
        </p:grpSpPr>
        <p:sp>
          <p:nvSpPr>
            <p:cNvPr id="1114" name="Google Shape;1114;p30"/>
            <p:cNvSpPr/>
            <p:nvPr/>
          </p:nvSpPr>
          <p:spPr>
            <a:xfrm>
              <a:off x="4527625" y="682250"/>
              <a:ext cx="4656075" cy="4419000"/>
            </a:xfrm>
            <a:custGeom>
              <a:avLst/>
              <a:gdLst/>
              <a:ahLst/>
              <a:cxnLst/>
              <a:rect l="l" t="t" r="r" b="b"/>
              <a:pathLst>
                <a:path w="186243" h="176760" extrusionOk="0">
                  <a:moveTo>
                    <a:pt x="135238" y="1442"/>
                  </a:moveTo>
                  <a:lnTo>
                    <a:pt x="0" y="176760"/>
                  </a:lnTo>
                  <a:lnTo>
                    <a:pt x="186242" y="176760"/>
                  </a:lnTo>
                  <a:lnTo>
                    <a:pt x="186242" y="59359"/>
                  </a:lnTo>
                  <a:lnTo>
                    <a:pt x="141100" y="1427"/>
                  </a:lnTo>
                  <a:cubicBezTo>
                    <a:pt x="140348" y="471"/>
                    <a:pt x="139266" y="0"/>
                    <a:pt x="138169" y="0"/>
                  </a:cubicBezTo>
                  <a:lnTo>
                    <a:pt x="138169" y="0"/>
                  </a:lnTo>
                  <a:cubicBezTo>
                    <a:pt x="137072" y="0"/>
                    <a:pt x="135975" y="486"/>
                    <a:pt x="135238" y="1442"/>
                  </a:cubicBezTo>
                </a:path>
              </a:pathLst>
            </a:custGeom>
            <a:solidFill>
              <a:srgbClr val="0070C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15" name="Google Shape;1115;p30"/>
            <p:cNvSpPr/>
            <p:nvPr/>
          </p:nvSpPr>
          <p:spPr>
            <a:xfrm>
              <a:off x="7564125" y="695575"/>
              <a:ext cx="1619575" cy="4405675"/>
            </a:xfrm>
            <a:custGeom>
              <a:avLst/>
              <a:gdLst/>
              <a:ahLst/>
              <a:cxnLst/>
              <a:rect l="l" t="t" r="r" b="b"/>
              <a:pathLst>
                <a:path w="64783" h="176227" extrusionOk="0">
                  <a:moveTo>
                    <a:pt x="21600" y="3417"/>
                  </a:moveTo>
                  <a:cubicBezTo>
                    <a:pt x="18935" y="0"/>
                    <a:pt x="13465" y="3198"/>
                    <a:pt x="15267" y="7148"/>
                  </a:cubicBezTo>
                  <a:cubicBezTo>
                    <a:pt x="15299" y="7226"/>
                    <a:pt x="15346" y="7289"/>
                    <a:pt x="15377" y="7367"/>
                  </a:cubicBezTo>
                  <a:cubicBezTo>
                    <a:pt x="17258" y="10894"/>
                    <a:pt x="21176" y="11286"/>
                    <a:pt x="21176" y="14029"/>
                  </a:cubicBezTo>
                  <a:cubicBezTo>
                    <a:pt x="21176" y="23042"/>
                    <a:pt x="1975" y="29437"/>
                    <a:pt x="1975" y="46678"/>
                  </a:cubicBezTo>
                  <a:cubicBezTo>
                    <a:pt x="1975" y="63920"/>
                    <a:pt x="41553" y="65488"/>
                    <a:pt x="41553" y="83513"/>
                  </a:cubicBezTo>
                  <a:cubicBezTo>
                    <a:pt x="41553" y="101539"/>
                    <a:pt x="0" y="98796"/>
                    <a:pt x="0" y="125442"/>
                  </a:cubicBezTo>
                  <a:cubicBezTo>
                    <a:pt x="0" y="152088"/>
                    <a:pt x="64782" y="176227"/>
                    <a:pt x="64782" y="176227"/>
                  </a:cubicBezTo>
                  <a:lnTo>
                    <a:pt x="64782" y="58826"/>
                  </a:lnTo>
                  <a:close/>
                </a:path>
              </a:pathLst>
            </a:custGeom>
            <a:solidFill>
              <a:srgbClr val="FFFFFF">
                <a:alpha val="410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37" name="Google Shape;1137;p30"/>
          <p:cNvSpPr/>
          <p:nvPr/>
        </p:nvSpPr>
        <p:spPr>
          <a:xfrm>
            <a:off x="4305025" y="3983225"/>
            <a:ext cx="4881800" cy="1188925"/>
          </a:xfrm>
          <a:custGeom>
            <a:avLst/>
            <a:gdLst/>
            <a:ahLst/>
            <a:cxnLst/>
            <a:rect l="l" t="t" r="r" b="b"/>
            <a:pathLst>
              <a:path w="195272" h="47557" extrusionOk="0">
                <a:moveTo>
                  <a:pt x="169456" y="6161"/>
                </a:moveTo>
                <a:cubicBezTo>
                  <a:pt x="153343" y="18559"/>
                  <a:pt x="158233" y="14907"/>
                  <a:pt x="149001" y="12290"/>
                </a:cubicBezTo>
                <a:lnTo>
                  <a:pt x="149001" y="12290"/>
                </a:lnTo>
                <a:cubicBezTo>
                  <a:pt x="139753" y="9688"/>
                  <a:pt x="141070" y="6020"/>
                  <a:pt x="130489" y="13340"/>
                </a:cubicBezTo>
                <a:lnTo>
                  <a:pt x="130489" y="13340"/>
                </a:lnTo>
                <a:cubicBezTo>
                  <a:pt x="125160" y="17023"/>
                  <a:pt x="118279" y="16318"/>
                  <a:pt x="111147" y="15628"/>
                </a:cubicBezTo>
                <a:lnTo>
                  <a:pt x="111147" y="15628"/>
                </a:lnTo>
                <a:cubicBezTo>
                  <a:pt x="104125" y="14938"/>
                  <a:pt x="96868" y="14233"/>
                  <a:pt x="90645" y="17760"/>
                </a:cubicBezTo>
                <a:lnTo>
                  <a:pt x="90645" y="17760"/>
                </a:lnTo>
                <a:cubicBezTo>
                  <a:pt x="78106" y="24829"/>
                  <a:pt x="65990" y="32980"/>
                  <a:pt x="62416" y="32494"/>
                </a:cubicBezTo>
                <a:lnTo>
                  <a:pt x="62416" y="32494"/>
                </a:lnTo>
                <a:cubicBezTo>
                  <a:pt x="29515" y="28058"/>
                  <a:pt x="1" y="47557"/>
                  <a:pt x="1" y="47557"/>
                </a:cubicBezTo>
                <a:lnTo>
                  <a:pt x="1" y="47557"/>
                </a:lnTo>
                <a:lnTo>
                  <a:pt x="195271" y="47557"/>
                </a:lnTo>
                <a:lnTo>
                  <a:pt x="195271" y="3935"/>
                </a:lnTo>
                <a:cubicBezTo>
                  <a:pt x="195271" y="3935"/>
                  <a:pt x="191525" y="1"/>
                  <a:pt x="184817" y="1"/>
                </a:cubicBezTo>
                <a:lnTo>
                  <a:pt x="184817" y="1"/>
                </a:lnTo>
                <a:cubicBezTo>
                  <a:pt x="180726" y="1"/>
                  <a:pt x="175553" y="1459"/>
                  <a:pt x="169456" y="6161"/>
                </a:cubicBezTo>
                <a:close/>
              </a:path>
            </a:pathLst>
          </a:custGeom>
          <a:solidFill>
            <a:srgbClr val="638C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rgbClr val="00B0F0"/>
              </a:solidFill>
            </a:endParaRPr>
          </a:p>
        </p:txBody>
      </p:sp>
      <p:grpSp>
        <p:nvGrpSpPr>
          <p:cNvPr id="1138" name="Google Shape;1138;p30"/>
          <p:cNvGrpSpPr/>
          <p:nvPr/>
        </p:nvGrpSpPr>
        <p:grpSpPr>
          <a:xfrm>
            <a:off x="7524150" y="4407050"/>
            <a:ext cx="559600" cy="770400"/>
            <a:chOff x="7524150" y="4330850"/>
            <a:chExt cx="559600" cy="770400"/>
          </a:xfrm>
          <a:solidFill>
            <a:srgbClr val="38761D"/>
          </a:solidFill>
        </p:grpSpPr>
        <p:sp>
          <p:nvSpPr>
            <p:cNvPr id="1139" name="Google Shape;1139;p30"/>
            <p:cNvSpPr/>
            <p:nvPr/>
          </p:nvSpPr>
          <p:spPr>
            <a:xfrm>
              <a:off x="7684825" y="4330850"/>
              <a:ext cx="238275" cy="272750"/>
            </a:xfrm>
            <a:custGeom>
              <a:avLst/>
              <a:gdLst/>
              <a:ahLst/>
              <a:cxnLst/>
              <a:rect l="l" t="t" r="r" b="b"/>
              <a:pathLst>
                <a:path w="9531" h="10910" extrusionOk="0">
                  <a:moveTo>
                    <a:pt x="4765" y="0"/>
                  </a:moveTo>
                  <a:cubicBezTo>
                    <a:pt x="4765" y="0"/>
                    <a:pt x="3527" y="9843"/>
                    <a:pt x="0" y="9843"/>
                  </a:cubicBezTo>
                  <a:cubicBezTo>
                    <a:pt x="0" y="9843"/>
                    <a:pt x="1850" y="10909"/>
                    <a:pt x="4765" y="10909"/>
                  </a:cubicBezTo>
                  <a:cubicBezTo>
                    <a:pt x="7680" y="10909"/>
                    <a:pt x="9530" y="9843"/>
                    <a:pt x="9530" y="9843"/>
                  </a:cubicBezTo>
                  <a:cubicBezTo>
                    <a:pt x="5988" y="9843"/>
                    <a:pt x="4765" y="0"/>
                    <a:pt x="476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0" name="Google Shape;1140;p30"/>
            <p:cNvSpPr/>
            <p:nvPr/>
          </p:nvSpPr>
          <p:spPr>
            <a:xfrm>
              <a:off x="7633475" y="4508750"/>
              <a:ext cx="340950" cy="244925"/>
            </a:xfrm>
            <a:custGeom>
              <a:avLst/>
              <a:gdLst/>
              <a:ahLst/>
              <a:cxnLst/>
              <a:rect l="l" t="t" r="r" b="b"/>
              <a:pathLst>
                <a:path w="13638" h="9797" extrusionOk="0">
                  <a:moveTo>
                    <a:pt x="6819" y="0"/>
                  </a:moveTo>
                  <a:cubicBezTo>
                    <a:pt x="6819" y="0"/>
                    <a:pt x="4640" y="7665"/>
                    <a:pt x="1" y="7665"/>
                  </a:cubicBezTo>
                  <a:cubicBezTo>
                    <a:pt x="1" y="7665"/>
                    <a:pt x="2728" y="9797"/>
                    <a:pt x="6819" y="9797"/>
                  </a:cubicBezTo>
                  <a:cubicBezTo>
                    <a:pt x="10910" y="9797"/>
                    <a:pt x="13637" y="7665"/>
                    <a:pt x="13637" y="7665"/>
                  </a:cubicBezTo>
                  <a:cubicBezTo>
                    <a:pt x="8998" y="7665"/>
                    <a:pt x="6819" y="0"/>
                    <a:pt x="681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1" name="Google Shape;1141;p30"/>
            <p:cNvSpPr/>
            <p:nvPr/>
          </p:nvSpPr>
          <p:spPr>
            <a:xfrm>
              <a:off x="7599775" y="4588300"/>
              <a:ext cx="408350" cy="293525"/>
            </a:xfrm>
            <a:custGeom>
              <a:avLst/>
              <a:gdLst/>
              <a:ahLst/>
              <a:cxnLst/>
              <a:rect l="l" t="t" r="r" b="b"/>
              <a:pathLst>
                <a:path w="16334" h="11741" extrusionOk="0">
                  <a:moveTo>
                    <a:pt x="8167" y="0"/>
                  </a:moveTo>
                  <a:cubicBezTo>
                    <a:pt x="8167" y="0"/>
                    <a:pt x="5549" y="9185"/>
                    <a:pt x="1" y="9185"/>
                  </a:cubicBezTo>
                  <a:cubicBezTo>
                    <a:pt x="1" y="9185"/>
                    <a:pt x="3261" y="11740"/>
                    <a:pt x="8167" y="11740"/>
                  </a:cubicBezTo>
                  <a:cubicBezTo>
                    <a:pt x="13073" y="11740"/>
                    <a:pt x="16333" y="9185"/>
                    <a:pt x="16333" y="9185"/>
                  </a:cubicBezTo>
                  <a:cubicBezTo>
                    <a:pt x="10785" y="9185"/>
                    <a:pt x="8167" y="0"/>
                    <a:pt x="816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2" name="Google Shape;1142;p30"/>
            <p:cNvSpPr/>
            <p:nvPr/>
          </p:nvSpPr>
          <p:spPr>
            <a:xfrm>
              <a:off x="7524150" y="4699175"/>
              <a:ext cx="559600" cy="402075"/>
            </a:xfrm>
            <a:custGeom>
              <a:avLst/>
              <a:gdLst/>
              <a:ahLst/>
              <a:cxnLst/>
              <a:rect l="l" t="t" r="r" b="b"/>
              <a:pathLst>
                <a:path w="22384" h="16083" extrusionOk="0">
                  <a:moveTo>
                    <a:pt x="11192" y="1"/>
                  </a:moveTo>
                  <a:cubicBezTo>
                    <a:pt x="11192" y="1"/>
                    <a:pt x="7603" y="12587"/>
                    <a:pt x="1" y="12587"/>
                  </a:cubicBezTo>
                  <a:cubicBezTo>
                    <a:pt x="1" y="12587"/>
                    <a:pt x="4468" y="16083"/>
                    <a:pt x="11192" y="16083"/>
                  </a:cubicBezTo>
                  <a:cubicBezTo>
                    <a:pt x="17916" y="16083"/>
                    <a:pt x="22384" y="12587"/>
                    <a:pt x="22384" y="12587"/>
                  </a:cubicBezTo>
                  <a:cubicBezTo>
                    <a:pt x="14781" y="12587"/>
                    <a:pt x="11192" y="1"/>
                    <a:pt x="1119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43" name="Google Shape;1143;p30"/>
          <p:cNvGrpSpPr/>
          <p:nvPr/>
        </p:nvGrpSpPr>
        <p:grpSpPr>
          <a:xfrm>
            <a:off x="5354825" y="4641375"/>
            <a:ext cx="389150" cy="536075"/>
            <a:chOff x="5354825" y="4565175"/>
            <a:chExt cx="389150" cy="536075"/>
          </a:xfrm>
          <a:solidFill>
            <a:srgbClr val="38761D"/>
          </a:solidFill>
        </p:grpSpPr>
        <p:sp>
          <p:nvSpPr>
            <p:cNvPr id="1144" name="Google Shape;1144;p30"/>
            <p:cNvSpPr/>
            <p:nvPr/>
          </p:nvSpPr>
          <p:spPr>
            <a:xfrm>
              <a:off x="5466500" y="4565175"/>
              <a:ext cx="165775" cy="189675"/>
            </a:xfrm>
            <a:custGeom>
              <a:avLst/>
              <a:gdLst/>
              <a:ahLst/>
              <a:cxnLst/>
              <a:rect l="l" t="t" r="r" b="b"/>
              <a:pathLst>
                <a:path w="6631" h="7587" extrusionOk="0">
                  <a:moveTo>
                    <a:pt x="3324" y="0"/>
                  </a:moveTo>
                  <a:cubicBezTo>
                    <a:pt x="3324" y="0"/>
                    <a:pt x="2462" y="6850"/>
                    <a:pt x="1" y="6850"/>
                  </a:cubicBezTo>
                  <a:cubicBezTo>
                    <a:pt x="1" y="6850"/>
                    <a:pt x="1286" y="7587"/>
                    <a:pt x="3324" y="7587"/>
                  </a:cubicBezTo>
                  <a:cubicBezTo>
                    <a:pt x="5346" y="7587"/>
                    <a:pt x="6631" y="6850"/>
                    <a:pt x="6631" y="6850"/>
                  </a:cubicBezTo>
                  <a:cubicBezTo>
                    <a:pt x="4170" y="6850"/>
                    <a:pt x="3324" y="0"/>
                    <a:pt x="332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45" name="Google Shape;1145;p30"/>
            <p:cNvGrpSpPr/>
            <p:nvPr/>
          </p:nvGrpSpPr>
          <p:grpSpPr>
            <a:xfrm>
              <a:off x="5354825" y="4689000"/>
              <a:ext cx="389150" cy="412250"/>
              <a:chOff x="5354825" y="4689000"/>
              <a:chExt cx="389150" cy="412250"/>
            </a:xfrm>
            <a:grpFill/>
          </p:grpSpPr>
          <p:sp>
            <p:nvSpPr>
              <p:cNvPr id="1146" name="Google Shape;1146;p30"/>
              <p:cNvSpPr/>
              <p:nvPr/>
            </p:nvSpPr>
            <p:spPr>
              <a:xfrm>
                <a:off x="5430850" y="4689000"/>
                <a:ext cx="237100" cy="170475"/>
              </a:xfrm>
              <a:custGeom>
                <a:avLst/>
                <a:gdLst/>
                <a:ahLst/>
                <a:cxnLst/>
                <a:rect l="l" t="t" r="r" b="b"/>
                <a:pathLst>
                  <a:path w="9484" h="6819" extrusionOk="0">
                    <a:moveTo>
                      <a:pt x="4750" y="0"/>
                    </a:moveTo>
                    <a:cubicBezTo>
                      <a:pt x="4750" y="0"/>
                      <a:pt x="3229" y="5330"/>
                      <a:pt x="0" y="5330"/>
                    </a:cubicBezTo>
                    <a:cubicBezTo>
                      <a:pt x="0" y="5330"/>
                      <a:pt x="1897" y="6819"/>
                      <a:pt x="4750" y="6819"/>
                    </a:cubicBezTo>
                    <a:cubicBezTo>
                      <a:pt x="7587" y="6819"/>
                      <a:pt x="9483" y="5330"/>
                      <a:pt x="9483" y="5330"/>
                    </a:cubicBezTo>
                    <a:cubicBezTo>
                      <a:pt x="6270" y="5330"/>
                      <a:pt x="4750" y="0"/>
                      <a:pt x="475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7" name="Google Shape;1147;p30"/>
              <p:cNvSpPr/>
              <p:nvPr/>
            </p:nvSpPr>
            <p:spPr>
              <a:xfrm>
                <a:off x="5407325" y="4744250"/>
                <a:ext cx="284125" cy="204175"/>
              </a:xfrm>
              <a:custGeom>
                <a:avLst/>
                <a:gdLst/>
                <a:ahLst/>
                <a:cxnLst/>
                <a:rect l="l" t="t" r="r" b="b"/>
                <a:pathLst>
                  <a:path w="11365" h="8167" extrusionOk="0">
                    <a:moveTo>
                      <a:pt x="5691" y="0"/>
                    </a:moveTo>
                    <a:cubicBezTo>
                      <a:pt x="5691" y="0"/>
                      <a:pt x="3857" y="6396"/>
                      <a:pt x="1" y="6396"/>
                    </a:cubicBezTo>
                    <a:cubicBezTo>
                      <a:pt x="1" y="6396"/>
                      <a:pt x="2274" y="8167"/>
                      <a:pt x="5691" y="8167"/>
                    </a:cubicBezTo>
                    <a:cubicBezTo>
                      <a:pt x="9092" y="8167"/>
                      <a:pt x="11365" y="6396"/>
                      <a:pt x="11365" y="6396"/>
                    </a:cubicBezTo>
                    <a:cubicBezTo>
                      <a:pt x="7509" y="6396"/>
                      <a:pt x="5691" y="0"/>
                      <a:pt x="569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30"/>
              <p:cNvSpPr/>
              <p:nvPr/>
            </p:nvSpPr>
            <p:spPr>
              <a:xfrm>
                <a:off x="5354825" y="4821450"/>
                <a:ext cx="389150" cy="279800"/>
              </a:xfrm>
              <a:custGeom>
                <a:avLst/>
                <a:gdLst/>
                <a:ahLst/>
                <a:cxnLst/>
                <a:rect l="l" t="t" r="r" b="b"/>
                <a:pathLst>
                  <a:path w="15566" h="11192" extrusionOk="0">
                    <a:moveTo>
                      <a:pt x="7791" y="0"/>
                    </a:moveTo>
                    <a:cubicBezTo>
                      <a:pt x="7791" y="0"/>
                      <a:pt x="5283" y="8762"/>
                      <a:pt x="1" y="8762"/>
                    </a:cubicBezTo>
                    <a:cubicBezTo>
                      <a:pt x="1" y="8762"/>
                      <a:pt x="3104" y="11192"/>
                      <a:pt x="7791" y="11192"/>
                    </a:cubicBezTo>
                    <a:cubicBezTo>
                      <a:pt x="12462" y="11192"/>
                      <a:pt x="15565" y="8762"/>
                      <a:pt x="15565" y="8762"/>
                    </a:cubicBezTo>
                    <a:cubicBezTo>
                      <a:pt x="10283" y="8762"/>
                      <a:pt x="7791" y="0"/>
                      <a:pt x="779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149" name="Google Shape;1149;p30"/>
          <p:cNvGrpSpPr/>
          <p:nvPr/>
        </p:nvGrpSpPr>
        <p:grpSpPr>
          <a:xfrm>
            <a:off x="4219225" y="4407050"/>
            <a:ext cx="853900" cy="770400"/>
            <a:chOff x="4219225" y="4330850"/>
            <a:chExt cx="853900" cy="770400"/>
          </a:xfrm>
          <a:solidFill>
            <a:srgbClr val="38761D"/>
          </a:solidFill>
        </p:grpSpPr>
        <p:grpSp>
          <p:nvGrpSpPr>
            <p:cNvPr id="1150" name="Google Shape;1150;p30"/>
            <p:cNvGrpSpPr/>
            <p:nvPr/>
          </p:nvGrpSpPr>
          <p:grpSpPr>
            <a:xfrm>
              <a:off x="4295625" y="4330850"/>
              <a:ext cx="777500" cy="770400"/>
              <a:chOff x="4295625" y="4330850"/>
              <a:chExt cx="777500" cy="770400"/>
            </a:xfrm>
            <a:grpFill/>
          </p:grpSpPr>
          <p:sp>
            <p:nvSpPr>
              <p:cNvPr id="1151" name="Google Shape;1151;p30"/>
              <p:cNvSpPr/>
              <p:nvPr/>
            </p:nvSpPr>
            <p:spPr>
              <a:xfrm>
                <a:off x="4603250" y="4588300"/>
                <a:ext cx="408325" cy="293525"/>
              </a:xfrm>
              <a:custGeom>
                <a:avLst/>
                <a:gdLst/>
                <a:ahLst/>
                <a:cxnLst/>
                <a:rect l="l" t="t" r="r" b="b"/>
                <a:pathLst>
                  <a:path w="16333" h="11741" extrusionOk="0">
                    <a:moveTo>
                      <a:pt x="8167" y="0"/>
                    </a:moveTo>
                    <a:cubicBezTo>
                      <a:pt x="8167" y="0"/>
                      <a:pt x="5549" y="9185"/>
                      <a:pt x="0" y="9185"/>
                    </a:cubicBezTo>
                    <a:cubicBezTo>
                      <a:pt x="0" y="9185"/>
                      <a:pt x="3260" y="11740"/>
                      <a:pt x="8167" y="11740"/>
                    </a:cubicBezTo>
                    <a:cubicBezTo>
                      <a:pt x="13073" y="11740"/>
                      <a:pt x="16333" y="9185"/>
                      <a:pt x="16333" y="9185"/>
                    </a:cubicBezTo>
                    <a:cubicBezTo>
                      <a:pt x="10784" y="9185"/>
                      <a:pt x="8167" y="0"/>
                      <a:pt x="816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52" name="Google Shape;1152;p30"/>
              <p:cNvGrpSpPr/>
              <p:nvPr/>
            </p:nvGrpSpPr>
            <p:grpSpPr>
              <a:xfrm>
                <a:off x="4295625" y="4330850"/>
                <a:ext cx="777500" cy="770400"/>
                <a:chOff x="4295625" y="4330850"/>
                <a:chExt cx="777500" cy="770400"/>
              </a:xfrm>
              <a:grpFill/>
            </p:grpSpPr>
            <p:sp>
              <p:nvSpPr>
                <p:cNvPr id="1153" name="Google Shape;1153;p30"/>
                <p:cNvSpPr/>
                <p:nvPr/>
              </p:nvSpPr>
              <p:spPr>
                <a:xfrm>
                  <a:off x="4637325" y="4508750"/>
                  <a:ext cx="340550" cy="244925"/>
                </a:xfrm>
                <a:custGeom>
                  <a:avLst/>
                  <a:gdLst/>
                  <a:ahLst/>
                  <a:cxnLst/>
                  <a:rect l="l" t="t" r="r" b="b"/>
                  <a:pathLst>
                    <a:path w="13622" h="9797" extrusionOk="0">
                      <a:moveTo>
                        <a:pt x="6804" y="0"/>
                      </a:moveTo>
                      <a:cubicBezTo>
                        <a:pt x="6804" y="0"/>
                        <a:pt x="4625" y="7665"/>
                        <a:pt x="1" y="7665"/>
                      </a:cubicBezTo>
                      <a:cubicBezTo>
                        <a:pt x="1" y="7665"/>
                        <a:pt x="2713" y="9797"/>
                        <a:pt x="6804" y="9797"/>
                      </a:cubicBezTo>
                      <a:cubicBezTo>
                        <a:pt x="10895" y="9797"/>
                        <a:pt x="13622" y="7665"/>
                        <a:pt x="13622" y="7665"/>
                      </a:cubicBezTo>
                      <a:cubicBezTo>
                        <a:pt x="8998" y="7665"/>
                        <a:pt x="6804" y="0"/>
                        <a:pt x="680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4" name="Google Shape;1154;p30"/>
                <p:cNvSpPr/>
                <p:nvPr/>
              </p:nvSpPr>
              <p:spPr>
                <a:xfrm>
                  <a:off x="4330900" y="4565175"/>
                  <a:ext cx="166175" cy="189675"/>
                </a:xfrm>
                <a:custGeom>
                  <a:avLst/>
                  <a:gdLst/>
                  <a:ahLst/>
                  <a:cxnLst/>
                  <a:rect l="l" t="t" r="r" b="b"/>
                  <a:pathLst>
                    <a:path w="6647" h="7587" extrusionOk="0">
                      <a:moveTo>
                        <a:pt x="3323" y="0"/>
                      </a:moveTo>
                      <a:cubicBezTo>
                        <a:pt x="3323" y="0"/>
                        <a:pt x="2461" y="6850"/>
                        <a:pt x="1" y="6850"/>
                      </a:cubicBezTo>
                      <a:cubicBezTo>
                        <a:pt x="1" y="6850"/>
                        <a:pt x="1286" y="7587"/>
                        <a:pt x="3323" y="7587"/>
                      </a:cubicBezTo>
                      <a:cubicBezTo>
                        <a:pt x="5361" y="7587"/>
                        <a:pt x="6646" y="6850"/>
                        <a:pt x="6646" y="6850"/>
                      </a:cubicBezTo>
                      <a:cubicBezTo>
                        <a:pt x="4186" y="6850"/>
                        <a:pt x="3323" y="0"/>
                        <a:pt x="3323"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55" name="Google Shape;1155;p30"/>
                <p:cNvGrpSpPr/>
                <p:nvPr/>
              </p:nvGrpSpPr>
              <p:grpSpPr>
                <a:xfrm>
                  <a:off x="4295625" y="4330850"/>
                  <a:ext cx="777500" cy="770400"/>
                  <a:chOff x="4295625" y="4330850"/>
                  <a:chExt cx="777500" cy="770400"/>
                </a:xfrm>
                <a:grpFill/>
              </p:grpSpPr>
              <p:sp>
                <p:nvSpPr>
                  <p:cNvPr id="1156" name="Google Shape;1156;p30"/>
                  <p:cNvSpPr/>
                  <p:nvPr/>
                </p:nvSpPr>
                <p:spPr>
                  <a:xfrm>
                    <a:off x="4688275" y="4330850"/>
                    <a:ext cx="238675" cy="272750"/>
                  </a:xfrm>
                  <a:custGeom>
                    <a:avLst/>
                    <a:gdLst/>
                    <a:ahLst/>
                    <a:cxnLst/>
                    <a:rect l="l" t="t" r="r" b="b"/>
                    <a:pathLst>
                      <a:path w="9547" h="10910" extrusionOk="0">
                        <a:moveTo>
                          <a:pt x="4766" y="0"/>
                        </a:moveTo>
                        <a:cubicBezTo>
                          <a:pt x="4766" y="0"/>
                          <a:pt x="3543" y="9843"/>
                          <a:pt x="1" y="9843"/>
                        </a:cubicBezTo>
                        <a:cubicBezTo>
                          <a:pt x="1" y="9843"/>
                          <a:pt x="1850" y="10909"/>
                          <a:pt x="4766" y="10909"/>
                        </a:cubicBezTo>
                        <a:cubicBezTo>
                          <a:pt x="7697" y="10909"/>
                          <a:pt x="9546" y="9843"/>
                          <a:pt x="9546" y="9843"/>
                        </a:cubicBezTo>
                        <a:cubicBezTo>
                          <a:pt x="6004" y="9843"/>
                          <a:pt x="4766" y="0"/>
                          <a:pt x="4766"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7" name="Google Shape;1157;p30"/>
                  <p:cNvSpPr/>
                  <p:nvPr/>
                </p:nvSpPr>
                <p:spPr>
                  <a:xfrm>
                    <a:off x="4513550" y="4699175"/>
                    <a:ext cx="559575" cy="402075"/>
                  </a:xfrm>
                  <a:custGeom>
                    <a:avLst/>
                    <a:gdLst/>
                    <a:ahLst/>
                    <a:cxnLst/>
                    <a:rect l="l" t="t" r="r" b="b"/>
                    <a:pathLst>
                      <a:path w="22383" h="16083" extrusionOk="0">
                        <a:moveTo>
                          <a:pt x="11192" y="1"/>
                        </a:moveTo>
                        <a:cubicBezTo>
                          <a:pt x="11192" y="1"/>
                          <a:pt x="7618" y="12587"/>
                          <a:pt x="0" y="12587"/>
                        </a:cubicBezTo>
                        <a:cubicBezTo>
                          <a:pt x="0" y="12587"/>
                          <a:pt x="4483" y="16083"/>
                          <a:pt x="11192" y="16083"/>
                        </a:cubicBezTo>
                        <a:cubicBezTo>
                          <a:pt x="17916" y="16083"/>
                          <a:pt x="22383" y="12587"/>
                          <a:pt x="22383" y="12587"/>
                        </a:cubicBezTo>
                        <a:cubicBezTo>
                          <a:pt x="14781" y="12587"/>
                          <a:pt x="11192" y="1"/>
                          <a:pt x="1119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8" name="Google Shape;1158;p30"/>
                  <p:cNvSpPr/>
                  <p:nvPr/>
                </p:nvSpPr>
                <p:spPr>
                  <a:xfrm>
                    <a:off x="4295625" y="4689000"/>
                    <a:ext cx="237100" cy="170475"/>
                  </a:xfrm>
                  <a:custGeom>
                    <a:avLst/>
                    <a:gdLst/>
                    <a:ahLst/>
                    <a:cxnLst/>
                    <a:rect l="l" t="t" r="r" b="b"/>
                    <a:pathLst>
                      <a:path w="9484" h="6819" extrusionOk="0">
                        <a:moveTo>
                          <a:pt x="4734" y="0"/>
                        </a:moveTo>
                        <a:cubicBezTo>
                          <a:pt x="4734" y="0"/>
                          <a:pt x="3214" y="5330"/>
                          <a:pt x="1" y="5330"/>
                        </a:cubicBezTo>
                        <a:cubicBezTo>
                          <a:pt x="1" y="5330"/>
                          <a:pt x="1882" y="6819"/>
                          <a:pt x="4734" y="6819"/>
                        </a:cubicBezTo>
                        <a:cubicBezTo>
                          <a:pt x="7587" y="6819"/>
                          <a:pt x="9484" y="5330"/>
                          <a:pt x="9484" y="5330"/>
                        </a:cubicBezTo>
                        <a:cubicBezTo>
                          <a:pt x="6255" y="5330"/>
                          <a:pt x="4734" y="0"/>
                          <a:pt x="473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1159" name="Google Shape;1159;p30"/>
            <p:cNvGrpSpPr/>
            <p:nvPr/>
          </p:nvGrpSpPr>
          <p:grpSpPr>
            <a:xfrm>
              <a:off x="4219225" y="4744250"/>
              <a:ext cx="389525" cy="357000"/>
              <a:chOff x="4219225" y="4744250"/>
              <a:chExt cx="389525" cy="357000"/>
            </a:xfrm>
            <a:grpFill/>
          </p:grpSpPr>
          <p:sp>
            <p:nvSpPr>
              <p:cNvPr id="1160" name="Google Shape;1160;p30"/>
              <p:cNvSpPr/>
              <p:nvPr/>
            </p:nvSpPr>
            <p:spPr>
              <a:xfrm>
                <a:off x="4271725" y="4744250"/>
                <a:ext cx="284525" cy="204175"/>
              </a:xfrm>
              <a:custGeom>
                <a:avLst/>
                <a:gdLst/>
                <a:ahLst/>
                <a:cxnLst/>
                <a:rect l="l" t="t" r="r" b="b"/>
                <a:pathLst>
                  <a:path w="11381" h="8167" extrusionOk="0">
                    <a:moveTo>
                      <a:pt x="5690" y="0"/>
                    </a:moveTo>
                    <a:cubicBezTo>
                      <a:pt x="5690" y="0"/>
                      <a:pt x="3872" y="6396"/>
                      <a:pt x="1" y="6396"/>
                    </a:cubicBezTo>
                    <a:cubicBezTo>
                      <a:pt x="1" y="6396"/>
                      <a:pt x="2273" y="8167"/>
                      <a:pt x="5690" y="8167"/>
                    </a:cubicBezTo>
                    <a:cubicBezTo>
                      <a:pt x="9107" y="8167"/>
                      <a:pt x="11380" y="6396"/>
                      <a:pt x="11380" y="6396"/>
                    </a:cubicBezTo>
                    <a:cubicBezTo>
                      <a:pt x="7509" y="6396"/>
                      <a:pt x="5690" y="0"/>
                      <a:pt x="569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1" name="Google Shape;1161;p30"/>
              <p:cNvSpPr/>
              <p:nvPr/>
            </p:nvSpPr>
            <p:spPr>
              <a:xfrm>
                <a:off x="4219225" y="4821450"/>
                <a:ext cx="389525" cy="279800"/>
              </a:xfrm>
              <a:custGeom>
                <a:avLst/>
                <a:gdLst/>
                <a:ahLst/>
                <a:cxnLst/>
                <a:rect l="l" t="t" r="r" b="b"/>
                <a:pathLst>
                  <a:path w="15581" h="11192" extrusionOk="0">
                    <a:moveTo>
                      <a:pt x="7790" y="0"/>
                    </a:moveTo>
                    <a:cubicBezTo>
                      <a:pt x="7790" y="0"/>
                      <a:pt x="5298" y="8762"/>
                      <a:pt x="0" y="8762"/>
                    </a:cubicBezTo>
                    <a:cubicBezTo>
                      <a:pt x="0" y="8762"/>
                      <a:pt x="3120" y="11192"/>
                      <a:pt x="7790" y="11192"/>
                    </a:cubicBezTo>
                    <a:cubicBezTo>
                      <a:pt x="12461" y="11192"/>
                      <a:pt x="15581" y="8762"/>
                      <a:pt x="15581" y="8762"/>
                    </a:cubicBezTo>
                    <a:cubicBezTo>
                      <a:pt x="10283" y="8762"/>
                      <a:pt x="7790" y="0"/>
                      <a:pt x="779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162" name="Google Shape;1162;p30"/>
          <p:cNvGrpSpPr/>
          <p:nvPr/>
        </p:nvGrpSpPr>
        <p:grpSpPr>
          <a:xfrm>
            <a:off x="7974400" y="4641375"/>
            <a:ext cx="389125" cy="536075"/>
            <a:chOff x="7974400" y="4565175"/>
            <a:chExt cx="389125" cy="536075"/>
          </a:xfrm>
          <a:solidFill>
            <a:srgbClr val="38761D"/>
          </a:solidFill>
        </p:grpSpPr>
        <p:sp>
          <p:nvSpPr>
            <p:cNvPr id="1163" name="Google Shape;1163;p30"/>
            <p:cNvSpPr/>
            <p:nvPr/>
          </p:nvSpPr>
          <p:spPr>
            <a:xfrm>
              <a:off x="8086075" y="4565175"/>
              <a:ext cx="165775" cy="189675"/>
            </a:xfrm>
            <a:custGeom>
              <a:avLst/>
              <a:gdLst/>
              <a:ahLst/>
              <a:cxnLst/>
              <a:rect l="l" t="t" r="r" b="b"/>
              <a:pathLst>
                <a:path w="6631" h="7587" extrusionOk="0">
                  <a:moveTo>
                    <a:pt x="3308" y="0"/>
                  </a:moveTo>
                  <a:cubicBezTo>
                    <a:pt x="3308" y="0"/>
                    <a:pt x="2461" y="6850"/>
                    <a:pt x="1" y="6850"/>
                  </a:cubicBezTo>
                  <a:cubicBezTo>
                    <a:pt x="1" y="6850"/>
                    <a:pt x="1286" y="7587"/>
                    <a:pt x="3308" y="7587"/>
                  </a:cubicBezTo>
                  <a:cubicBezTo>
                    <a:pt x="5346" y="7587"/>
                    <a:pt x="6631" y="6850"/>
                    <a:pt x="6631" y="6850"/>
                  </a:cubicBezTo>
                  <a:cubicBezTo>
                    <a:pt x="4170" y="6850"/>
                    <a:pt x="3308" y="0"/>
                    <a:pt x="330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4" name="Google Shape;1164;p30"/>
            <p:cNvSpPr/>
            <p:nvPr/>
          </p:nvSpPr>
          <p:spPr>
            <a:xfrm>
              <a:off x="8050425" y="4689000"/>
              <a:ext cx="237100" cy="170475"/>
            </a:xfrm>
            <a:custGeom>
              <a:avLst/>
              <a:gdLst/>
              <a:ahLst/>
              <a:cxnLst/>
              <a:rect l="l" t="t" r="r" b="b"/>
              <a:pathLst>
                <a:path w="9484" h="6819" extrusionOk="0">
                  <a:moveTo>
                    <a:pt x="4734" y="0"/>
                  </a:moveTo>
                  <a:cubicBezTo>
                    <a:pt x="4734" y="0"/>
                    <a:pt x="3213" y="5330"/>
                    <a:pt x="0" y="5330"/>
                  </a:cubicBezTo>
                  <a:cubicBezTo>
                    <a:pt x="0" y="5330"/>
                    <a:pt x="1897" y="6819"/>
                    <a:pt x="4734" y="6819"/>
                  </a:cubicBezTo>
                  <a:cubicBezTo>
                    <a:pt x="7587" y="6819"/>
                    <a:pt x="9483" y="5330"/>
                    <a:pt x="9483" y="5330"/>
                  </a:cubicBezTo>
                  <a:cubicBezTo>
                    <a:pt x="6254" y="5330"/>
                    <a:pt x="4734" y="0"/>
                    <a:pt x="473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5" name="Google Shape;1165;p30"/>
            <p:cNvSpPr/>
            <p:nvPr/>
          </p:nvSpPr>
          <p:spPr>
            <a:xfrm>
              <a:off x="8026900" y="4744250"/>
              <a:ext cx="284125" cy="204175"/>
            </a:xfrm>
            <a:custGeom>
              <a:avLst/>
              <a:gdLst/>
              <a:ahLst/>
              <a:cxnLst/>
              <a:rect l="l" t="t" r="r" b="b"/>
              <a:pathLst>
                <a:path w="11365" h="8167" extrusionOk="0">
                  <a:moveTo>
                    <a:pt x="5675" y="0"/>
                  </a:moveTo>
                  <a:cubicBezTo>
                    <a:pt x="5675" y="0"/>
                    <a:pt x="3857" y="6396"/>
                    <a:pt x="1" y="6396"/>
                  </a:cubicBezTo>
                  <a:cubicBezTo>
                    <a:pt x="1" y="6396"/>
                    <a:pt x="2274" y="8167"/>
                    <a:pt x="5675" y="8167"/>
                  </a:cubicBezTo>
                  <a:cubicBezTo>
                    <a:pt x="9092" y="8167"/>
                    <a:pt x="11365" y="6396"/>
                    <a:pt x="11365" y="6396"/>
                  </a:cubicBezTo>
                  <a:cubicBezTo>
                    <a:pt x="7509" y="6396"/>
                    <a:pt x="5675" y="0"/>
                    <a:pt x="567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6" name="Google Shape;1166;p30"/>
            <p:cNvSpPr/>
            <p:nvPr/>
          </p:nvSpPr>
          <p:spPr>
            <a:xfrm>
              <a:off x="7974400" y="4821450"/>
              <a:ext cx="389125" cy="279800"/>
            </a:xfrm>
            <a:custGeom>
              <a:avLst/>
              <a:gdLst/>
              <a:ahLst/>
              <a:cxnLst/>
              <a:rect l="l" t="t" r="r" b="b"/>
              <a:pathLst>
                <a:path w="15565" h="11192" extrusionOk="0">
                  <a:moveTo>
                    <a:pt x="7775" y="0"/>
                  </a:moveTo>
                  <a:cubicBezTo>
                    <a:pt x="7775" y="0"/>
                    <a:pt x="5283" y="8762"/>
                    <a:pt x="0" y="8762"/>
                  </a:cubicBezTo>
                  <a:cubicBezTo>
                    <a:pt x="0" y="8762"/>
                    <a:pt x="3104" y="11192"/>
                    <a:pt x="7775" y="11192"/>
                  </a:cubicBezTo>
                  <a:cubicBezTo>
                    <a:pt x="12461" y="11192"/>
                    <a:pt x="15565" y="8762"/>
                    <a:pt x="15565" y="8762"/>
                  </a:cubicBezTo>
                  <a:cubicBezTo>
                    <a:pt x="10283" y="8762"/>
                    <a:pt x="7775" y="0"/>
                    <a:pt x="777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67" name="Google Shape;1167;p30"/>
          <p:cNvGrpSpPr/>
          <p:nvPr/>
        </p:nvGrpSpPr>
        <p:grpSpPr>
          <a:xfrm>
            <a:off x="6522575" y="4158200"/>
            <a:ext cx="724950" cy="1019250"/>
            <a:chOff x="6522575" y="4082000"/>
            <a:chExt cx="724950" cy="1019250"/>
          </a:xfrm>
          <a:solidFill>
            <a:srgbClr val="38761D"/>
          </a:solidFill>
        </p:grpSpPr>
        <p:sp>
          <p:nvSpPr>
            <p:cNvPr id="1168" name="Google Shape;1168;p30"/>
            <p:cNvSpPr/>
            <p:nvPr/>
          </p:nvSpPr>
          <p:spPr>
            <a:xfrm>
              <a:off x="6714575" y="4259900"/>
              <a:ext cx="340550" cy="244950"/>
            </a:xfrm>
            <a:custGeom>
              <a:avLst/>
              <a:gdLst/>
              <a:ahLst/>
              <a:cxnLst/>
              <a:rect l="l" t="t" r="r" b="b"/>
              <a:pathLst>
                <a:path w="13622" h="9798" extrusionOk="0">
                  <a:moveTo>
                    <a:pt x="6819" y="1"/>
                  </a:moveTo>
                  <a:cubicBezTo>
                    <a:pt x="6819" y="1"/>
                    <a:pt x="4624" y="7666"/>
                    <a:pt x="0" y="7666"/>
                  </a:cubicBezTo>
                  <a:cubicBezTo>
                    <a:pt x="0" y="7666"/>
                    <a:pt x="2728" y="9797"/>
                    <a:pt x="6819" y="9797"/>
                  </a:cubicBezTo>
                  <a:cubicBezTo>
                    <a:pt x="10910" y="9797"/>
                    <a:pt x="13621" y="7666"/>
                    <a:pt x="13621" y="7666"/>
                  </a:cubicBezTo>
                  <a:cubicBezTo>
                    <a:pt x="8998" y="7666"/>
                    <a:pt x="6819" y="1"/>
                    <a:pt x="681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69" name="Google Shape;1169;p30"/>
            <p:cNvGrpSpPr/>
            <p:nvPr/>
          </p:nvGrpSpPr>
          <p:grpSpPr>
            <a:xfrm>
              <a:off x="6522575" y="4082000"/>
              <a:ext cx="724950" cy="1019250"/>
              <a:chOff x="6522575" y="4082000"/>
              <a:chExt cx="724950" cy="1019250"/>
            </a:xfrm>
            <a:grpFill/>
          </p:grpSpPr>
          <p:sp>
            <p:nvSpPr>
              <p:cNvPr id="1170" name="Google Shape;1170;p30"/>
              <p:cNvSpPr/>
              <p:nvPr/>
            </p:nvSpPr>
            <p:spPr>
              <a:xfrm>
                <a:off x="6765900" y="4082000"/>
                <a:ext cx="238275" cy="272775"/>
              </a:xfrm>
              <a:custGeom>
                <a:avLst/>
                <a:gdLst/>
                <a:ahLst/>
                <a:cxnLst/>
                <a:rect l="l" t="t" r="r" b="b"/>
                <a:pathLst>
                  <a:path w="9531" h="10911" extrusionOk="0">
                    <a:moveTo>
                      <a:pt x="4766" y="1"/>
                    </a:moveTo>
                    <a:cubicBezTo>
                      <a:pt x="4766" y="1"/>
                      <a:pt x="3527" y="9829"/>
                      <a:pt x="1" y="9829"/>
                    </a:cubicBezTo>
                    <a:cubicBezTo>
                      <a:pt x="1" y="9829"/>
                      <a:pt x="1835" y="10910"/>
                      <a:pt x="4766" y="10910"/>
                    </a:cubicBezTo>
                    <a:cubicBezTo>
                      <a:pt x="7681" y="10910"/>
                      <a:pt x="9531" y="9829"/>
                      <a:pt x="9531" y="9829"/>
                    </a:cubicBezTo>
                    <a:cubicBezTo>
                      <a:pt x="5988" y="9829"/>
                      <a:pt x="4766" y="1"/>
                      <a:pt x="4766"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1" name="Google Shape;1171;p30"/>
              <p:cNvSpPr/>
              <p:nvPr/>
            </p:nvSpPr>
            <p:spPr>
              <a:xfrm>
                <a:off x="6680875" y="4339450"/>
                <a:ext cx="408350" cy="293525"/>
              </a:xfrm>
              <a:custGeom>
                <a:avLst/>
                <a:gdLst/>
                <a:ahLst/>
                <a:cxnLst/>
                <a:rect l="l" t="t" r="r" b="b"/>
                <a:pathLst>
                  <a:path w="16334" h="11741" extrusionOk="0">
                    <a:moveTo>
                      <a:pt x="8167" y="1"/>
                    </a:moveTo>
                    <a:cubicBezTo>
                      <a:pt x="8167" y="1"/>
                      <a:pt x="5549" y="9186"/>
                      <a:pt x="0" y="9186"/>
                    </a:cubicBezTo>
                    <a:cubicBezTo>
                      <a:pt x="0" y="9186"/>
                      <a:pt x="3261" y="11741"/>
                      <a:pt x="8167" y="11741"/>
                    </a:cubicBezTo>
                    <a:cubicBezTo>
                      <a:pt x="13073" y="11741"/>
                      <a:pt x="16333" y="9186"/>
                      <a:pt x="16333" y="9186"/>
                    </a:cubicBezTo>
                    <a:cubicBezTo>
                      <a:pt x="10784" y="9186"/>
                      <a:pt x="8167" y="1"/>
                      <a:pt x="816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2" name="Google Shape;1172;p30"/>
              <p:cNvSpPr/>
              <p:nvPr/>
            </p:nvSpPr>
            <p:spPr>
              <a:xfrm>
                <a:off x="6605250" y="4450350"/>
                <a:ext cx="559600" cy="402075"/>
              </a:xfrm>
              <a:custGeom>
                <a:avLst/>
                <a:gdLst/>
                <a:ahLst/>
                <a:cxnLst/>
                <a:rect l="l" t="t" r="r" b="b"/>
                <a:pathLst>
                  <a:path w="22384" h="16083" extrusionOk="0">
                    <a:moveTo>
                      <a:pt x="11192" y="1"/>
                    </a:moveTo>
                    <a:cubicBezTo>
                      <a:pt x="11192" y="1"/>
                      <a:pt x="7602" y="12587"/>
                      <a:pt x="0" y="12587"/>
                    </a:cubicBezTo>
                    <a:cubicBezTo>
                      <a:pt x="0" y="12587"/>
                      <a:pt x="4467" y="16083"/>
                      <a:pt x="11192" y="16083"/>
                    </a:cubicBezTo>
                    <a:cubicBezTo>
                      <a:pt x="17916" y="16083"/>
                      <a:pt x="22383" y="12587"/>
                      <a:pt x="22383" y="12587"/>
                    </a:cubicBezTo>
                    <a:cubicBezTo>
                      <a:pt x="14781" y="12587"/>
                      <a:pt x="11192" y="1"/>
                      <a:pt x="1119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3" name="Google Shape;1173;p30"/>
              <p:cNvSpPr/>
              <p:nvPr/>
            </p:nvSpPr>
            <p:spPr>
              <a:xfrm>
                <a:off x="6522575" y="4580450"/>
                <a:ext cx="724950" cy="520800"/>
              </a:xfrm>
              <a:custGeom>
                <a:avLst/>
                <a:gdLst/>
                <a:ahLst/>
                <a:cxnLst/>
                <a:rect l="l" t="t" r="r" b="b"/>
                <a:pathLst>
                  <a:path w="28998" h="20832" extrusionOk="0">
                    <a:moveTo>
                      <a:pt x="14499" y="1"/>
                    </a:moveTo>
                    <a:cubicBezTo>
                      <a:pt x="14499" y="1"/>
                      <a:pt x="9843" y="16302"/>
                      <a:pt x="0" y="16302"/>
                    </a:cubicBezTo>
                    <a:cubicBezTo>
                      <a:pt x="0" y="16302"/>
                      <a:pt x="5784" y="20832"/>
                      <a:pt x="14499" y="20832"/>
                    </a:cubicBezTo>
                    <a:cubicBezTo>
                      <a:pt x="23198" y="20832"/>
                      <a:pt x="28998" y="16302"/>
                      <a:pt x="28998" y="16302"/>
                    </a:cubicBezTo>
                    <a:cubicBezTo>
                      <a:pt x="19138" y="16302"/>
                      <a:pt x="14499" y="1"/>
                      <a:pt x="1449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175" name="Google Shape;1175;p30"/>
          <p:cNvSpPr/>
          <p:nvPr/>
        </p:nvSpPr>
        <p:spPr>
          <a:xfrm>
            <a:off x="5614225" y="1592525"/>
            <a:ext cx="3572600" cy="500050"/>
          </a:xfrm>
          <a:custGeom>
            <a:avLst/>
            <a:gdLst/>
            <a:ahLst/>
            <a:cxnLst/>
            <a:rect l="l" t="t" r="r" b="b"/>
            <a:pathLst>
              <a:path w="142904" h="20002" extrusionOk="0">
                <a:moveTo>
                  <a:pt x="1" y="2430"/>
                </a:moveTo>
                <a:cubicBezTo>
                  <a:pt x="1" y="2430"/>
                  <a:pt x="73043" y="2383"/>
                  <a:pt x="78263" y="4876"/>
                </a:cubicBezTo>
                <a:lnTo>
                  <a:pt x="78263" y="4876"/>
                </a:lnTo>
                <a:cubicBezTo>
                  <a:pt x="83482" y="7368"/>
                  <a:pt x="142904" y="20001"/>
                  <a:pt x="142904" y="20001"/>
                </a:cubicBezTo>
                <a:lnTo>
                  <a:pt x="142904" y="20001"/>
                </a:lnTo>
                <a:lnTo>
                  <a:pt x="142904" y="2430"/>
                </a:lnTo>
                <a:cubicBezTo>
                  <a:pt x="142904" y="2430"/>
                  <a:pt x="104125" y="7916"/>
                  <a:pt x="96179" y="2430"/>
                </a:cubicBezTo>
                <a:lnTo>
                  <a:pt x="96179" y="2430"/>
                </a:lnTo>
                <a:cubicBezTo>
                  <a:pt x="93530" y="612"/>
                  <a:pt x="81962" y="1"/>
                  <a:pt x="67714" y="1"/>
                </a:cubicBezTo>
                <a:lnTo>
                  <a:pt x="67714" y="1"/>
                </a:lnTo>
                <a:cubicBezTo>
                  <a:pt x="39218" y="1"/>
                  <a:pt x="1" y="2430"/>
                  <a:pt x="1" y="2430"/>
                </a:cubicBezTo>
              </a:path>
            </a:pathLst>
          </a:custGeom>
          <a:solidFill>
            <a:srgbClr val="FFFFFF">
              <a:alpha val="410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6" name="Google Shape;1176;p30"/>
          <p:cNvSpPr/>
          <p:nvPr/>
        </p:nvSpPr>
        <p:spPr>
          <a:xfrm>
            <a:off x="6525300" y="4845350"/>
            <a:ext cx="25" cy="25"/>
          </a:xfrm>
          <a:custGeom>
            <a:avLst/>
            <a:gdLst/>
            <a:ahLst/>
            <a:cxnLst/>
            <a:rect l="l" t="t" r="r" b="b"/>
            <a:pathLst>
              <a:path w="1" h="1" extrusionOk="0">
                <a:moveTo>
                  <a:pt x="1" y="0"/>
                </a:moveTo>
                <a:cubicBezTo>
                  <a:pt x="1" y="0"/>
                  <a:pt x="1" y="0"/>
                  <a:pt x="1" y="0"/>
                </a:cubicBezTo>
                <a:cubicBezTo>
                  <a:pt x="1" y="0"/>
                  <a:pt x="1" y="0"/>
                  <a:pt x="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7" name="Google Shape;1177;p30"/>
          <p:cNvSpPr/>
          <p:nvPr/>
        </p:nvSpPr>
        <p:spPr>
          <a:xfrm>
            <a:off x="6525300" y="4846125"/>
            <a:ext cx="825" cy="4725"/>
          </a:xfrm>
          <a:custGeom>
            <a:avLst/>
            <a:gdLst/>
            <a:ahLst/>
            <a:cxnLst/>
            <a:rect l="l" t="t" r="r" b="b"/>
            <a:pathLst>
              <a:path w="33" h="189" extrusionOk="0">
                <a:moveTo>
                  <a:pt x="32" y="189"/>
                </a:moveTo>
                <a:lnTo>
                  <a:pt x="32" y="189"/>
                </a:lnTo>
                <a:cubicBezTo>
                  <a:pt x="16" y="126"/>
                  <a:pt x="1" y="63"/>
                  <a:pt x="1" y="1"/>
                </a:cubicBezTo>
                <a:cubicBezTo>
                  <a:pt x="1" y="63"/>
                  <a:pt x="16" y="126"/>
                  <a:pt x="32" y="189"/>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8" name="Google Shape;1178;p30"/>
          <p:cNvSpPr/>
          <p:nvPr/>
        </p:nvSpPr>
        <p:spPr>
          <a:xfrm>
            <a:off x="6531575" y="4866125"/>
            <a:ext cx="25" cy="400"/>
          </a:xfrm>
          <a:custGeom>
            <a:avLst/>
            <a:gdLst/>
            <a:ahLst/>
            <a:cxnLst/>
            <a:rect l="l" t="t" r="r" b="b"/>
            <a:pathLst>
              <a:path w="1" h="16" extrusionOk="0">
                <a:moveTo>
                  <a:pt x="1" y="16"/>
                </a:moveTo>
                <a:cubicBezTo>
                  <a:pt x="1" y="16"/>
                  <a:pt x="1" y="0"/>
                  <a:pt x="1" y="0"/>
                </a:cubicBezTo>
                <a:cubicBezTo>
                  <a:pt x="1" y="0"/>
                  <a:pt x="1" y="16"/>
                  <a:pt x="1" y="16"/>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9" name="Google Shape;1179;p30"/>
          <p:cNvSpPr/>
          <p:nvPr/>
        </p:nvSpPr>
        <p:spPr>
          <a:xfrm>
            <a:off x="6530800" y="4864550"/>
            <a:ext cx="400" cy="800"/>
          </a:xfrm>
          <a:custGeom>
            <a:avLst/>
            <a:gdLst/>
            <a:ahLst/>
            <a:cxnLst/>
            <a:rect l="l" t="t" r="r" b="b"/>
            <a:pathLst>
              <a:path w="16" h="32" extrusionOk="0">
                <a:moveTo>
                  <a:pt x="16" y="32"/>
                </a:moveTo>
                <a:cubicBezTo>
                  <a:pt x="0" y="16"/>
                  <a:pt x="0" y="16"/>
                  <a:pt x="0" y="0"/>
                </a:cubicBezTo>
                <a:cubicBezTo>
                  <a:pt x="0" y="16"/>
                  <a:pt x="0" y="16"/>
                  <a:pt x="16" y="32"/>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0" name="Google Shape;1180;p30"/>
          <p:cNvSpPr/>
          <p:nvPr/>
        </p:nvSpPr>
        <p:spPr>
          <a:xfrm>
            <a:off x="6527650" y="4856700"/>
            <a:ext cx="2775" cy="7475"/>
          </a:xfrm>
          <a:custGeom>
            <a:avLst/>
            <a:gdLst/>
            <a:ahLst/>
            <a:cxnLst/>
            <a:rect l="l" t="t" r="r" b="b"/>
            <a:pathLst>
              <a:path w="111" h="299" extrusionOk="0">
                <a:moveTo>
                  <a:pt x="1" y="1"/>
                </a:moveTo>
                <a:cubicBezTo>
                  <a:pt x="32" y="111"/>
                  <a:pt x="63" y="205"/>
                  <a:pt x="111" y="299"/>
                </a:cubicBezTo>
                <a:cubicBezTo>
                  <a:pt x="63" y="205"/>
                  <a:pt x="32" y="111"/>
                  <a:pt x="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81" name="Google Shape;1181;p30"/>
          <p:cNvGrpSpPr/>
          <p:nvPr/>
        </p:nvGrpSpPr>
        <p:grpSpPr>
          <a:xfrm>
            <a:off x="-613275" y="4343040"/>
            <a:ext cx="9800100" cy="1657575"/>
            <a:chOff x="-613275" y="3559275"/>
            <a:chExt cx="9800100" cy="1657575"/>
          </a:xfrm>
          <a:solidFill>
            <a:srgbClr val="002E50"/>
          </a:solidFill>
        </p:grpSpPr>
        <p:sp>
          <p:nvSpPr>
            <p:cNvPr id="1182" name="Google Shape;1182;p30"/>
            <p:cNvSpPr/>
            <p:nvPr/>
          </p:nvSpPr>
          <p:spPr>
            <a:xfrm>
              <a:off x="8699600" y="3962263"/>
              <a:ext cx="444400" cy="1230850"/>
            </a:xfrm>
            <a:custGeom>
              <a:avLst/>
              <a:gdLst/>
              <a:ahLst/>
              <a:cxnLst/>
              <a:rect l="l" t="t" r="r" b="b"/>
              <a:pathLst>
                <a:path w="17776" h="49234" extrusionOk="0">
                  <a:moveTo>
                    <a:pt x="1" y="15017"/>
                  </a:moveTo>
                  <a:lnTo>
                    <a:pt x="1" y="49234"/>
                  </a:lnTo>
                  <a:lnTo>
                    <a:pt x="5487" y="49234"/>
                  </a:lnTo>
                  <a:lnTo>
                    <a:pt x="5487" y="15017"/>
                  </a:lnTo>
                  <a:cubicBezTo>
                    <a:pt x="5487" y="7665"/>
                    <a:pt x="10785" y="1537"/>
                    <a:pt x="17776" y="251"/>
                  </a:cubicBezTo>
                  <a:lnTo>
                    <a:pt x="17776" y="251"/>
                  </a:lnTo>
                  <a:cubicBezTo>
                    <a:pt x="16882" y="79"/>
                    <a:pt x="15957" y="1"/>
                    <a:pt x="15033" y="1"/>
                  </a:cubicBezTo>
                  <a:lnTo>
                    <a:pt x="15033" y="1"/>
                  </a:lnTo>
                  <a:cubicBezTo>
                    <a:pt x="6725" y="1"/>
                    <a:pt x="1" y="6725"/>
                    <a:pt x="1" y="15017"/>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3" name="Google Shape;1183;p30"/>
            <p:cNvSpPr/>
            <p:nvPr/>
          </p:nvSpPr>
          <p:spPr>
            <a:xfrm>
              <a:off x="7566750" y="3962263"/>
              <a:ext cx="444000" cy="1230850"/>
            </a:xfrm>
            <a:custGeom>
              <a:avLst/>
              <a:gdLst/>
              <a:ahLst/>
              <a:cxnLst/>
              <a:rect l="l" t="t" r="r" b="b"/>
              <a:pathLst>
                <a:path w="17760" h="49234" extrusionOk="0">
                  <a:moveTo>
                    <a:pt x="0" y="15017"/>
                  </a:moveTo>
                  <a:lnTo>
                    <a:pt x="0" y="49234"/>
                  </a:lnTo>
                  <a:lnTo>
                    <a:pt x="5486" y="49234"/>
                  </a:lnTo>
                  <a:lnTo>
                    <a:pt x="5486" y="15017"/>
                  </a:lnTo>
                  <a:cubicBezTo>
                    <a:pt x="5486" y="7665"/>
                    <a:pt x="10769" y="1537"/>
                    <a:pt x="17759" y="251"/>
                  </a:cubicBezTo>
                  <a:lnTo>
                    <a:pt x="17759" y="251"/>
                  </a:lnTo>
                  <a:cubicBezTo>
                    <a:pt x="16866" y="79"/>
                    <a:pt x="15957" y="1"/>
                    <a:pt x="15016" y="1"/>
                  </a:cubicBezTo>
                  <a:lnTo>
                    <a:pt x="15016" y="1"/>
                  </a:lnTo>
                  <a:cubicBezTo>
                    <a:pt x="6725" y="1"/>
                    <a:pt x="0" y="6725"/>
                    <a:pt x="0" y="15017"/>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4" name="Google Shape;1184;p30"/>
            <p:cNvSpPr/>
            <p:nvPr/>
          </p:nvSpPr>
          <p:spPr>
            <a:xfrm>
              <a:off x="6433500" y="3962263"/>
              <a:ext cx="444000" cy="1230850"/>
            </a:xfrm>
            <a:custGeom>
              <a:avLst/>
              <a:gdLst/>
              <a:ahLst/>
              <a:cxnLst/>
              <a:rect l="l" t="t" r="r" b="b"/>
              <a:pathLst>
                <a:path w="17760" h="49234" extrusionOk="0">
                  <a:moveTo>
                    <a:pt x="0" y="15017"/>
                  </a:moveTo>
                  <a:lnTo>
                    <a:pt x="0" y="49234"/>
                  </a:lnTo>
                  <a:lnTo>
                    <a:pt x="5486" y="49234"/>
                  </a:lnTo>
                  <a:lnTo>
                    <a:pt x="5486" y="15017"/>
                  </a:lnTo>
                  <a:cubicBezTo>
                    <a:pt x="5486" y="7665"/>
                    <a:pt x="10784" y="1537"/>
                    <a:pt x="17759" y="251"/>
                  </a:cubicBezTo>
                  <a:lnTo>
                    <a:pt x="17759" y="251"/>
                  </a:lnTo>
                  <a:cubicBezTo>
                    <a:pt x="16881" y="79"/>
                    <a:pt x="15957" y="1"/>
                    <a:pt x="15016" y="1"/>
                  </a:cubicBezTo>
                  <a:lnTo>
                    <a:pt x="15016" y="1"/>
                  </a:lnTo>
                  <a:cubicBezTo>
                    <a:pt x="6725" y="1"/>
                    <a:pt x="0" y="6725"/>
                    <a:pt x="0" y="15017"/>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5" name="Google Shape;1185;p30"/>
            <p:cNvSpPr/>
            <p:nvPr/>
          </p:nvSpPr>
          <p:spPr>
            <a:xfrm>
              <a:off x="5300250" y="3962263"/>
              <a:ext cx="444375" cy="1230850"/>
            </a:xfrm>
            <a:custGeom>
              <a:avLst/>
              <a:gdLst/>
              <a:ahLst/>
              <a:cxnLst/>
              <a:rect l="l" t="t" r="r" b="b"/>
              <a:pathLst>
                <a:path w="17775" h="49234" extrusionOk="0">
                  <a:moveTo>
                    <a:pt x="0" y="15017"/>
                  </a:moveTo>
                  <a:lnTo>
                    <a:pt x="0" y="49234"/>
                  </a:lnTo>
                  <a:lnTo>
                    <a:pt x="5486" y="49234"/>
                  </a:lnTo>
                  <a:lnTo>
                    <a:pt x="5486" y="15017"/>
                  </a:lnTo>
                  <a:cubicBezTo>
                    <a:pt x="5486" y="7665"/>
                    <a:pt x="10784" y="1537"/>
                    <a:pt x="17775" y="251"/>
                  </a:cubicBezTo>
                  <a:lnTo>
                    <a:pt x="17775" y="251"/>
                  </a:lnTo>
                  <a:cubicBezTo>
                    <a:pt x="16881" y="79"/>
                    <a:pt x="15957" y="1"/>
                    <a:pt x="15032" y="1"/>
                  </a:cubicBezTo>
                  <a:lnTo>
                    <a:pt x="15032" y="1"/>
                  </a:lnTo>
                  <a:cubicBezTo>
                    <a:pt x="6724" y="1"/>
                    <a:pt x="0" y="6725"/>
                    <a:pt x="0" y="15017"/>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86" name="Google Shape;1186;p30"/>
            <p:cNvGrpSpPr/>
            <p:nvPr/>
          </p:nvGrpSpPr>
          <p:grpSpPr>
            <a:xfrm>
              <a:off x="-613275" y="3559275"/>
              <a:ext cx="9800100" cy="1657575"/>
              <a:chOff x="-613275" y="3443675"/>
              <a:chExt cx="9800100" cy="1657575"/>
            </a:xfrm>
            <a:grpFill/>
          </p:grpSpPr>
          <p:sp>
            <p:nvSpPr>
              <p:cNvPr id="1187" name="Google Shape;1187;p30"/>
              <p:cNvSpPr/>
              <p:nvPr/>
            </p:nvSpPr>
            <p:spPr>
              <a:xfrm>
                <a:off x="3962175" y="3443675"/>
                <a:ext cx="5224650" cy="1657575"/>
              </a:xfrm>
              <a:custGeom>
                <a:avLst/>
                <a:gdLst/>
                <a:ahLst/>
                <a:cxnLst/>
                <a:rect l="l" t="t" r="r" b="b"/>
                <a:pathLst>
                  <a:path w="208986" h="66303" extrusionOk="0">
                    <a:moveTo>
                      <a:pt x="0" y="0"/>
                    </a:moveTo>
                    <a:lnTo>
                      <a:pt x="0" y="1207"/>
                    </a:lnTo>
                    <a:lnTo>
                      <a:pt x="5486" y="1207"/>
                    </a:lnTo>
                    <a:lnTo>
                      <a:pt x="5486" y="5439"/>
                    </a:lnTo>
                    <a:lnTo>
                      <a:pt x="0" y="5439"/>
                    </a:lnTo>
                    <a:lnTo>
                      <a:pt x="0" y="66303"/>
                    </a:lnTo>
                    <a:lnTo>
                      <a:pt x="8104" y="66303"/>
                    </a:lnTo>
                    <a:lnTo>
                      <a:pt x="8104" y="32086"/>
                    </a:lnTo>
                    <a:cubicBezTo>
                      <a:pt x="8104" y="23794"/>
                      <a:pt x="14828" y="17070"/>
                      <a:pt x="23120" y="17070"/>
                    </a:cubicBezTo>
                    <a:lnTo>
                      <a:pt x="23120" y="17070"/>
                    </a:lnTo>
                    <a:cubicBezTo>
                      <a:pt x="31411" y="17070"/>
                      <a:pt x="38136" y="23794"/>
                      <a:pt x="38136" y="32086"/>
                    </a:cubicBezTo>
                    <a:lnTo>
                      <a:pt x="38136" y="32086"/>
                    </a:lnTo>
                    <a:lnTo>
                      <a:pt x="38136" y="66303"/>
                    </a:lnTo>
                    <a:lnTo>
                      <a:pt x="53434" y="66303"/>
                    </a:lnTo>
                    <a:lnTo>
                      <a:pt x="53434" y="32086"/>
                    </a:lnTo>
                    <a:cubicBezTo>
                      <a:pt x="53434" y="23794"/>
                      <a:pt x="60158" y="17070"/>
                      <a:pt x="68450" y="17070"/>
                    </a:cubicBezTo>
                    <a:lnTo>
                      <a:pt x="68450" y="17070"/>
                    </a:lnTo>
                    <a:cubicBezTo>
                      <a:pt x="76741" y="17070"/>
                      <a:pt x="83466" y="23794"/>
                      <a:pt x="83466" y="32086"/>
                    </a:cubicBezTo>
                    <a:lnTo>
                      <a:pt x="83466" y="32086"/>
                    </a:lnTo>
                    <a:lnTo>
                      <a:pt x="83466" y="66303"/>
                    </a:lnTo>
                    <a:lnTo>
                      <a:pt x="98764" y="66303"/>
                    </a:lnTo>
                    <a:lnTo>
                      <a:pt x="98764" y="32086"/>
                    </a:lnTo>
                    <a:cubicBezTo>
                      <a:pt x="98764" y="23794"/>
                      <a:pt x="105488" y="17070"/>
                      <a:pt x="113780" y="17070"/>
                    </a:cubicBezTo>
                    <a:lnTo>
                      <a:pt x="113780" y="17070"/>
                    </a:lnTo>
                    <a:cubicBezTo>
                      <a:pt x="122072" y="17070"/>
                      <a:pt x="128796" y="23794"/>
                      <a:pt x="128796" y="32086"/>
                    </a:cubicBezTo>
                    <a:lnTo>
                      <a:pt x="128796" y="32086"/>
                    </a:lnTo>
                    <a:lnTo>
                      <a:pt x="128796" y="66303"/>
                    </a:lnTo>
                    <a:lnTo>
                      <a:pt x="144094" y="66303"/>
                    </a:lnTo>
                    <a:lnTo>
                      <a:pt x="144094" y="32086"/>
                    </a:lnTo>
                    <a:cubicBezTo>
                      <a:pt x="144094" y="23794"/>
                      <a:pt x="150818" y="17070"/>
                      <a:pt x="159110" y="17070"/>
                    </a:cubicBezTo>
                    <a:lnTo>
                      <a:pt x="159110" y="17070"/>
                    </a:lnTo>
                    <a:cubicBezTo>
                      <a:pt x="167402" y="17070"/>
                      <a:pt x="174126" y="23794"/>
                      <a:pt x="174126" y="32086"/>
                    </a:cubicBezTo>
                    <a:lnTo>
                      <a:pt x="174126" y="32086"/>
                    </a:lnTo>
                    <a:lnTo>
                      <a:pt x="174126" y="66303"/>
                    </a:lnTo>
                    <a:lnTo>
                      <a:pt x="189424" y="66303"/>
                    </a:lnTo>
                    <a:lnTo>
                      <a:pt x="189424" y="32086"/>
                    </a:lnTo>
                    <a:cubicBezTo>
                      <a:pt x="189424" y="23794"/>
                      <a:pt x="196148" y="17070"/>
                      <a:pt x="204440" y="17070"/>
                    </a:cubicBezTo>
                    <a:lnTo>
                      <a:pt x="204440" y="17070"/>
                    </a:lnTo>
                    <a:cubicBezTo>
                      <a:pt x="205976" y="17070"/>
                      <a:pt x="207591" y="17305"/>
                      <a:pt x="208986" y="17728"/>
                    </a:cubicBezTo>
                    <a:lnTo>
                      <a:pt x="208986" y="17728"/>
                    </a:lnTo>
                    <a:lnTo>
                      <a:pt x="208986" y="5439"/>
                    </a:lnTo>
                    <a:lnTo>
                      <a:pt x="205083" y="5439"/>
                    </a:lnTo>
                    <a:lnTo>
                      <a:pt x="205083" y="1207"/>
                    </a:lnTo>
                    <a:lnTo>
                      <a:pt x="208986" y="1207"/>
                    </a:lnTo>
                    <a:lnTo>
                      <a:pt x="208986" y="0"/>
                    </a:lnTo>
                    <a:close/>
                    <a:moveTo>
                      <a:pt x="189832" y="1207"/>
                    </a:moveTo>
                    <a:lnTo>
                      <a:pt x="203766" y="1207"/>
                    </a:lnTo>
                    <a:lnTo>
                      <a:pt x="203766" y="5439"/>
                    </a:lnTo>
                    <a:lnTo>
                      <a:pt x="189832" y="5439"/>
                    </a:lnTo>
                    <a:close/>
                    <a:moveTo>
                      <a:pt x="174581" y="1207"/>
                    </a:moveTo>
                    <a:lnTo>
                      <a:pt x="188515" y="1207"/>
                    </a:lnTo>
                    <a:lnTo>
                      <a:pt x="188515" y="5439"/>
                    </a:lnTo>
                    <a:lnTo>
                      <a:pt x="174581" y="5439"/>
                    </a:lnTo>
                    <a:close/>
                    <a:moveTo>
                      <a:pt x="159314" y="1207"/>
                    </a:moveTo>
                    <a:lnTo>
                      <a:pt x="173264" y="1207"/>
                    </a:lnTo>
                    <a:lnTo>
                      <a:pt x="173264" y="5439"/>
                    </a:lnTo>
                    <a:lnTo>
                      <a:pt x="159314" y="5439"/>
                    </a:lnTo>
                    <a:close/>
                    <a:moveTo>
                      <a:pt x="144063" y="1207"/>
                    </a:moveTo>
                    <a:lnTo>
                      <a:pt x="158013" y="1207"/>
                    </a:lnTo>
                    <a:lnTo>
                      <a:pt x="158013" y="5439"/>
                    </a:lnTo>
                    <a:lnTo>
                      <a:pt x="144063" y="5439"/>
                    </a:lnTo>
                    <a:close/>
                    <a:moveTo>
                      <a:pt x="128812" y="1207"/>
                    </a:moveTo>
                    <a:lnTo>
                      <a:pt x="142762" y="1207"/>
                    </a:lnTo>
                    <a:lnTo>
                      <a:pt x="142762" y="5439"/>
                    </a:lnTo>
                    <a:lnTo>
                      <a:pt x="128812" y="5439"/>
                    </a:lnTo>
                    <a:close/>
                    <a:moveTo>
                      <a:pt x="113560" y="1207"/>
                    </a:moveTo>
                    <a:lnTo>
                      <a:pt x="127511" y="1207"/>
                    </a:lnTo>
                    <a:lnTo>
                      <a:pt x="127511" y="5439"/>
                    </a:lnTo>
                    <a:lnTo>
                      <a:pt x="113560" y="5439"/>
                    </a:lnTo>
                    <a:close/>
                    <a:moveTo>
                      <a:pt x="98309" y="1207"/>
                    </a:moveTo>
                    <a:lnTo>
                      <a:pt x="112259" y="1207"/>
                    </a:lnTo>
                    <a:lnTo>
                      <a:pt x="112259" y="5439"/>
                    </a:lnTo>
                    <a:lnTo>
                      <a:pt x="98309" y="5439"/>
                    </a:lnTo>
                    <a:close/>
                    <a:moveTo>
                      <a:pt x="83058" y="1207"/>
                    </a:moveTo>
                    <a:lnTo>
                      <a:pt x="97008" y="1207"/>
                    </a:lnTo>
                    <a:lnTo>
                      <a:pt x="97008" y="5439"/>
                    </a:lnTo>
                    <a:lnTo>
                      <a:pt x="83058" y="5439"/>
                    </a:lnTo>
                    <a:close/>
                    <a:moveTo>
                      <a:pt x="67807" y="1207"/>
                    </a:moveTo>
                    <a:lnTo>
                      <a:pt x="81757" y="1207"/>
                    </a:lnTo>
                    <a:lnTo>
                      <a:pt x="81757" y="5439"/>
                    </a:lnTo>
                    <a:lnTo>
                      <a:pt x="67807" y="5439"/>
                    </a:lnTo>
                    <a:close/>
                    <a:moveTo>
                      <a:pt x="52556" y="1207"/>
                    </a:moveTo>
                    <a:lnTo>
                      <a:pt x="66490" y="1207"/>
                    </a:lnTo>
                    <a:lnTo>
                      <a:pt x="66490" y="5439"/>
                    </a:lnTo>
                    <a:lnTo>
                      <a:pt x="52556" y="5439"/>
                    </a:lnTo>
                    <a:close/>
                    <a:moveTo>
                      <a:pt x="37305" y="1207"/>
                    </a:moveTo>
                    <a:lnTo>
                      <a:pt x="51239" y="1207"/>
                    </a:lnTo>
                    <a:lnTo>
                      <a:pt x="51239" y="5439"/>
                    </a:lnTo>
                    <a:lnTo>
                      <a:pt x="37305" y="5439"/>
                    </a:lnTo>
                    <a:close/>
                    <a:moveTo>
                      <a:pt x="22038" y="1207"/>
                    </a:moveTo>
                    <a:lnTo>
                      <a:pt x="35988" y="1207"/>
                    </a:lnTo>
                    <a:lnTo>
                      <a:pt x="35988" y="5439"/>
                    </a:lnTo>
                    <a:lnTo>
                      <a:pt x="22038" y="5439"/>
                    </a:lnTo>
                    <a:close/>
                    <a:moveTo>
                      <a:pt x="6787" y="1207"/>
                    </a:moveTo>
                    <a:lnTo>
                      <a:pt x="20737" y="1207"/>
                    </a:lnTo>
                    <a:lnTo>
                      <a:pt x="20737" y="5439"/>
                    </a:lnTo>
                    <a:lnTo>
                      <a:pt x="6787" y="5439"/>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1188" name="Google Shape;1188;p30"/>
              <p:cNvGrpSpPr/>
              <p:nvPr/>
            </p:nvGrpSpPr>
            <p:grpSpPr>
              <a:xfrm>
                <a:off x="-613275" y="3443675"/>
                <a:ext cx="5224650" cy="1657575"/>
                <a:chOff x="1161525" y="3805200"/>
                <a:chExt cx="5224650" cy="1657575"/>
              </a:xfrm>
              <a:grpFill/>
            </p:grpSpPr>
            <p:sp>
              <p:nvSpPr>
                <p:cNvPr id="1189" name="Google Shape;1189;p30"/>
                <p:cNvSpPr/>
                <p:nvPr/>
              </p:nvSpPr>
              <p:spPr>
                <a:xfrm>
                  <a:off x="5896325" y="4231925"/>
                  <a:ext cx="444400" cy="1230850"/>
                </a:xfrm>
                <a:custGeom>
                  <a:avLst/>
                  <a:gdLst/>
                  <a:ahLst/>
                  <a:cxnLst/>
                  <a:rect l="l" t="t" r="r" b="b"/>
                  <a:pathLst>
                    <a:path w="17776" h="49234" extrusionOk="0">
                      <a:moveTo>
                        <a:pt x="1" y="15017"/>
                      </a:moveTo>
                      <a:lnTo>
                        <a:pt x="1" y="49234"/>
                      </a:lnTo>
                      <a:lnTo>
                        <a:pt x="5487" y="49234"/>
                      </a:lnTo>
                      <a:lnTo>
                        <a:pt x="5487" y="15017"/>
                      </a:lnTo>
                      <a:cubicBezTo>
                        <a:pt x="5487" y="7665"/>
                        <a:pt x="10785" y="1537"/>
                        <a:pt x="17776" y="251"/>
                      </a:cubicBezTo>
                      <a:lnTo>
                        <a:pt x="17776" y="251"/>
                      </a:lnTo>
                      <a:cubicBezTo>
                        <a:pt x="16882" y="79"/>
                        <a:pt x="15957" y="1"/>
                        <a:pt x="15033" y="1"/>
                      </a:cubicBezTo>
                      <a:lnTo>
                        <a:pt x="15033" y="1"/>
                      </a:lnTo>
                      <a:cubicBezTo>
                        <a:pt x="6725" y="1"/>
                        <a:pt x="1" y="6725"/>
                        <a:pt x="1" y="15017"/>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0" name="Google Shape;1190;p30"/>
                <p:cNvSpPr/>
                <p:nvPr/>
              </p:nvSpPr>
              <p:spPr>
                <a:xfrm>
                  <a:off x="4763475" y="4231925"/>
                  <a:ext cx="444000" cy="1230850"/>
                </a:xfrm>
                <a:custGeom>
                  <a:avLst/>
                  <a:gdLst/>
                  <a:ahLst/>
                  <a:cxnLst/>
                  <a:rect l="l" t="t" r="r" b="b"/>
                  <a:pathLst>
                    <a:path w="17760" h="49234" extrusionOk="0">
                      <a:moveTo>
                        <a:pt x="0" y="15017"/>
                      </a:moveTo>
                      <a:lnTo>
                        <a:pt x="0" y="49234"/>
                      </a:lnTo>
                      <a:lnTo>
                        <a:pt x="5486" y="49234"/>
                      </a:lnTo>
                      <a:lnTo>
                        <a:pt x="5486" y="15017"/>
                      </a:lnTo>
                      <a:cubicBezTo>
                        <a:pt x="5486" y="7665"/>
                        <a:pt x="10769" y="1537"/>
                        <a:pt x="17759" y="251"/>
                      </a:cubicBezTo>
                      <a:lnTo>
                        <a:pt x="17759" y="251"/>
                      </a:lnTo>
                      <a:cubicBezTo>
                        <a:pt x="16866" y="79"/>
                        <a:pt x="15957" y="1"/>
                        <a:pt x="15016" y="1"/>
                      </a:cubicBezTo>
                      <a:lnTo>
                        <a:pt x="15016" y="1"/>
                      </a:lnTo>
                      <a:cubicBezTo>
                        <a:pt x="6725" y="1"/>
                        <a:pt x="0" y="6725"/>
                        <a:pt x="0" y="15017"/>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1" name="Google Shape;1191;p30"/>
                <p:cNvSpPr/>
                <p:nvPr/>
              </p:nvSpPr>
              <p:spPr>
                <a:xfrm>
                  <a:off x="3630225" y="4231925"/>
                  <a:ext cx="444000" cy="1230850"/>
                </a:xfrm>
                <a:custGeom>
                  <a:avLst/>
                  <a:gdLst/>
                  <a:ahLst/>
                  <a:cxnLst/>
                  <a:rect l="l" t="t" r="r" b="b"/>
                  <a:pathLst>
                    <a:path w="17760" h="49234" extrusionOk="0">
                      <a:moveTo>
                        <a:pt x="0" y="15017"/>
                      </a:moveTo>
                      <a:lnTo>
                        <a:pt x="0" y="49234"/>
                      </a:lnTo>
                      <a:lnTo>
                        <a:pt x="5486" y="49234"/>
                      </a:lnTo>
                      <a:lnTo>
                        <a:pt x="5486" y="15017"/>
                      </a:lnTo>
                      <a:cubicBezTo>
                        <a:pt x="5486" y="7665"/>
                        <a:pt x="10784" y="1537"/>
                        <a:pt x="17759" y="251"/>
                      </a:cubicBezTo>
                      <a:lnTo>
                        <a:pt x="17759" y="251"/>
                      </a:lnTo>
                      <a:cubicBezTo>
                        <a:pt x="16881" y="79"/>
                        <a:pt x="15957" y="1"/>
                        <a:pt x="15016" y="1"/>
                      </a:cubicBezTo>
                      <a:lnTo>
                        <a:pt x="15016" y="1"/>
                      </a:lnTo>
                      <a:cubicBezTo>
                        <a:pt x="6725" y="1"/>
                        <a:pt x="0" y="6725"/>
                        <a:pt x="0" y="15017"/>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2" name="Google Shape;1192;p30"/>
                <p:cNvSpPr/>
                <p:nvPr/>
              </p:nvSpPr>
              <p:spPr>
                <a:xfrm>
                  <a:off x="2496975" y="4231925"/>
                  <a:ext cx="444375" cy="1230850"/>
                </a:xfrm>
                <a:custGeom>
                  <a:avLst/>
                  <a:gdLst/>
                  <a:ahLst/>
                  <a:cxnLst/>
                  <a:rect l="l" t="t" r="r" b="b"/>
                  <a:pathLst>
                    <a:path w="17775" h="49234" extrusionOk="0">
                      <a:moveTo>
                        <a:pt x="0" y="15017"/>
                      </a:moveTo>
                      <a:lnTo>
                        <a:pt x="0" y="49234"/>
                      </a:lnTo>
                      <a:lnTo>
                        <a:pt x="5486" y="49234"/>
                      </a:lnTo>
                      <a:lnTo>
                        <a:pt x="5486" y="15017"/>
                      </a:lnTo>
                      <a:cubicBezTo>
                        <a:pt x="5486" y="7665"/>
                        <a:pt x="10784" y="1537"/>
                        <a:pt x="17775" y="251"/>
                      </a:cubicBezTo>
                      <a:lnTo>
                        <a:pt x="17775" y="251"/>
                      </a:lnTo>
                      <a:cubicBezTo>
                        <a:pt x="16881" y="79"/>
                        <a:pt x="15957" y="1"/>
                        <a:pt x="15032" y="1"/>
                      </a:cubicBezTo>
                      <a:lnTo>
                        <a:pt x="15032" y="1"/>
                      </a:lnTo>
                      <a:cubicBezTo>
                        <a:pt x="6724" y="1"/>
                        <a:pt x="0" y="6725"/>
                        <a:pt x="0" y="15017"/>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3" name="Google Shape;1193;p30"/>
                <p:cNvSpPr/>
                <p:nvPr/>
              </p:nvSpPr>
              <p:spPr>
                <a:xfrm>
                  <a:off x="1364100" y="4231925"/>
                  <a:ext cx="444000" cy="1230850"/>
                </a:xfrm>
                <a:custGeom>
                  <a:avLst/>
                  <a:gdLst/>
                  <a:ahLst/>
                  <a:cxnLst/>
                  <a:rect l="l" t="t" r="r" b="b"/>
                  <a:pathLst>
                    <a:path w="17760" h="49234" extrusionOk="0">
                      <a:moveTo>
                        <a:pt x="1" y="15017"/>
                      </a:moveTo>
                      <a:lnTo>
                        <a:pt x="1" y="49234"/>
                      </a:lnTo>
                      <a:lnTo>
                        <a:pt x="5487" y="49234"/>
                      </a:lnTo>
                      <a:lnTo>
                        <a:pt x="5487" y="15017"/>
                      </a:lnTo>
                      <a:cubicBezTo>
                        <a:pt x="5487" y="7665"/>
                        <a:pt x="10769" y="1537"/>
                        <a:pt x="17760" y="251"/>
                      </a:cubicBezTo>
                      <a:lnTo>
                        <a:pt x="17760" y="251"/>
                      </a:lnTo>
                      <a:cubicBezTo>
                        <a:pt x="16866" y="79"/>
                        <a:pt x="15957" y="1"/>
                        <a:pt x="15017" y="1"/>
                      </a:cubicBezTo>
                      <a:lnTo>
                        <a:pt x="15017" y="1"/>
                      </a:lnTo>
                      <a:cubicBezTo>
                        <a:pt x="6725" y="1"/>
                        <a:pt x="1" y="6725"/>
                        <a:pt x="1" y="15017"/>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4" name="Google Shape;1194;p30"/>
                <p:cNvSpPr/>
                <p:nvPr/>
              </p:nvSpPr>
              <p:spPr>
                <a:xfrm>
                  <a:off x="1161525" y="3805200"/>
                  <a:ext cx="5224650" cy="1657575"/>
                </a:xfrm>
                <a:custGeom>
                  <a:avLst/>
                  <a:gdLst/>
                  <a:ahLst/>
                  <a:cxnLst/>
                  <a:rect l="l" t="t" r="r" b="b"/>
                  <a:pathLst>
                    <a:path w="208986" h="66303" extrusionOk="0">
                      <a:moveTo>
                        <a:pt x="0" y="0"/>
                      </a:moveTo>
                      <a:lnTo>
                        <a:pt x="0" y="1207"/>
                      </a:lnTo>
                      <a:lnTo>
                        <a:pt x="5486" y="1207"/>
                      </a:lnTo>
                      <a:lnTo>
                        <a:pt x="5486" y="5439"/>
                      </a:lnTo>
                      <a:lnTo>
                        <a:pt x="0" y="5439"/>
                      </a:lnTo>
                      <a:lnTo>
                        <a:pt x="0" y="66303"/>
                      </a:lnTo>
                      <a:lnTo>
                        <a:pt x="8104" y="66303"/>
                      </a:lnTo>
                      <a:lnTo>
                        <a:pt x="8104" y="32086"/>
                      </a:lnTo>
                      <a:cubicBezTo>
                        <a:pt x="8104" y="23794"/>
                        <a:pt x="14828" y="17070"/>
                        <a:pt x="23120" y="17070"/>
                      </a:cubicBezTo>
                      <a:lnTo>
                        <a:pt x="23120" y="17070"/>
                      </a:lnTo>
                      <a:cubicBezTo>
                        <a:pt x="31411" y="17070"/>
                        <a:pt x="38136" y="23794"/>
                        <a:pt x="38136" y="32086"/>
                      </a:cubicBezTo>
                      <a:lnTo>
                        <a:pt x="38136" y="32086"/>
                      </a:lnTo>
                      <a:lnTo>
                        <a:pt x="38136" y="66303"/>
                      </a:lnTo>
                      <a:lnTo>
                        <a:pt x="53434" y="66303"/>
                      </a:lnTo>
                      <a:lnTo>
                        <a:pt x="53434" y="32086"/>
                      </a:lnTo>
                      <a:cubicBezTo>
                        <a:pt x="53434" y="23794"/>
                        <a:pt x="60158" y="17070"/>
                        <a:pt x="68450" y="17070"/>
                      </a:cubicBezTo>
                      <a:lnTo>
                        <a:pt x="68450" y="17070"/>
                      </a:lnTo>
                      <a:cubicBezTo>
                        <a:pt x="76741" y="17070"/>
                        <a:pt x="83466" y="23794"/>
                        <a:pt x="83466" y="32086"/>
                      </a:cubicBezTo>
                      <a:lnTo>
                        <a:pt x="83466" y="32086"/>
                      </a:lnTo>
                      <a:lnTo>
                        <a:pt x="83466" y="66303"/>
                      </a:lnTo>
                      <a:lnTo>
                        <a:pt x="98764" y="66303"/>
                      </a:lnTo>
                      <a:lnTo>
                        <a:pt x="98764" y="32086"/>
                      </a:lnTo>
                      <a:cubicBezTo>
                        <a:pt x="98764" y="23794"/>
                        <a:pt x="105488" y="17070"/>
                        <a:pt x="113780" y="17070"/>
                      </a:cubicBezTo>
                      <a:lnTo>
                        <a:pt x="113780" y="17070"/>
                      </a:lnTo>
                      <a:cubicBezTo>
                        <a:pt x="122072" y="17070"/>
                        <a:pt x="128796" y="23794"/>
                        <a:pt x="128796" y="32086"/>
                      </a:cubicBezTo>
                      <a:lnTo>
                        <a:pt x="128796" y="32086"/>
                      </a:lnTo>
                      <a:lnTo>
                        <a:pt x="128796" y="66303"/>
                      </a:lnTo>
                      <a:lnTo>
                        <a:pt x="144094" y="66303"/>
                      </a:lnTo>
                      <a:lnTo>
                        <a:pt x="144094" y="32086"/>
                      </a:lnTo>
                      <a:cubicBezTo>
                        <a:pt x="144094" y="23794"/>
                        <a:pt x="150818" y="17070"/>
                        <a:pt x="159110" y="17070"/>
                      </a:cubicBezTo>
                      <a:lnTo>
                        <a:pt x="159110" y="17070"/>
                      </a:lnTo>
                      <a:cubicBezTo>
                        <a:pt x="167402" y="17070"/>
                        <a:pt x="174126" y="23794"/>
                        <a:pt x="174126" y="32086"/>
                      </a:cubicBezTo>
                      <a:lnTo>
                        <a:pt x="174126" y="32086"/>
                      </a:lnTo>
                      <a:lnTo>
                        <a:pt x="174126" y="66303"/>
                      </a:lnTo>
                      <a:lnTo>
                        <a:pt x="189424" y="66303"/>
                      </a:lnTo>
                      <a:lnTo>
                        <a:pt x="189424" y="32086"/>
                      </a:lnTo>
                      <a:cubicBezTo>
                        <a:pt x="189424" y="23794"/>
                        <a:pt x="196148" y="17070"/>
                        <a:pt x="204440" y="17070"/>
                      </a:cubicBezTo>
                      <a:lnTo>
                        <a:pt x="204440" y="17070"/>
                      </a:lnTo>
                      <a:cubicBezTo>
                        <a:pt x="205976" y="17070"/>
                        <a:pt x="207591" y="17305"/>
                        <a:pt x="208986" y="17728"/>
                      </a:cubicBezTo>
                      <a:lnTo>
                        <a:pt x="208986" y="17728"/>
                      </a:lnTo>
                      <a:lnTo>
                        <a:pt x="208986" y="5439"/>
                      </a:lnTo>
                      <a:lnTo>
                        <a:pt x="205083" y="5439"/>
                      </a:lnTo>
                      <a:lnTo>
                        <a:pt x="205083" y="1207"/>
                      </a:lnTo>
                      <a:lnTo>
                        <a:pt x="208986" y="1207"/>
                      </a:lnTo>
                      <a:lnTo>
                        <a:pt x="208986" y="0"/>
                      </a:lnTo>
                      <a:close/>
                      <a:moveTo>
                        <a:pt x="189832" y="1207"/>
                      </a:moveTo>
                      <a:lnTo>
                        <a:pt x="203766" y="1207"/>
                      </a:lnTo>
                      <a:lnTo>
                        <a:pt x="203766" y="5439"/>
                      </a:lnTo>
                      <a:lnTo>
                        <a:pt x="189832" y="5439"/>
                      </a:lnTo>
                      <a:close/>
                      <a:moveTo>
                        <a:pt x="174581" y="1207"/>
                      </a:moveTo>
                      <a:lnTo>
                        <a:pt x="188515" y="1207"/>
                      </a:lnTo>
                      <a:lnTo>
                        <a:pt x="188515" y="5439"/>
                      </a:lnTo>
                      <a:lnTo>
                        <a:pt x="174581" y="5439"/>
                      </a:lnTo>
                      <a:close/>
                      <a:moveTo>
                        <a:pt x="159314" y="1207"/>
                      </a:moveTo>
                      <a:lnTo>
                        <a:pt x="173264" y="1207"/>
                      </a:lnTo>
                      <a:lnTo>
                        <a:pt x="173264" y="5439"/>
                      </a:lnTo>
                      <a:lnTo>
                        <a:pt x="159314" y="5439"/>
                      </a:lnTo>
                      <a:close/>
                      <a:moveTo>
                        <a:pt x="144063" y="1207"/>
                      </a:moveTo>
                      <a:lnTo>
                        <a:pt x="158013" y="1207"/>
                      </a:lnTo>
                      <a:lnTo>
                        <a:pt x="158013" y="5439"/>
                      </a:lnTo>
                      <a:lnTo>
                        <a:pt x="144063" y="5439"/>
                      </a:lnTo>
                      <a:close/>
                      <a:moveTo>
                        <a:pt x="128812" y="1207"/>
                      </a:moveTo>
                      <a:lnTo>
                        <a:pt x="142762" y="1207"/>
                      </a:lnTo>
                      <a:lnTo>
                        <a:pt x="142762" y="5439"/>
                      </a:lnTo>
                      <a:lnTo>
                        <a:pt x="128812" y="5439"/>
                      </a:lnTo>
                      <a:close/>
                      <a:moveTo>
                        <a:pt x="113560" y="1207"/>
                      </a:moveTo>
                      <a:lnTo>
                        <a:pt x="127511" y="1207"/>
                      </a:lnTo>
                      <a:lnTo>
                        <a:pt x="127511" y="5439"/>
                      </a:lnTo>
                      <a:lnTo>
                        <a:pt x="113560" y="5439"/>
                      </a:lnTo>
                      <a:close/>
                      <a:moveTo>
                        <a:pt x="98309" y="1207"/>
                      </a:moveTo>
                      <a:lnTo>
                        <a:pt x="112259" y="1207"/>
                      </a:lnTo>
                      <a:lnTo>
                        <a:pt x="112259" y="5439"/>
                      </a:lnTo>
                      <a:lnTo>
                        <a:pt x="98309" y="5439"/>
                      </a:lnTo>
                      <a:close/>
                      <a:moveTo>
                        <a:pt x="83058" y="1207"/>
                      </a:moveTo>
                      <a:lnTo>
                        <a:pt x="97008" y="1207"/>
                      </a:lnTo>
                      <a:lnTo>
                        <a:pt x="97008" y="5439"/>
                      </a:lnTo>
                      <a:lnTo>
                        <a:pt x="83058" y="5439"/>
                      </a:lnTo>
                      <a:close/>
                      <a:moveTo>
                        <a:pt x="67807" y="1207"/>
                      </a:moveTo>
                      <a:lnTo>
                        <a:pt x="81757" y="1207"/>
                      </a:lnTo>
                      <a:lnTo>
                        <a:pt x="81757" y="5439"/>
                      </a:lnTo>
                      <a:lnTo>
                        <a:pt x="67807" y="5439"/>
                      </a:lnTo>
                      <a:close/>
                      <a:moveTo>
                        <a:pt x="52556" y="1207"/>
                      </a:moveTo>
                      <a:lnTo>
                        <a:pt x="66490" y="1207"/>
                      </a:lnTo>
                      <a:lnTo>
                        <a:pt x="66490" y="5439"/>
                      </a:lnTo>
                      <a:lnTo>
                        <a:pt x="52556" y="5439"/>
                      </a:lnTo>
                      <a:close/>
                      <a:moveTo>
                        <a:pt x="37305" y="1207"/>
                      </a:moveTo>
                      <a:lnTo>
                        <a:pt x="51239" y="1207"/>
                      </a:lnTo>
                      <a:lnTo>
                        <a:pt x="51239" y="5439"/>
                      </a:lnTo>
                      <a:lnTo>
                        <a:pt x="37305" y="5439"/>
                      </a:lnTo>
                      <a:close/>
                      <a:moveTo>
                        <a:pt x="22038" y="1207"/>
                      </a:moveTo>
                      <a:lnTo>
                        <a:pt x="35988" y="1207"/>
                      </a:lnTo>
                      <a:lnTo>
                        <a:pt x="35988" y="5439"/>
                      </a:lnTo>
                      <a:lnTo>
                        <a:pt x="22038" y="5439"/>
                      </a:lnTo>
                      <a:close/>
                      <a:moveTo>
                        <a:pt x="6787" y="1207"/>
                      </a:moveTo>
                      <a:lnTo>
                        <a:pt x="20737" y="1207"/>
                      </a:lnTo>
                      <a:lnTo>
                        <a:pt x="20737" y="5439"/>
                      </a:lnTo>
                      <a:lnTo>
                        <a:pt x="6787" y="5439"/>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
        <p:nvSpPr>
          <p:cNvPr id="8" name="Google Shape;294;p36">
            <a:extLst>
              <a:ext uri="{FF2B5EF4-FFF2-40B4-BE49-F238E27FC236}">
                <a16:creationId xmlns:a16="http://schemas.microsoft.com/office/drawing/2014/main" id="{4B860DC5-80A4-D299-EF06-54A4743D74B3}"/>
              </a:ext>
            </a:extLst>
          </p:cNvPr>
          <p:cNvSpPr txBox="1">
            <a:spLocks/>
          </p:cNvSpPr>
          <p:nvPr/>
        </p:nvSpPr>
        <p:spPr>
          <a:xfrm>
            <a:off x="949487" y="153993"/>
            <a:ext cx="77040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eaLnBrk="1" hangingPunct="1">
              <a:lnSpc>
                <a:spcPct val="80000"/>
              </a:lnSpc>
              <a:spcBef>
                <a:spcPts val="0"/>
              </a:spcBef>
              <a:spcAft>
                <a:spcPts val="0"/>
              </a:spcAft>
              <a:buClr>
                <a:schemeClr val="dk1"/>
              </a:buClr>
              <a:buSzPts val="5200"/>
              <a:buFont typeface="Bakbak One"/>
              <a:buNone/>
              <a:defRPr sz="7000" b="0" i="0" u="none" strike="noStrike" cap="none">
                <a:solidFill>
                  <a:schemeClr val="dk1"/>
                </a:solidFill>
                <a:latin typeface="Bakbak One"/>
                <a:ea typeface="Bakbak One"/>
                <a:cs typeface="Bakbak One"/>
                <a:sym typeface="Bakbak One"/>
              </a:defRPr>
            </a:lvl1pPr>
            <a:lvl2pPr marR="0" lvl="1" algn="ctr" rtl="0" eaLnBrk="1" hangingPunct="1">
              <a:lnSpc>
                <a:spcPct val="100000"/>
              </a:lnSpc>
              <a:spcBef>
                <a:spcPts val="0"/>
              </a:spcBef>
              <a:spcAft>
                <a:spcPts val="0"/>
              </a:spcAft>
              <a:buClr>
                <a:schemeClr val="dk1"/>
              </a:buClr>
              <a:buSzPts val="5200"/>
              <a:buFont typeface="Bakbak One"/>
              <a:buNone/>
              <a:defRPr sz="5200" b="0" i="0" u="none" strike="noStrike" cap="none">
                <a:solidFill>
                  <a:schemeClr val="dk1"/>
                </a:solidFill>
                <a:latin typeface="Bakbak One"/>
                <a:ea typeface="Bakbak One"/>
                <a:cs typeface="Bakbak One"/>
                <a:sym typeface="Bakbak One"/>
              </a:defRPr>
            </a:lvl2pPr>
            <a:lvl3pPr marR="0" lvl="2" algn="ctr" rtl="0" eaLnBrk="1" hangingPunct="1">
              <a:lnSpc>
                <a:spcPct val="100000"/>
              </a:lnSpc>
              <a:spcBef>
                <a:spcPts val="0"/>
              </a:spcBef>
              <a:spcAft>
                <a:spcPts val="0"/>
              </a:spcAft>
              <a:buClr>
                <a:schemeClr val="dk1"/>
              </a:buClr>
              <a:buSzPts val="5200"/>
              <a:buFont typeface="Bakbak One"/>
              <a:buNone/>
              <a:defRPr sz="5200" b="0" i="0" u="none" strike="noStrike" cap="none">
                <a:solidFill>
                  <a:schemeClr val="dk1"/>
                </a:solidFill>
                <a:latin typeface="Bakbak One"/>
                <a:ea typeface="Bakbak One"/>
                <a:cs typeface="Bakbak One"/>
                <a:sym typeface="Bakbak One"/>
              </a:defRPr>
            </a:lvl3pPr>
            <a:lvl4pPr marR="0" lvl="3" algn="ctr" rtl="0" eaLnBrk="1" hangingPunct="1">
              <a:lnSpc>
                <a:spcPct val="100000"/>
              </a:lnSpc>
              <a:spcBef>
                <a:spcPts val="0"/>
              </a:spcBef>
              <a:spcAft>
                <a:spcPts val="0"/>
              </a:spcAft>
              <a:buClr>
                <a:schemeClr val="dk1"/>
              </a:buClr>
              <a:buSzPts val="5200"/>
              <a:buFont typeface="Bakbak One"/>
              <a:buNone/>
              <a:defRPr sz="5200" b="0" i="0" u="none" strike="noStrike" cap="none">
                <a:solidFill>
                  <a:schemeClr val="dk1"/>
                </a:solidFill>
                <a:latin typeface="Bakbak One"/>
                <a:ea typeface="Bakbak One"/>
                <a:cs typeface="Bakbak One"/>
                <a:sym typeface="Bakbak One"/>
              </a:defRPr>
            </a:lvl4pPr>
            <a:lvl5pPr marR="0" lvl="4" algn="ctr" rtl="0" eaLnBrk="1" hangingPunct="1">
              <a:lnSpc>
                <a:spcPct val="100000"/>
              </a:lnSpc>
              <a:spcBef>
                <a:spcPts val="0"/>
              </a:spcBef>
              <a:spcAft>
                <a:spcPts val="0"/>
              </a:spcAft>
              <a:buClr>
                <a:schemeClr val="dk1"/>
              </a:buClr>
              <a:buSzPts val="5200"/>
              <a:buFont typeface="Bakbak One"/>
              <a:buNone/>
              <a:defRPr sz="5200" b="0" i="0" u="none" strike="noStrike" cap="none">
                <a:solidFill>
                  <a:schemeClr val="dk1"/>
                </a:solidFill>
                <a:latin typeface="Bakbak One"/>
                <a:ea typeface="Bakbak One"/>
                <a:cs typeface="Bakbak One"/>
                <a:sym typeface="Bakbak One"/>
              </a:defRPr>
            </a:lvl5pPr>
            <a:lvl6pPr marR="0" lvl="5" algn="ctr" rtl="0" eaLnBrk="1" hangingPunct="1">
              <a:lnSpc>
                <a:spcPct val="100000"/>
              </a:lnSpc>
              <a:spcBef>
                <a:spcPts val="0"/>
              </a:spcBef>
              <a:spcAft>
                <a:spcPts val="0"/>
              </a:spcAft>
              <a:buClr>
                <a:schemeClr val="dk1"/>
              </a:buClr>
              <a:buSzPts val="5200"/>
              <a:buFont typeface="Bakbak One"/>
              <a:buNone/>
              <a:defRPr sz="5200" b="0" i="0" u="none" strike="noStrike" cap="none">
                <a:solidFill>
                  <a:schemeClr val="dk1"/>
                </a:solidFill>
                <a:latin typeface="Bakbak One"/>
                <a:ea typeface="Bakbak One"/>
                <a:cs typeface="Bakbak One"/>
                <a:sym typeface="Bakbak One"/>
              </a:defRPr>
            </a:lvl6pPr>
            <a:lvl7pPr marR="0" lvl="6" algn="ctr" rtl="0" eaLnBrk="1" hangingPunct="1">
              <a:lnSpc>
                <a:spcPct val="100000"/>
              </a:lnSpc>
              <a:spcBef>
                <a:spcPts val="0"/>
              </a:spcBef>
              <a:spcAft>
                <a:spcPts val="0"/>
              </a:spcAft>
              <a:buClr>
                <a:schemeClr val="dk1"/>
              </a:buClr>
              <a:buSzPts val="5200"/>
              <a:buFont typeface="Bakbak One"/>
              <a:buNone/>
              <a:defRPr sz="5200" b="0" i="0" u="none" strike="noStrike" cap="none">
                <a:solidFill>
                  <a:schemeClr val="dk1"/>
                </a:solidFill>
                <a:latin typeface="Bakbak One"/>
                <a:ea typeface="Bakbak One"/>
                <a:cs typeface="Bakbak One"/>
                <a:sym typeface="Bakbak One"/>
              </a:defRPr>
            </a:lvl7pPr>
            <a:lvl8pPr marR="0" lvl="7" algn="ctr" rtl="0" eaLnBrk="1" hangingPunct="1">
              <a:lnSpc>
                <a:spcPct val="100000"/>
              </a:lnSpc>
              <a:spcBef>
                <a:spcPts val="0"/>
              </a:spcBef>
              <a:spcAft>
                <a:spcPts val="0"/>
              </a:spcAft>
              <a:buClr>
                <a:schemeClr val="dk1"/>
              </a:buClr>
              <a:buSzPts val="5200"/>
              <a:buFont typeface="Bakbak One"/>
              <a:buNone/>
              <a:defRPr sz="5200" b="0" i="0" u="none" strike="noStrike" cap="none">
                <a:solidFill>
                  <a:schemeClr val="dk1"/>
                </a:solidFill>
                <a:latin typeface="Bakbak One"/>
                <a:ea typeface="Bakbak One"/>
                <a:cs typeface="Bakbak One"/>
                <a:sym typeface="Bakbak One"/>
              </a:defRPr>
            </a:lvl8pPr>
            <a:lvl9pPr marR="0" lvl="8" algn="ctr" rtl="0" eaLnBrk="1" hangingPunct="1">
              <a:lnSpc>
                <a:spcPct val="100000"/>
              </a:lnSpc>
              <a:spcBef>
                <a:spcPts val="0"/>
              </a:spcBef>
              <a:spcAft>
                <a:spcPts val="0"/>
              </a:spcAft>
              <a:buClr>
                <a:schemeClr val="dk1"/>
              </a:buClr>
              <a:buSzPts val="5200"/>
              <a:buFont typeface="Bakbak One"/>
              <a:buNone/>
              <a:defRPr sz="5200" b="0" i="0" u="none" strike="noStrike" cap="none">
                <a:solidFill>
                  <a:schemeClr val="dk1"/>
                </a:solidFill>
                <a:latin typeface="Bakbak One"/>
                <a:ea typeface="Bakbak One"/>
                <a:cs typeface="Bakbak One"/>
                <a:sym typeface="Bakbak One"/>
              </a:defRPr>
            </a:lvl9pPr>
          </a:lstStyle>
          <a:p>
            <a:r>
              <a:rPr lang="en-US" sz="3200" dirty="0">
                <a:solidFill>
                  <a:srgbClr val="002060"/>
                </a:solidFill>
                <a:latin typeface="Congenial" panose="02000503040000020004" pitchFamily="2" charset="0"/>
                <a:ea typeface="Crimson Pro Bold" pitchFamily="34" charset="-122"/>
                <a:cs typeface="Crimson Pro Bold" pitchFamily="34" charset="-120"/>
              </a:rPr>
              <a:t> Missing Values</a:t>
            </a:r>
            <a:endParaRPr lang="en-US" sz="3200" dirty="0">
              <a:solidFill>
                <a:srgbClr val="002060"/>
              </a:solidFill>
              <a:latin typeface="Congenial" panose="02000503040000020004" pitchFamily="2" charset="0"/>
            </a:endParaRPr>
          </a:p>
        </p:txBody>
      </p:sp>
    </p:spTree>
    <p:extLst>
      <p:ext uri="{BB962C8B-B14F-4D97-AF65-F5344CB8AC3E}">
        <p14:creationId xmlns:p14="http://schemas.microsoft.com/office/powerpoint/2010/main" val="11216616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250" fill="hold"/>
                                        <p:tgtEl>
                                          <p:spTgt spid="7"/>
                                        </p:tgtEl>
                                        <p:attrNameLst>
                                          <p:attrName>ppt_x</p:attrName>
                                        </p:attrNameLst>
                                      </p:cBhvr>
                                      <p:tavLst>
                                        <p:tav tm="0">
                                          <p:val>
                                            <p:strVal val="0-#ppt_w/2"/>
                                          </p:val>
                                        </p:tav>
                                        <p:tav tm="100000">
                                          <p:val>
                                            <p:strVal val="#ppt_x"/>
                                          </p:val>
                                        </p:tav>
                                      </p:tavLst>
                                    </p:anim>
                                    <p:anim calcmode="lin" valueType="num">
                                      <p:cBhvr additive="base">
                                        <p:cTn id="8" dur="250" fill="hold"/>
                                        <p:tgtEl>
                                          <p:spTgt spid="7"/>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250" fill="hold"/>
                                        <p:tgtEl>
                                          <p:spTgt spid="6"/>
                                        </p:tgtEl>
                                        <p:attrNameLst>
                                          <p:attrName>ppt_x</p:attrName>
                                        </p:attrNameLst>
                                      </p:cBhvr>
                                      <p:tavLst>
                                        <p:tav tm="0">
                                          <p:val>
                                            <p:strVal val="0-#ppt_w/2"/>
                                          </p:val>
                                        </p:tav>
                                        <p:tav tm="100000">
                                          <p:val>
                                            <p:strVal val="#ppt_x"/>
                                          </p:val>
                                        </p:tav>
                                      </p:tavLst>
                                    </p:anim>
                                    <p:anim calcmode="lin" valueType="num">
                                      <p:cBhvr additive="base">
                                        <p:cTn id="12" dur="25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94"/>
        <p:cNvGrpSpPr/>
        <p:nvPr/>
      </p:nvGrpSpPr>
      <p:grpSpPr>
        <a:xfrm>
          <a:off x="0" y="0"/>
          <a:ext cx="0" cy="0"/>
          <a:chOff x="0" y="0"/>
          <a:chExt cx="0" cy="0"/>
        </a:xfrm>
      </p:grpSpPr>
      <p:sp>
        <p:nvSpPr>
          <p:cNvPr id="1095" name="Google Shape;1095;p30"/>
          <p:cNvSpPr/>
          <p:nvPr/>
        </p:nvSpPr>
        <p:spPr>
          <a:xfrm>
            <a:off x="340050" y="3140250"/>
            <a:ext cx="8867716" cy="2936625"/>
          </a:xfrm>
          <a:custGeom>
            <a:avLst/>
            <a:gdLst/>
            <a:ahLst/>
            <a:cxnLst/>
            <a:rect l="l" t="t" r="r" b="b"/>
            <a:pathLst>
              <a:path w="208861" h="117465" extrusionOk="0">
                <a:moveTo>
                  <a:pt x="183045" y="1"/>
                </a:moveTo>
                <a:cubicBezTo>
                  <a:pt x="112165" y="1"/>
                  <a:pt x="135646" y="29390"/>
                  <a:pt x="94030" y="29390"/>
                </a:cubicBezTo>
                <a:cubicBezTo>
                  <a:pt x="65942" y="29390"/>
                  <a:pt x="66005" y="6271"/>
                  <a:pt x="37023" y="6271"/>
                </a:cubicBezTo>
                <a:cubicBezTo>
                  <a:pt x="8025" y="6271"/>
                  <a:pt x="0" y="28215"/>
                  <a:pt x="0" y="28215"/>
                </a:cubicBezTo>
                <a:lnTo>
                  <a:pt x="0" y="117464"/>
                </a:lnTo>
                <a:lnTo>
                  <a:pt x="208860" y="117464"/>
                </a:lnTo>
                <a:lnTo>
                  <a:pt x="208860" y="22337"/>
                </a:lnTo>
                <a:cubicBezTo>
                  <a:pt x="208860" y="22337"/>
                  <a:pt x="208860" y="1"/>
                  <a:pt x="183045" y="1"/>
                </a:cubicBezTo>
                <a:close/>
              </a:path>
            </a:pathLst>
          </a:custGeom>
          <a:solidFill>
            <a:srgbClr val="FFFFFF">
              <a:alpha val="410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342;p37">
            <a:extLst>
              <a:ext uri="{FF2B5EF4-FFF2-40B4-BE49-F238E27FC236}">
                <a16:creationId xmlns:a16="http://schemas.microsoft.com/office/drawing/2014/main" id="{531D09E9-FDBE-47E3-4CE5-F17F5F5273AD}"/>
              </a:ext>
            </a:extLst>
          </p:cNvPr>
          <p:cNvSpPr txBox="1">
            <a:spLocks/>
          </p:cNvSpPr>
          <p:nvPr/>
        </p:nvSpPr>
        <p:spPr>
          <a:xfrm>
            <a:off x="4025720" y="1928144"/>
            <a:ext cx="4955849" cy="135749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1400"/>
              <a:buFont typeface="Raleway"/>
              <a:buNone/>
              <a:defRPr sz="1200" b="0" i="0" u="none" strike="noStrike" cap="none">
                <a:solidFill>
                  <a:schemeClr val="dk1"/>
                </a:solidFill>
                <a:latin typeface="Raleway"/>
                <a:ea typeface="Raleway"/>
                <a:cs typeface="Raleway"/>
                <a:sym typeface="Raleway"/>
              </a:defRPr>
            </a:lvl1pPr>
            <a:lvl2pPr marL="914400" marR="0" lvl="1" indent="-317500" algn="ctr" rtl="0">
              <a:lnSpc>
                <a:spcPct val="100000"/>
              </a:lnSpc>
              <a:spcBef>
                <a:spcPts val="0"/>
              </a:spcBef>
              <a:spcAft>
                <a:spcPts val="0"/>
              </a:spcAft>
              <a:buClr>
                <a:schemeClr val="dk1"/>
              </a:buClr>
              <a:buSzPts val="1400"/>
              <a:buFont typeface="Raleway"/>
              <a:buNone/>
              <a:defRPr sz="1400" b="0" i="0" u="none" strike="noStrike" cap="none">
                <a:solidFill>
                  <a:schemeClr val="dk1"/>
                </a:solidFill>
                <a:latin typeface="Raleway"/>
                <a:ea typeface="Raleway"/>
                <a:cs typeface="Raleway"/>
                <a:sym typeface="Raleway"/>
              </a:defRPr>
            </a:lvl2pPr>
            <a:lvl3pPr marL="1371600" marR="0" lvl="2" indent="-317500" algn="ctr" rtl="0">
              <a:lnSpc>
                <a:spcPct val="100000"/>
              </a:lnSpc>
              <a:spcBef>
                <a:spcPts val="1600"/>
              </a:spcBef>
              <a:spcAft>
                <a:spcPts val="0"/>
              </a:spcAft>
              <a:buClr>
                <a:schemeClr val="dk1"/>
              </a:buClr>
              <a:buSzPts val="1400"/>
              <a:buFont typeface="Raleway"/>
              <a:buNone/>
              <a:defRPr sz="1400" b="0" i="0" u="none" strike="noStrike" cap="none">
                <a:solidFill>
                  <a:schemeClr val="dk1"/>
                </a:solidFill>
                <a:latin typeface="Raleway"/>
                <a:ea typeface="Raleway"/>
                <a:cs typeface="Raleway"/>
                <a:sym typeface="Raleway"/>
              </a:defRPr>
            </a:lvl3pPr>
            <a:lvl4pPr marL="1828800" marR="0" lvl="3" indent="-317500" algn="ctr" rtl="0">
              <a:lnSpc>
                <a:spcPct val="100000"/>
              </a:lnSpc>
              <a:spcBef>
                <a:spcPts val="1600"/>
              </a:spcBef>
              <a:spcAft>
                <a:spcPts val="0"/>
              </a:spcAft>
              <a:buClr>
                <a:schemeClr val="dk1"/>
              </a:buClr>
              <a:buSzPts val="1400"/>
              <a:buFont typeface="Raleway"/>
              <a:buNone/>
              <a:defRPr sz="1400" b="0" i="0" u="none" strike="noStrike" cap="none">
                <a:solidFill>
                  <a:schemeClr val="dk1"/>
                </a:solidFill>
                <a:latin typeface="Raleway"/>
                <a:ea typeface="Raleway"/>
                <a:cs typeface="Raleway"/>
                <a:sym typeface="Raleway"/>
              </a:defRPr>
            </a:lvl4pPr>
            <a:lvl5pPr marL="2286000" marR="0" lvl="4" indent="-317500" algn="ctr" rtl="0">
              <a:lnSpc>
                <a:spcPct val="100000"/>
              </a:lnSpc>
              <a:spcBef>
                <a:spcPts val="1600"/>
              </a:spcBef>
              <a:spcAft>
                <a:spcPts val="0"/>
              </a:spcAft>
              <a:buClr>
                <a:schemeClr val="dk1"/>
              </a:buClr>
              <a:buSzPts val="1400"/>
              <a:buFont typeface="Raleway"/>
              <a:buNone/>
              <a:defRPr sz="1400" b="0" i="0" u="none" strike="noStrike" cap="none">
                <a:solidFill>
                  <a:schemeClr val="dk1"/>
                </a:solidFill>
                <a:latin typeface="Raleway"/>
                <a:ea typeface="Raleway"/>
                <a:cs typeface="Raleway"/>
                <a:sym typeface="Raleway"/>
              </a:defRPr>
            </a:lvl5pPr>
            <a:lvl6pPr marL="2743200" marR="0" lvl="5" indent="-317500" algn="ctr" rtl="0">
              <a:lnSpc>
                <a:spcPct val="100000"/>
              </a:lnSpc>
              <a:spcBef>
                <a:spcPts val="1600"/>
              </a:spcBef>
              <a:spcAft>
                <a:spcPts val="0"/>
              </a:spcAft>
              <a:buClr>
                <a:schemeClr val="dk1"/>
              </a:buClr>
              <a:buSzPts val="1400"/>
              <a:buFont typeface="Raleway"/>
              <a:buNone/>
              <a:defRPr sz="1400" b="0" i="0" u="none" strike="noStrike" cap="none">
                <a:solidFill>
                  <a:schemeClr val="dk1"/>
                </a:solidFill>
                <a:latin typeface="Raleway"/>
                <a:ea typeface="Raleway"/>
                <a:cs typeface="Raleway"/>
                <a:sym typeface="Raleway"/>
              </a:defRPr>
            </a:lvl6pPr>
            <a:lvl7pPr marL="3200400" marR="0" lvl="6" indent="-317500" algn="ctr" rtl="0">
              <a:lnSpc>
                <a:spcPct val="100000"/>
              </a:lnSpc>
              <a:spcBef>
                <a:spcPts val="1600"/>
              </a:spcBef>
              <a:spcAft>
                <a:spcPts val="0"/>
              </a:spcAft>
              <a:buClr>
                <a:schemeClr val="dk1"/>
              </a:buClr>
              <a:buSzPts val="1400"/>
              <a:buFont typeface="Raleway"/>
              <a:buNone/>
              <a:defRPr sz="1400" b="0" i="0" u="none" strike="noStrike" cap="none">
                <a:solidFill>
                  <a:schemeClr val="dk1"/>
                </a:solidFill>
                <a:latin typeface="Raleway"/>
                <a:ea typeface="Raleway"/>
                <a:cs typeface="Raleway"/>
                <a:sym typeface="Raleway"/>
              </a:defRPr>
            </a:lvl7pPr>
            <a:lvl8pPr marL="3657600" marR="0" lvl="7" indent="-317500" algn="ctr" rtl="0">
              <a:lnSpc>
                <a:spcPct val="100000"/>
              </a:lnSpc>
              <a:spcBef>
                <a:spcPts val="1600"/>
              </a:spcBef>
              <a:spcAft>
                <a:spcPts val="0"/>
              </a:spcAft>
              <a:buClr>
                <a:schemeClr val="dk1"/>
              </a:buClr>
              <a:buSzPts val="1400"/>
              <a:buFont typeface="Raleway"/>
              <a:buNone/>
              <a:defRPr sz="1400" b="0" i="0" u="none" strike="noStrike" cap="none">
                <a:solidFill>
                  <a:schemeClr val="dk1"/>
                </a:solidFill>
                <a:latin typeface="Raleway"/>
                <a:ea typeface="Raleway"/>
                <a:cs typeface="Raleway"/>
                <a:sym typeface="Raleway"/>
              </a:defRPr>
            </a:lvl8pPr>
            <a:lvl9pPr marL="4114800" marR="0" lvl="8" indent="-317500" algn="ctr" rtl="0">
              <a:lnSpc>
                <a:spcPct val="100000"/>
              </a:lnSpc>
              <a:spcBef>
                <a:spcPts val="1600"/>
              </a:spcBef>
              <a:spcAft>
                <a:spcPts val="1600"/>
              </a:spcAft>
              <a:buClr>
                <a:schemeClr val="dk1"/>
              </a:buClr>
              <a:buSzPts val="1400"/>
              <a:buFont typeface="Raleway"/>
              <a:buNone/>
              <a:defRPr sz="1400" b="0" i="0" u="none" strike="noStrike" cap="none">
                <a:solidFill>
                  <a:schemeClr val="dk1"/>
                </a:solidFill>
                <a:latin typeface="Raleway"/>
                <a:ea typeface="Raleway"/>
                <a:cs typeface="Raleway"/>
                <a:sym typeface="Raleway"/>
              </a:defRPr>
            </a:lvl9pPr>
          </a:lstStyle>
          <a:p>
            <a:pPr marL="0" indent="0" algn="ctr">
              <a:lnSpc>
                <a:spcPts val="2850"/>
              </a:lnSpc>
            </a:pPr>
            <a:r>
              <a:rPr lang="en-US" sz="2400" dirty="0">
                <a:solidFill>
                  <a:srgbClr val="443728"/>
                </a:solidFill>
                <a:latin typeface="Abel" panose="02000506030000020004" pitchFamily="2" charset="0"/>
                <a:ea typeface="Crimson Pro Bold"/>
                <a:cs typeface="Open Sans" pitchFamily="34" charset="-120"/>
              </a:rPr>
              <a:t>Checked for duplication in each transaction.</a:t>
            </a:r>
            <a:endParaRPr lang="en-US" sz="2400" dirty="0">
              <a:solidFill>
                <a:srgbClr val="00B050"/>
              </a:solidFill>
              <a:latin typeface="Abel" panose="02000506030000020004" pitchFamily="2" charset="0"/>
              <a:ea typeface="Crimson Pro Bold"/>
              <a:cs typeface="Open Sans" pitchFamily="34" charset="-120"/>
            </a:endParaRPr>
          </a:p>
          <a:p>
            <a:pPr marL="0" indent="0" algn="ctr">
              <a:lnSpc>
                <a:spcPts val="2850"/>
              </a:lnSpc>
            </a:pPr>
            <a:r>
              <a:rPr lang="en-US" sz="2400" b="1" dirty="0">
                <a:solidFill>
                  <a:srgbClr val="002060"/>
                </a:solidFill>
                <a:latin typeface="Abel" panose="02000506030000020004" pitchFamily="2" charset="0"/>
                <a:ea typeface="Crimson Pro Bold"/>
                <a:cs typeface="Open Sans" pitchFamily="34" charset="-120"/>
              </a:rPr>
              <a:t>“No duplication found.”</a:t>
            </a:r>
            <a:endParaRPr lang="en-US" sz="2400" b="1" dirty="0">
              <a:solidFill>
                <a:srgbClr val="002060"/>
              </a:solidFill>
              <a:latin typeface="Abel" panose="02000506030000020004" pitchFamily="2" charset="0"/>
              <a:ea typeface="Crimson Pro Bold"/>
            </a:endParaRPr>
          </a:p>
          <a:p>
            <a:pPr marL="0" indent="0"/>
            <a:r>
              <a:rPr lang="en-US" sz="2800" dirty="0">
                <a:latin typeface="Crimson Pro Bold"/>
                <a:ea typeface="Crimson Pro Bold"/>
              </a:rPr>
              <a:t> </a:t>
            </a:r>
          </a:p>
        </p:txBody>
      </p:sp>
      <p:sp>
        <p:nvSpPr>
          <p:cNvPr id="1097" name="Google Shape;1097;p30"/>
          <p:cNvSpPr/>
          <p:nvPr/>
        </p:nvSpPr>
        <p:spPr>
          <a:xfrm>
            <a:off x="-8925" y="2012525"/>
            <a:ext cx="1866825" cy="2352350"/>
          </a:xfrm>
          <a:custGeom>
            <a:avLst/>
            <a:gdLst/>
            <a:ahLst/>
            <a:cxnLst/>
            <a:rect l="l" t="t" r="r" b="b"/>
            <a:pathLst>
              <a:path w="74673" h="94094" extrusionOk="0">
                <a:moveTo>
                  <a:pt x="0" y="1"/>
                </a:moveTo>
                <a:cubicBezTo>
                  <a:pt x="0" y="1"/>
                  <a:pt x="784" y="10565"/>
                  <a:pt x="8104" y="15785"/>
                </a:cubicBezTo>
                <a:cubicBezTo>
                  <a:pt x="15408" y="21004"/>
                  <a:pt x="1301" y="24672"/>
                  <a:pt x="8104" y="33027"/>
                </a:cubicBezTo>
                <a:cubicBezTo>
                  <a:pt x="14891" y="41381"/>
                  <a:pt x="32650" y="37494"/>
                  <a:pt x="36317" y="43623"/>
                </a:cubicBezTo>
                <a:cubicBezTo>
                  <a:pt x="39970" y="49751"/>
                  <a:pt x="27132" y="74046"/>
                  <a:pt x="33810" y="83843"/>
                </a:cubicBezTo>
                <a:cubicBezTo>
                  <a:pt x="40487" y="93639"/>
                  <a:pt x="46662" y="94094"/>
                  <a:pt x="46662" y="94094"/>
                </a:cubicBezTo>
                <a:lnTo>
                  <a:pt x="74672" y="59156"/>
                </a:lnTo>
                <a:close/>
              </a:path>
            </a:pathLst>
          </a:custGeom>
          <a:solidFill>
            <a:srgbClr val="FFFFFF">
              <a:alpha val="410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98" name="Google Shape;1098;p30"/>
          <p:cNvGrpSpPr/>
          <p:nvPr/>
        </p:nvGrpSpPr>
        <p:grpSpPr>
          <a:xfrm>
            <a:off x="1941675" y="4364875"/>
            <a:ext cx="853900" cy="770400"/>
            <a:chOff x="4219225" y="4330850"/>
            <a:chExt cx="853900" cy="770400"/>
          </a:xfrm>
          <a:solidFill>
            <a:srgbClr val="38761D"/>
          </a:solidFill>
        </p:grpSpPr>
        <p:grpSp>
          <p:nvGrpSpPr>
            <p:cNvPr id="1099" name="Google Shape;1099;p30"/>
            <p:cNvGrpSpPr/>
            <p:nvPr/>
          </p:nvGrpSpPr>
          <p:grpSpPr>
            <a:xfrm>
              <a:off x="4295625" y="4330850"/>
              <a:ext cx="777500" cy="770400"/>
              <a:chOff x="4295625" y="4330850"/>
              <a:chExt cx="777500" cy="770400"/>
            </a:xfrm>
            <a:grpFill/>
          </p:grpSpPr>
          <p:sp>
            <p:nvSpPr>
              <p:cNvPr id="1100" name="Google Shape;1100;p30"/>
              <p:cNvSpPr/>
              <p:nvPr/>
            </p:nvSpPr>
            <p:spPr>
              <a:xfrm>
                <a:off x="4603250" y="4588300"/>
                <a:ext cx="408325" cy="293525"/>
              </a:xfrm>
              <a:custGeom>
                <a:avLst/>
                <a:gdLst/>
                <a:ahLst/>
                <a:cxnLst/>
                <a:rect l="l" t="t" r="r" b="b"/>
                <a:pathLst>
                  <a:path w="16333" h="11741" extrusionOk="0">
                    <a:moveTo>
                      <a:pt x="8167" y="0"/>
                    </a:moveTo>
                    <a:cubicBezTo>
                      <a:pt x="8167" y="0"/>
                      <a:pt x="5549" y="9185"/>
                      <a:pt x="0" y="9185"/>
                    </a:cubicBezTo>
                    <a:cubicBezTo>
                      <a:pt x="0" y="9185"/>
                      <a:pt x="3260" y="11740"/>
                      <a:pt x="8167" y="11740"/>
                    </a:cubicBezTo>
                    <a:cubicBezTo>
                      <a:pt x="13073" y="11740"/>
                      <a:pt x="16333" y="9185"/>
                      <a:pt x="16333" y="9185"/>
                    </a:cubicBezTo>
                    <a:cubicBezTo>
                      <a:pt x="10784" y="9185"/>
                      <a:pt x="8167" y="0"/>
                      <a:pt x="816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01" name="Google Shape;1101;p30"/>
              <p:cNvGrpSpPr/>
              <p:nvPr/>
            </p:nvGrpSpPr>
            <p:grpSpPr>
              <a:xfrm>
                <a:off x="4295625" y="4330850"/>
                <a:ext cx="777500" cy="770400"/>
                <a:chOff x="4295625" y="4330850"/>
                <a:chExt cx="777500" cy="770400"/>
              </a:xfrm>
              <a:grpFill/>
            </p:grpSpPr>
            <p:sp>
              <p:nvSpPr>
                <p:cNvPr id="1102" name="Google Shape;1102;p30"/>
                <p:cNvSpPr/>
                <p:nvPr/>
              </p:nvSpPr>
              <p:spPr>
                <a:xfrm>
                  <a:off x="4637325" y="4508750"/>
                  <a:ext cx="340550" cy="244925"/>
                </a:xfrm>
                <a:custGeom>
                  <a:avLst/>
                  <a:gdLst/>
                  <a:ahLst/>
                  <a:cxnLst/>
                  <a:rect l="l" t="t" r="r" b="b"/>
                  <a:pathLst>
                    <a:path w="13622" h="9797" extrusionOk="0">
                      <a:moveTo>
                        <a:pt x="6804" y="0"/>
                      </a:moveTo>
                      <a:cubicBezTo>
                        <a:pt x="6804" y="0"/>
                        <a:pt x="4625" y="7665"/>
                        <a:pt x="1" y="7665"/>
                      </a:cubicBezTo>
                      <a:cubicBezTo>
                        <a:pt x="1" y="7665"/>
                        <a:pt x="2713" y="9797"/>
                        <a:pt x="6804" y="9797"/>
                      </a:cubicBezTo>
                      <a:cubicBezTo>
                        <a:pt x="10895" y="9797"/>
                        <a:pt x="13622" y="7665"/>
                        <a:pt x="13622" y="7665"/>
                      </a:cubicBezTo>
                      <a:cubicBezTo>
                        <a:pt x="8998" y="7665"/>
                        <a:pt x="6804" y="0"/>
                        <a:pt x="680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3" name="Google Shape;1103;p30"/>
                <p:cNvSpPr/>
                <p:nvPr/>
              </p:nvSpPr>
              <p:spPr>
                <a:xfrm>
                  <a:off x="4330900" y="4565175"/>
                  <a:ext cx="166175" cy="189675"/>
                </a:xfrm>
                <a:custGeom>
                  <a:avLst/>
                  <a:gdLst/>
                  <a:ahLst/>
                  <a:cxnLst/>
                  <a:rect l="l" t="t" r="r" b="b"/>
                  <a:pathLst>
                    <a:path w="6647" h="7587" extrusionOk="0">
                      <a:moveTo>
                        <a:pt x="3323" y="0"/>
                      </a:moveTo>
                      <a:cubicBezTo>
                        <a:pt x="3323" y="0"/>
                        <a:pt x="2461" y="6850"/>
                        <a:pt x="1" y="6850"/>
                      </a:cubicBezTo>
                      <a:cubicBezTo>
                        <a:pt x="1" y="6850"/>
                        <a:pt x="1286" y="7587"/>
                        <a:pt x="3323" y="7587"/>
                      </a:cubicBezTo>
                      <a:cubicBezTo>
                        <a:pt x="5361" y="7587"/>
                        <a:pt x="6646" y="6850"/>
                        <a:pt x="6646" y="6850"/>
                      </a:cubicBezTo>
                      <a:cubicBezTo>
                        <a:pt x="4186" y="6850"/>
                        <a:pt x="3323" y="0"/>
                        <a:pt x="3323"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04" name="Google Shape;1104;p30"/>
                <p:cNvGrpSpPr/>
                <p:nvPr/>
              </p:nvGrpSpPr>
              <p:grpSpPr>
                <a:xfrm>
                  <a:off x="4295625" y="4330850"/>
                  <a:ext cx="777500" cy="770400"/>
                  <a:chOff x="4295625" y="4330850"/>
                  <a:chExt cx="777500" cy="770400"/>
                </a:xfrm>
                <a:grpFill/>
              </p:grpSpPr>
              <p:sp>
                <p:nvSpPr>
                  <p:cNvPr id="1105" name="Google Shape;1105;p30"/>
                  <p:cNvSpPr/>
                  <p:nvPr/>
                </p:nvSpPr>
                <p:spPr>
                  <a:xfrm>
                    <a:off x="4688275" y="4330850"/>
                    <a:ext cx="238675" cy="272750"/>
                  </a:xfrm>
                  <a:custGeom>
                    <a:avLst/>
                    <a:gdLst/>
                    <a:ahLst/>
                    <a:cxnLst/>
                    <a:rect l="l" t="t" r="r" b="b"/>
                    <a:pathLst>
                      <a:path w="9547" h="10910" extrusionOk="0">
                        <a:moveTo>
                          <a:pt x="4766" y="0"/>
                        </a:moveTo>
                        <a:cubicBezTo>
                          <a:pt x="4766" y="0"/>
                          <a:pt x="3543" y="9843"/>
                          <a:pt x="1" y="9843"/>
                        </a:cubicBezTo>
                        <a:cubicBezTo>
                          <a:pt x="1" y="9843"/>
                          <a:pt x="1850" y="10909"/>
                          <a:pt x="4766" y="10909"/>
                        </a:cubicBezTo>
                        <a:cubicBezTo>
                          <a:pt x="7697" y="10909"/>
                          <a:pt x="9546" y="9843"/>
                          <a:pt x="9546" y="9843"/>
                        </a:cubicBezTo>
                        <a:cubicBezTo>
                          <a:pt x="6004" y="9843"/>
                          <a:pt x="4766" y="0"/>
                          <a:pt x="4766"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6" name="Google Shape;1106;p30"/>
                  <p:cNvSpPr/>
                  <p:nvPr/>
                </p:nvSpPr>
                <p:spPr>
                  <a:xfrm>
                    <a:off x="4513550" y="4699175"/>
                    <a:ext cx="559575" cy="402075"/>
                  </a:xfrm>
                  <a:custGeom>
                    <a:avLst/>
                    <a:gdLst/>
                    <a:ahLst/>
                    <a:cxnLst/>
                    <a:rect l="l" t="t" r="r" b="b"/>
                    <a:pathLst>
                      <a:path w="22383" h="16083" extrusionOk="0">
                        <a:moveTo>
                          <a:pt x="11192" y="1"/>
                        </a:moveTo>
                        <a:cubicBezTo>
                          <a:pt x="11192" y="1"/>
                          <a:pt x="7618" y="12587"/>
                          <a:pt x="0" y="12587"/>
                        </a:cubicBezTo>
                        <a:cubicBezTo>
                          <a:pt x="0" y="12587"/>
                          <a:pt x="4483" y="16083"/>
                          <a:pt x="11192" y="16083"/>
                        </a:cubicBezTo>
                        <a:cubicBezTo>
                          <a:pt x="17916" y="16083"/>
                          <a:pt x="22383" y="12587"/>
                          <a:pt x="22383" y="12587"/>
                        </a:cubicBezTo>
                        <a:cubicBezTo>
                          <a:pt x="14781" y="12587"/>
                          <a:pt x="11192" y="1"/>
                          <a:pt x="1119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7" name="Google Shape;1107;p30"/>
                  <p:cNvSpPr/>
                  <p:nvPr/>
                </p:nvSpPr>
                <p:spPr>
                  <a:xfrm>
                    <a:off x="4295625" y="4689000"/>
                    <a:ext cx="237100" cy="170475"/>
                  </a:xfrm>
                  <a:custGeom>
                    <a:avLst/>
                    <a:gdLst/>
                    <a:ahLst/>
                    <a:cxnLst/>
                    <a:rect l="l" t="t" r="r" b="b"/>
                    <a:pathLst>
                      <a:path w="9484" h="6819" extrusionOk="0">
                        <a:moveTo>
                          <a:pt x="4734" y="0"/>
                        </a:moveTo>
                        <a:cubicBezTo>
                          <a:pt x="4734" y="0"/>
                          <a:pt x="3214" y="5330"/>
                          <a:pt x="1" y="5330"/>
                        </a:cubicBezTo>
                        <a:cubicBezTo>
                          <a:pt x="1" y="5330"/>
                          <a:pt x="1882" y="6819"/>
                          <a:pt x="4734" y="6819"/>
                        </a:cubicBezTo>
                        <a:cubicBezTo>
                          <a:pt x="7587" y="6819"/>
                          <a:pt x="9484" y="5330"/>
                          <a:pt x="9484" y="5330"/>
                        </a:cubicBezTo>
                        <a:cubicBezTo>
                          <a:pt x="6255" y="5330"/>
                          <a:pt x="4734" y="0"/>
                          <a:pt x="473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1108" name="Google Shape;1108;p30"/>
            <p:cNvGrpSpPr/>
            <p:nvPr/>
          </p:nvGrpSpPr>
          <p:grpSpPr>
            <a:xfrm>
              <a:off x="4219225" y="4744250"/>
              <a:ext cx="389525" cy="357000"/>
              <a:chOff x="4219225" y="4744250"/>
              <a:chExt cx="389525" cy="357000"/>
            </a:xfrm>
            <a:grpFill/>
          </p:grpSpPr>
          <p:sp>
            <p:nvSpPr>
              <p:cNvPr id="1109" name="Google Shape;1109;p30"/>
              <p:cNvSpPr/>
              <p:nvPr/>
            </p:nvSpPr>
            <p:spPr>
              <a:xfrm>
                <a:off x="4271725" y="4744250"/>
                <a:ext cx="284525" cy="204175"/>
              </a:xfrm>
              <a:custGeom>
                <a:avLst/>
                <a:gdLst/>
                <a:ahLst/>
                <a:cxnLst/>
                <a:rect l="l" t="t" r="r" b="b"/>
                <a:pathLst>
                  <a:path w="11381" h="8167" extrusionOk="0">
                    <a:moveTo>
                      <a:pt x="5690" y="0"/>
                    </a:moveTo>
                    <a:cubicBezTo>
                      <a:pt x="5690" y="0"/>
                      <a:pt x="3872" y="6396"/>
                      <a:pt x="1" y="6396"/>
                    </a:cubicBezTo>
                    <a:cubicBezTo>
                      <a:pt x="1" y="6396"/>
                      <a:pt x="2273" y="8167"/>
                      <a:pt x="5690" y="8167"/>
                    </a:cubicBezTo>
                    <a:cubicBezTo>
                      <a:pt x="9107" y="8167"/>
                      <a:pt x="11380" y="6396"/>
                      <a:pt x="11380" y="6396"/>
                    </a:cubicBezTo>
                    <a:cubicBezTo>
                      <a:pt x="7509" y="6396"/>
                      <a:pt x="5690" y="0"/>
                      <a:pt x="569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0" name="Google Shape;1110;p30"/>
              <p:cNvSpPr/>
              <p:nvPr/>
            </p:nvSpPr>
            <p:spPr>
              <a:xfrm>
                <a:off x="4219225" y="4821450"/>
                <a:ext cx="389525" cy="279800"/>
              </a:xfrm>
              <a:custGeom>
                <a:avLst/>
                <a:gdLst/>
                <a:ahLst/>
                <a:cxnLst/>
                <a:rect l="l" t="t" r="r" b="b"/>
                <a:pathLst>
                  <a:path w="15581" h="11192" extrusionOk="0">
                    <a:moveTo>
                      <a:pt x="7790" y="0"/>
                    </a:moveTo>
                    <a:cubicBezTo>
                      <a:pt x="7790" y="0"/>
                      <a:pt x="5298" y="8762"/>
                      <a:pt x="0" y="8762"/>
                    </a:cubicBezTo>
                    <a:cubicBezTo>
                      <a:pt x="0" y="8762"/>
                      <a:pt x="3120" y="11192"/>
                      <a:pt x="7790" y="11192"/>
                    </a:cubicBezTo>
                    <a:cubicBezTo>
                      <a:pt x="12461" y="11192"/>
                      <a:pt x="15581" y="8762"/>
                      <a:pt x="15581" y="8762"/>
                    </a:cubicBezTo>
                    <a:cubicBezTo>
                      <a:pt x="10283" y="8762"/>
                      <a:pt x="7790" y="0"/>
                      <a:pt x="779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174" name="Google Shape;1174;p30"/>
          <p:cNvSpPr/>
          <p:nvPr/>
        </p:nvSpPr>
        <p:spPr>
          <a:xfrm>
            <a:off x="-8925" y="695575"/>
            <a:ext cx="3504800" cy="490625"/>
          </a:xfrm>
          <a:custGeom>
            <a:avLst/>
            <a:gdLst/>
            <a:ahLst/>
            <a:cxnLst/>
            <a:rect l="l" t="t" r="r" b="b"/>
            <a:pathLst>
              <a:path w="140192" h="19625" extrusionOk="0">
                <a:moveTo>
                  <a:pt x="45832" y="2399"/>
                </a:moveTo>
                <a:cubicBezTo>
                  <a:pt x="38057" y="7775"/>
                  <a:pt x="0" y="2399"/>
                  <a:pt x="0" y="2399"/>
                </a:cubicBezTo>
                <a:lnTo>
                  <a:pt x="0" y="2399"/>
                </a:lnTo>
                <a:lnTo>
                  <a:pt x="0" y="19625"/>
                </a:lnTo>
                <a:cubicBezTo>
                  <a:pt x="0" y="19625"/>
                  <a:pt x="58293" y="7242"/>
                  <a:pt x="63418" y="4781"/>
                </a:cubicBezTo>
                <a:lnTo>
                  <a:pt x="63418" y="4781"/>
                </a:lnTo>
                <a:cubicBezTo>
                  <a:pt x="68528" y="2336"/>
                  <a:pt x="140191" y="2399"/>
                  <a:pt x="140191" y="2399"/>
                </a:cubicBezTo>
                <a:lnTo>
                  <a:pt x="140191" y="2399"/>
                </a:lnTo>
                <a:cubicBezTo>
                  <a:pt x="140191" y="2399"/>
                  <a:pt x="101711" y="0"/>
                  <a:pt x="73763" y="0"/>
                </a:cubicBezTo>
                <a:lnTo>
                  <a:pt x="73763" y="0"/>
                </a:lnTo>
                <a:cubicBezTo>
                  <a:pt x="59782" y="0"/>
                  <a:pt x="48434" y="596"/>
                  <a:pt x="45832" y="2399"/>
                </a:cubicBezTo>
                <a:close/>
              </a:path>
            </a:pathLst>
          </a:custGeom>
          <a:solidFill>
            <a:srgbClr val="FFFFFF">
              <a:alpha val="410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13" name="Google Shape;1113;p30"/>
          <p:cNvGrpSpPr/>
          <p:nvPr/>
        </p:nvGrpSpPr>
        <p:grpSpPr>
          <a:xfrm flipH="1">
            <a:off x="-3947675" y="-414289"/>
            <a:ext cx="5744325" cy="5451839"/>
            <a:chOff x="4527625" y="682250"/>
            <a:chExt cx="4656075" cy="4419000"/>
          </a:xfrm>
        </p:grpSpPr>
        <p:sp>
          <p:nvSpPr>
            <p:cNvPr id="1114" name="Google Shape;1114;p30"/>
            <p:cNvSpPr/>
            <p:nvPr/>
          </p:nvSpPr>
          <p:spPr>
            <a:xfrm>
              <a:off x="4527625" y="682250"/>
              <a:ext cx="4656075" cy="4419000"/>
            </a:xfrm>
            <a:custGeom>
              <a:avLst/>
              <a:gdLst/>
              <a:ahLst/>
              <a:cxnLst/>
              <a:rect l="l" t="t" r="r" b="b"/>
              <a:pathLst>
                <a:path w="186243" h="176760" extrusionOk="0">
                  <a:moveTo>
                    <a:pt x="135238" y="1442"/>
                  </a:moveTo>
                  <a:lnTo>
                    <a:pt x="0" y="176760"/>
                  </a:lnTo>
                  <a:lnTo>
                    <a:pt x="186242" y="176760"/>
                  </a:lnTo>
                  <a:lnTo>
                    <a:pt x="186242" y="59359"/>
                  </a:lnTo>
                  <a:lnTo>
                    <a:pt x="141100" y="1427"/>
                  </a:lnTo>
                  <a:cubicBezTo>
                    <a:pt x="140348" y="471"/>
                    <a:pt x="139266" y="0"/>
                    <a:pt x="138169" y="0"/>
                  </a:cubicBezTo>
                  <a:lnTo>
                    <a:pt x="138169" y="0"/>
                  </a:lnTo>
                  <a:cubicBezTo>
                    <a:pt x="137072" y="0"/>
                    <a:pt x="135975" y="486"/>
                    <a:pt x="135238" y="1442"/>
                  </a:cubicBezTo>
                </a:path>
              </a:pathLst>
            </a:custGeom>
            <a:solidFill>
              <a:srgbClr val="0070C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15" name="Google Shape;1115;p30"/>
            <p:cNvSpPr/>
            <p:nvPr/>
          </p:nvSpPr>
          <p:spPr>
            <a:xfrm>
              <a:off x="7564125" y="695575"/>
              <a:ext cx="1619575" cy="4405675"/>
            </a:xfrm>
            <a:custGeom>
              <a:avLst/>
              <a:gdLst/>
              <a:ahLst/>
              <a:cxnLst/>
              <a:rect l="l" t="t" r="r" b="b"/>
              <a:pathLst>
                <a:path w="64783" h="176227" extrusionOk="0">
                  <a:moveTo>
                    <a:pt x="21600" y="3417"/>
                  </a:moveTo>
                  <a:cubicBezTo>
                    <a:pt x="18935" y="0"/>
                    <a:pt x="13465" y="3198"/>
                    <a:pt x="15267" y="7148"/>
                  </a:cubicBezTo>
                  <a:cubicBezTo>
                    <a:pt x="15299" y="7226"/>
                    <a:pt x="15346" y="7289"/>
                    <a:pt x="15377" y="7367"/>
                  </a:cubicBezTo>
                  <a:cubicBezTo>
                    <a:pt x="17258" y="10894"/>
                    <a:pt x="21176" y="11286"/>
                    <a:pt x="21176" y="14029"/>
                  </a:cubicBezTo>
                  <a:cubicBezTo>
                    <a:pt x="21176" y="23042"/>
                    <a:pt x="1975" y="29437"/>
                    <a:pt x="1975" y="46678"/>
                  </a:cubicBezTo>
                  <a:cubicBezTo>
                    <a:pt x="1975" y="63920"/>
                    <a:pt x="41553" y="65488"/>
                    <a:pt x="41553" y="83513"/>
                  </a:cubicBezTo>
                  <a:cubicBezTo>
                    <a:pt x="41553" y="101539"/>
                    <a:pt x="0" y="98796"/>
                    <a:pt x="0" y="125442"/>
                  </a:cubicBezTo>
                  <a:cubicBezTo>
                    <a:pt x="0" y="152088"/>
                    <a:pt x="64782" y="176227"/>
                    <a:pt x="64782" y="176227"/>
                  </a:cubicBezTo>
                  <a:lnTo>
                    <a:pt x="64782" y="58826"/>
                  </a:lnTo>
                  <a:close/>
                </a:path>
              </a:pathLst>
            </a:custGeom>
            <a:solidFill>
              <a:srgbClr val="FFFFFF">
                <a:alpha val="410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37" name="Google Shape;1137;p30"/>
          <p:cNvSpPr/>
          <p:nvPr/>
        </p:nvSpPr>
        <p:spPr>
          <a:xfrm>
            <a:off x="4305025" y="3983225"/>
            <a:ext cx="4881800" cy="1188925"/>
          </a:xfrm>
          <a:custGeom>
            <a:avLst/>
            <a:gdLst/>
            <a:ahLst/>
            <a:cxnLst/>
            <a:rect l="l" t="t" r="r" b="b"/>
            <a:pathLst>
              <a:path w="195272" h="47557" extrusionOk="0">
                <a:moveTo>
                  <a:pt x="169456" y="6161"/>
                </a:moveTo>
                <a:cubicBezTo>
                  <a:pt x="153343" y="18559"/>
                  <a:pt x="158233" y="14907"/>
                  <a:pt x="149001" y="12290"/>
                </a:cubicBezTo>
                <a:lnTo>
                  <a:pt x="149001" y="12290"/>
                </a:lnTo>
                <a:cubicBezTo>
                  <a:pt x="139753" y="9688"/>
                  <a:pt x="141070" y="6020"/>
                  <a:pt x="130489" y="13340"/>
                </a:cubicBezTo>
                <a:lnTo>
                  <a:pt x="130489" y="13340"/>
                </a:lnTo>
                <a:cubicBezTo>
                  <a:pt x="125160" y="17023"/>
                  <a:pt x="118279" y="16318"/>
                  <a:pt x="111147" y="15628"/>
                </a:cubicBezTo>
                <a:lnTo>
                  <a:pt x="111147" y="15628"/>
                </a:lnTo>
                <a:cubicBezTo>
                  <a:pt x="104125" y="14938"/>
                  <a:pt x="96868" y="14233"/>
                  <a:pt x="90645" y="17760"/>
                </a:cubicBezTo>
                <a:lnTo>
                  <a:pt x="90645" y="17760"/>
                </a:lnTo>
                <a:cubicBezTo>
                  <a:pt x="78106" y="24829"/>
                  <a:pt x="65990" y="32980"/>
                  <a:pt x="62416" y="32494"/>
                </a:cubicBezTo>
                <a:lnTo>
                  <a:pt x="62416" y="32494"/>
                </a:lnTo>
                <a:cubicBezTo>
                  <a:pt x="29515" y="28058"/>
                  <a:pt x="1" y="47557"/>
                  <a:pt x="1" y="47557"/>
                </a:cubicBezTo>
                <a:lnTo>
                  <a:pt x="1" y="47557"/>
                </a:lnTo>
                <a:lnTo>
                  <a:pt x="195271" y="47557"/>
                </a:lnTo>
                <a:lnTo>
                  <a:pt x="195271" y="3935"/>
                </a:lnTo>
                <a:cubicBezTo>
                  <a:pt x="195271" y="3935"/>
                  <a:pt x="191525" y="1"/>
                  <a:pt x="184817" y="1"/>
                </a:cubicBezTo>
                <a:lnTo>
                  <a:pt x="184817" y="1"/>
                </a:lnTo>
                <a:cubicBezTo>
                  <a:pt x="180726" y="1"/>
                  <a:pt x="175553" y="1459"/>
                  <a:pt x="169456" y="6161"/>
                </a:cubicBezTo>
                <a:close/>
              </a:path>
            </a:pathLst>
          </a:custGeom>
          <a:solidFill>
            <a:srgbClr val="638C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rgbClr val="00B0F0"/>
              </a:solidFill>
            </a:endParaRPr>
          </a:p>
        </p:txBody>
      </p:sp>
      <p:grpSp>
        <p:nvGrpSpPr>
          <p:cNvPr id="1138" name="Google Shape;1138;p30"/>
          <p:cNvGrpSpPr/>
          <p:nvPr/>
        </p:nvGrpSpPr>
        <p:grpSpPr>
          <a:xfrm>
            <a:off x="7524150" y="4407050"/>
            <a:ext cx="559600" cy="770400"/>
            <a:chOff x="7524150" y="4330850"/>
            <a:chExt cx="559600" cy="770400"/>
          </a:xfrm>
          <a:solidFill>
            <a:srgbClr val="38761D"/>
          </a:solidFill>
        </p:grpSpPr>
        <p:sp>
          <p:nvSpPr>
            <p:cNvPr id="1139" name="Google Shape;1139;p30"/>
            <p:cNvSpPr/>
            <p:nvPr/>
          </p:nvSpPr>
          <p:spPr>
            <a:xfrm>
              <a:off x="7684825" y="4330850"/>
              <a:ext cx="238275" cy="272750"/>
            </a:xfrm>
            <a:custGeom>
              <a:avLst/>
              <a:gdLst/>
              <a:ahLst/>
              <a:cxnLst/>
              <a:rect l="l" t="t" r="r" b="b"/>
              <a:pathLst>
                <a:path w="9531" h="10910" extrusionOk="0">
                  <a:moveTo>
                    <a:pt x="4765" y="0"/>
                  </a:moveTo>
                  <a:cubicBezTo>
                    <a:pt x="4765" y="0"/>
                    <a:pt x="3527" y="9843"/>
                    <a:pt x="0" y="9843"/>
                  </a:cubicBezTo>
                  <a:cubicBezTo>
                    <a:pt x="0" y="9843"/>
                    <a:pt x="1850" y="10909"/>
                    <a:pt x="4765" y="10909"/>
                  </a:cubicBezTo>
                  <a:cubicBezTo>
                    <a:pt x="7680" y="10909"/>
                    <a:pt x="9530" y="9843"/>
                    <a:pt x="9530" y="9843"/>
                  </a:cubicBezTo>
                  <a:cubicBezTo>
                    <a:pt x="5988" y="9843"/>
                    <a:pt x="4765" y="0"/>
                    <a:pt x="476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0" name="Google Shape;1140;p30"/>
            <p:cNvSpPr/>
            <p:nvPr/>
          </p:nvSpPr>
          <p:spPr>
            <a:xfrm>
              <a:off x="7633475" y="4508750"/>
              <a:ext cx="340950" cy="244925"/>
            </a:xfrm>
            <a:custGeom>
              <a:avLst/>
              <a:gdLst/>
              <a:ahLst/>
              <a:cxnLst/>
              <a:rect l="l" t="t" r="r" b="b"/>
              <a:pathLst>
                <a:path w="13638" h="9797" extrusionOk="0">
                  <a:moveTo>
                    <a:pt x="6819" y="0"/>
                  </a:moveTo>
                  <a:cubicBezTo>
                    <a:pt x="6819" y="0"/>
                    <a:pt x="4640" y="7665"/>
                    <a:pt x="1" y="7665"/>
                  </a:cubicBezTo>
                  <a:cubicBezTo>
                    <a:pt x="1" y="7665"/>
                    <a:pt x="2728" y="9797"/>
                    <a:pt x="6819" y="9797"/>
                  </a:cubicBezTo>
                  <a:cubicBezTo>
                    <a:pt x="10910" y="9797"/>
                    <a:pt x="13637" y="7665"/>
                    <a:pt x="13637" y="7665"/>
                  </a:cubicBezTo>
                  <a:cubicBezTo>
                    <a:pt x="8998" y="7665"/>
                    <a:pt x="6819" y="0"/>
                    <a:pt x="681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1" name="Google Shape;1141;p30"/>
            <p:cNvSpPr/>
            <p:nvPr/>
          </p:nvSpPr>
          <p:spPr>
            <a:xfrm>
              <a:off x="7599775" y="4588300"/>
              <a:ext cx="408350" cy="293525"/>
            </a:xfrm>
            <a:custGeom>
              <a:avLst/>
              <a:gdLst/>
              <a:ahLst/>
              <a:cxnLst/>
              <a:rect l="l" t="t" r="r" b="b"/>
              <a:pathLst>
                <a:path w="16334" h="11741" extrusionOk="0">
                  <a:moveTo>
                    <a:pt x="8167" y="0"/>
                  </a:moveTo>
                  <a:cubicBezTo>
                    <a:pt x="8167" y="0"/>
                    <a:pt x="5549" y="9185"/>
                    <a:pt x="1" y="9185"/>
                  </a:cubicBezTo>
                  <a:cubicBezTo>
                    <a:pt x="1" y="9185"/>
                    <a:pt x="3261" y="11740"/>
                    <a:pt x="8167" y="11740"/>
                  </a:cubicBezTo>
                  <a:cubicBezTo>
                    <a:pt x="13073" y="11740"/>
                    <a:pt x="16333" y="9185"/>
                    <a:pt x="16333" y="9185"/>
                  </a:cubicBezTo>
                  <a:cubicBezTo>
                    <a:pt x="10785" y="9185"/>
                    <a:pt x="8167" y="0"/>
                    <a:pt x="816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2" name="Google Shape;1142;p30"/>
            <p:cNvSpPr/>
            <p:nvPr/>
          </p:nvSpPr>
          <p:spPr>
            <a:xfrm>
              <a:off x="7524150" y="4699175"/>
              <a:ext cx="559600" cy="402075"/>
            </a:xfrm>
            <a:custGeom>
              <a:avLst/>
              <a:gdLst/>
              <a:ahLst/>
              <a:cxnLst/>
              <a:rect l="l" t="t" r="r" b="b"/>
              <a:pathLst>
                <a:path w="22384" h="16083" extrusionOk="0">
                  <a:moveTo>
                    <a:pt x="11192" y="1"/>
                  </a:moveTo>
                  <a:cubicBezTo>
                    <a:pt x="11192" y="1"/>
                    <a:pt x="7603" y="12587"/>
                    <a:pt x="1" y="12587"/>
                  </a:cubicBezTo>
                  <a:cubicBezTo>
                    <a:pt x="1" y="12587"/>
                    <a:pt x="4468" y="16083"/>
                    <a:pt x="11192" y="16083"/>
                  </a:cubicBezTo>
                  <a:cubicBezTo>
                    <a:pt x="17916" y="16083"/>
                    <a:pt x="22384" y="12587"/>
                    <a:pt x="22384" y="12587"/>
                  </a:cubicBezTo>
                  <a:cubicBezTo>
                    <a:pt x="14781" y="12587"/>
                    <a:pt x="11192" y="1"/>
                    <a:pt x="1119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43" name="Google Shape;1143;p30"/>
          <p:cNvGrpSpPr/>
          <p:nvPr/>
        </p:nvGrpSpPr>
        <p:grpSpPr>
          <a:xfrm>
            <a:off x="5354825" y="4641375"/>
            <a:ext cx="389150" cy="536075"/>
            <a:chOff x="5354825" y="4565175"/>
            <a:chExt cx="389150" cy="536075"/>
          </a:xfrm>
          <a:solidFill>
            <a:srgbClr val="38761D"/>
          </a:solidFill>
        </p:grpSpPr>
        <p:sp>
          <p:nvSpPr>
            <p:cNvPr id="1144" name="Google Shape;1144;p30"/>
            <p:cNvSpPr/>
            <p:nvPr/>
          </p:nvSpPr>
          <p:spPr>
            <a:xfrm>
              <a:off x="5466500" y="4565175"/>
              <a:ext cx="165775" cy="189675"/>
            </a:xfrm>
            <a:custGeom>
              <a:avLst/>
              <a:gdLst/>
              <a:ahLst/>
              <a:cxnLst/>
              <a:rect l="l" t="t" r="r" b="b"/>
              <a:pathLst>
                <a:path w="6631" h="7587" extrusionOk="0">
                  <a:moveTo>
                    <a:pt x="3324" y="0"/>
                  </a:moveTo>
                  <a:cubicBezTo>
                    <a:pt x="3324" y="0"/>
                    <a:pt x="2462" y="6850"/>
                    <a:pt x="1" y="6850"/>
                  </a:cubicBezTo>
                  <a:cubicBezTo>
                    <a:pt x="1" y="6850"/>
                    <a:pt x="1286" y="7587"/>
                    <a:pt x="3324" y="7587"/>
                  </a:cubicBezTo>
                  <a:cubicBezTo>
                    <a:pt x="5346" y="7587"/>
                    <a:pt x="6631" y="6850"/>
                    <a:pt x="6631" y="6850"/>
                  </a:cubicBezTo>
                  <a:cubicBezTo>
                    <a:pt x="4170" y="6850"/>
                    <a:pt x="3324" y="0"/>
                    <a:pt x="332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45" name="Google Shape;1145;p30"/>
            <p:cNvGrpSpPr/>
            <p:nvPr/>
          </p:nvGrpSpPr>
          <p:grpSpPr>
            <a:xfrm>
              <a:off x="5354825" y="4689000"/>
              <a:ext cx="389150" cy="412250"/>
              <a:chOff x="5354825" y="4689000"/>
              <a:chExt cx="389150" cy="412250"/>
            </a:xfrm>
            <a:grpFill/>
          </p:grpSpPr>
          <p:sp>
            <p:nvSpPr>
              <p:cNvPr id="1146" name="Google Shape;1146;p30"/>
              <p:cNvSpPr/>
              <p:nvPr/>
            </p:nvSpPr>
            <p:spPr>
              <a:xfrm>
                <a:off x="5430850" y="4689000"/>
                <a:ext cx="237100" cy="170475"/>
              </a:xfrm>
              <a:custGeom>
                <a:avLst/>
                <a:gdLst/>
                <a:ahLst/>
                <a:cxnLst/>
                <a:rect l="l" t="t" r="r" b="b"/>
                <a:pathLst>
                  <a:path w="9484" h="6819" extrusionOk="0">
                    <a:moveTo>
                      <a:pt x="4750" y="0"/>
                    </a:moveTo>
                    <a:cubicBezTo>
                      <a:pt x="4750" y="0"/>
                      <a:pt x="3229" y="5330"/>
                      <a:pt x="0" y="5330"/>
                    </a:cubicBezTo>
                    <a:cubicBezTo>
                      <a:pt x="0" y="5330"/>
                      <a:pt x="1897" y="6819"/>
                      <a:pt x="4750" y="6819"/>
                    </a:cubicBezTo>
                    <a:cubicBezTo>
                      <a:pt x="7587" y="6819"/>
                      <a:pt x="9483" y="5330"/>
                      <a:pt x="9483" y="5330"/>
                    </a:cubicBezTo>
                    <a:cubicBezTo>
                      <a:pt x="6270" y="5330"/>
                      <a:pt x="4750" y="0"/>
                      <a:pt x="475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7" name="Google Shape;1147;p30"/>
              <p:cNvSpPr/>
              <p:nvPr/>
            </p:nvSpPr>
            <p:spPr>
              <a:xfrm>
                <a:off x="5407325" y="4744250"/>
                <a:ext cx="284125" cy="204175"/>
              </a:xfrm>
              <a:custGeom>
                <a:avLst/>
                <a:gdLst/>
                <a:ahLst/>
                <a:cxnLst/>
                <a:rect l="l" t="t" r="r" b="b"/>
                <a:pathLst>
                  <a:path w="11365" h="8167" extrusionOk="0">
                    <a:moveTo>
                      <a:pt x="5691" y="0"/>
                    </a:moveTo>
                    <a:cubicBezTo>
                      <a:pt x="5691" y="0"/>
                      <a:pt x="3857" y="6396"/>
                      <a:pt x="1" y="6396"/>
                    </a:cubicBezTo>
                    <a:cubicBezTo>
                      <a:pt x="1" y="6396"/>
                      <a:pt x="2274" y="8167"/>
                      <a:pt x="5691" y="8167"/>
                    </a:cubicBezTo>
                    <a:cubicBezTo>
                      <a:pt x="9092" y="8167"/>
                      <a:pt x="11365" y="6396"/>
                      <a:pt x="11365" y="6396"/>
                    </a:cubicBezTo>
                    <a:cubicBezTo>
                      <a:pt x="7509" y="6396"/>
                      <a:pt x="5691" y="0"/>
                      <a:pt x="569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30"/>
              <p:cNvSpPr/>
              <p:nvPr/>
            </p:nvSpPr>
            <p:spPr>
              <a:xfrm>
                <a:off x="5354825" y="4821450"/>
                <a:ext cx="389150" cy="279800"/>
              </a:xfrm>
              <a:custGeom>
                <a:avLst/>
                <a:gdLst/>
                <a:ahLst/>
                <a:cxnLst/>
                <a:rect l="l" t="t" r="r" b="b"/>
                <a:pathLst>
                  <a:path w="15566" h="11192" extrusionOk="0">
                    <a:moveTo>
                      <a:pt x="7791" y="0"/>
                    </a:moveTo>
                    <a:cubicBezTo>
                      <a:pt x="7791" y="0"/>
                      <a:pt x="5283" y="8762"/>
                      <a:pt x="1" y="8762"/>
                    </a:cubicBezTo>
                    <a:cubicBezTo>
                      <a:pt x="1" y="8762"/>
                      <a:pt x="3104" y="11192"/>
                      <a:pt x="7791" y="11192"/>
                    </a:cubicBezTo>
                    <a:cubicBezTo>
                      <a:pt x="12462" y="11192"/>
                      <a:pt x="15565" y="8762"/>
                      <a:pt x="15565" y="8762"/>
                    </a:cubicBezTo>
                    <a:cubicBezTo>
                      <a:pt x="10283" y="8762"/>
                      <a:pt x="7791" y="0"/>
                      <a:pt x="779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149" name="Google Shape;1149;p30"/>
          <p:cNvGrpSpPr/>
          <p:nvPr/>
        </p:nvGrpSpPr>
        <p:grpSpPr>
          <a:xfrm>
            <a:off x="4219225" y="4407050"/>
            <a:ext cx="853900" cy="770400"/>
            <a:chOff x="4219225" y="4330850"/>
            <a:chExt cx="853900" cy="770400"/>
          </a:xfrm>
          <a:solidFill>
            <a:srgbClr val="38761D"/>
          </a:solidFill>
        </p:grpSpPr>
        <p:grpSp>
          <p:nvGrpSpPr>
            <p:cNvPr id="1150" name="Google Shape;1150;p30"/>
            <p:cNvGrpSpPr/>
            <p:nvPr/>
          </p:nvGrpSpPr>
          <p:grpSpPr>
            <a:xfrm>
              <a:off x="4295625" y="4330850"/>
              <a:ext cx="777500" cy="770400"/>
              <a:chOff x="4295625" y="4330850"/>
              <a:chExt cx="777500" cy="770400"/>
            </a:xfrm>
            <a:grpFill/>
          </p:grpSpPr>
          <p:sp>
            <p:nvSpPr>
              <p:cNvPr id="1151" name="Google Shape;1151;p30"/>
              <p:cNvSpPr/>
              <p:nvPr/>
            </p:nvSpPr>
            <p:spPr>
              <a:xfrm>
                <a:off x="4603250" y="4588300"/>
                <a:ext cx="408325" cy="293525"/>
              </a:xfrm>
              <a:custGeom>
                <a:avLst/>
                <a:gdLst/>
                <a:ahLst/>
                <a:cxnLst/>
                <a:rect l="l" t="t" r="r" b="b"/>
                <a:pathLst>
                  <a:path w="16333" h="11741" extrusionOk="0">
                    <a:moveTo>
                      <a:pt x="8167" y="0"/>
                    </a:moveTo>
                    <a:cubicBezTo>
                      <a:pt x="8167" y="0"/>
                      <a:pt x="5549" y="9185"/>
                      <a:pt x="0" y="9185"/>
                    </a:cubicBezTo>
                    <a:cubicBezTo>
                      <a:pt x="0" y="9185"/>
                      <a:pt x="3260" y="11740"/>
                      <a:pt x="8167" y="11740"/>
                    </a:cubicBezTo>
                    <a:cubicBezTo>
                      <a:pt x="13073" y="11740"/>
                      <a:pt x="16333" y="9185"/>
                      <a:pt x="16333" y="9185"/>
                    </a:cubicBezTo>
                    <a:cubicBezTo>
                      <a:pt x="10784" y="9185"/>
                      <a:pt x="8167" y="0"/>
                      <a:pt x="816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52" name="Google Shape;1152;p30"/>
              <p:cNvGrpSpPr/>
              <p:nvPr/>
            </p:nvGrpSpPr>
            <p:grpSpPr>
              <a:xfrm>
                <a:off x="4295625" y="4330850"/>
                <a:ext cx="777500" cy="770400"/>
                <a:chOff x="4295625" y="4330850"/>
                <a:chExt cx="777500" cy="770400"/>
              </a:xfrm>
              <a:grpFill/>
            </p:grpSpPr>
            <p:sp>
              <p:nvSpPr>
                <p:cNvPr id="1153" name="Google Shape;1153;p30"/>
                <p:cNvSpPr/>
                <p:nvPr/>
              </p:nvSpPr>
              <p:spPr>
                <a:xfrm>
                  <a:off x="4637325" y="4508750"/>
                  <a:ext cx="340550" cy="244925"/>
                </a:xfrm>
                <a:custGeom>
                  <a:avLst/>
                  <a:gdLst/>
                  <a:ahLst/>
                  <a:cxnLst/>
                  <a:rect l="l" t="t" r="r" b="b"/>
                  <a:pathLst>
                    <a:path w="13622" h="9797" extrusionOk="0">
                      <a:moveTo>
                        <a:pt x="6804" y="0"/>
                      </a:moveTo>
                      <a:cubicBezTo>
                        <a:pt x="6804" y="0"/>
                        <a:pt x="4625" y="7665"/>
                        <a:pt x="1" y="7665"/>
                      </a:cubicBezTo>
                      <a:cubicBezTo>
                        <a:pt x="1" y="7665"/>
                        <a:pt x="2713" y="9797"/>
                        <a:pt x="6804" y="9797"/>
                      </a:cubicBezTo>
                      <a:cubicBezTo>
                        <a:pt x="10895" y="9797"/>
                        <a:pt x="13622" y="7665"/>
                        <a:pt x="13622" y="7665"/>
                      </a:cubicBezTo>
                      <a:cubicBezTo>
                        <a:pt x="8998" y="7665"/>
                        <a:pt x="6804" y="0"/>
                        <a:pt x="680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4" name="Google Shape;1154;p30"/>
                <p:cNvSpPr/>
                <p:nvPr/>
              </p:nvSpPr>
              <p:spPr>
                <a:xfrm>
                  <a:off x="4330900" y="4565175"/>
                  <a:ext cx="166175" cy="189675"/>
                </a:xfrm>
                <a:custGeom>
                  <a:avLst/>
                  <a:gdLst/>
                  <a:ahLst/>
                  <a:cxnLst/>
                  <a:rect l="l" t="t" r="r" b="b"/>
                  <a:pathLst>
                    <a:path w="6647" h="7587" extrusionOk="0">
                      <a:moveTo>
                        <a:pt x="3323" y="0"/>
                      </a:moveTo>
                      <a:cubicBezTo>
                        <a:pt x="3323" y="0"/>
                        <a:pt x="2461" y="6850"/>
                        <a:pt x="1" y="6850"/>
                      </a:cubicBezTo>
                      <a:cubicBezTo>
                        <a:pt x="1" y="6850"/>
                        <a:pt x="1286" y="7587"/>
                        <a:pt x="3323" y="7587"/>
                      </a:cubicBezTo>
                      <a:cubicBezTo>
                        <a:pt x="5361" y="7587"/>
                        <a:pt x="6646" y="6850"/>
                        <a:pt x="6646" y="6850"/>
                      </a:cubicBezTo>
                      <a:cubicBezTo>
                        <a:pt x="4186" y="6850"/>
                        <a:pt x="3323" y="0"/>
                        <a:pt x="3323"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55" name="Google Shape;1155;p30"/>
                <p:cNvGrpSpPr/>
                <p:nvPr/>
              </p:nvGrpSpPr>
              <p:grpSpPr>
                <a:xfrm>
                  <a:off x="4295625" y="4330850"/>
                  <a:ext cx="777500" cy="770400"/>
                  <a:chOff x="4295625" y="4330850"/>
                  <a:chExt cx="777500" cy="770400"/>
                </a:xfrm>
                <a:grpFill/>
              </p:grpSpPr>
              <p:sp>
                <p:nvSpPr>
                  <p:cNvPr id="1156" name="Google Shape;1156;p30"/>
                  <p:cNvSpPr/>
                  <p:nvPr/>
                </p:nvSpPr>
                <p:spPr>
                  <a:xfrm>
                    <a:off x="4688275" y="4330850"/>
                    <a:ext cx="238675" cy="272750"/>
                  </a:xfrm>
                  <a:custGeom>
                    <a:avLst/>
                    <a:gdLst/>
                    <a:ahLst/>
                    <a:cxnLst/>
                    <a:rect l="l" t="t" r="r" b="b"/>
                    <a:pathLst>
                      <a:path w="9547" h="10910" extrusionOk="0">
                        <a:moveTo>
                          <a:pt x="4766" y="0"/>
                        </a:moveTo>
                        <a:cubicBezTo>
                          <a:pt x="4766" y="0"/>
                          <a:pt x="3543" y="9843"/>
                          <a:pt x="1" y="9843"/>
                        </a:cubicBezTo>
                        <a:cubicBezTo>
                          <a:pt x="1" y="9843"/>
                          <a:pt x="1850" y="10909"/>
                          <a:pt x="4766" y="10909"/>
                        </a:cubicBezTo>
                        <a:cubicBezTo>
                          <a:pt x="7697" y="10909"/>
                          <a:pt x="9546" y="9843"/>
                          <a:pt x="9546" y="9843"/>
                        </a:cubicBezTo>
                        <a:cubicBezTo>
                          <a:pt x="6004" y="9843"/>
                          <a:pt x="4766" y="0"/>
                          <a:pt x="4766"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7" name="Google Shape;1157;p30"/>
                  <p:cNvSpPr/>
                  <p:nvPr/>
                </p:nvSpPr>
                <p:spPr>
                  <a:xfrm>
                    <a:off x="4513550" y="4699175"/>
                    <a:ext cx="559575" cy="402075"/>
                  </a:xfrm>
                  <a:custGeom>
                    <a:avLst/>
                    <a:gdLst/>
                    <a:ahLst/>
                    <a:cxnLst/>
                    <a:rect l="l" t="t" r="r" b="b"/>
                    <a:pathLst>
                      <a:path w="22383" h="16083" extrusionOk="0">
                        <a:moveTo>
                          <a:pt x="11192" y="1"/>
                        </a:moveTo>
                        <a:cubicBezTo>
                          <a:pt x="11192" y="1"/>
                          <a:pt x="7618" y="12587"/>
                          <a:pt x="0" y="12587"/>
                        </a:cubicBezTo>
                        <a:cubicBezTo>
                          <a:pt x="0" y="12587"/>
                          <a:pt x="4483" y="16083"/>
                          <a:pt x="11192" y="16083"/>
                        </a:cubicBezTo>
                        <a:cubicBezTo>
                          <a:pt x="17916" y="16083"/>
                          <a:pt x="22383" y="12587"/>
                          <a:pt x="22383" y="12587"/>
                        </a:cubicBezTo>
                        <a:cubicBezTo>
                          <a:pt x="14781" y="12587"/>
                          <a:pt x="11192" y="1"/>
                          <a:pt x="1119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8" name="Google Shape;1158;p30"/>
                  <p:cNvSpPr/>
                  <p:nvPr/>
                </p:nvSpPr>
                <p:spPr>
                  <a:xfrm>
                    <a:off x="4295625" y="4689000"/>
                    <a:ext cx="237100" cy="170475"/>
                  </a:xfrm>
                  <a:custGeom>
                    <a:avLst/>
                    <a:gdLst/>
                    <a:ahLst/>
                    <a:cxnLst/>
                    <a:rect l="l" t="t" r="r" b="b"/>
                    <a:pathLst>
                      <a:path w="9484" h="6819" extrusionOk="0">
                        <a:moveTo>
                          <a:pt x="4734" y="0"/>
                        </a:moveTo>
                        <a:cubicBezTo>
                          <a:pt x="4734" y="0"/>
                          <a:pt x="3214" y="5330"/>
                          <a:pt x="1" y="5330"/>
                        </a:cubicBezTo>
                        <a:cubicBezTo>
                          <a:pt x="1" y="5330"/>
                          <a:pt x="1882" y="6819"/>
                          <a:pt x="4734" y="6819"/>
                        </a:cubicBezTo>
                        <a:cubicBezTo>
                          <a:pt x="7587" y="6819"/>
                          <a:pt x="9484" y="5330"/>
                          <a:pt x="9484" y="5330"/>
                        </a:cubicBezTo>
                        <a:cubicBezTo>
                          <a:pt x="6255" y="5330"/>
                          <a:pt x="4734" y="0"/>
                          <a:pt x="473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1159" name="Google Shape;1159;p30"/>
            <p:cNvGrpSpPr/>
            <p:nvPr/>
          </p:nvGrpSpPr>
          <p:grpSpPr>
            <a:xfrm>
              <a:off x="4219225" y="4744250"/>
              <a:ext cx="389525" cy="357000"/>
              <a:chOff x="4219225" y="4744250"/>
              <a:chExt cx="389525" cy="357000"/>
            </a:xfrm>
            <a:grpFill/>
          </p:grpSpPr>
          <p:sp>
            <p:nvSpPr>
              <p:cNvPr id="1160" name="Google Shape;1160;p30"/>
              <p:cNvSpPr/>
              <p:nvPr/>
            </p:nvSpPr>
            <p:spPr>
              <a:xfrm>
                <a:off x="4271725" y="4744250"/>
                <a:ext cx="284525" cy="204175"/>
              </a:xfrm>
              <a:custGeom>
                <a:avLst/>
                <a:gdLst/>
                <a:ahLst/>
                <a:cxnLst/>
                <a:rect l="l" t="t" r="r" b="b"/>
                <a:pathLst>
                  <a:path w="11381" h="8167" extrusionOk="0">
                    <a:moveTo>
                      <a:pt x="5690" y="0"/>
                    </a:moveTo>
                    <a:cubicBezTo>
                      <a:pt x="5690" y="0"/>
                      <a:pt x="3872" y="6396"/>
                      <a:pt x="1" y="6396"/>
                    </a:cubicBezTo>
                    <a:cubicBezTo>
                      <a:pt x="1" y="6396"/>
                      <a:pt x="2273" y="8167"/>
                      <a:pt x="5690" y="8167"/>
                    </a:cubicBezTo>
                    <a:cubicBezTo>
                      <a:pt x="9107" y="8167"/>
                      <a:pt x="11380" y="6396"/>
                      <a:pt x="11380" y="6396"/>
                    </a:cubicBezTo>
                    <a:cubicBezTo>
                      <a:pt x="7509" y="6396"/>
                      <a:pt x="5690" y="0"/>
                      <a:pt x="569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1" name="Google Shape;1161;p30"/>
              <p:cNvSpPr/>
              <p:nvPr/>
            </p:nvSpPr>
            <p:spPr>
              <a:xfrm>
                <a:off x="4219225" y="4821450"/>
                <a:ext cx="389525" cy="279800"/>
              </a:xfrm>
              <a:custGeom>
                <a:avLst/>
                <a:gdLst/>
                <a:ahLst/>
                <a:cxnLst/>
                <a:rect l="l" t="t" r="r" b="b"/>
                <a:pathLst>
                  <a:path w="15581" h="11192" extrusionOk="0">
                    <a:moveTo>
                      <a:pt x="7790" y="0"/>
                    </a:moveTo>
                    <a:cubicBezTo>
                      <a:pt x="7790" y="0"/>
                      <a:pt x="5298" y="8762"/>
                      <a:pt x="0" y="8762"/>
                    </a:cubicBezTo>
                    <a:cubicBezTo>
                      <a:pt x="0" y="8762"/>
                      <a:pt x="3120" y="11192"/>
                      <a:pt x="7790" y="11192"/>
                    </a:cubicBezTo>
                    <a:cubicBezTo>
                      <a:pt x="12461" y="11192"/>
                      <a:pt x="15581" y="8762"/>
                      <a:pt x="15581" y="8762"/>
                    </a:cubicBezTo>
                    <a:cubicBezTo>
                      <a:pt x="10283" y="8762"/>
                      <a:pt x="7790" y="0"/>
                      <a:pt x="779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162" name="Google Shape;1162;p30"/>
          <p:cNvGrpSpPr/>
          <p:nvPr/>
        </p:nvGrpSpPr>
        <p:grpSpPr>
          <a:xfrm>
            <a:off x="7974400" y="4641375"/>
            <a:ext cx="389125" cy="536075"/>
            <a:chOff x="7974400" y="4565175"/>
            <a:chExt cx="389125" cy="536075"/>
          </a:xfrm>
          <a:solidFill>
            <a:srgbClr val="38761D"/>
          </a:solidFill>
        </p:grpSpPr>
        <p:sp>
          <p:nvSpPr>
            <p:cNvPr id="1163" name="Google Shape;1163;p30"/>
            <p:cNvSpPr/>
            <p:nvPr/>
          </p:nvSpPr>
          <p:spPr>
            <a:xfrm>
              <a:off x="8086075" y="4565175"/>
              <a:ext cx="165775" cy="189675"/>
            </a:xfrm>
            <a:custGeom>
              <a:avLst/>
              <a:gdLst/>
              <a:ahLst/>
              <a:cxnLst/>
              <a:rect l="l" t="t" r="r" b="b"/>
              <a:pathLst>
                <a:path w="6631" h="7587" extrusionOk="0">
                  <a:moveTo>
                    <a:pt x="3308" y="0"/>
                  </a:moveTo>
                  <a:cubicBezTo>
                    <a:pt x="3308" y="0"/>
                    <a:pt x="2461" y="6850"/>
                    <a:pt x="1" y="6850"/>
                  </a:cubicBezTo>
                  <a:cubicBezTo>
                    <a:pt x="1" y="6850"/>
                    <a:pt x="1286" y="7587"/>
                    <a:pt x="3308" y="7587"/>
                  </a:cubicBezTo>
                  <a:cubicBezTo>
                    <a:pt x="5346" y="7587"/>
                    <a:pt x="6631" y="6850"/>
                    <a:pt x="6631" y="6850"/>
                  </a:cubicBezTo>
                  <a:cubicBezTo>
                    <a:pt x="4170" y="6850"/>
                    <a:pt x="3308" y="0"/>
                    <a:pt x="330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4" name="Google Shape;1164;p30"/>
            <p:cNvSpPr/>
            <p:nvPr/>
          </p:nvSpPr>
          <p:spPr>
            <a:xfrm>
              <a:off x="8050425" y="4689000"/>
              <a:ext cx="237100" cy="170475"/>
            </a:xfrm>
            <a:custGeom>
              <a:avLst/>
              <a:gdLst/>
              <a:ahLst/>
              <a:cxnLst/>
              <a:rect l="l" t="t" r="r" b="b"/>
              <a:pathLst>
                <a:path w="9484" h="6819" extrusionOk="0">
                  <a:moveTo>
                    <a:pt x="4734" y="0"/>
                  </a:moveTo>
                  <a:cubicBezTo>
                    <a:pt x="4734" y="0"/>
                    <a:pt x="3213" y="5330"/>
                    <a:pt x="0" y="5330"/>
                  </a:cubicBezTo>
                  <a:cubicBezTo>
                    <a:pt x="0" y="5330"/>
                    <a:pt x="1897" y="6819"/>
                    <a:pt x="4734" y="6819"/>
                  </a:cubicBezTo>
                  <a:cubicBezTo>
                    <a:pt x="7587" y="6819"/>
                    <a:pt x="9483" y="5330"/>
                    <a:pt x="9483" y="5330"/>
                  </a:cubicBezTo>
                  <a:cubicBezTo>
                    <a:pt x="6254" y="5330"/>
                    <a:pt x="4734" y="0"/>
                    <a:pt x="473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5" name="Google Shape;1165;p30"/>
            <p:cNvSpPr/>
            <p:nvPr/>
          </p:nvSpPr>
          <p:spPr>
            <a:xfrm>
              <a:off x="8026900" y="4744250"/>
              <a:ext cx="284125" cy="204175"/>
            </a:xfrm>
            <a:custGeom>
              <a:avLst/>
              <a:gdLst/>
              <a:ahLst/>
              <a:cxnLst/>
              <a:rect l="l" t="t" r="r" b="b"/>
              <a:pathLst>
                <a:path w="11365" h="8167" extrusionOk="0">
                  <a:moveTo>
                    <a:pt x="5675" y="0"/>
                  </a:moveTo>
                  <a:cubicBezTo>
                    <a:pt x="5675" y="0"/>
                    <a:pt x="3857" y="6396"/>
                    <a:pt x="1" y="6396"/>
                  </a:cubicBezTo>
                  <a:cubicBezTo>
                    <a:pt x="1" y="6396"/>
                    <a:pt x="2274" y="8167"/>
                    <a:pt x="5675" y="8167"/>
                  </a:cubicBezTo>
                  <a:cubicBezTo>
                    <a:pt x="9092" y="8167"/>
                    <a:pt x="11365" y="6396"/>
                    <a:pt x="11365" y="6396"/>
                  </a:cubicBezTo>
                  <a:cubicBezTo>
                    <a:pt x="7509" y="6396"/>
                    <a:pt x="5675" y="0"/>
                    <a:pt x="567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6" name="Google Shape;1166;p30"/>
            <p:cNvSpPr/>
            <p:nvPr/>
          </p:nvSpPr>
          <p:spPr>
            <a:xfrm>
              <a:off x="7974400" y="4821450"/>
              <a:ext cx="389125" cy="279800"/>
            </a:xfrm>
            <a:custGeom>
              <a:avLst/>
              <a:gdLst/>
              <a:ahLst/>
              <a:cxnLst/>
              <a:rect l="l" t="t" r="r" b="b"/>
              <a:pathLst>
                <a:path w="15565" h="11192" extrusionOk="0">
                  <a:moveTo>
                    <a:pt x="7775" y="0"/>
                  </a:moveTo>
                  <a:cubicBezTo>
                    <a:pt x="7775" y="0"/>
                    <a:pt x="5283" y="8762"/>
                    <a:pt x="0" y="8762"/>
                  </a:cubicBezTo>
                  <a:cubicBezTo>
                    <a:pt x="0" y="8762"/>
                    <a:pt x="3104" y="11192"/>
                    <a:pt x="7775" y="11192"/>
                  </a:cubicBezTo>
                  <a:cubicBezTo>
                    <a:pt x="12461" y="11192"/>
                    <a:pt x="15565" y="8762"/>
                    <a:pt x="15565" y="8762"/>
                  </a:cubicBezTo>
                  <a:cubicBezTo>
                    <a:pt x="10283" y="8762"/>
                    <a:pt x="7775" y="0"/>
                    <a:pt x="777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67" name="Google Shape;1167;p30"/>
          <p:cNvGrpSpPr/>
          <p:nvPr/>
        </p:nvGrpSpPr>
        <p:grpSpPr>
          <a:xfrm>
            <a:off x="6522575" y="4158200"/>
            <a:ext cx="724950" cy="1019250"/>
            <a:chOff x="6522575" y="4082000"/>
            <a:chExt cx="724950" cy="1019250"/>
          </a:xfrm>
          <a:solidFill>
            <a:srgbClr val="38761D"/>
          </a:solidFill>
        </p:grpSpPr>
        <p:sp>
          <p:nvSpPr>
            <p:cNvPr id="1168" name="Google Shape;1168;p30"/>
            <p:cNvSpPr/>
            <p:nvPr/>
          </p:nvSpPr>
          <p:spPr>
            <a:xfrm>
              <a:off x="6714575" y="4259900"/>
              <a:ext cx="340550" cy="244950"/>
            </a:xfrm>
            <a:custGeom>
              <a:avLst/>
              <a:gdLst/>
              <a:ahLst/>
              <a:cxnLst/>
              <a:rect l="l" t="t" r="r" b="b"/>
              <a:pathLst>
                <a:path w="13622" h="9798" extrusionOk="0">
                  <a:moveTo>
                    <a:pt x="6819" y="1"/>
                  </a:moveTo>
                  <a:cubicBezTo>
                    <a:pt x="6819" y="1"/>
                    <a:pt x="4624" y="7666"/>
                    <a:pt x="0" y="7666"/>
                  </a:cubicBezTo>
                  <a:cubicBezTo>
                    <a:pt x="0" y="7666"/>
                    <a:pt x="2728" y="9797"/>
                    <a:pt x="6819" y="9797"/>
                  </a:cubicBezTo>
                  <a:cubicBezTo>
                    <a:pt x="10910" y="9797"/>
                    <a:pt x="13621" y="7666"/>
                    <a:pt x="13621" y="7666"/>
                  </a:cubicBezTo>
                  <a:cubicBezTo>
                    <a:pt x="8998" y="7666"/>
                    <a:pt x="6819" y="1"/>
                    <a:pt x="681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69" name="Google Shape;1169;p30"/>
            <p:cNvGrpSpPr/>
            <p:nvPr/>
          </p:nvGrpSpPr>
          <p:grpSpPr>
            <a:xfrm>
              <a:off x="6522575" y="4082000"/>
              <a:ext cx="724950" cy="1019250"/>
              <a:chOff x="6522575" y="4082000"/>
              <a:chExt cx="724950" cy="1019250"/>
            </a:xfrm>
            <a:grpFill/>
          </p:grpSpPr>
          <p:sp>
            <p:nvSpPr>
              <p:cNvPr id="1170" name="Google Shape;1170;p30"/>
              <p:cNvSpPr/>
              <p:nvPr/>
            </p:nvSpPr>
            <p:spPr>
              <a:xfrm>
                <a:off x="6765900" y="4082000"/>
                <a:ext cx="238275" cy="272775"/>
              </a:xfrm>
              <a:custGeom>
                <a:avLst/>
                <a:gdLst/>
                <a:ahLst/>
                <a:cxnLst/>
                <a:rect l="l" t="t" r="r" b="b"/>
                <a:pathLst>
                  <a:path w="9531" h="10911" extrusionOk="0">
                    <a:moveTo>
                      <a:pt x="4766" y="1"/>
                    </a:moveTo>
                    <a:cubicBezTo>
                      <a:pt x="4766" y="1"/>
                      <a:pt x="3527" y="9829"/>
                      <a:pt x="1" y="9829"/>
                    </a:cubicBezTo>
                    <a:cubicBezTo>
                      <a:pt x="1" y="9829"/>
                      <a:pt x="1835" y="10910"/>
                      <a:pt x="4766" y="10910"/>
                    </a:cubicBezTo>
                    <a:cubicBezTo>
                      <a:pt x="7681" y="10910"/>
                      <a:pt x="9531" y="9829"/>
                      <a:pt x="9531" y="9829"/>
                    </a:cubicBezTo>
                    <a:cubicBezTo>
                      <a:pt x="5988" y="9829"/>
                      <a:pt x="4766" y="1"/>
                      <a:pt x="4766"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1" name="Google Shape;1171;p30"/>
              <p:cNvSpPr/>
              <p:nvPr/>
            </p:nvSpPr>
            <p:spPr>
              <a:xfrm>
                <a:off x="6680875" y="4339450"/>
                <a:ext cx="408350" cy="293525"/>
              </a:xfrm>
              <a:custGeom>
                <a:avLst/>
                <a:gdLst/>
                <a:ahLst/>
                <a:cxnLst/>
                <a:rect l="l" t="t" r="r" b="b"/>
                <a:pathLst>
                  <a:path w="16334" h="11741" extrusionOk="0">
                    <a:moveTo>
                      <a:pt x="8167" y="1"/>
                    </a:moveTo>
                    <a:cubicBezTo>
                      <a:pt x="8167" y="1"/>
                      <a:pt x="5549" y="9186"/>
                      <a:pt x="0" y="9186"/>
                    </a:cubicBezTo>
                    <a:cubicBezTo>
                      <a:pt x="0" y="9186"/>
                      <a:pt x="3261" y="11741"/>
                      <a:pt x="8167" y="11741"/>
                    </a:cubicBezTo>
                    <a:cubicBezTo>
                      <a:pt x="13073" y="11741"/>
                      <a:pt x="16333" y="9186"/>
                      <a:pt x="16333" y="9186"/>
                    </a:cubicBezTo>
                    <a:cubicBezTo>
                      <a:pt x="10784" y="9186"/>
                      <a:pt x="8167" y="1"/>
                      <a:pt x="816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2" name="Google Shape;1172;p30"/>
              <p:cNvSpPr/>
              <p:nvPr/>
            </p:nvSpPr>
            <p:spPr>
              <a:xfrm>
                <a:off x="6605250" y="4450350"/>
                <a:ext cx="559600" cy="402075"/>
              </a:xfrm>
              <a:custGeom>
                <a:avLst/>
                <a:gdLst/>
                <a:ahLst/>
                <a:cxnLst/>
                <a:rect l="l" t="t" r="r" b="b"/>
                <a:pathLst>
                  <a:path w="22384" h="16083" extrusionOk="0">
                    <a:moveTo>
                      <a:pt x="11192" y="1"/>
                    </a:moveTo>
                    <a:cubicBezTo>
                      <a:pt x="11192" y="1"/>
                      <a:pt x="7602" y="12587"/>
                      <a:pt x="0" y="12587"/>
                    </a:cubicBezTo>
                    <a:cubicBezTo>
                      <a:pt x="0" y="12587"/>
                      <a:pt x="4467" y="16083"/>
                      <a:pt x="11192" y="16083"/>
                    </a:cubicBezTo>
                    <a:cubicBezTo>
                      <a:pt x="17916" y="16083"/>
                      <a:pt x="22383" y="12587"/>
                      <a:pt x="22383" y="12587"/>
                    </a:cubicBezTo>
                    <a:cubicBezTo>
                      <a:pt x="14781" y="12587"/>
                      <a:pt x="11192" y="1"/>
                      <a:pt x="1119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3" name="Google Shape;1173;p30"/>
              <p:cNvSpPr/>
              <p:nvPr/>
            </p:nvSpPr>
            <p:spPr>
              <a:xfrm>
                <a:off x="6522575" y="4580450"/>
                <a:ext cx="724950" cy="520800"/>
              </a:xfrm>
              <a:custGeom>
                <a:avLst/>
                <a:gdLst/>
                <a:ahLst/>
                <a:cxnLst/>
                <a:rect l="l" t="t" r="r" b="b"/>
                <a:pathLst>
                  <a:path w="28998" h="20832" extrusionOk="0">
                    <a:moveTo>
                      <a:pt x="14499" y="1"/>
                    </a:moveTo>
                    <a:cubicBezTo>
                      <a:pt x="14499" y="1"/>
                      <a:pt x="9843" y="16302"/>
                      <a:pt x="0" y="16302"/>
                    </a:cubicBezTo>
                    <a:cubicBezTo>
                      <a:pt x="0" y="16302"/>
                      <a:pt x="5784" y="20832"/>
                      <a:pt x="14499" y="20832"/>
                    </a:cubicBezTo>
                    <a:cubicBezTo>
                      <a:pt x="23198" y="20832"/>
                      <a:pt x="28998" y="16302"/>
                      <a:pt x="28998" y="16302"/>
                    </a:cubicBezTo>
                    <a:cubicBezTo>
                      <a:pt x="19138" y="16302"/>
                      <a:pt x="14499" y="1"/>
                      <a:pt x="1449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175" name="Google Shape;1175;p30"/>
          <p:cNvSpPr/>
          <p:nvPr/>
        </p:nvSpPr>
        <p:spPr>
          <a:xfrm>
            <a:off x="5614225" y="1592525"/>
            <a:ext cx="3572600" cy="500050"/>
          </a:xfrm>
          <a:custGeom>
            <a:avLst/>
            <a:gdLst/>
            <a:ahLst/>
            <a:cxnLst/>
            <a:rect l="l" t="t" r="r" b="b"/>
            <a:pathLst>
              <a:path w="142904" h="20002" extrusionOk="0">
                <a:moveTo>
                  <a:pt x="1" y="2430"/>
                </a:moveTo>
                <a:cubicBezTo>
                  <a:pt x="1" y="2430"/>
                  <a:pt x="73043" y="2383"/>
                  <a:pt x="78263" y="4876"/>
                </a:cubicBezTo>
                <a:lnTo>
                  <a:pt x="78263" y="4876"/>
                </a:lnTo>
                <a:cubicBezTo>
                  <a:pt x="83482" y="7368"/>
                  <a:pt x="142904" y="20001"/>
                  <a:pt x="142904" y="20001"/>
                </a:cubicBezTo>
                <a:lnTo>
                  <a:pt x="142904" y="20001"/>
                </a:lnTo>
                <a:lnTo>
                  <a:pt x="142904" y="2430"/>
                </a:lnTo>
                <a:cubicBezTo>
                  <a:pt x="142904" y="2430"/>
                  <a:pt x="104125" y="7916"/>
                  <a:pt x="96179" y="2430"/>
                </a:cubicBezTo>
                <a:lnTo>
                  <a:pt x="96179" y="2430"/>
                </a:lnTo>
                <a:cubicBezTo>
                  <a:pt x="93530" y="612"/>
                  <a:pt x="81962" y="1"/>
                  <a:pt x="67714" y="1"/>
                </a:cubicBezTo>
                <a:lnTo>
                  <a:pt x="67714" y="1"/>
                </a:lnTo>
                <a:cubicBezTo>
                  <a:pt x="39218" y="1"/>
                  <a:pt x="1" y="2430"/>
                  <a:pt x="1" y="2430"/>
                </a:cubicBezTo>
              </a:path>
            </a:pathLst>
          </a:custGeom>
          <a:solidFill>
            <a:srgbClr val="FFFFFF">
              <a:alpha val="410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6" name="Google Shape;1176;p30"/>
          <p:cNvSpPr/>
          <p:nvPr/>
        </p:nvSpPr>
        <p:spPr>
          <a:xfrm>
            <a:off x="6525300" y="4845350"/>
            <a:ext cx="25" cy="25"/>
          </a:xfrm>
          <a:custGeom>
            <a:avLst/>
            <a:gdLst/>
            <a:ahLst/>
            <a:cxnLst/>
            <a:rect l="l" t="t" r="r" b="b"/>
            <a:pathLst>
              <a:path w="1" h="1" extrusionOk="0">
                <a:moveTo>
                  <a:pt x="1" y="0"/>
                </a:moveTo>
                <a:cubicBezTo>
                  <a:pt x="1" y="0"/>
                  <a:pt x="1" y="0"/>
                  <a:pt x="1" y="0"/>
                </a:cubicBezTo>
                <a:cubicBezTo>
                  <a:pt x="1" y="0"/>
                  <a:pt x="1" y="0"/>
                  <a:pt x="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7" name="Google Shape;1177;p30"/>
          <p:cNvSpPr/>
          <p:nvPr/>
        </p:nvSpPr>
        <p:spPr>
          <a:xfrm>
            <a:off x="6525300" y="4846125"/>
            <a:ext cx="825" cy="4725"/>
          </a:xfrm>
          <a:custGeom>
            <a:avLst/>
            <a:gdLst/>
            <a:ahLst/>
            <a:cxnLst/>
            <a:rect l="l" t="t" r="r" b="b"/>
            <a:pathLst>
              <a:path w="33" h="189" extrusionOk="0">
                <a:moveTo>
                  <a:pt x="32" y="189"/>
                </a:moveTo>
                <a:lnTo>
                  <a:pt x="32" y="189"/>
                </a:lnTo>
                <a:cubicBezTo>
                  <a:pt x="16" y="126"/>
                  <a:pt x="1" y="63"/>
                  <a:pt x="1" y="1"/>
                </a:cubicBezTo>
                <a:cubicBezTo>
                  <a:pt x="1" y="63"/>
                  <a:pt x="16" y="126"/>
                  <a:pt x="32" y="189"/>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8" name="Google Shape;1178;p30"/>
          <p:cNvSpPr/>
          <p:nvPr/>
        </p:nvSpPr>
        <p:spPr>
          <a:xfrm>
            <a:off x="6531575" y="4866125"/>
            <a:ext cx="25" cy="400"/>
          </a:xfrm>
          <a:custGeom>
            <a:avLst/>
            <a:gdLst/>
            <a:ahLst/>
            <a:cxnLst/>
            <a:rect l="l" t="t" r="r" b="b"/>
            <a:pathLst>
              <a:path w="1" h="16" extrusionOk="0">
                <a:moveTo>
                  <a:pt x="1" y="16"/>
                </a:moveTo>
                <a:cubicBezTo>
                  <a:pt x="1" y="16"/>
                  <a:pt x="1" y="0"/>
                  <a:pt x="1" y="0"/>
                </a:cubicBezTo>
                <a:cubicBezTo>
                  <a:pt x="1" y="0"/>
                  <a:pt x="1" y="16"/>
                  <a:pt x="1" y="16"/>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9" name="Google Shape;1179;p30"/>
          <p:cNvSpPr/>
          <p:nvPr/>
        </p:nvSpPr>
        <p:spPr>
          <a:xfrm>
            <a:off x="6530800" y="4864550"/>
            <a:ext cx="400" cy="800"/>
          </a:xfrm>
          <a:custGeom>
            <a:avLst/>
            <a:gdLst/>
            <a:ahLst/>
            <a:cxnLst/>
            <a:rect l="l" t="t" r="r" b="b"/>
            <a:pathLst>
              <a:path w="16" h="32" extrusionOk="0">
                <a:moveTo>
                  <a:pt x="16" y="32"/>
                </a:moveTo>
                <a:cubicBezTo>
                  <a:pt x="0" y="16"/>
                  <a:pt x="0" y="16"/>
                  <a:pt x="0" y="0"/>
                </a:cubicBezTo>
                <a:cubicBezTo>
                  <a:pt x="0" y="16"/>
                  <a:pt x="0" y="16"/>
                  <a:pt x="16" y="32"/>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0" name="Google Shape;1180;p30"/>
          <p:cNvSpPr/>
          <p:nvPr/>
        </p:nvSpPr>
        <p:spPr>
          <a:xfrm>
            <a:off x="6527650" y="4856700"/>
            <a:ext cx="2775" cy="7475"/>
          </a:xfrm>
          <a:custGeom>
            <a:avLst/>
            <a:gdLst/>
            <a:ahLst/>
            <a:cxnLst/>
            <a:rect l="l" t="t" r="r" b="b"/>
            <a:pathLst>
              <a:path w="111" h="299" extrusionOk="0">
                <a:moveTo>
                  <a:pt x="1" y="1"/>
                </a:moveTo>
                <a:cubicBezTo>
                  <a:pt x="32" y="111"/>
                  <a:pt x="63" y="205"/>
                  <a:pt x="111" y="299"/>
                </a:cubicBezTo>
                <a:cubicBezTo>
                  <a:pt x="63" y="205"/>
                  <a:pt x="32" y="111"/>
                  <a:pt x="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81" name="Google Shape;1181;p30"/>
          <p:cNvGrpSpPr/>
          <p:nvPr/>
        </p:nvGrpSpPr>
        <p:grpSpPr>
          <a:xfrm>
            <a:off x="-613275" y="4343040"/>
            <a:ext cx="9800100" cy="1657575"/>
            <a:chOff x="-613275" y="3559275"/>
            <a:chExt cx="9800100" cy="1657575"/>
          </a:xfrm>
          <a:solidFill>
            <a:srgbClr val="002E50"/>
          </a:solidFill>
        </p:grpSpPr>
        <p:sp>
          <p:nvSpPr>
            <p:cNvPr id="1182" name="Google Shape;1182;p30"/>
            <p:cNvSpPr/>
            <p:nvPr/>
          </p:nvSpPr>
          <p:spPr>
            <a:xfrm>
              <a:off x="8699600" y="3962263"/>
              <a:ext cx="444400" cy="1230850"/>
            </a:xfrm>
            <a:custGeom>
              <a:avLst/>
              <a:gdLst/>
              <a:ahLst/>
              <a:cxnLst/>
              <a:rect l="l" t="t" r="r" b="b"/>
              <a:pathLst>
                <a:path w="17776" h="49234" extrusionOk="0">
                  <a:moveTo>
                    <a:pt x="1" y="15017"/>
                  </a:moveTo>
                  <a:lnTo>
                    <a:pt x="1" y="49234"/>
                  </a:lnTo>
                  <a:lnTo>
                    <a:pt x="5487" y="49234"/>
                  </a:lnTo>
                  <a:lnTo>
                    <a:pt x="5487" y="15017"/>
                  </a:lnTo>
                  <a:cubicBezTo>
                    <a:pt x="5487" y="7665"/>
                    <a:pt x="10785" y="1537"/>
                    <a:pt x="17776" y="251"/>
                  </a:cubicBezTo>
                  <a:lnTo>
                    <a:pt x="17776" y="251"/>
                  </a:lnTo>
                  <a:cubicBezTo>
                    <a:pt x="16882" y="79"/>
                    <a:pt x="15957" y="1"/>
                    <a:pt x="15033" y="1"/>
                  </a:cubicBezTo>
                  <a:lnTo>
                    <a:pt x="15033" y="1"/>
                  </a:lnTo>
                  <a:cubicBezTo>
                    <a:pt x="6725" y="1"/>
                    <a:pt x="1" y="6725"/>
                    <a:pt x="1" y="15017"/>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3" name="Google Shape;1183;p30"/>
            <p:cNvSpPr/>
            <p:nvPr/>
          </p:nvSpPr>
          <p:spPr>
            <a:xfrm>
              <a:off x="7566750" y="3962263"/>
              <a:ext cx="444000" cy="1230850"/>
            </a:xfrm>
            <a:custGeom>
              <a:avLst/>
              <a:gdLst/>
              <a:ahLst/>
              <a:cxnLst/>
              <a:rect l="l" t="t" r="r" b="b"/>
              <a:pathLst>
                <a:path w="17760" h="49234" extrusionOk="0">
                  <a:moveTo>
                    <a:pt x="0" y="15017"/>
                  </a:moveTo>
                  <a:lnTo>
                    <a:pt x="0" y="49234"/>
                  </a:lnTo>
                  <a:lnTo>
                    <a:pt x="5486" y="49234"/>
                  </a:lnTo>
                  <a:lnTo>
                    <a:pt x="5486" y="15017"/>
                  </a:lnTo>
                  <a:cubicBezTo>
                    <a:pt x="5486" y="7665"/>
                    <a:pt x="10769" y="1537"/>
                    <a:pt x="17759" y="251"/>
                  </a:cubicBezTo>
                  <a:lnTo>
                    <a:pt x="17759" y="251"/>
                  </a:lnTo>
                  <a:cubicBezTo>
                    <a:pt x="16866" y="79"/>
                    <a:pt x="15957" y="1"/>
                    <a:pt x="15016" y="1"/>
                  </a:cubicBezTo>
                  <a:lnTo>
                    <a:pt x="15016" y="1"/>
                  </a:lnTo>
                  <a:cubicBezTo>
                    <a:pt x="6725" y="1"/>
                    <a:pt x="0" y="6725"/>
                    <a:pt x="0" y="15017"/>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4" name="Google Shape;1184;p30"/>
            <p:cNvSpPr/>
            <p:nvPr/>
          </p:nvSpPr>
          <p:spPr>
            <a:xfrm>
              <a:off x="6433500" y="3962263"/>
              <a:ext cx="444000" cy="1230850"/>
            </a:xfrm>
            <a:custGeom>
              <a:avLst/>
              <a:gdLst/>
              <a:ahLst/>
              <a:cxnLst/>
              <a:rect l="l" t="t" r="r" b="b"/>
              <a:pathLst>
                <a:path w="17760" h="49234" extrusionOk="0">
                  <a:moveTo>
                    <a:pt x="0" y="15017"/>
                  </a:moveTo>
                  <a:lnTo>
                    <a:pt x="0" y="49234"/>
                  </a:lnTo>
                  <a:lnTo>
                    <a:pt x="5486" y="49234"/>
                  </a:lnTo>
                  <a:lnTo>
                    <a:pt x="5486" y="15017"/>
                  </a:lnTo>
                  <a:cubicBezTo>
                    <a:pt x="5486" y="7665"/>
                    <a:pt x="10784" y="1537"/>
                    <a:pt x="17759" y="251"/>
                  </a:cubicBezTo>
                  <a:lnTo>
                    <a:pt x="17759" y="251"/>
                  </a:lnTo>
                  <a:cubicBezTo>
                    <a:pt x="16881" y="79"/>
                    <a:pt x="15957" y="1"/>
                    <a:pt x="15016" y="1"/>
                  </a:cubicBezTo>
                  <a:lnTo>
                    <a:pt x="15016" y="1"/>
                  </a:lnTo>
                  <a:cubicBezTo>
                    <a:pt x="6725" y="1"/>
                    <a:pt x="0" y="6725"/>
                    <a:pt x="0" y="15017"/>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5" name="Google Shape;1185;p30"/>
            <p:cNvSpPr/>
            <p:nvPr/>
          </p:nvSpPr>
          <p:spPr>
            <a:xfrm>
              <a:off x="5300250" y="3962263"/>
              <a:ext cx="444375" cy="1230850"/>
            </a:xfrm>
            <a:custGeom>
              <a:avLst/>
              <a:gdLst/>
              <a:ahLst/>
              <a:cxnLst/>
              <a:rect l="l" t="t" r="r" b="b"/>
              <a:pathLst>
                <a:path w="17775" h="49234" extrusionOk="0">
                  <a:moveTo>
                    <a:pt x="0" y="15017"/>
                  </a:moveTo>
                  <a:lnTo>
                    <a:pt x="0" y="49234"/>
                  </a:lnTo>
                  <a:lnTo>
                    <a:pt x="5486" y="49234"/>
                  </a:lnTo>
                  <a:lnTo>
                    <a:pt x="5486" y="15017"/>
                  </a:lnTo>
                  <a:cubicBezTo>
                    <a:pt x="5486" y="7665"/>
                    <a:pt x="10784" y="1537"/>
                    <a:pt x="17775" y="251"/>
                  </a:cubicBezTo>
                  <a:lnTo>
                    <a:pt x="17775" y="251"/>
                  </a:lnTo>
                  <a:cubicBezTo>
                    <a:pt x="16881" y="79"/>
                    <a:pt x="15957" y="1"/>
                    <a:pt x="15032" y="1"/>
                  </a:cubicBezTo>
                  <a:lnTo>
                    <a:pt x="15032" y="1"/>
                  </a:lnTo>
                  <a:cubicBezTo>
                    <a:pt x="6724" y="1"/>
                    <a:pt x="0" y="6725"/>
                    <a:pt x="0" y="15017"/>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86" name="Google Shape;1186;p30"/>
            <p:cNvGrpSpPr/>
            <p:nvPr/>
          </p:nvGrpSpPr>
          <p:grpSpPr>
            <a:xfrm>
              <a:off x="-613275" y="3559275"/>
              <a:ext cx="9800100" cy="1657575"/>
              <a:chOff x="-613275" y="3443675"/>
              <a:chExt cx="9800100" cy="1657575"/>
            </a:xfrm>
            <a:grpFill/>
          </p:grpSpPr>
          <p:sp>
            <p:nvSpPr>
              <p:cNvPr id="1187" name="Google Shape;1187;p30"/>
              <p:cNvSpPr/>
              <p:nvPr/>
            </p:nvSpPr>
            <p:spPr>
              <a:xfrm>
                <a:off x="3962175" y="3443675"/>
                <a:ext cx="5224650" cy="1657575"/>
              </a:xfrm>
              <a:custGeom>
                <a:avLst/>
                <a:gdLst/>
                <a:ahLst/>
                <a:cxnLst/>
                <a:rect l="l" t="t" r="r" b="b"/>
                <a:pathLst>
                  <a:path w="208986" h="66303" extrusionOk="0">
                    <a:moveTo>
                      <a:pt x="0" y="0"/>
                    </a:moveTo>
                    <a:lnTo>
                      <a:pt x="0" y="1207"/>
                    </a:lnTo>
                    <a:lnTo>
                      <a:pt x="5486" y="1207"/>
                    </a:lnTo>
                    <a:lnTo>
                      <a:pt x="5486" y="5439"/>
                    </a:lnTo>
                    <a:lnTo>
                      <a:pt x="0" y="5439"/>
                    </a:lnTo>
                    <a:lnTo>
                      <a:pt x="0" y="66303"/>
                    </a:lnTo>
                    <a:lnTo>
                      <a:pt x="8104" y="66303"/>
                    </a:lnTo>
                    <a:lnTo>
                      <a:pt x="8104" y="32086"/>
                    </a:lnTo>
                    <a:cubicBezTo>
                      <a:pt x="8104" y="23794"/>
                      <a:pt x="14828" y="17070"/>
                      <a:pt x="23120" y="17070"/>
                    </a:cubicBezTo>
                    <a:lnTo>
                      <a:pt x="23120" y="17070"/>
                    </a:lnTo>
                    <a:cubicBezTo>
                      <a:pt x="31411" y="17070"/>
                      <a:pt x="38136" y="23794"/>
                      <a:pt x="38136" y="32086"/>
                    </a:cubicBezTo>
                    <a:lnTo>
                      <a:pt x="38136" y="32086"/>
                    </a:lnTo>
                    <a:lnTo>
                      <a:pt x="38136" y="66303"/>
                    </a:lnTo>
                    <a:lnTo>
                      <a:pt x="53434" y="66303"/>
                    </a:lnTo>
                    <a:lnTo>
                      <a:pt x="53434" y="32086"/>
                    </a:lnTo>
                    <a:cubicBezTo>
                      <a:pt x="53434" y="23794"/>
                      <a:pt x="60158" y="17070"/>
                      <a:pt x="68450" y="17070"/>
                    </a:cubicBezTo>
                    <a:lnTo>
                      <a:pt x="68450" y="17070"/>
                    </a:lnTo>
                    <a:cubicBezTo>
                      <a:pt x="76741" y="17070"/>
                      <a:pt x="83466" y="23794"/>
                      <a:pt x="83466" y="32086"/>
                    </a:cubicBezTo>
                    <a:lnTo>
                      <a:pt x="83466" y="32086"/>
                    </a:lnTo>
                    <a:lnTo>
                      <a:pt x="83466" y="66303"/>
                    </a:lnTo>
                    <a:lnTo>
                      <a:pt x="98764" y="66303"/>
                    </a:lnTo>
                    <a:lnTo>
                      <a:pt x="98764" y="32086"/>
                    </a:lnTo>
                    <a:cubicBezTo>
                      <a:pt x="98764" y="23794"/>
                      <a:pt x="105488" y="17070"/>
                      <a:pt x="113780" y="17070"/>
                    </a:cubicBezTo>
                    <a:lnTo>
                      <a:pt x="113780" y="17070"/>
                    </a:lnTo>
                    <a:cubicBezTo>
                      <a:pt x="122072" y="17070"/>
                      <a:pt x="128796" y="23794"/>
                      <a:pt x="128796" y="32086"/>
                    </a:cubicBezTo>
                    <a:lnTo>
                      <a:pt x="128796" y="32086"/>
                    </a:lnTo>
                    <a:lnTo>
                      <a:pt x="128796" y="66303"/>
                    </a:lnTo>
                    <a:lnTo>
                      <a:pt x="144094" y="66303"/>
                    </a:lnTo>
                    <a:lnTo>
                      <a:pt x="144094" y="32086"/>
                    </a:lnTo>
                    <a:cubicBezTo>
                      <a:pt x="144094" y="23794"/>
                      <a:pt x="150818" y="17070"/>
                      <a:pt x="159110" y="17070"/>
                    </a:cubicBezTo>
                    <a:lnTo>
                      <a:pt x="159110" y="17070"/>
                    </a:lnTo>
                    <a:cubicBezTo>
                      <a:pt x="167402" y="17070"/>
                      <a:pt x="174126" y="23794"/>
                      <a:pt x="174126" y="32086"/>
                    </a:cubicBezTo>
                    <a:lnTo>
                      <a:pt x="174126" y="32086"/>
                    </a:lnTo>
                    <a:lnTo>
                      <a:pt x="174126" y="66303"/>
                    </a:lnTo>
                    <a:lnTo>
                      <a:pt x="189424" y="66303"/>
                    </a:lnTo>
                    <a:lnTo>
                      <a:pt x="189424" y="32086"/>
                    </a:lnTo>
                    <a:cubicBezTo>
                      <a:pt x="189424" y="23794"/>
                      <a:pt x="196148" y="17070"/>
                      <a:pt x="204440" y="17070"/>
                    </a:cubicBezTo>
                    <a:lnTo>
                      <a:pt x="204440" y="17070"/>
                    </a:lnTo>
                    <a:cubicBezTo>
                      <a:pt x="205976" y="17070"/>
                      <a:pt x="207591" y="17305"/>
                      <a:pt x="208986" y="17728"/>
                    </a:cubicBezTo>
                    <a:lnTo>
                      <a:pt x="208986" y="17728"/>
                    </a:lnTo>
                    <a:lnTo>
                      <a:pt x="208986" y="5439"/>
                    </a:lnTo>
                    <a:lnTo>
                      <a:pt x="205083" y="5439"/>
                    </a:lnTo>
                    <a:lnTo>
                      <a:pt x="205083" y="1207"/>
                    </a:lnTo>
                    <a:lnTo>
                      <a:pt x="208986" y="1207"/>
                    </a:lnTo>
                    <a:lnTo>
                      <a:pt x="208986" y="0"/>
                    </a:lnTo>
                    <a:close/>
                    <a:moveTo>
                      <a:pt x="189832" y="1207"/>
                    </a:moveTo>
                    <a:lnTo>
                      <a:pt x="203766" y="1207"/>
                    </a:lnTo>
                    <a:lnTo>
                      <a:pt x="203766" y="5439"/>
                    </a:lnTo>
                    <a:lnTo>
                      <a:pt x="189832" y="5439"/>
                    </a:lnTo>
                    <a:close/>
                    <a:moveTo>
                      <a:pt x="174581" y="1207"/>
                    </a:moveTo>
                    <a:lnTo>
                      <a:pt x="188515" y="1207"/>
                    </a:lnTo>
                    <a:lnTo>
                      <a:pt x="188515" y="5439"/>
                    </a:lnTo>
                    <a:lnTo>
                      <a:pt x="174581" y="5439"/>
                    </a:lnTo>
                    <a:close/>
                    <a:moveTo>
                      <a:pt x="159314" y="1207"/>
                    </a:moveTo>
                    <a:lnTo>
                      <a:pt x="173264" y="1207"/>
                    </a:lnTo>
                    <a:lnTo>
                      <a:pt x="173264" y="5439"/>
                    </a:lnTo>
                    <a:lnTo>
                      <a:pt x="159314" y="5439"/>
                    </a:lnTo>
                    <a:close/>
                    <a:moveTo>
                      <a:pt x="144063" y="1207"/>
                    </a:moveTo>
                    <a:lnTo>
                      <a:pt x="158013" y="1207"/>
                    </a:lnTo>
                    <a:lnTo>
                      <a:pt x="158013" y="5439"/>
                    </a:lnTo>
                    <a:lnTo>
                      <a:pt x="144063" y="5439"/>
                    </a:lnTo>
                    <a:close/>
                    <a:moveTo>
                      <a:pt x="128812" y="1207"/>
                    </a:moveTo>
                    <a:lnTo>
                      <a:pt x="142762" y="1207"/>
                    </a:lnTo>
                    <a:lnTo>
                      <a:pt x="142762" y="5439"/>
                    </a:lnTo>
                    <a:lnTo>
                      <a:pt x="128812" y="5439"/>
                    </a:lnTo>
                    <a:close/>
                    <a:moveTo>
                      <a:pt x="113560" y="1207"/>
                    </a:moveTo>
                    <a:lnTo>
                      <a:pt x="127511" y="1207"/>
                    </a:lnTo>
                    <a:lnTo>
                      <a:pt x="127511" y="5439"/>
                    </a:lnTo>
                    <a:lnTo>
                      <a:pt x="113560" y="5439"/>
                    </a:lnTo>
                    <a:close/>
                    <a:moveTo>
                      <a:pt x="98309" y="1207"/>
                    </a:moveTo>
                    <a:lnTo>
                      <a:pt x="112259" y="1207"/>
                    </a:lnTo>
                    <a:lnTo>
                      <a:pt x="112259" y="5439"/>
                    </a:lnTo>
                    <a:lnTo>
                      <a:pt x="98309" y="5439"/>
                    </a:lnTo>
                    <a:close/>
                    <a:moveTo>
                      <a:pt x="83058" y="1207"/>
                    </a:moveTo>
                    <a:lnTo>
                      <a:pt x="97008" y="1207"/>
                    </a:lnTo>
                    <a:lnTo>
                      <a:pt x="97008" y="5439"/>
                    </a:lnTo>
                    <a:lnTo>
                      <a:pt x="83058" y="5439"/>
                    </a:lnTo>
                    <a:close/>
                    <a:moveTo>
                      <a:pt x="67807" y="1207"/>
                    </a:moveTo>
                    <a:lnTo>
                      <a:pt x="81757" y="1207"/>
                    </a:lnTo>
                    <a:lnTo>
                      <a:pt x="81757" y="5439"/>
                    </a:lnTo>
                    <a:lnTo>
                      <a:pt x="67807" y="5439"/>
                    </a:lnTo>
                    <a:close/>
                    <a:moveTo>
                      <a:pt x="52556" y="1207"/>
                    </a:moveTo>
                    <a:lnTo>
                      <a:pt x="66490" y="1207"/>
                    </a:lnTo>
                    <a:lnTo>
                      <a:pt x="66490" y="5439"/>
                    </a:lnTo>
                    <a:lnTo>
                      <a:pt x="52556" y="5439"/>
                    </a:lnTo>
                    <a:close/>
                    <a:moveTo>
                      <a:pt x="37305" y="1207"/>
                    </a:moveTo>
                    <a:lnTo>
                      <a:pt x="51239" y="1207"/>
                    </a:lnTo>
                    <a:lnTo>
                      <a:pt x="51239" y="5439"/>
                    </a:lnTo>
                    <a:lnTo>
                      <a:pt x="37305" y="5439"/>
                    </a:lnTo>
                    <a:close/>
                    <a:moveTo>
                      <a:pt x="22038" y="1207"/>
                    </a:moveTo>
                    <a:lnTo>
                      <a:pt x="35988" y="1207"/>
                    </a:lnTo>
                    <a:lnTo>
                      <a:pt x="35988" y="5439"/>
                    </a:lnTo>
                    <a:lnTo>
                      <a:pt x="22038" y="5439"/>
                    </a:lnTo>
                    <a:close/>
                    <a:moveTo>
                      <a:pt x="6787" y="1207"/>
                    </a:moveTo>
                    <a:lnTo>
                      <a:pt x="20737" y="1207"/>
                    </a:lnTo>
                    <a:lnTo>
                      <a:pt x="20737" y="5439"/>
                    </a:lnTo>
                    <a:lnTo>
                      <a:pt x="6787" y="5439"/>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1188" name="Google Shape;1188;p30"/>
              <p:cNvGrpSpPr/>
              <p:nvPr/>
            </p:nvGrpSpPr>
            <p:grpSpPr>
              <a:xfrm>
                <a:off x="-613275" y="3443675"/>
                <a:ext cx="5224650" cy="1657575"/>
                <a:chOff x="1161525" y="3805200"/>
                <a:chExt cx="5224650" cy="1657575"/>
              </a:xfrm>
              <a:grpFill/>
            </p:grpSpPr>
            <p:sp>
              <p:nvSpPr>
                <p:cNvPr id="1189" name="Google Shape;1189;p30"/>
                <p:cNvSpPr/>
                <p:nvPr/>
              </p:nvSpPr>
              <p:spPr>
                <a:xfrm>
                  <a:off x="5896325" y="4231925"/>
                  <a:ext cx="444400" cy="1230850"/>
                </a:xfrm>
                <a:custGeom>
                  <a:avLst/>
                  <a:gdLst/>
                  <a:ahLst/>
                  <a:cxnLst/>
                  <a:rect l="l" t="t" r="r" b="b"/>
                  <a:pathLst>
                    <a:path w="17776" h="49234" extrusionOk="0">
                      <a:moveTo>
                        <a:pt x="1" y="15017"/>
                      </a:moveTo>
                      <a:lnTo>
                        <a:pt x="1" y="49234"/>
                      </a:lnTo>
                      <a:lnTo>
                        <a:pt x="5487" y="49234"/>
                      </a:lnTo>
                      <a:lnTo>
                        <a:pt x="5487" y="15017"/>
                      </a:lnTo>
                      <a:cubicBezTo>
                        <a:pt x="5487" y="7665"/>
                        <a:pt x="10785" y="1537"/>
                        <a:pt x="17776" y="251"/>
                      </a:cubicBezTo>
                      <a:lnTo>
                        <a:pt x="17776" y="251"/>
                      </a:lnTo>
                      <a:cubicBezTo>
                        <a:pt x="16882" y="79"/>
                        <a:pt x="15957" y="1"/>
                        <a:pt x="15033" y="1"/>
                      </a:cubicBezTo>
                      <a:lnTo>
                        <a:pt x="15033" y="1"/>
                      </a:lnTo>
                      <a:cubicBezTo>
                        <a:pt x="6725" y="1"/>
                        <a:pt x="1" y="6725"/>
                        <a:pt x="1" y="15017"/>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0" name="Google Shape;1190;p30"/>
                <p:cNvSpPr/>
                <p:nvPr/>
              </p:nvSpPr>
              <p:spPr>
                <a:xfrm>
                  <a:off x="4763475" y="4231925"/>
                  <a:ext cx="444000" cy="1230850"/>
                </a:xfrm>
                <a:custGeom>
                  <a:avLst/>
                  <a:gdLst/>
                  <a:ahLst/>
                  <a:cxnLst/>
                  <a:rect l="l" t="t" r="r" b="b"/>
                  <a:pathLst>
                    <a:path w="17760" h="49234" extrusionOk="0">
                      <a:moveTo>
                        <a:pt x="0" y="15017"/>
                      </a:moveTo>
                      <a:lnTo>
                        <a:pt x="0" y="49234"/>
                      </a:lnTo>
                      <a:lnTo>
                        <a:pt x="5486" y="49234"/>
                      </a:lnTo>
                      <a:lnTo>
                        <a:pt x="5486" y="15017"/>
                      </a:lnTo>
                      <a:cubicBezTo>
                        <a:pt x="5486" y="7665"/>
                        <a:pt x="10769" y="1537"/>
                        <a:pt x="17759" y="251"/>
                      </a:cubicBezTo>
                      <a:lnTo>
                        <a:pt x="17759" y="251"/>
                      </a:lnTo>
                      <a:cubicBezTo>
                        <a:pt x="16866" y="79"/>
                        <a:pt x="15957" y="1"/>
                        <a:pt x="15016" y="1"/>
                      </a:cubicBezTo>
                      <a:lnTo>
                        <a:pt x="15016" y="1"/>
                      </a:lnTo>
                      <a:cubicBezTo>
                        <a:pt x="6725" y="1"/>
                        <a:pt x="0" y="6725"/>
                        <a:pt x="0" y="15017"/>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1" name="Google Shape;1191;p30"/>
                <p:cNvSpPr/>
                <p:nvPr/>
              </p:nvSpPr>
              <p:spPr>
                <a:xfrm>
                  <a:off x="3630225" y="4231925"/>
                  <a:ext cx="444000" cy="1230850"/>
                </a:xfrm>
                <a:custGeom>
                  <a:avLst/>
                  <a:gdLst/>
                  <a:ahLst/>
                  <a:cxnLst/>
                  <a:rect l="l" t="t" r="r" b="b"/>
                  <a:pathLst>
                    <a:path w="17760" h="49234" extrusionOk="0">
                      <a:moveTo>
                        <a:pt x="0" y="15017"/>
                      </a:moveTo>
                      <a:lnTo>
                        <a:pt x="0" y="49234"/>
                      </a:lnTo>
                      <a:lnTo>
                        <a:pt x="5486" y="49234"/>
                      </a:lnTo>
                      <a:lnTo>
                        <a:pt x="5486" y="15017"/>
                      </a:lnTo>
                      <a:cubicBezTo>
                        <a:pt x="5486" y="7665"/>
                        <a:pt x="10784" y="1537"/>
                        <a:pt x="17759" y="251"/>
                      </a:cubicBezTo>
                      <a:lnTo>
                        <a:pt x="17759" y="251"/>
                      </a:lnTo>
                      <a:cubicBezTo>
                        <a:pt x="16881" y="79"/>
                        <a:pt x="15957" y="1"/>
                        <a:pt x="15016" y="1"/>
                      </a:cubicBezTo>
                      <a:lnTo>
                        <a:pt x="15016" y="1"/>
                      </a:lnTo>
                      <a:cubicBezTo>
                        <a:pt x="6725" y="1"/>
                        <a:pt x="0" y="6725"/>
                        <a:pt x="0" y="15017"/>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2" name="Google Shape;1192;p30"/>
                <p:cNvSpPr/>
                <p:nvPr/>
              </p:nvSpPr>
              <p:spPr>
                <a:xfrm>
                  <a:off x="2496975" y="4231925"/>
                  <a:ext cx="444375" cy="1230850"/>
                </a:xfrm>
                <a:custGeom>
                  <a:avLst/>
                  <a:gdLst/>
                  <a:ahLst/>
                  <a:cxnLst/>
                  <a:rect l="l" t="t" r="r" b="b"/>
                  <a:pathLst>
                    <a:path w="17775" h="49234" extrusionOk="0">
                      <a:moveTo>
                        <a:pt x="0" y="15017"/>
                      </a:moveTo>
                      <a:lnTo>
                        <a:pt x="0" y="49234"/>
                      </a:lnTo>
                      <a:lnTo>
                        <a:pt x="5486" y="49234"/>
                      </a:lnTo>
                      <a:lnTo>
                        <a:pt x="5486" y="15017"/>
                      </a:lnTo>
                      <a:cubicBezTo>
                        <a:pt x="5486" y="7665"/>
                        <a:pt x="10784" y="1537"/>
                        <a:pt x="17775" y="251"/>
                      </a:cubicBezTo>
                      <a:lnTo>
                        <a:pt x="17775" y="251"/>
                      </a:lnTo>
                      <a:cubicBezTo>
                        <a:pt x="16881" y="79"/>
                        <a:pt x="15957" y="1"/>
                        <a:pt x="15032" y="1"/>
                      </a:cubicBezTo>
                      <a:lnTo>
                        <a:pt x="15032" y="1"/>
                      </a:lnTo>
                      <a:cubicBezTo>
                        <a:pt x="6724" y="1"/>
                        <a:pt x="0" y="6725"/>
                        <a:pt x="0" y="15017"/>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3" name="Google Shape;1193;p30"/>
                <p:cNvSpPr/>
                <p:nvPr/>
              </p:nvSpPr>
              <p:spPr>
                <a:xfrm>
                  <a:off x="1364100" y="4231925"/>
                  <a:ext cx="444000" cy="1230850"/>
                </a:xfrm>
                <a:custGeom>
                  <a:avLst/>
                  <a:gdLst/>
                  <a:ahLst/>
                  <a:cxnLst/>
                  <a:rect l="l" t="t" r="r" b="b"/>
                  <a:pathLst>
                    <a:path w="17760" h="49234" extrusionOk="0">
                      <a:moveTo>
                        <a:pt x="1" y="15017"/>
                      </a:moveTo>
                      <a:lnTo>
                        <a:pt x="1" y="49234"/>
                      </a:lnTo>
                      <a:lnTo>
                        <a:pt x="5487" y="49234"/>
                      </a:lnTo>
                      <a:lnTo>
                        <a:pt x="5487" y="15017"/>
                      </a:lnTo>
                      <a:cubicBezTo>
                        <a:pt x="5487" y="7665"/>
                        <a:pt x="10769" y="1537"/>
                        <a:pt x="17760" y="251"/>
                      </a:cubicBezTo>
                      <a:lnTo>
                        <a:pt x="17760" y="251"/>
                      </a:lnTo>
                      <a:cubicBezTo>
                        <a:pt x="16866" y="79"/>
                        <a:pt x="15957" y="1"/>
                        <a:pt x="15017" y="1"/>
                      </a:cubicBezTo>
                      <a:lnTo>
                        <a:pt x="15017" y="1"/>
                      </a:lnTo>
                      <a:cubicBezTo>
                        <a:pt x="6725" y="1"/>
                        <a:pt x="1" y="6725"/>
                        <a:pt x="1" y="15017"/>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4" name="Google Shape;1194;p30"/>
                <p:cNvSpPr/>
                <p:nvPr/>
              </p:nvSpPr>
              <p:spPr>
                <a:xfrm>
                  <a:off x="1161525" y="3805200"/>
                  <a:ext cx="5224650" cy="1657575"/>
                </a:xfrm>
                <a:custGeom>
                  <a:avLst/>
                  <a:gdLst/>
                  <a:ahLst/>
                  <a:cxnLst/>
                  <a:rect l="l" t="t" r="r" b="b"/>
                  <a:pathLst>
                    <a:path w="208986" h="66303" extrusionOk="0">
                      <a:moveTo>
                        <a:pt x="0" y="0"/>
                      </a:moveTo>
                      <a:lnTo>
                        <a:pt x="0" y="1207"/>
                      </a:lnTo>
                      <a:lnTo>
                        <a:pt x="5486" y="1207"/>
                      </a:lnTo>
                      <a:lnTo>
                        <a:pt x="5486" y="5439"/>
                      </a:lnTo>
                      <a:lnTo>
                        <a:pt x="0" y="5439"/>
                      </a:lnTo>
                      <a:lnTo>
                        <a:pt x="0" y="66303"/>
                      </a:lnTo>
                      <a:lnTo>
                        <a:pt x="8104" y="66303"/>
                      </a:lnTo>
                      <a:lnTo>
                        <a:pt x="8104" y="32086"/>
                      </a:lnTo>
                      <a:cubicBezTo>
                        <a:pt x="8104" y="23794"/>
                        <a:pt x="14828" y="17070"/>
                        <a:pt x="23120" y="17070"/>
                      </a:cubicBezTo>
                      <a:lnTo>
                        <a:pt x="23120" y="17070"/>
                      </a:lnTo>
                      <a:cubicBezTo>
                        <a:pt x="31411" y="17070"/>
                        <a:pt x="38136" y="23794"/>
                        <a:pt x="38136" y="32086"/>
                      </a:cubicBezTo>
                      <a:lnTo>
                        <a:pt x="38136" y="32086"/>
                      </a:lnTo>
                      <a:lnTo>
                        <a:pt x="38136" y="66303"/>
                      </a:lnTo>
                      <a:lnTo>
                        <a:pt x="53434" y="66303"/>
                      </a:lnTo>
                      <a:lnTo>
                        <a:pt x="53434" y="32086"/>
                      </a:lnTo>
                      <a:cubicBezTo>
                        <a:pt x="53434" y="23794"/>
                        <a:pt x="60158" y="17070"/>
                        <a:pt x="68450" y="17070"/>
                      </a:cubicBezTo>
                      <a:lnTo>
                        <a:pt x="68450" y="17070"/>
                      </a:lnTo>
                      <a:cubicBezTo>
                        <a:pt x="76741" y="17070"/>
                        <a:pt x="83466" y="23794"/>
                        <a:pt x="83466" y="32086"/>
                      </a:cubicBezTo>
                      <a:lnTo>
                        <a:pt x="83466" y="32086"/>
                      </a:lnTo>
                      <a:lnTo>
                        <a:pt x="83466" y="66303"/>
                      </a:lnTo>
                      <a:lnTo>
                        <a:pt x="98764" y="66303"/>
                      </a:lnTo>
                      <a:lnTo>
                        <a:pt x="98764" y="32086"/>
                      </a:lnTo>
                      <a:cubicBezTo>
                        <a:pt x="98764" y="23794"/>
                        <a:pt x="105488" y="17070"/>
                        <a:pt x="113780" y="17070"/>
                      </a:cubicBezTo>
                      <a:lnTo>
                        <a:pt x="113780" y="17070"/>
                      </a:lnTo>
                      <a:cubicBezTo>
                        <a:pt x="122072" y="17070"/>
                        <a:pt x="128796" y="23794"/>
                        <a:pt x="128796" y="32086"/>
                      </a:cubicBezTo>
                      <a:lnTo>
                        <a:pt x="128796" y="32086"/>
                      </a:lnTo>
                      <a:lnTo>
                        <a:pt x="128796" y="66303"/>
                      </a:lnTo>
                      <a:lnTo>
                        <a:pt x="144094" y="66303"/>
                      </a:lnTo>
                      <a:lnTo>
                        <a:pt x="144094" y="32086"/>
                      </a:lnTo>
                      <a:cubicBezTo>
                        <a:pt x="144094" y="23794"/>
                        <a:pt x="150818" y="17070"/>
                        <a:pt x="159110" y="17070"/>
                      </a:cubicBezTo>
                      <a:lnTo>
                        <a:pt x="159110" y="17070"/>
                      </a:lnTo>
                      <a:cubicBezTo>
                        <a:pt x="167402" y="17070"/>
                        <a:pt x="174126" y="23794"/>
                        <a:pt x="174126" y="32086"/>
                      </a:cubicBezTo>
                      <a:lnTo>
                        <a:pt x="174126" y="32086"/>
                      </a:lnTo>
                      <a:lnTo>
                        <a:pt x="174126" y="66303"/>
                      </a:lnTo>
                      <a:lnTo>
                        <a:pt x="189424" y="66303"/>
                      </a:lnTo>
                      <a:lnTo>
                        <a:pt x="189424" y="32086"/>
                      </a:lnTo>
                      <a:cubicBezTo>
                        <a:pt x="189424" y="23794"/>
                        <a:pt x="196148" y="17070"/>
                        <a:pt x="204440" y="17070"/>
                      </a:cubicBezTo>
                      <a:lnTo>
                        <a:pt x="204440" y="17070"/>
                      </a:lnTo>
                      <a:cubicBezTo>
                        <a:pt x="205976" y="17070"/>
                        <a:pt x="207591" y="17305"/>
                        <a:pt x="208986" y="17728"/>
                      </a:cubicBezTo>
                      <a:lnTo>
                        <a:pt x="208986" y="17728"/>
                      </a:lnTo>
                      <a:lnTo>
                        <a:pt x="208986" y="5439"/>
                      </a:lnTo>
                      <a:lnTo>
                        <a:pt x="205083" y="5439"/>
                      </a:lnTo>
                      <a:lnTo>
                        <a:pt x="205083" y="1207"/>
                      </a:lnTo>
                      <a:lnTo>
                        <a:pt x="208986" y="1207"/>
                      </a:lnTo>
                      <a:lnTo>
                        <a:pt x="208986" y="0"/>
                      </a:lnTo>
                      <a:close/>
                      <a:moveTo>
                        <a:pt x="189832" y="1207"/>
                      </a:moveTo>
                      <a:lnTo>
                        <a:pt x="203766" y="1207"/>
                      </a:lnTo>
                      <a:lnTo>
                        <a:pt x="203766" y="5439"/>
                      </a:lnTo>
                      <a:lnTo>
                        <a:pt x="189832" y="5439"/>
                      </a:lnTo>
                      <a:close/>
                      <a:moveTo>
                        <a:pt x="174581" y="1207"/>
                      </a:moveTo>
                      <a:lnTo>
                        <a:pt x="188515" y="1207"/>
                      </a:lnTo>
                      <a:lnTo>
                        <a:pt x="188515" y="5439"/>
                      </a:lnTo>
                      <a:lnTo>
                        <a:pt x="174581" y="5439"/>
                      </a:lnTo>
                      <a:close/>
                      <a:moveTo>
                        <a:pt x="159314" y="1207"/>
                      </a:moveTo>
                      <a:lnTo>
                        <a:pt x="173264" y="1207"/>
                      </a:lnTo>
                      <a:lnTo>
                        <a:pt x="173264" y="5439"/>
                      </a:lnTo>
                      <a:lnTo>
                        <a:pt x="159314" y="5439"/>
                      </a:lnTo>
                      <a:close/>
                      <a:moveTo>
                        <a:pt x="144063" y="1207"/>
                      </a:moveTo>
                      <a:lnTo>
                        <a:pt x="158013" y="1207"/>
                      </a:lnTo>
                      <a:lnTo>
                        <a:pt x="158013" y="5439"/>
                      </a:lnTo>
                      <a:lnTo>
                        <a:pt x="144063" y="5439"/>
                      </a:lnTo>
                      <a:close/>
                      <a:moveTo>
                        <a:pt x="128812" y="1207"/>
                      </a:moveTo>
                      <a:lnTo>
                        <a:pt x="142762" y="1207"/>
                      </a:lnTo>
                      <a:lnTo>
                        <a:pt x="142762" y="5439"/>
                      </a:lnTo>
                      <a:lnTo>
                        <a:pt x="128812" y="5439"/>
                      </a:lnTo>
                      <a:close/>
                      <a:moveTo>
                        <a:pt x="113560" y="1207"/>
                      </a:moveTo>
                      <a:lnTo>
                        <a:pt x="127511" y="1207"/>
                      </a:lnTo>
                      <a:lnTo>
                        <a:pt x="127511" y="5439"/>
                      </a:lnTo>
                      <a:lnTo>
                        <a:pt x="113560" y="5439"/>
                      </a:lnTo>
                      <a:close/>
                      <a:moveTo>
                        <a:pt x="98309" y="1207"/>
                      </a:moveTo>
                      <a:lnTo>
                        <a:pt x="112259" y="1207"/>
                      </a:lnTo>
                      <a:lnTo>
                        <a:pt x="112259" y="5439"/>
                      </a:lnTo>
                      <a:lnTo>
                        <a:pt x="98309" y="5439"/>
                      </a:lnTo>
                      <a:close/>
                      <a:moveTo>
                        <a:pt x="83058" y="1207"/>
                      </a:moveTo>
                      <a:lnTo>
                        <a:pt x="97008" y="1207"/>
                      </a:lnTo>
                      <a:lnTo>
                        <a:pt x="97008" y="5439"/>
                      </a:lnTo>
                      <a:lnTo>
                        <a:pt x="83058" y="5439"/>
                      </a:lnTo>
                      <a:close/>
                      <a:moveTo>
                        <a:pt x="67807" y="1207"/>
                      </a:moveTo>
                      <a:lnTo>
                        <a:pt x="81757" y="1207"/>
                      </a:lnTo>
                      <a:lnTo>
                        <a:pt x="81757" y="5439"/>
                      </a:lnTo>
                      <a:lnTo>
                        <a:pt x="67807" y="5439"/>
                      </a:lnTo>
                      <a:close/>
                      <a:moveTo>
                        <a:pt x="52556" y="1207"/>
                      </a:moveTo>
                      <a:lnTo>
                        <a:pt x="66490" y="1207"/>
                      </a:lnTo>
                      <a:lnTo>
                        <a:pt x="66490" y="5439"/>
                      </a:lnTo>
                      <a:lnTo>
                        <a:pt x="52556" y="5439"/>
                      </a:lnTo>
                      <a:close/>
                      <a:moveTo>
                        <a:pt x="37305" y="1207"/>
                      </a:moveTo>
                      <a:lnTo>
                        <a:pt x="51239" y="1207"/>
                      </a:lnTo>
                      <a:lnTo>
                        <a:pt x="51239" y="5439"/>
                      </a:lnTo>
                      <a:lnTo>
                        <a:pt x="37305" y="5439"/>
                      </a:lnTo>
                      <a:close/>
                      <a:moveTo>
                        <a:pt x="22038" y="1207"/>
                      </a:moveTo>
                      <a:lnTo>
                        <a:pt x="35988" y="1207"/>
                      </a:lnTo>
                      <a:lnTo>
                        <a:pt x="35988" y="5439"/>
                      </a:lnTo>
                      <a:lnTo>
                        <a:pt x="22038" y="5439"/>
                      </a:lnTo>
                      <a:close/>
                      <a:moveTo>
                        <a:pt x="6787" y="1207"/>
                      </a:moveTo>
                      <a:lnTo>
                        <a:pt x="20737" y="1207"/>
                      </a:lnTo>
                      <a:lnTo>
                        <a:pt x="20737" y="5439"/>
                      </a:lnTo>
                      <a:lnTo>
                        <a:pt x="6787" y="5439"/>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
        <p:nvSpPr>
          <p:cNvPr id="8" name="Google Shape;294;p36">
            <a:extLst>
              <a:ext uri="{FF2B5EF4-FFF2-40B4-BE49-F238E27FC236}">
                <a16:creationId xmlns:a16="http://schemas.microsoft.com/office/drawing/2014/main" id="{4B860DC5-80A4-D299-EF06-54A4743D74B3}"/>
              </a:ext>
            </a:extLst>
          </p:cNvPr>
          <p:cNvSpPr txBox="1">
            <a:spLocks/>
          </p:cNvSpPr>
          <p:nvPr/>
        </p:nvSpPr>
        <p:spPr>
          <a:xfrm>
            <a:off x="949487" y="153993"/>
            <a:ext cx="77040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eaLnBrk="1" hangingPunct="1">
              <a:lnSpc>
                <a:spcPct val="80000"/>
              </a:lnSpc>
              <a:spcBef>
                <a:spcPts val="0"/>
              </a:spcBef>
              <a:spcAft>
                <a:spcPts val="0"/>
              </a:spcAft>
              <a:buClr>
                <a:schemeClr val="dk1"/>
              </a:buClr>
              <a:buSzPts val="5200"/>
              <a:buFont typeface="Bakbak One"/>
              <a:buNone/>
              <a:defRPr sz="7000" b="0" i="0" u="none" strike="noStrike" cap="none">
                <a:solidFill>
                  <a:schemeClr val="dk1"/>
                </a:solidFill>
                <a:latin typeface="Bakbak One"/>
                <a:ea typeface="Bakbak One"/>
                <a:cs typeface="Bakbak One"/>
                <a:sym typeface="Bakbak One"/>
              </a:defRPr>
            </a:lvl1pPr>
            <a:lvl2pPr marR="0" lvl="1" algn="ctr" rtl="0" eaLnBrk="1" hangingPunct="1">
              <a:lnSpc>
                <a:spcPct val="100000"/>
              </a:lnSpc>
              <a:spcBef>
                <a:spcPts val="0"/>
              </a:spcBef>
              <a:spcAft>
                <a:spcPts val="0"/>
              </a:spcAft>
              <a:buClr>
                <a:schemeClr val="dk1"/>
              </a:buClr>
              <a:buSzPts val="5200"/>
              <a:buFont typeface="Bakbak One"/>
              <a:buNone/>
              <a:defRPr sz="5200" b="0" i="0" u="none" strike="noStrike" cap="none">
                <a:solidFill>
                  <a:schemeClr val="dk1"/>
                </a:solidFill>
                <a:latin typeface="Bakbak One"/>
                <a:ea typeface="Bakbak One"/>
                <a:cs typeface="Bakbak One"/>
                <a:sym typeface="Bakbak One"/>
              </a:defRPr>
            </a:lvl2pPr>
            <a:lvl3pPr marR="0" lvl="2" algn="ctr" rtl="0" eaLnBrk="1" hangingPunct="1">
              <a:lnSpc>
                <a:spcPct val="100000"/>
              </a:lnSpc>
              <a:spcBef>
                <a:spcPts val="0"/>
              </a:spcBef>
              <a:spcAft>
                <a:spcPts val="0"/>
              </a:spcAft>
              <a:buClr>
                <a:schemeClr val="dk1"/>
              </a:buClr>
              <a:buSzPts val="5200"/>
              <a:buFont typeface="Bakbak One"/>
              <a:buNone/>
              <a:defRPr sz="5200" b="0" i="0" u="none" strike="noStrike" cap="none">
                <a:solidFill>
                  <a:schemeClr val="dk1"/>
                </a:solidFill>
                <a:latin typeface="Bakbak One"/>
                <a:ea typeface="Bakbak One"/>
                <a:cs typeface="Bakbak One"/>
                <a:sym typeface="Bakbak One"/>
              </a:defRPr>
            </a:lvl3pPr>
            <a:lvl4pPr marR="0" lvl="3" algn="ctr" rtl="0" eaLnBrk="1" hangingPunct="1">
              <a:lnSpc>
                <a:spcPct val="100000"/>
              </a:lnSpc>
              <a:spcBef>
                <a:spcPts val="0"/>
              </a:spcBef>
              <a:spcAft>
                <a:spcPts val="0"/>
              </a:spcAft>
              <a:buClr>
                <a:schemeClr val="dk1"/>
              </a:buClr>
              <a:buSzPts val="5200"/>
              <a:buFont typeface="Bakbak One"/>
              <a:buNone/>
              <a:defRPr sz="5200" b="0" i="0" u="none" strike="noStrike" cap="none">
                <a:solidFill>
                  <a:schemeClr val="dk1"/>
                </a:solidFill>
                <a:latin typeface="Bakbak One"/>
                <a:ea typeface="Bakbak One"/>
                <a:cs typeface="Bakbak One"/>
                <a:sym typeface="Bakbak One"/>
              </a:defRPr>
            </a:lvl4pPr>
            <a:lvl5pPr marR="0" lvl="4" algn="ctr" rtl="0" eaLnBrk="1" hangingPunct="1">
              <a:lnSpc>
                <a:spcPct val="100000"/>
              </a:lnSpc>
              <a:spcBef>
                <a:spcPts val="0"/>
              </a:spcBef>
              <a:spcAft>
                <a:spcPts val="0"/>
              </a:spcAft>
              <a:buClr>
                <a:schemeClr val="dk1"/>
              </a:buClr>
              <a:buSzPts val="5200"/>
              <a:buFont typeface="Bakbak One"/>
              <a:buNone/>
              <a:defRPr sz="5200" b="0" i="0" u="none" strike="noStrike" cap="none">
                <a:solidFill>
                  <a:schemeClr val="dk1"/>
                </a:solidFill>
                <a:latin typeface="Bakbak One"/>
                <a:ea typeface="Bakbak One"/>
                <a:cs typeface="Bakbak One"/>
                <a:sym typeface="Bakbak One"/>
              </a:defRPr>
            </a:lvl5pPr>
            <a:lvl6pPr marR="0" lvl="5" algn="ctr" rtl="0" eaLnBrk="1" hangingPunct="1">
              <a:lnSpc>
                <a:spcPct val="100000"/>
              </a:lnSpc>
              <a:spcBef>
                <a:spcPts val="0"/>
              </a:spcBef>
              <a:spcAft>
                <a:spcPts val="0"/>
              </a:spcAft>
              <a:buClr>
                <a:schemeClr val="dk1"/>
              </a:buClr>
              <a:buSzPts val="5200"/>
              <a:buFont typeface="Bakbak One"/>
              <a:buNone/>
              <a:defRPr sz="5200" b="0" i="0" u="none" strike="noStrike" cap="none">
                <a:solidFill>
                  <a:schemeClr val="dk1"/>
                </a:solidFill>
                <a:latin typeface="Bakbak One"/>
                <a:ea typeface="Bakbak One"/>
                <a:cs typeface="Bakbak One"/>
                <a:sym typeface="Bakbak One"/>
              </a:defRPr>
            </a:lvl6pPr>
            <a:lvl7pPr marR="0" lvl="6" algn="ctr" rtl="0" eaLnBrk="1" hangingPunct="1">
              <a:lnSpc>
                <a:spcPct val="100000"/>
              </a:lnSpc>
              <a:spcBef>
                <a:spcPts val="0"/>
              </a:spcBef>
              <a:spcAft>
                <a:spcPts val="0"/>
              </a:spcAft>
              <a:buClr>
                <a:schemeClr val="dk1"/>
              </a:buClr>
              <a:buSzPts val="5200"/>
              <a:buFont typeface="Bakbak One"/>
              <a:buNone/>
              <a:defRPr sz="5200" b="0" i="0" u="none" strike="noStrike" cap="none">
                <a:solidFill>
                  <a:schemeClr val="dk1"/>
                </a:solidFill>
                <a:latin typeface="Bakbak One"/>
                <a:ea typeface="Bakbak One"/>
                <a:cs typeface="Bakbak One"/>
                <a:sym typeface="Bakbak One"/>
              </a:defRPr>
            </a:lvl7pPr>
            <a:lvl8pPr marR="0" lvl="7" algn="ctr" rtl="0" eaLnBrk="1" hangingPunct="1">
              <a:lnSpc>
                <a:spcPct val="100000"/>
              </a:lnSpc>
              <a:spcBef>
                <a:spcPts val="0"/>
              </a:spcBef>
              <a:spcAft>
                <a:spcPts val="0"/>
              </a:spcAft>
              <a:buClr>
                <a:schemeClr val="dk1"/>
              </a:buClr>
              <a:buSzPts val="5200"/>
              <a:buFont typeface="Bakbak One"/>
              <a:buNone/>
              <a:defRPr sz="5200" b="0" i="0" u="none" strike="noStrike" cap="none">
                <a:solidFill>
                  <a:schemeClr val="dk1"/>
                </a:solidFill>
                <a:latin typeface="Bakbak One"/>
                <a:ea typeface="Bakbak One"/>
                <a:cs typeface="Bakbak One"/>
                <a:sym typeface="Bakbak One"/>
              </a:defRPr>
            </a:lvl8pPr>
            <a:lvl9pPr marR="0" lvl="8" algn="ctr" rtl="0" eaLnBrk="1" hangingPunct="1">
              <a:lnSpc>
                <a:spcPct val="100000"/>
              </a:lnSpc>
              <a:spcBef>
                <a:spcPts val="0"/>
              </a:spcBef>
              <a:spcAft>
                <a:spcPts val="0"/>
              </a:spcAft>
              <a:buClr>
                <a:schemeClr val="dk1"/>
              </a:buClr>
              <a:buSzPts val="5200"/>
              <a:buFont typeface="Bakbak One"/>
              <a:buNone/>
              <a:defRPr sz="5200" b="0" i="0" u="none" strike="noStrike" cap="none">
                <a:solidFill>
                  <a:schemeClr val="dk1"/>
                </a:solidFill>
                <a:latin typeface="Bakbak One"/>
                <a:ea typeface="Bakbak One"/>
                <a:cs typeface="Bakbak One"/>
                <a:sym typeface="Bakbak One"/>
              </a:defRPr>
            </a:lvl9pPr>
          </a:lstStyle>
          <a:p>
            <a:r>
              <a:rPr lang="en-US" sz="3200" dirty="0">
                <a:solidFill>
                  <a:srgbClr val="002060"/>
                </a:solidFill>
                <a:latin typeface="Congenial" panose="02000503040000020004" pitchFamily="2" charset="0"/>
                <a:ea typeface="Crimson Pro Bold" pitchFamily="34" charset="-122"/>
                <a:cs typeface="Crimson Pro Bold" pitchFamily="34" charset="-120"/>
              </a:rPr>
              <a:t>Removing Duplicates</a:t>
            </a:r>
            <a:endParaRPr lang="en-US" sz="3200" dirty="0">
              <a:solidFill>
                <a:srgbClr val="002060"/>
              </a:solidFill>
              <a:latin typeface="Congenial" panose="02000503040000020004" pitchFamily="2" charset="0"/>
            </a:endParaRPr>
          </a:p>
        </p:txBody>
      </p:sp>
      <p:pic>
        <p:nvPicPr>
          <p:cNvPr id="2" name="Picture 1" descr="A screenshot of a computer program&#10;&#10;AI-generated content may be incorrect.">
            <a:extLst>
              <a:ext uri="{FF2B5EF4-FFF2-40B4-BE49-F238E27FC236}">
                <a16:creationId xmlns:a16="http://schemas.microsoft.com/office/drawing/2014/main" id="{44FB4BC7-6541-4726-32B7-2D948D8C6B4B}"/>
              </a:ext>
            </a:extLst>
          </p:cNvPr>
          <p:cNvPicPr>
            <a:picLocks noChangeAspect="1"/>
          </p:cNvPicPr>
          <p:nvPr/>
        </p:nvPicPr>
        <p:blipFill>
          <a:blip r:embed="rId3"/>
          <a:stretch>
            <a:fillRect/>
          </a:stretch>
        </p:blipFill>
        <p:spPr>
          <a:xfrm>
            <a:off x="1327961" y="825872"/>
            <a:ext cx="2673938" cy="3479479"/>
          </a:xfrm>
          <a:prstGeom prst="rect">
            <a:avLst/>
          </a:prstGeom>
        </p:spPr>
      </p:pic>
    </p:spTree>
    <p:extLst>
      <p:ext uri="{BB962C8B-B14F-4D97-AF65-F5344CB8AC3E}">
        <p14:creationId xmlns:p14="http://schemas.microsoft.com/office/powerpoint/2010/main" val="10452623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250" fill="hold"/>
                                        <p:tgtEl>
                                          <p:spTgt spid="7"/>
                                        </p:tgtEl>
                                        <p:attrNameLst>
                                          <p:attrName>ppt_x</p:attrName>
                                        </p:attrNameLst>
                                      </p:cBhvr>
                                      <p:tavLst>
                                        <p:tav tm="0">
                                          <p:val>
                                            <p:strVal val="0-#ppt_w/2"/>
                                          </p:val>
                                        </p:tav>
                                        <p:tav tm="100000">
                                          <p:val>
                                            <p:strVal val="#ppt_x"/>
                                          </p:val>
                                        </p:tav>
                                      </p:tavLst>
                                    </p:anim>
                                    <p:anim calcmode="lin" valueType="num">
                                      <p:cBhvr additive="base">
                                        <p:cTn id="8" dur="250" fill="hold"/>
                                        <p:tgtEl>
                                          <p:spTgt spid="7"/>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250" fill="hold"/>
                                        <p:tgtEl>
                                          <p:spTgt spid="2"/>
                                        </p:tgtEl>
                                        <p:attrNameLst>
                                          <p:attrName>ppt_x</p:attrName>
                                        </p:attrNameLst>
                                      </p:cBhvr>
                                      <p:tavLst>
                                        <p:tav tm="0">
                                          <p:val>
                                            <p:strVal val="0-#ppt_w/2"/>
                                          </p:val>
                                        </p:tav>
                                        <p:tav tm="100000">
                                          <p:val>
                                            <p:strVal val="#ppt_x"/>
                                          </p:val>
                                        </p:tav>
                                      </p:tavLst>
                                    </p:anim>
                                    <p:anim calcmode="lin" valueType="num">
                                      <p:cBhvr additive="base">
                                        <p:cTn id="12" dur="25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94"/>
        <p:cNvGrpSpPr/>
        <p:nvPr/>
      </p:nvGrpSpPr>
      <p:grpSpPr>
        <a:xfrm>
          <a:off x="0" y="0"/>
          <a:ext cx="0" cy="0"/>
          <a:chOff x="0" y="0"/>
          <a:chExt cx="0" cy="0"/>
        </a:xfrm>
      </p:grpSpPr>
      <p:sp>
        <p:nvSpPr>
          <p:cNvPr id="1095" name="Google Shape;1095;p30"/>
          <p:cNvSpPr/>
          <p:nvPr/>
        </p:nvSpPr>
        <p:spPr>
          <a:xfrm>
            <a:off x="340050" y="3140250"/>
            <a:ext cx="8867716" cy="2936625"/>
          </a:xfrm>
          <a:custGeom>
            <a:avLst/>
            <a:gdLst/>
            <a:ahLst/>
            <a:cxnLst/>
            <a:rect l="l" t="t" r="r" b="b"/>
            <a:pathLst>
              <a:path w="208861" h="117465" extrusionOk="0">
                <a:moveTo>
                  <a:pt x="183045" y="1"/>
                </a:moveTo>
                <a:cubicBezTo>
                  <a:pt x="112165" y="1"/>
                  <a:pt x="135646" y="29390"/>
                  <a:pt x="94030" y="29390"/>
                </a:cubicBezTo>
                <a:cubicBezTo>
                  <a:pt x="65942" y="29390"/>
                  <a:pt x="66005" y="6271"/>
                  <a:pt x="37023" y="6271"/>
                </a:cubicBezTo>
                <a:cubicBezTo>
                  <a:pt x="8025" y="6271"/>
                  <a:pt x="0" y="28215"/>
                  <a:pt x="0" y="28215"/>
                </a:cubicBezTo>
                <a:lnTo>
                  <a:pt x="0" y="117464"/>
                </a:lnTo>
                <a:lnTo>
                  <a:pt x="208860" y="117464"/>
                </a:lnTo>
                <a:lnTo>
                  <a:pt x="208860" y="22337"/>
                </a:lnTo>
                <a:cubicBezTo>
                  <a:pt x="208860" y="22337"/>
                  <a:pt x="208860" y="1"/>
                  <a:pt x="183045" y="1"/>
                </a:cubicBezTo>
                <a:close/>
              </a:path>
            </a:pathLst>
          </a:custGeom>
          <a:solidFill>
            <a:srgbClr val="FFFFFF">
              <a:alpha val="410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342;p37">
            <a:extLst>
              <a:ext uri="{FF2B5EF4-FFF2-40B4-BE49-F238E27FC236}">
                <a16:creationId xmlns:a16="http://schemas.microsoft.com/office/drawing/2014/main" id="{531D09E9-FDBE-47E3-4CE5-F17F5F5273AD}"/>
              </a:ext>
            </a:extLst>
          </p:cNvPr>
          <p:cNvSpPr txBox="1">
            <a:spLocks/>
          </p:cNvSpPr>
          <p:nvPr/>
        </p:nvSpPr>
        <p:spPr>
          <a:xfrm>
            <a:off x="2179265" y="708385"/>
            <a:ext cx="4955849" cy="43507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1400"/>
              <a:buFont typeface="Raleway"/>
              <a:buNone/>
              <a:defRPr sz="1200" b="0" i="0" u="none" strike="noStrike" cap="none">
                <a:solidFill>
                  <a:schemeClr val="dk1"/>
                </a:solidFill>
                <a:latin typeface="Raleway"/>
                <a:ea typeface="Raleway"/>
                <a:cs typeface="Raleway"/>
                <a:sym typeface="Raleway"/>
              </a:defRPr>
            </a:lvl1pPr>
            <a:lvl2pPr marL="914400" marR="0" lvl="1" indent="-317500" algn="ctr" rtl="0">
              <a:lnSpc>
                <a:spcPct val="100000"/>
              </a:lnSpc>
              <a:spcBef>
                <a:spcPts val="0"/>
              </a:spcBef>
              <a:spcAft>
                <a:spcPts val="0"/>
              </a:spcAft>
              <a:buClr>
                <a:schemeClr val="dk1"/>
              </a:buClr>
              <a:buSzPts val="1400"/>
              <a:buFont typeface="Raleway"/>
              <a:buNone/>
              <a:defRPr sz="1400" b="0" i="0" u="none" strike="noStrike" cap="none">
                <a:solidFill>
                  <a:schemeClr val="dk1"/>
                </a:solidFill>
                <a:latin typeface="Raleway"/>
                <a:ea typeface="Raleway"/>
                <a:cs typeface="Raleway"/>
                <a:sym typeface="Raleway"/>
              </a:defRPr>
            </a:lvl2pPr>
            <a:lvl3pPr marL="1371600" marR="0" lvl="2" indent="-317500" algn="ctr" rtl="0">
              <a:lnSpc>
                <a:spcPct val="100000"/>
              </a:lnSpc>
              <a:spcBef>
                <a:spcPts val="1600"/>
              </a:spcBef>
              <a:spcAft>
                <a:spcPts val="0"/>
              </a:spcAft>
              <a:buClr>
                <a:schemeClr val="dk1"/>
              </a:buClr>
              <a:buSzPts val="1400"/>
              <a:buFont typeface="Raleway"/>
              <a:buNone/>
              <a:defRPr sz="1400" b="0" i="0" u="none" strike="noStrike" cap="none">
                <a:solidFill>
                  <a:schemeClr val="dk1"/>
                </a:solidFill>
                <a:latin typeface="Raleway"/>
                <a:ea typeface="Raleway"/>
                <a:cs typeface="Raleway"/>
                <a:sym typeface="Raleway"/>
              </a:defRPr>
            </a:lvl3pPr>
            <a:lvl4pPr marL="1828800" marR="0" lvl="3" indent="-317500" algn="ctr" rtl="0">
              <a:lnSpc>
                <a:spcPct val="100000"/>
              </a:lnSpc>
              <a:spcBef>
                <a:spcPts val="1600"/>
              </a:spcBef>
              <a:spcAft>
                <a:spcPts val="0"/>
              </a:spcAft>
              <a:buClr>
                <a:schemeClr val="dk1"/>
              </a:buClr>
              <a:buSzPts val="1400"/>
              <a:buFont typeface="Raleway"/>
              <a:buNone/>
              <a:defRPr sz="1400" b="0" i="0" u="none" strike="noStrike" cap="none">
                <a:solidFill>
                  <a:schemeClr val="dk1"/>
                </a:solidFill>
                <a:latin typeface="Raleway"/>
                <a:ea typeface="Raleway"/>
                <a:cs typeface="Raleway"/>
                <a:sym typeface="Raleway"/>
              </a:defRPr>
            </a:lvl4pPr>
            <a:lvl5pPr marL="2286000" marR="0" lvl="4" indent="-317500" algn="ctr" rtl="0">
              <a:lnSpc>
                <a:spcPct val="100000"/>
              </a:lnSpc>
              <a:spcBef>
                <a:spcPts val="1600"/>
              </a:spcBef>
              <a:spcAft>
                <a:spcPts val="0"/>
              </a:spcAft>
              <a:buClr>
                <a:schemeClr val="dk1"/>
              </a:buClr>
              <a:buSzPts val="1400"/>
              <a:buFont typeface="Raleway"/>
              <a:buNone/>
              <a:defRPr sz="1400" b="0" i="0" u="none" strike="noStrike" cap="none">
                <a:solidFill>
                  <a:schemeClr val="dk1"/>
                </a:solidFill>
                <a:latin typeface="Raleway"/>
                <a:ea typeface="Raleway"/>
                <a:cs typeface="Raleway"/>
                <a:sym typeface="Raleway"/>
              </a:defRPr>
            </a:lvl5pPr>
            <a:lvl6pPr marL="2743200" marR="0" lvl="5" indent="-317500" algn="ctr" rtl="0">
              <a:lnSpc>
                <a:spcPct val="100000"/>
              </a:lnSpc>
              <a:spcBef>
                <a:spcPts val="1600"/>
              </a:spcBef>
              <a:spcAft>
                <a:spcPts val="0"/>
              </a:spcAft>
              <a:buClr>
                <a:schemeClr val="dk1"/>
              </a:buClr>
              <a:buSzPts val="1400"/>
              <a:buFont typeface="Raleway"/>
              <a:buNone/>
              <a:defRPr sz="1400" b="0" i="0" u="none" strike="noStrike" cap="none">
                <a:solidFill>
                  <a:schemeClr val="dk1"/>
                </a:solidFill>
                <a:latin typeface="Raleway"/>
                <a:ea typeface="Raleway"/>
                <a:cs typeface="Raleway"/>
                <a:sym typeface="Raleway"/>
              </a:defRPr>
            </a:lvl6pPr>
            <a:lvl7pPr marL="3200400" marR="0" lvl="6" indent="-317500" algn="ctr" rtl="0">
              <a:lnSpc>
                <a:spcPct val="100000"/>
              </a:lnSpc>
              <a:spcBef>
                <a:spcPts val="1600"/>
              </a:spcBef>
              <a:spcAft>
                <a:spcPts val="0"/>
              </a:spcAft>
              <a:buClr>
                <a:schemeClr val="dk1"/>
              </a:buClr>
              <a:buSzPts val="1400"/>
              <a:buFont typeface="Raleway"/>
              <a:buNone/>
              <a:defRPr sz="1400" b="0" i="0" u="none" strike="noStrike" cap="none">
                <a:solidFill>
                  <a:schemeClr val="dk1"/>
                </a:solidFill>
                <a:latin typeface="Raleway"/>
                <a:ea typeface="Raleway"/>
                <a:cs typeface="Raleway"/>
                <a:sym typeface="Raleway"/>
              </a:defRPr>
            </a:lvl7pPr>
            <a:lvl8pPr marL="3657600" marR="0" lvl="7" indent="-317500" algn="ctr" rtl="0">
              <a:lnSpc>
                <a:spcPct val="100000"/>
              </a:lnSpc>
              <a:spcBef>
                <a:spcPts val="1600"/>
              </a:spcBef>
              <a:spcAft>
                <a:spcPts val="0"/>
              </a:spcAft>
              <a:buClr>
                <a:schemeClr val="dk1"/>
              </a:buClr>
              <a:buSzPts val="1400"/>
              <a:buFont typeface="Raleway"/>
              <a:buNone/>
              <a:defRPr sz="1400" b="0" i="0" u="none" strike="noStrike" cap="none">
                <a:solidFill>
                  <a:schemeClr val="dk1"/>
                </a:solidFill>
                <a:latin typeface="Raleway"/>
                <a:ea typeface="Raleway"/>
                <a:cs typeface="Raleway"/>
                <a:sym typeface="Raleway"/>
              </a:defRPr>
            </a:lvl8pPr>
            <a:lvl9pPr marL="4114800" marR="0" lvl="8" indent="-317500" algn="ctr" rtl="0">
              <a:lnSpc>
                <a:spcPct val="100000"/>
              </a:lnSpc>
              <a:spcBef>
                <a:spcPts val="1600"/>
              </a:spcBef>
              <a:spcAft>
                <a:spcPts val="1600"/>
              </a:spcAft>
              <a:buClr>
                <a:schemeClr val="dk1"/>
              </a:buClr>
              <a:buSzPts val="1400"/>
              <a:buFont typeface="Raleway"/>
              <a:buNone/>
              <a:defRPr sz="1400" b="0" i="0" u="none" strike="noStrike" cap="none">
                <a:solidFill>
                  <a:schemeClr val="dk1"/>
                </a:solidFill>
                <a:latin typeface="Raleway"/>
                <a:ea typeface="Raleway"/>
                <a:cs typeface="Raleway"/>
                <a:sym typeface="Raleway"/>
              </a:defRPr>
            </a:lvl9pPr>
          </a:lstStyle>
          <a:p>
            <a:pPr marL="0" indent="0" algn="ctr"/>
            <a:r>
              <a:rPr lang="en-US" sz="1800" dirty="0">
                <a:latin typeface="Abel" panose="02000506030000020004" pitchFamily="2" charset="0"/>
                <a:ea typeface="Crimson Pro Bold"/>
                <a:cs typeface="Arial" panose="020B0604020202020204" pitchFamily="34" charset="0"/>
              </a:rPr>
              <a:t>Converted </a:t>
            </a:r>
            <a:r>
              <a:rPr lang="en-US" sz="1800" b="1" dirty="0">
                <a:latin typeface="Abel" panose="02000506030000020004" pitchFamily="2" charset="0"/>
                <a:ea typeface="Crimson Pro Bold"/>
                <a:cs typeface="Arial" panose="020B0604020202020204" pitchFamily="34" charset="0"/>
              </a:rPr>
              <a:t>dates</a:t>
            </a:r>
            <a:r>
              <a:rPr lang="en-US" sz="1800" dirty="0">
                <a:latin typeface="Abel" panose="02000506030000020004" pitchFamily="2" charset="0"/>
                <a:ea typeface="Crimson Pro Bold"/>
                <a:cs typeface="Arial" panose="020B0604020202020204" pitchFamily="34" charset="0"/>
              </a:rPr>
              <a:t> to </a:t>
            </a:r>
            <a:r>
              <a:rPr lang="en-US" sz="1800" dirty="0">
                <a:solidFill>
                  <a:srgbClr val="002E50"/>
                </a:solidFill>
                <a:latin typeface="Abel" panose="02000506030000020004" pitchFamily="2" charset="0"/>
                <a:ea typeface="Crimson Pro Bold"/>
                <a:cs typeface="Arial" panose="020B0604020202020204" pitchFamily="34" charset="0"/>
              </a:rPr>
              <a:t>YYYY-MM-DD</a:t>
            </a:r>
            <a:r>
              <a:rPr lang="en-US" sz="1800" dirty="0">
                <a:solidFill>
                  <a:srgbClr val="00B050"/>
                </a:solidFill>
                <a:latin typeface="Abel" panose="02000506030000020004" pitchFamily="2" charset="0"/>
                <a:ea typeface="Crimson Pro Bold"/>
                <a:cs typeface="Arial" panose="020B0604020202020204" pitchFamily="34" charset="0"/>
              </a:rPr>
              <a:t> </a:t>
            </a:r>
            <a:r>
              <a:rPr lang="en-US" sz="1800" dirty="0">
                <a:latin typeface="Abel" panose="02000506030000020004" pitchFamily="2" charset="0"/>
                <a:ea typeface="Crimson Pro Bold"/>
                <a:cs typeface="Arial" panose="020B0604020202020204" pitchFamily="34" charset="0"/>
              </a:rPr>
              <a:t>and </a:t>
            </a:r>
            <a:r>
              <a:rPr lang="en-US" sz="1800" b="1" dirty="0">
                <a:latin typeface="Abel" panose="02000506030000020004" pitchFamily="2" charset="0"/>
                <a:ea typeface="Crimson Pro Bold"/>
                <a:cs typeface="Arial" panose="020B0604020202020204" pitchFamily="34" charset="0"/>
              </a:rPr>
              <a:t>times</a:t>
            </a:r>
            <a:r>
              <a:rPr lang="en-US" sz="1800" dirty="0">
                <a:latin typeface="Abel" panose="02000506030000020004" pitchFamily="2" charset="0"/>
                <a:ea typeface="Crimson Pro Bold"/>
                <a:cs typeface="Arial" panose="020B0604020202020204" pitchFamily="34" charset="0"/>
              </a:rPr>
              <a:t> to </a:t>
            </a:r>
            <a:r>
              <a:rPr lang="en-US" sz="1800" dirty="0">
                <a:solidFill>
                  <a:srgbClr val="002E50"/>
                </a:solidFill>
                <a:latin typeface="Abel" panose="02000506030000020004" pitchFamily="2" charset="0"/>
                <a:ea typeface="Crimson Pro Bold"/>
                <a:cs typeface="Arial" panose="020B0604020202020204" pitchFamily="34" charset="0"/>
              </a:rPr>
              <a:t>HH:MM:SS</a:t>
            </a:r>
          </a:p>
          <a:p>
            <a:pPr marL="0" indent="0"/>
            <a:r>
              <a:rPr lang="en-US" sz="2800" dirty="0">
                <a:latin typeface="Crimson Pro Bold"/>
                <a:ea typeface="Crimson Pro Bold"/>
              </a:rPr>
              <a:t> </a:t>
            </a:r>
          </a:p>
        </p:txBody>
      </p:sp>
      <p:sp>
        <p:nvSpPr>
          <p:cNvPr id="1097" name="Google Shape;1097;p30"/>
          <p:cNvSpPr/>
          <p:nvPr/>
        </p:nvSpPr>
        <p:spPr>
          <a:xfrm>
            <a:off x="-8925" y="2012525"/>
            <a:ext cx="1866825" cy="2352350"/>
          </a:xfrm>
          <a:custGeom>
            <a:avLst/>
            <a:gdLst/>
            <a:ahLst/>
            <a:cxnLst/>
            <a:rect l="l" t="t" r="r" b="b"/>
            <a:pathLst>
              <a:path w="74673" h="94094" extrusionOk="0">
                <a:moveTo>
                  <a:pt x="0" y="1"/>
                </a:moveTo>
                <a:cubicBezTo>
                  <a:pt x="0" y="1"/>
                  <a:pt x="784" y="10565"/>
                  <a:pt x="8104" y="15785"/>
                </a:cubicBezTo>
                <a:cubicBezTo>
                  <a:pt x="15408" y="21004"/>
                  <a:pt x="1301" y="24672"/>
                  <a:pt x="8104" y="33027"/>
                </a:cubicBezTo>
                <a:cubicBezTo>
                  <a:pt x="14891" y="41381"/>
                  <a:pt x="32650" y="37494"/>
                  <a:pt x="36317" y="43623"/>
                </a:cubicBezTo>
                <a:cubicBezTo>
                  <a:pt x="39970" y="49751"/>
                  <a:pt x="27132" y="74046"/>
                  <a:pt x="33810" y="83843"/>
                </a:cubicBezTo>
                <a:cubicBezTo>
                  <a:pt x="40487" y="93639"/>
                  <a:pt x="46662" y="94094"/>
                  <a:pt x="46662" y="94094"/>
                </a:cubicBezTo>
                <a:lnTo>
                  <a:pt x="74672" y="59156"/>
                </a:lnTo>
                <a:close/>
              </a:path>
            </a:pathLst>
          </a:custGeom>
          <a:solidFill>
            <a:srgbClr val="FFFFFF">
              <a:alpha val="410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98" name="Google Shape;1098;p30"/>
          <p:cNvGrpSpPr/>
          <p:nvPr/>
        </p:nvGrpSpPr>
        <p:grpSpPr>
          <a:xfrm>
            <a:off x="1941675" y="4364875"/>
            <a:ext cx="853900" cy="770400"/>
            <a:chOff x="4219225" y="4330850"/>
            <a:chExt cx="853900" cy="770400"/>
          </a:xfrm>
          <a:solidFill>
            <a:srgbClr val="38761D"/>
          </a:solidFill>
        </p:grpSpPr>
        <p:grpSp>
          <p:nvGrpSpPr>
            <p:cNvPr id="1099" name="Google Shape;1099;p30"/>
            <p:cNvGrpSpPr/>
            <p:nvPr/>
          </p:nvGrpSpPr>
          <p:grpSpPr>
            <a:xfrm>
              <a:off x="4295625" y="4330850"/>
              <a:ext cx="777500" cy="770400"/>
              <a:chOff x="4295625" y="4330850"/>
              <a:chExt cx="777500" cy="770400"/>
            </a:xfrm>
            <a:grpFill/>
          </p:grpSpPr>
          <p:sp>
            <p:nvSpPr>
              <p:cNvPr id="1100" name="Google Shape;1100;p30"/>
              <p:cNvSpPr/>
              <p:nvPr/>
            </p:nvSpPr>
            <p:spPr>
              <a:xfrm>
                <a:off x="4603250" y="4588300"/>
                <a:ext cx="408325" cy="293525"/>
              </a:xfrm>
              <a:custGeom>
                <a:avLst/>
                <a:gdLst/>
                <a:ahLst/>
                <a:cxnLst/>
                <a:rect l="l" t="t" r="r" b="b"/>
                <a:pathLst>
                  <a:path w="16333" h="11741" extrusionOk="0">
                    <a:moveTo>
                      <a:pt x="8167" y="0"/>
                    </a:moveTo>
                    <a:cubicBezTo>
                      <a:pt x="8167" y="0"/>
                      <a:pt x="5549" y="9185"/>
                      <a:pt x="0" y="9185"/>
                    </a:cubicBezTo>
                    <a:cubicBezTo>
                      <a:pt x="0" y="9185"/>
                      <a:pt x="3260" y="11740"/>
                      <a:pt x="8167" y="11740"/>
                    </a:cubicBezTo>
                    <a:cubicBezTo>
                      <a:pt x="13073" y="11740"/>
                      <a:pt x="16333" y="9185"/>
                      <a:pt x="16333" y="9185"/>
                    </a:cubicBezTo>
                    <a:cubicBezTo>
                      <a:pt x="10784" y="9185"/>
                      <a:pt x="8167" y="0"/>
                      <a:pt x="816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01" name="Google Shape;1101;p30"/>
              <p:cNvGrpSpPr/>
              <p:nvPr/>
            </p:nvGrpSpPr>
            <p:grpSpPr>
              <a:xfrm>
                <a:off x="4295625" y="4330850"/>
                <a:ext cx="777500" cy="770400"/>
                <a:chOff x="4295625" y="4330850"/>
                <a:chExt cx="777500" cy="770400"/>
              </a:xfrm>
              <a:grpFill/>
            </p:grpSpPr>
            <p:sp>
              <p:nvSpPr>
                <p:cNvPr id="1102" name="Google Shape;1102;p30"/>
                <p:cNvSpPr/>
                <p:nvPr/>
              </p:nvSpPr>
              <p:spPr>
                <a:xfrm>
                  <a:off x="4637325" y="4508750"/>
                  <a:ext cx="340550" cy="244925"/>
                </a:xfrm>
                <a:custGeom>
                  <a:avLst/>
                  <a:gdLst/>
                  <a:ahLst/>
                  <a:cxnLst/>
                  <a:rect l="l" t="t" r="r" b="b"/>
                  <a:pathLst>
                    <a:path w="13622" h="9797" extrusionOk="0">
                      <a:moveTo>
                        <a:pt x="6804" y="0"/>
                      </a:moveTo>
                      <a:cubicBezTo>
                        <a:pt x="6804" y="0"/>
                        <a:pt x="4625" y="7665"/>
                        <a:pt x="1" y="7665"/>
                      </a:cubicBezTo>
                      <a:cubicBezTo>
                        <a:pt x="1" y="7665"/>
                        <a:pt x="2713" y="9797"/>
                        <a:pt x="6804" y="9797"/>
                      </a:cubicBezTo>
                      <a:cubicBezTo>
                        <a:pt x="10895" y="9797"/>
                        <a:pt x="13622" y="7665"/>
                        <a:pt x="13622" y="7665"/>
                      </a:cubicBezTo>
                      <a:cubicBezTo>
                        <a:pt x="8998" y="7665"/>
                        <a:pt x="6804" y="0"/>
                        <a:pt x="680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3" name="Google Shape;1103;p30"/>
                <p:cNvSpPr/>
                <p:nvPr/>
              </p:nvSpPr>
              <p:spPr>
                <a:xfrm>
                  <a:off x="4330900" y="4565175"/>
                  <a:ext cx="166175" cy="189675"/>
                </a:xfrm>
                <a:custGeom>
                  <a:avLst/>
                  <a:gdLst/>
                  <a:ahLst/>
                  <a:cxnLst/>
                  <a:rect l="l" t="t" r="r" b="b"/>
                  <a:pathLst>
                    <a:path w="6647" h="7587" extrusionOk="0">
                      <a:moveTo>
                        <a:pt x="3323" y="0"/>
                      </a:moveTo>
                      <a:cubicBezTo>
                        <a:pt x="3323" y="0"/>
                        <a:pt x="2461" y="6850"/>
                        <a:pt x="1" y="6850"/>
                      </a:cubicBezTo>
                      <a:cubicBezTo>
                        <a:pt x="1" y="6850"/>
                        <a:pt x="1286" y="7587"/>
                        <a:pt x="3323" y="7587"/>
                      </a:cubicBezTo>
                      <a:cubicBezTo>
                        <a:pt x="5361" y="7587"/>
                        <a:pt x="6646" y="6850"/>
                        <a:pt x="6646" y="6850"/>
                      </a:cubicBezTo>
                      <a:cubicBezTo>
                        <a:pt x="4186" y="6850"/>
                        <a:pt x="3323" y="0"/>
                        <a:pt x="3323"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04" name="Google Shape;1104;p30"/>
                <p:cNvGrpSpPr/>
                <p:nvPr/>
              </p:nvGrpSpPr>
              <p:grpSpPr>
                <a:xfrm>
                  <a:off x="4295625" y="4330850"/>
                  <a:ext cx="777500" cy="770400"/>
                  <a:chOff x="4295625" y="4330850"/>
                  <a:chExt cx="777500" cy="770400"/>
                </a:xfrm>
                <a:grpFill/>
              </p:grpSpPr>
              <p:sp>
                <p:nvSpPr>
                  <p:cNvPr id="1105" name="Google Shape;1105;p30"/>
                  <p:cNvSpPr/>
                  <p:nvPr/>
                </p:nvSpPr>
                <p:spPr>
                  <a:xfrm>
                    <a:off x="4688275" y="4330850"/>
                    <a:ext cx="238675" cy="272750"/>
                  </a:xfrm>
                  <a:custGeom>
                    <a:avLst/>
                    <a:gdLst/>
                    <a:ahLst/>
                    <a:cxnLst/>
                    <a:rect l="l" t="t" r="r" b="b"/>
                    <a:pathLst>
                      <a:path w="9547" h="10910" extrusionOk="0">
                        <a:moveTo>
                          <a:pt x="4766" y="0"/>
                        </a:moveTo>
                        <a:cubicBezTo>
                          <a:pt x="4766" y="0"/>
                          <a:pt x="3543" y="9843"/>
                          <a:pt x="1" y="9843"/>
                        </a:cubicBezTo>
                        <a:cubicBezTo>
                          <a:pt x="1" y="9843"/>
                          <a:pt x="1850" y="10909"/>
                          <a:pt x="4766" y="10909"/>
                        </a:cubicBezTo>
                        <a:cubicBezTo>
                          <a:pt x="7697" y="10909"/>
                          <a:pt x="9546" y="9843"/>
                          <a:pt x="9546" y="9843"/>
                        </a:cubicBezTo>
                        <a:cubicBezTo>
                          <a:pt x="6004" y="9843"/>
                          <a:pt x="4766" y="0"/>
                          <a:pt x="4766"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6" name="Google Shape;1106;p30"/>
                  <p:cNvSpPr/>
                  <p:nvPr/>
                </p:nvSpPr>
                <p:spPr>
                  <a:xfrm>
                    <a:off x="4513550" y="4699175"/>
                    <a:ext cx="559575" cy="402075"/>
                  </a:xfrm>
                  <a:custGeom>
                    <a:avLst/>
                    <a:gdLst/>
                    <a:ahLst/>
                    <a:cxnLst/>
                    <a:rect l="l" t="t" r="r" b="b"/>
                    <a:pathLst>
                      <a:path w="22383" h="16083" extrusionOk="0">
                        <a:moveTo>
                          <a:pt x="11192" y="1"/>
                        </a:moveTo>
                        <a:cubicBezTo>
                          <a:pt x="11192" y="1"/>
                          <a:pt x="7618" y="12587"/>
                          <a:pt x="0" y="12587"/>
                        </a:cubicBezTo>
                        <a:cubicBezTo>
                          <a:pt x="0" y="12587"/>
                          <a:pt x="4483" y="16083"/>
                          <a:pt x="11192" y="16083"/>
                        </a:cubicBezTo>
                        <a:cubicBezTo>
                          <a:pt x="17916" y="16083"/>
                          <a:pt x="22383" y="12587"/>
                          <a:pt x="22383" y="12587"/>
                        </a:cubicBezTo>
                        <a:cubicBezTo>
                          <a:pt x="14781" y="12587"/>
                          <a:pt x="11192" y="1"/>
                          <a:pt x="1119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7" name="Google Shape;1107;p30"/>
                  <p:cNvSpPr/>
                  <p:nvPr/>
                </p:nvSpPr>
                <p:spPr>
                  <a:xfrm>
                    <a:off x="4295625" y="4689000"/>
                    <a:ext cx="237100" cy="170475"/>
                  </a:xfrm>
                  <a:custGeom>
                    <a:avLst/>
                    <a:gdLst/>
                    <a:ahLst/>
                    <a:cxnLst/>
                    <a:rect l="l" t="t" r="r" b="b"/>
                    <a:pathLst>
                      <a:path w="9484" h="6819" extrusionOk="0">
                        <a:moveTo>
                          <a:pt x="4734" y="0"/>
                        </a:moveTo>
                        <a:cubicBezTo>
                          <a:pt x="4734" y="0"/>
                          <a:pt x="3214" y="5330"/>
                          <a:pt x="1" y="5330"/>
                        </a:cubicBezTo>
                        <a:cubicBezTo>
                          <a:pt x="1" y="5330"/>
                          <a:pt x="1882" y="6819"/>
                          <a:pt x="4734" y="6819"/>
                        </a:cubicBezTo>
                        <a:cubicBezTo>
                          <a:pt x="7587" y="6819"/>
                          <a:pt x="9484" y="5330"/>
                          <a:pt x="9484" y="5330"/>
                        </a:cubicBezTo>
                        <a:cubicBezTo>
                          <a:pt x="6255" y="5330"/>
                          <a:pt x="4734" y="0"/>
                          <a:pt x="473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1108" name="Google Shape;1108;p30"/>
            <p:cNvGrpSpPr/>
            <p:nvPr/>
          </p:nvGrpSpPr>
          <p:grpSpPr>
            <a:xfrm>
              <a:off x="4219225" y="4744250"/>
              <a:ext cx="389525" cy="357000"/>
              <a:chOff x="4219225" y="4744250"/>
              <a:chExt cx="389525" cy="357000"/>
            </a:xfrm>
            <a:grpFill/>
          </p:grpSpPr>
          <p:sp>
            <p:nvSpPr>
              <p:cNvPr id="1109" name="Google Shape;1109;p30"/>
              <p:cNvSpPr/>
              <p:nvPr/>
            </p:nvSpPr>
            <p:spPr>
              <a:xfrm>
                <a:off x="4271725" y="4744250"/>
                <a:ext cx="284525" cy="204175"/>
              </a:xfrm>
              <a:custGeom>
                <a:avLst/>
                <a:gdLst/>
                <a:ahLst/>
                <a:cxnLst/>
                <a:rect l="l" t="t" r="r" b="b"/>
                <a:pathLst>
                  <a:path w="11381" h="8167" extrusionOk="0">
                    <a:moveTo>
                      <a:pt x="5690" y="0"/>
                    </a:moveTo>
                    <a:cubicBezTo>
                      <a:pt x="5690" y="0"/>
                      <a:pt x="3872" y="6396"/>
                      <a:pt x="1" y="6396"/>
                    </a:cubicBezTo>
                    <a:cubicBezTo>
                      <a:pt x="1" y="6396"/>
                      <a:pt x="2273" y="8167"/>
                      <a:pt x="5690" y="8167"/>
                    </a:cubicBezTo>
                    <a:cubicBezTo>
                      <a:pt x="9107" y="8167"/>
                      <a:pt x="11380" y="6396"/>
                      <a:pt x="11380" y="6396"/>
                    </a:cubicBezTo>
                    <a:cubicBezTo>
                      <a:pt x="7509" y="6396"/>
                      <a:pt x="5690" y="0"/>
                      <a:pt x="569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0" name="Google Shape;1110;p30"/>
              <p:cNvSpPr/>
              <p:nvPr/>
            </p:nvSpPr>
            <p:spPr>
              <a:xfrm>
                <a:off x="4219225" y="4821450"/>
                <a:ext cx="389525" cy="279800"/>
              </a:xfrm>
              <a:custGeom>
                <a:avLst/>
                <a:gdLst/>
                <a:ahLst/>
                <a:cxnLst/>
                <a:rect l="l" t="t" r="r" b="b"/>
                <a:pathLst>
                  <a:path w="15581" h="11192" extrusionOk="0">
                    <a:moveTo>
                      <a:pt x="7790" y="0"/>
                    </a:moveTo>
                    <a:cubicBezTo>
                      <a:pt x="7790" y="0"/>
                      <a:pt x="5298" y="8762"/>
                      <a:pt x="0" y="8762"/>
                    </a:cubicBezTo>
                    <a:cubicBezTo>
                      <a:pt x="0" y="8762"/>
                      <a:pt x="3120" y="11192"/>
                      <a:pt x="7790" y="11192"/>
                    </a:cubicBezTo>
                    <a:cubicBezTo>
                      <a:pt x="12461" y="11192"/>
                      <a:pt x="15581" y="8762"/>
                      <a:pt x="15581" y="8762"/>
                    </a:cubicBezTo>
                    <a:cubicBezTo>
                      <a:pt x="10283" y="8762"/>
                      <a:pt x="7790" y="0"/>
                      <a:pt x="779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pic>
        <p:nvPicPr>
          <p:cNvPr id="2" name="Picture 1" descr="A screenshot of a computer program&#10;&#10;AI-generated content may be incorrect.">
            <a:extLst>
              <a:ext uri="{FF2B5EF4-FFF2-40B4-BE49-F238E27FC236}">
                <a16:creationId xmlns:a16="http://schemas.microsoft.com/office/drawing/2014/main" id="{918E73E0-D2D3-D27B-4CA1-05DCF6DD60DE}"/>
              </a:ext>
            </a:extLst>
          </p:cNvPr>
          <p:cNvPicPr>
            <a:picLocks noChangeAspect="1"/>
          </p:cNvPicPr>
          <p:nvPr/>
        </p:nvPicPr>
        <p:blipFill>
          <a:blip r:embed="rId3"/>
          <a:stretch>
            <a:fillRect/>
          </a:stretch>
        </p:blipFill>
        <p:spPr>
          <a:xfrm>
            <a:off x="1161831" y="1419394"/>
            <a:ext cx="7125694" cy="2695951"/>
          </a:xfrm>
          <a:prstGeom prst="rect">
            <a:avLst/>
          </a:prstGeom>
        </p:spPr>
      </p:pic>
      <p:sp>
        <p:nvSpPr>
          <p:cNvPr id="1174" name="Google Shape;1174;p30"/>
          <p:cNvSpPr/>
          <p:nvPr/>
        </p:nvSpPr>
        <p:spPr>
          <a:xfrm>
            <a:off x="-8925" y="695575"/>
            <a:ext cx="3504800" cy="490625"/>
          </a:xfrm>
          <a:custGeom>
            <a:avLst/>
            <a:gdLst/>
            <a:ahLst/>
            <a:cxnLst/>
            <a:rect l="l" t="t" r="r" b="b"/>
            <a:pathLst>
              <a:path w="140192" h="19625" extrusionOk="0">
                <a:moveTo>
                  <a:pt x="45832" y="2399"/>
                </a:moveTo>
                <a:cubicBezTo>
                  <a:pt x="38057" y="7775"/>
                  <a:pt x="0" y="2399"/>
                  <a:pt x="0" y="2399"/>
                </a:cubicBezTo>
                <a:lnTo>
                  <a:pt x="0" y="2399"/>
                </a:lnTo>
                <a:lnTo>
                  <a:pt x="0" y="19625"/>
                </a:lnTo>
                <a:cubicBezTo>
                  <a:pt x="0" y="19625"/>
                  <a:pt x="58293" y="7242"/>
                  <a:pt x="63418" y="4781"/>
                </a:cubicBezTo>
                <a:lnTo>
                  <a:pt x="63418" y="4781"/>
                </a:lnTo>
                <a:cubicBezTo>
                  <a:pt x="68528" y="2336"/>
                  <a:pt x="140191" y="2399"/>
                  <a:pt x="140191" y="2399"/>
                </a:cubicBezTo>
                <a:lnTo>
                  <a:pt x="140191" y="2399"/>
                </a:lnTo>
                <a:cubicBezTo>
                  <a:pt x="140191" y="2399"/>
                  <a:pt x="101711" y="0"/>
                  <a:pt x="73763" y="0"/>
                </a:cubicBezTo>
                <a:lnTo>
                  <a:pt x="73763" y="0"/>
                </a:lnTo>
                <a:cubicBezTo>
                  <a:pt x="59782" y="0"/>
                  <a:pt x="48434" y="596"/>
                  <a:pt x="45832" y="2399"/>
                </a:cubicBezTo>
                <a:close/>
              </a:path>
            </a:pathLst>
          </a:custGeom>
          <a:solidFill>
            <a:srgbClr val="FFFFFF">
              <a:alpha val="410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13" name="Google Shape;1113;p30"/>
          <p:cNvGrpSpPr/>
          <p:nvPr/>
        </p:nvGrpSpPr>
        <p:grpSpPr>
          <a:xfrm flipH="1">
            <a:off x="-3947675" y="-414289"/>
            <a:ext cx="5744325" cy="5451839"/>
            <a:chOff x="4527625" y="682250"/>
            <a:chExt cx="4656075" cy="4419000"/>
          </a:xfrm>
        </p:grpSpPr>
        <p:sp>
          <p:nvSpPr>
            <p:cNvPr id="1114" name="Google Shape;1114;p30"/>
            <p:cNvSpPr/>
            <p:nvPr/>
          </p:nvSpPr>
          <p:spPr>
            <a:xfrm>
              <a:off x="4527625" y="682250"/>
              <a:ext cx="4656075" cy="4419000"/>
            </a:xfrm>
            <a:custGeom>
              <a:avLst/>
              <a:gdLst/>
              <a:ahLst/>
              <a:cxnLst/>
              <a:rect l="l" t="t" r="r" b="b"/>
              <a:pathLst>
                <a:path w="186243" h="176760" extrusionOk="0">
                  <a:moveTo>
                    <a:pt x="135238" y="1442"/>
                  </a:moveTo>
                  <a:lnTo>
                    <a:pt x="0" y="176760"/>
                  </a:lnTo>
                  <a:lnTo>
                    <a:pt x="186242" y="176760"/>
                  </a:lnTo>
                  <a:lnTo>
                    <a:pt x="186242" y="59359"/>
                  </a:lnTo>
                  <a:lnTo>
                    <a:pt x="141100" y="1427"/>
                  </a:lnTo>
                  <a:cubicBezTo>
                    <a:pt x="140348" y="471"/>
                    <a:pt x="139266" y="0"/>
                    <a:pt x="138169" y="0"/>
                  </a:cubicBezTo>
                  <a:lnTo>
                    <a:pt x="138169" y="0"/>
                  </a:lnTo>
                  <a:cubicBezTo>
                    <a:pt x="137072" y="0"/>
                    <a:pt x="135975" y="486"/>
                    <a:pt x="135238" y="1442"/>
                  </a:cubicBezTo>
                </a:path>
              </a:pathLst>
            </a:custGeom>
            <a:solidFill>
              <a:srgbClr val="0070C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15" name="Google Shape;1115;p30"/>
            <p:cNvSpPr/>
            <p:nvPr/>
          </p:nvSpPr>
          <p:spPr>
            <a:xfrm>
              <a:off x="7564125" y="695575"/>
              <a:ext cx="1619575" cy="4405675"/>
            </a:xfrm>
            <a:custGeom>
              <a:avLst/>
              <a:gdLst/>
              <a:ahLst/>
              <a:cxnLst/>
              <a:rect l="l" t="t" r="r" b="b"/>
              <a:pathLst>
                <a:path w="64783" h="176227" extrusionOk="0">
                  <a:moveTo>
                    <a:pt x="21600" y="3417"/>
                  </a:moveTo>
                  <a:cubicBezTo>
                    <a:pt x="18935" y="0"/>
                    <a:pt x="13465" y="3198"/>
                    <a:pt x="15267" y="7148"/>
                  </a:cubicBezTo>
                  <a:cubicBezTo>
                    <a:pt x="15299" y="7226"/>
                    <a:pt x="15346" y="7289"/>
                    <a:pt x="15377" y="7367"/>
                  </a:cubicBezTo>
                  <a:cubicBezTo>
                    <a:pt x="17258" y="10894"/>
                    <a:pt x="21176" y="11286"/>
                    <a:pt x="21176" y="14029"/>
                  </a:cubicBezTo>
                  <a:cubicBezTo>
                    <a:pt x="21176" y="23042"/>
                    <a:pt x="1975" y="29437"/>
                    <a:pt x="1975" y="46678"/>
                  </a:cubicBezTo>
                  <a:cubicBezTo>
                    <a:pt x="1975" y="63920"/>
                    <a:pt x="41553" y="65488"/>
                    <a:pt x="41553" y="83513"/>
                  </a:cubicBezTo>
                  <a:cubicBezTo>
                    <a:pt x="41553" y="101539"/>
                    <a:pt x="0" y="98796"/>
                    <a:pt x="0" y="125442"/>
                  </a:cubicBezTo>
                  <a:cubicBezTo>
                    <a:pt x="0" y="152088"/>
                    <a:pt x="64782" y="176227"/>
                    <a:pt x="64782" y="176227"/>
                  </a:cubicBezTo>
                  <a:lnTo>
                    <a:pt x="64782" y="58826"/>
                  </a:lnTo>
                  <a:close/>
                </a:path>
              </a:pathLst>
            </a:custGeom>
            <a:solidFill>
              <a:srgbClr val="FFFFFF">
                <a:alpha val="410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37" name="Google Shape;1137;p30"/>
          <p:cNvSpPr/>
          <p:nvPr/>
        </p:nvSpPr>
        <p:spPr>
          <a:xfrm>
            <a:off x="4305025" y="3983225"/>
            <a:ext cx="4881800" cy="1188925"/>
          </a:xfrm>
          <a:custGeom>
            <a:avLst/>
            <a:gdLst/>
            <a:ahLst/>
            <a:cxnLst/>
            <a:rect l="l" t="t" r="r" b="b"/>
            <a:pathLst>
              <a:path w="195272" h="47557" extrusionOk="0">
                <a:moveTo>
                  <a:pt x="169456" y="6161"/>
                </a:moveTo>
                <a:cubicBezTo>
                  <a:pt x="153343" y="18559"/>
                  <a:pt x="158233" y="14907"/>
                  <a:pt x="149001" y="12290"/>
                </a:cubicBezTo>
                <a:lnTo>
                  <a:pt x="149001" y="12290"/>
                </a:lnTo>
                <a:cubicBezTo>
                  <a:pt x="139753" y="9688"/>
                  <a:pt x="141070" y="6020"/>
                  <a:pt x="130489" y="13340"/>
                </a:cubicBezTo>
                <a:lnTo>
                  <a:pt x="130489" y="13340"/>
                </a:lnTo>
                <a:cubicBezTo>
                  <a:pt x="125160" y="17023"/>
                  <a:pt x="118279" y="16318"/>
                  <a:pt x="111147" y="15628"/>
                </a:cubicBezTo>
                <a:lnTo>
                  <a:pt x="111147" y="15628"/>
                </a:lnTo>
                <a:cubicBezTo>
                  <a:pt x="104125" y="14938"/>
                  <a:pt x="96868" y="14233"/>
                  <a:pt x="90645" y="17760"/>
                </a:cubicBezTo>
                <a:lnTo>
                  <a:pt x="90645" y="17760"/>
                </a:lnTo>
                <a:cubicBezTo>
                  <a:pt x="78106" y="24829"/>
                  <a:pt x="65990" y="32980"/>
                  <a:pt x="62416" y="32494"/>
                </a:cubicBezTo>
                <a:lnTo>
                  <a:pt x="62416" y="32494"/>
                </a:lnTo>
                <a:cubicBezTo>
                  <a:pt x="29515" y="28058"/>
                  <a:pt x="1" y="47557"/>
                  <a:pt x="1" y="47557"/>
                </a:cubicBezTo>
                <a:lnTo>
                  <a:pt x="1" y="47557"/>
                </a:lnTo>
                <a:lnTo>
                  <a:pt x="195271" y="47557"/>
                </a:lnTo>
                <a:lnTo>
                  <a:pt x="195271" y="3935"/>
                </a:lnTo>
                <a:cubicBezTo>
                  <a:pt x="195271" y="3935"/>
                  <a:pt x="191525" y="1"/>
                  <a:pt x="184817" y="1"/>
                </a:cubicBezTo>
                <a:lnTo>
                  <a:pt x="184817" y="1"/>
                </a:lnTo>
                <a:cubicBezTo>
                  <a:pt x="180726" y="1"/>
                  <a:pt x="175553" y="1459"/>
                  <a:pt x="169456" y="6161"/>
                </a:cubicBezTo>
                <a:close/>
              </a:path>
            </a:pathLst>
          </a:custGeom>
          <a:solidFill>
            <a:srgbClr val="638C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rgbClr val="00B0F0"/>
              </a:solidFill>
            </a:endParaRPr>
          </a:p>
        </p:txBody>
      </p:sp>
      <p:grpSp>
        <p:nvGrpSpPr>
          <p:cNvPr id="1138" name="Google Shape;1138;p30"/>
          <p:cNvGrpSpPr/>
          <p:nvPr/>
        </p:nvGrpSpPr>
        <p:grpSpPr>
          <a:xfrm>
            <a:off x="7524150" y="4407050"/>
            <a:ext cx="559600" cy="770400"/>
            <a:chOff x="7524150" y="4330850"/>
            <a:chExt cx="559600" cy="770400"/>
          </a:xfrm>
          <a:solidFill>
            <a:srgbClr val="38761D"/>
          </a:solidFill>
        </p:grpSpPr>
        <p:sp>
          <p:nvSpPr>
            <p:cNvPr id="1139" name="Google Shape;1139;p30"/>
            <p:cNvSpPr/>
            <p:nvPr/>
          </p:nvSpPr>
          <p:spPr>
            <a:xfrm>
              <a:off x="7684825" y="4330850"/>
              <a:ext cx="238275" cy="272750"/>
            </a:xfrm>
            <a:custGeom>
              <a:avLst/>
              <a:gdLst/>
              <a:ahLst/>
              <a:cxnLst/>
              <a:rect l="l" t="t" r="r" b="b"/>
              <a:pathLst>
                <a:path w="9531" h="10910" extrusionOk="0">
                  <a:moveTo>
                    <a:pt x="4765" y="0"/>
                  </a:moveTo>
                  <a:cubicBezTo>
                    <a:pt x="4765" y="0"/>
                    <a:pt x="3527" y="9843"/>
                    <a:pt x="0" y="9843"/>
                  </a:cubicBezTo>
                  <a:cubicBezTo>
                    <a:pt x="0" y="9843"/>
                    <a:pt x="1850" y="10909"/>
                    <a:pt x="4765" y="10909"/>
                  </a:cubicBezTo>
                  <a:cubicBezTo>
                    <a:pt x="7680" y="10909"/>
                    <a:pt x="9530" y="9843"/>
                    <a:pt x="9530" y="9843"/>
                  </a:cubicBezTo>
                  <a:cubicBezTo>
                    <a:pt x="5988" y="9843"/>
                    <a:pt x="4765" y="0"/>
                    <a:pt x="476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0" name="Google Shape;1140;p30"/>
            <p:cNvSpPr/>
            <p:nvPr/>
          </p:nvSpPr>
          <p:spPr>
            <a:xfrm>
              <a:off x="7633475" y="4508750"/>
              <a:ext cx="340950" cy="244925"/>
            </a:xfrm>
            <a:custGeom>
              <a:avLst/>
              <a:gdLst/>
              <a:ahLst/>
              <a:cxnLst/>
              <a:rect l="l" t="t" r="r" b="b"/>
              <a:pathLst>
                <a:path w="13638" h="9797" extrusionOk="0">
                  <a:moveTo>
                    <a:pt x="6819" y="0"/>
                  </a:moveTo>
                  <a:cubicBezTo>
                    <a:pt x="6819" y="0"/>
                    <a:pt x="4640" y="7665"/>
                    <a:pt x="1" y="7665"/>
                  </a:cubicBezTo>
                  <a:cubicBezTo>
                    <a:pt x="1" y="7665"/>
                    <a:pt x="2728" y="9797"/>
                    <a:pt x="6819" y="9797"/>
                  </a:cubicBezTo>
                  <a:cubicBezTo>
                    <a:pt x="10910" y="9797"/>
                    <a:pt x="13637" y="7665"/>
                    <a:pt x="13637" y="7665"/>
                  </a:cubicBezTo>
                  <a:cubicBezTo>
                    <a:pt x="8998" y="7665"/>
                    <a:pt x="6819" y="0"/>
                    <a:pt x="681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1" name="Google Shape;1141;p30"/>
            <p:cNvSpPr/>
            <p:nvPr/>
          </p:nvSpPr>
          <p:spPr>
            <a:xfrm>
              <a:off x="7599775" y="4588300"/>
              <a:ext cx="408350" cy="293525"/>
            </a:xfrm>
            <a:custGeom>
              <a:avLst/>
              <a:gdLst/>
              <a:ahLst/>
              <a:cxnLst/>
              <a:rect l="l" t="t" r="r" b="b"/>
              <a:pathLst>
                <a:path w="16334" h="11741" extrusionOk="0">
                  <a:moveTo>
                    <a:pt x="8167" y="0"/>
                  </a:moveTo>
                  <a:cubicBezTo>
                    <a:pt x="8167" y="0"/>
                    <a:pt x="5549" y="9185"/>
                    <a:pt x="1" y="9185"/>
                  </a:cubicBezTo>
                  <a:cubicBezTo>
                    <a:pt x="1" y="9185"/>
                    <a:pt x="3261" y="11740"/>
                    <a:pt x="8167" y="11740"/>
                  </a:cubicBezTo>
                  <a:cubicBezTo>
                    <a:pt x="13073" y="11740"/>
                    <a:pt x="16333" y="9185"/>
                    <a:pt x="16333" y="9185"/>
                  </a:cubicBezTo>
                  <a:cubicBezTo>
                    <a:pt x="10785" y="9185"/>
                    <a:pt x="8167" y="0"/>
                    <a:pt x="816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2" name="Google Shape;1142;p30"/>
            <p:cNvSpPr/>
            <p:nvPr/>
          </p:nvSpPr>
          <p:spPr>
            <a:xfrm>
              <a:off x="7524150" y="4699175"/>
              <a:ext cx="559600" cy="402075"/>
            </a:xfrm>
            <a:custGeom>
              <a:avLst/>
              <a:gdLst/>
              <a:ahLst/>
              <a:cxnLst/>
              <a:rect l="l" t="t" r="r" b="b"/>
              <a:pathLst>
                <a:path w="22384" h="16083" extrusionOk="0">
                  <a:moveTo>
                    <a:pt x="11192" y="1"/>
                  </a:moveTo>
                  <a:cubicBezTo>
                    <a:pt x="11192" y="1"/>
                    <a:pt x="7603" y="12587"/>
                    <a:pt x="1" y="12587"/>
                  </a:cubicBezTo>
                  <a:cubicBezTo>
                    <a:pt x="1" y="12587"/>
                    <a:pt x="4468" y="16083"/>
                    <a:pt x="11192" y="16083"/>
                  </a:cubicBezTo>
                  <a:cubicBezTo>
                    <a:pt x="17916" y="16083"/>
                    <a:pt x="22384" y="12587"/>
                    <a:pt x="22384" y="12587"/>
                  </a:cubicBezTo>
                  <a:cubicBezTo>
                    <a:pt x="14781" y="12587"/>
                    <a:pt x="11192" y="1"/>
                    <a:pt x="1119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43" name="Google Shape;1143;p30"/>
          <p:cNvGrpSpPr/>
          <p:nvPr/>
        </p:nvGrpSpPr>
        <p:grpSpPr>
          <a:xfrm>
            <a:off x="5354825" y="4641375"/>
            <a:ext cx="389150" cy="536075"/>
            <a:chOff x="5354825" y="4565175"/>
            <a:chExt cx="389150" cy="536075"/>
          </a:xfrm>
          <a:solidFill>
            <a:srgbClr val="38761D"/>
          </a:solidFill>
        </p:grpSpPr>
        <p:sp>
          <p:nvSpPr>
            <p:cNvPr id="1144" name="Google Shape;1144;p30"/>
            <p:cNvSpPr/>
            <p:nvPr/>
          </p:nvSpPr>
          <p:spPr>
            <a:xfrm>
              <a:off x="5466500" y="4565175"/>
              <a:ext cx="165775" cy="189675"/>
            </a:xfrm>
            <a:custGeom>
              <a:avLst/>
              <a:gdLst/>
              <a:ahLst/>
              <a:cxnLst/>
              <a:rect l="l" t="t" r="r" b="b"/>
              <a:pathLst>
                <a:path w="6631" h="7587" extrusionOk="0">
                  <a:moveTo>
                    <a:pt x="3324" y="0"/>
                  </a:moveTo>
                  <a:cubicBezTo>
                    <a:pt x="3324" y="0"/>
                    <a:pt x="2462" y="6850"/>
                    <a:pt x="1" y="6850"/>
                  </a:cubicBezTo>
                  <a:cubicBezTo>
                    <a:pt x="1" y="6850"/>
                    <a:pt x="1286" y="7587"/>
                    <a:pt x="3324" y="7587"/>
                  </a:cubicBezTo>
                  <a:cubicBezTo>
                    <a:pt x="5346" y="7587"/>
                    <a:pt x="6631" y="6850"/>
                    <a:pt x="6631" y="6850"/>
                  </a:cubicBezTo>
                  <a:cubicBezTo>
                    <a:pt x="4170" y="6850"/>
                    <a:pt x="3324" y="0"/>
                    <a:pt x="332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45" name="Google Shape;1145;p30"/>
            <p:cNvGrpSpPr/>
            <p:nvPr/>
          </p:nvGrpSpPr>
          <p:grpSpPr>
            <a:xfrm>
              <a:off x="5354825" y="4689000"/>
              <a:ext cx="389150" cy="412250"/>
              <a:chOff x="5354825" y="4689000"/>
              <a:chExt cx="389150" cy="412250"/>
            </a:xfrm>
            <a:grpFill/>
          </p:grpSpPr>
          <p:sp>
            <p:nvSpPr>
              <p:cNvPr id="1146" name="Google Shape;1146;p30"/>
              <p:cNvSpPr/>
              <p:nvPr/>
            </p:nvSpPr>
            <p:spPr>
              <a:xfrm>
                <a:off x="5430850" y="4689000"/>
                <a:ext cx="237100" cy="170475"/>
              </a:xfrm>
              <a:custGeom>
                <a:avLst/>
                <a:gdLst/>
                <a:ahLst/>
                <a:cxnLst/>
                <a:rect l="l" t="t" r="r" b="b"/>
                <a:pathLst>
                  <a:path w="9484" h="6819" extrusionOk="0">
                    <a:moveTo>
                      <a:pt x="4750" y="0"/>
                    </a:moveTo>
                    <a:cubicBezTo>
                      <a:pt x="4750" y="0"/>
                      <a:pt x="3229" y="5330"/>
                      <a:pt x="0" y="5330"/>
                    </a:cubicBezTo>
                    <a:cubicBezTo>
                      <a:pt x="0" y="5330"/>
                      <a:pt x="1897" y="6819"/>
                      <a:pt x="4750" y="6819"/>
                    </a:cubicBezTo>
                    <a:cubicBezTo>
                      <a:pt x="7587" y="6819"/>
                      <a:pt x="9483" y="5330"/>
                      <a:pt x="9483" y="5330"/>
                    </a:cubicBezTo>
                    <a:cubicBezTo>
                      <a:pt x="6270" y="5330"/>
                      <a:pt x="4750" y="0"/>
                      <a:pt x="475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7" name="Google Shape;1147;p30"/>
              <p:cNvSpPr/>
              <p:nvPr/>
            </p:nvSpPr>
            <p:spPr>
              <a:xfrm>
                <a:off x="5407325" y="4744250"/>
                <a:ext cx="284125" cy="204175"/>
              </a:xfrm>
              <a:custGeom>
                <a:avLst/>
                <a:gdLst/>
                <a:ahLst/>
                <a:cxnLst/>
                <a:rect l="l" t="t" r="r" b="b"/>
                <a:pathLst>
                  <a:path w="11365" h="8167" extrusionOk="0">
                    <a:moveTo>
                      <a:pt x="5691" y="0"/>
                    </a:moveTo>
                    <a:cubicBezTo>
                      <a:pt x="5691" y="0"/>
                      <a:pt x="3857" y="6396"/>
                      <a:pt x="1" y="6396"/>
                    </a:cubicBezTo>
                    <a:cubicBezTo>
                      <a:pt x="1" y="6396"/>
                      <a:pt x="2274" y="8167"/>
                      <a:pt x="5691" y="8167"/>
                    </a:cubicBezTo>
                    <a:cubicBezTo>
                      <a:pt x="9092" y="8167"/>
                      <a:pt x="11365" y="6396"/>
                      <a:pt x="11365" y="6396"/>
                    </a:cubicBezTo>
                    <a:cubicBezTo>
                      <a:pt x="7509" y="6396"/>
                      <a:pt x="5691" y="0"/>
                      <a:pt x="569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30"/>
              <p:cNvSpPr/>
              <p:nvPr/>
            </p:nvSpPr>
            <p:spPr>
              <a:xfrm>
                <a:off x="5354825" y="4821450"/>
                <a:ext cx="389150" cy="279800"/>
              </a:xfrm>
              <a:custGeom>
                <a:avLst/>
                <a:gdLst/>
                <a:ahLst/>
                <a:cxnLst/>
                <a:rect l="l" t="t" r="r" b="b"/>
                <a:pathLst>
                  <a:path w="15566" h="11192" extrusionOk="0">
                    <a:moveTo>
                      <a:pt x="7791" y="0"/>
                    </a:moveTo>
                    <a:cubicBezTo>
                      <a:pt x="7791" y="0"/>
                      <a:pt x="5283" y="8762"/>
                      <a:pt x="1" y="8762"/>
                    </a:cubicBezTo>
                    <a:cubicBezTo>
                      <a:pt x="1" y="8762"/>
                      <a:pt x="3104" y="11192"/>
                      <a:pt x="7791" y="11192"/>
                    </a:cubicBezTo>
                    <a:cubicBezTo>
                      <a:pt x="12462" y="11192"/>
                      <a:pt x="15565" y="8762"/>
                      <a:pt x="15565" y="8762"/>
                    </a:cubicBezTo>
                    <a:cubicBezTo>
                      <a:pt x="10283" y="8762"/>
                      <a:pt x="7791" y="0"/>
                      <a:pt x="779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149" name="Google Shape;1149;p30"/>
          <p:cNvGrpSpPr/>
          <p:nvPr/>
        </p:nvGrpSpPr>
        <p:grpSpPr>
          <a:xfrm>
            <a:off x="4219225" y="4407050"/>
            <a:ext cx="853900" cy="770400"/>
            <a:chOff x="4219225" y="4330850"/>
            <a:chExt cx="853900" cy="770400"/>
          </a:xfrm>
          <a:solidFill>
            <a:srgbClr val="38761D"/>
          </a:solidFill>
        </p:grpSpPr>
        <p:grpSp>
          <p:nvGrpSpPr>
            <p:cNvPr id="1150" name="Google Shape;1150;p30"/>
            <p:cNvGrpSpPr/>
            <p:nvPr/>
          </p:nvGrpSpPr>
          <p:grpSpPr>
            <a:xfrm>
              <a:off x="4295625" y="4330850"/>
              <a:ext cx="777500" cy="770400"/>
              <a:chOff x="4295625" y="4330850"/>
              <a:chExt cx="777500" cy="770400"/>
            </a:xfrm>
            <a:grpFill/>
          </p:grpSpPr>
          <p:sp>
            <p:nvSpPr>
              <p:cNvPr id="1151" name="Google Shape;1151;p30"/>
              <p:cNvSpPr/>
              <p:nvPr/>
            </p:nvSpPr>
            <p:spPr>
              <a:xfrm>
                <a:off x="4603250" y="4588300"/>
                <a:ext cx="408325" cy="293525"/>
              </a:xfrm>
              <a:custGeom>
                <a:avLst/>
                <a:gdLst/>
                <a:ahLst/>
                <a:cxnLst/>
                <a:rect l="l" t="t" r="r" b="b"/>
                <a:pathLst>
                  <a:path w="16333" h="11741" extrusionOk="0">
                    <a:moveTo>
                      <a:pt x="8167" y="0"/>
                    </a:moveTo>
                    <a:cubicBezTo>
                      <a:pt x="8167" y="0"/>
                      <a:pt x="5549" y="9185"/>
                      <a:pt x="0" y="9185"/>
                    </a:cubicBezTo>
                    <a:cubicBezTo>
                      <a:pt x="0" y="9185"/>
                      <a:pt x="3260" y="11740"/>
                      <a:pt x="8167" y="11740"/>
                    </a:cubicBezTo>
                    <a:cubicBezTo>
                      <a:pt x="13073" y="11740"/>
                      <a:pt x="16333" y="9185"/>
                      <a:pt x="16333" y="9185"/>
                    </a:cubicBezTo>
                    <a:cubicBezTo>
                      <a:pt x="10784" y="9185"/>
                      <a:pt x="8167" y="0"/>
                      <a:pt x="816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52" name="Google Shape;1152;p30"/>
              <p:cNvGrpSpPr/>
              <p:nvPr/>
            </p:nvGrpSpPr>
            <p:grpSpPr>
              <a:xfrm>
                <a:off x="4295625" y="4330850"/>
                <a:ext cx="777500" cy="770400"/>
                <a:chOff x="4295625" y="4330850"/>
                <a:chExt cx="777500" cy="770400"/>
              </a:xfrm>
              <a:grpFill/>
            </p:grpSpPr>
            <p:sp>
              <p:nvSpPr>
                <p:cNvPr id="1153" name="Google Shape;1153;p30"/>
                <p:cNvSpPr/>
                <p:nvPr/>
              </p:nvSpPr>
              <p:spPr>
                <a:xfrm>
                  <a:off x="4637325" y="4508750"/>
                  <a:ext cx="340550" cy="244925"/>
                </a:xfrm>
                <a:custGeom>
                  <a:avLst/>
                  <a:gdLst/>
                  <a:ahLst/>
                  <a:cxnLst/>
                  <a:rect l="l" t="t" r="r" b="b"/>
                  <a:pathLst>
                    <a:path w="13622" h="9797" extrusionOk="0">
                      <a:moveTo>
                        <a:pt x="6804" y="0"/>
                      </a:moveTo>
                      <a:cubicBezTo>
                        <a:pt x="6804" y="0"/>
                        <a:pt x="4625" y="7665"/>
                        <a:pt x="1" y="7665"/>
                      </a:cubicBezTo>
                      <a:cubicBezTo>
                        <a:pt x="1" y="7665"/>
                        <a:pt x="2713" y="9797"/>
                        <a:pt x="6804" y="9797"/>
                      </a:cubicBezTo>
                      <a:cubicBezTo>
                        <a:pt x="10895" y="9797"/>
                        <a:pt x="13622" y="7665"/>
                        <a:pt x="13622" y="7665"/>
                      </a:cubicBezTo>
                      <a:cubicBezTo>
                        <a:pt x="8998" y="7665"/>
                        <a:pt x="6804" y="0"/>
                        <a:pt x="680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4" name="Google Shape;1154;p30"/>
                <p:cNvSpPr/>
                <p:nvPr/>
              </p:nvSpPr>
              <p:spPr>
                <a:xfrm>
                  <a:off x="4330900" y="4565175"/>
                  <a:ext cx="166175" cy="189675"/>
                </a:xfrm>
                <a:custGeom>
                  <a:avLst/>
                  <a:gdLst/>
                  <a:ahLst/>
                  <a:cxnLst/>
                  <a:rect l="l" t="t" r="r" b="b"/>
                  <a:pathLst>
                    <a:path w="6647" h="7587" extrusionOk="0">
                      <a:moveTo>
                        <a:pt x="3323" y="0"/>
                      </a:moveTo>
                      <a:cubicBezTo>
                        <a:pt x="3323" y="0"/>
                        <a:pt x="2461" y="6850"/>
                        <a:pt x="1" y="6850"/>
                      </a:cubicBezTo>
                      <a:cubicBezTo>
                        <a:pt x="1" y="6850"/>
                        <a:pt x="1286" y="7587"/>
                        <a:pt x="3323" y="7587"/>
                      </a:cubicBezTo>
                      <a:cubicBezTo>
                        <a:pt x="5361" y="7587"/>
                        <a:pt x="6646" y="6850"/>
                        <a:pt x="6646" y="6850"/>
                      </a:cubicBezTo>
                      <a:cubicBezTo>
                        <a:pt x="4186" y="6850"/>
                        <a:pt x="3323" y="0"/>
                        <a:pt x="3323"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55" name="Google Shape;1155;p30"/>
                <p:cNvGrpSpPr/>
                <p:nvPr/>
              </p:nvGrpSpPr>
              <p:grpSpPr>
                <a:xfrm>
                  <a:off x="4295625" y="4330850"/>
                  <a:ext cx="777500" cy="770400"/>
                  <a:chOff x="4295625" y="4330850"/>
                  <a:chExt cx="777500" cy="770400"/>
                </a:xfrm>
                <a:grpFill/>
              </p:grpSpPr>
              <p:sp>
                <p:nvSpPr>
                  <p:cNvPr id="1156" name="Google Shape;1156;p30"/>
                  <p:cNvSpPr/>
                  <p:nvPr/>
                </p:nvSpPr>
                <p:spPr>
                  <a:xfrm>
                    <a:off x="4688275" y="4330850"/>
                    <a:ext cx="238675" cy="272750"/>
                  </a:xfrm>
                  <a:custGeom>
                    <a:avLst/>
                    <a:gdLst/>
                    <a:ahLst/>
                    <a:cxnLst/>
                    <a:rect l="l" t="t" r="r" b="b"/>
                    <a:pathLst>
                      <a:path w="9547" h="10910" extrusionOk="0">
                        <a:moveTo>
                          <a:pt x="4766" y="0"/>
                        </a:moveTo>
                        <a:cubicBezTo>
                          <a:pt x="4766" y="0"/>
                          <a:pt x="3543" y="9843"/>
                          <a:pt x="1" y="9843"/>
                        </a:cubicBezTo>
                        <a:cubicBezTo>
                          <a:pt x="1" y="9843"/>
                          <a:pt x="1850" y="10909"/>
                          <a:pt x="4766" y="10909"/>
                        </a:cubicBezTo>
                        <a:cubicBezTo>
                          <a:pt x="7697" y="10909"/>
                          <a:pt x="9546" y="9843"/>
                          <a:pt x="9546" y="9843"/>
                        </a:cubicBezTo>
                        <a:cubicBezTo>
                          <a:pt x="6004" y="9843"/>
                          <a:pt x="4766" y="0"/>
                          <a:pt x="4766"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7" name="Google Shape;1157;p30"/>
                  <p:cNvSpPr/>
                  <p:nvPr/>
                </p:nvSpPr>
                <p:spPr>
                  <a:xfrm>
                    <a:off x="4513550" y="4699175"/>
                    <a:ext cx="559575" cy="402075"/>
                  </a:xfrm>
                  <a:custGeom>
                    <a:avLst/>
                    <a:gdLst/>
                    <a:ahLst/>
                    <a:cxnLst/>
                    <a:rect l="l" t="t" r="r" b="b"/>
                    <a:pathLst>
                      <a:path w="22383" h="16083" extrusionOk="0">
                        <a:moveTo>
                          <a:pt x="11192" y="1"/>
                        </a:moveTo>
                        <a:cubicBezTo>
                          <a:pt x="11192" y="1"/>
                          <a:pt x="7618" y="12587"/>
                          <a:pt x="0" y="12587"/>
                        </a:cubicBezTo>
                        <a:cubicBezTo>
                          <a:pt x="0" y="12587"/>
                          <a:pt x="4483" y="16083"/>
                          <a:pt x="11192" y="16083"/>
                        </a:cubicBezTo>
                        <a:cubicBezTo>
                          <a:pt x="17916" y="16083"/>
                          <a:pt x="22383" y="12587"/>
                          <a:pt x="22383" y="12587"/>
                        </a:cubicBezTo>
                        <a:cubicBezTo>
                          <a:pt x="14781" y="12587"/>
                          <a:pt x="11192" y="1"/>
                          <a:pt x="1119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8" name="Google Shape;1158;p30"/>
                  <p:cNvSpPr/>
                  <p:nvPr/>
                </p:nvSpPr>
                <p:spPr>
                  <a:xfrm>
                    <a:off x="4295625" y="4689000"/>
                    <a:ext cx="237100" cy="170475"/>
                  </a:xfrm>
                  <a:custGeom>
                    <a:avLst/>
                    <a:gdLst/>
                    <a:ahLst/>
                    <a:cxnLst/>
                    <a:rect l="l" t="t" r="r" b="b"/>
                    <a:pathLst>
                      <a:path w="9484" h="6819" extrusionOk="0">
                        <a:moveTo>
                          <a:pt x="4734" y="0"/>
                        </a:moveTo>
                        <a:cubicBezTo>
                          <a:pt x="4734" y="0"/>
                          <a:pt x="3214" y="5330"/>
                          <a:pt x="1" y="5330"/>
                        </a:cubicBezTo>
                        <a:cubicBezTo>
                          <a:pt x="1" y="5330"/>
                          <a:pt x="1882" y="6819"/>
                          <a:pt x="4734" y="6819"/>
                        </a:cubicBezTo>
                        <a:cubicBezTo>
                          <a:pt x="7587" y="6819"/>
                          <a:pt x="9484" y="5330"/>
                          <a:pt x="9484" y="5330"/>
                        </a:cubicBezTo>
                        <a:cubicBezTo>
                          <a:pt x="6255" y="5330"/>
                          <a:pt x="4734" y="0"/>
                          <a:pt x="473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1159" name="Google Shape;1159;p30"/>
            <p:cNvGrpSpPr/>
            <p:nvPr/>
          </p:nvGrpSpPr>
          <p:grpSpPr>
            <a:xfrm>
              <a:off x="4219225" y="4744250"/>
              <a:ext cx="389525" cy="357000"/>
              <a:chOff x="4219225" y="4744250"/>
              <a:chExt cx="389525" cy="357000"/>
            </a:xfrm>
            <a:grpFill/>
          </p:grpSpPr>
          <p:sp>
            <p:nvSpPr>
              <p:cNvPr id="1160" name="Google Shape;1160;p30"/>
              <p:cNvSpPr/>
              <p:nvPr/>
            </p:nvSpPr>
            <p:spPr>
              <a:xfrm>
                <a:off x="4271725" y="4744250"/>
                <a:ext cx="284525" cy="204175"/>
              </a:xfrm>
              <a:custGeom>
                <a:avLst/>
                <a:gdLst/>
                <a:ahLst/>
                <a:cxnLst/>
                <a:rect l="l" t="t" r="r" b="b"/>
                <a:pathLst>
                  <a:path w="11381" h="8167" extrusionOk="0">
                    <a:moveTo>
                      <a:pt x="5690" y="0"/>
                    </a:moveTo>
                    <a:cubicBezTo>
                      <a:pt x="5690" y="0"/>
                      <a:pt x="3872" y="6396"/>
                      <a:pt x="1" y="6396"/>
                    </a:cubicBezTo>
                    <a:cubicBezTo>
                      <a:pt x="1" y="6396"/>
                      <a:pt x="2273" y="8167"/>
                      <a:pt x="5690" y="8167"/>
                    </a:cubicBezTo>
                    <a:cubicBezTo>
                      <a:pt x="9107" y="8167"/>
                      <a:pt x="11380" y="6396"/>
                      <a:pt x="11380" y="6396"/>
                    </a:cubicBezTo>
                    <a:cubicBezTo>
                      <a:pt x="7509" y="6396"/>
                      <a:pt x="5690" y="0"/>
                      <a:pt x="569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1" name="Google Shape;1161;p30"/>
              <p:cNvSpPr/>
              <p:nvPr/>
            </p:nvSpPr>
            <p:spPr>
              <a:xfrm>
                <a:off x="4219225" y="4821450"/>
                <a:ext cx="389525" cy="279800"/>
              </a:xfrm>
              <a:custGeom>
                <a:avLst/>
                <a:gdLst/>
                <a:ahLst/>
                <a:cxnLst/>
                <a:rect l="l" t="t" r="r" b="b"/>
                <a:pathLst>
                  <a:path w="15581" h="11192" extrusionOk="0">
                    <a:moveTo>
                      <a:pt x="7790" y="0"/>
                    </a:moveTo>
                    <a:cubicBezTo>
                      <a:pt x="7790" y="0"/>
                      <a:pt x="5298" y="8762"/>
                      <a:pt x="0" y="8762"/>
                    </a:cubicBezTo>
                    <a:cubicBezTo>
                      <a:pt x="0" y="8762"/>
                      <a:pt x="3120" y="11192"/>
                      <a:pt x="7790" y="11192"/>
                    </a:cubicBezTo>
                    <a:cubicBezTo>
                      <a:pt x="12461" y="11192"/>
                      <a:pt x="15581" y="8762"/>
                      <a:pt x="15581" y="8762"/>
                    </a:cubicBezTo>
                    <a:cubicBezTo>
                      <a:pt x="10283" y="8762"/>
                      <a:pt x="7790" y="0"/>
                      <a:pt x="779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162" name="Google Shape;1162;p30"/>
          <p:cNvGrpSpPr/>
          <p:nvPr/>
        </p:nvGrpSpPr>
        <p:grpSpPr>
          <a:xfrm>
            <a:off x="7974400" y="4641375"/>
            <a:ext cx="389125" cy="536075"/>
            <a:chOff x="7974400" y="4565175"/>
            <a:chExt cx="389125" cy="536075"/>
          </a:xfrm>
          <a:solidFill>
            <a:srgbClr val="38761D"/>
          </a:solidFill>
        </p:grpSpPr>
        <p:sp>
          <p:nvSpPr>
            <p:cNvPr id="1163" name="Google Shape;1163;p30"/>
            <p:cNvSpPr/>
            <p:nvPr/>
          </p:nvSpPr>
          <p:spPr>
            <a:xfrm>
              <a:off x="8086075" y="4565175"/>
              <a:ext cx="165775" cy="189675"/>
            </a:xfrm>
            <a:custGeom>
              <a:avLst/>
              <a:gdLst/>
              <a:ahLst/>
              <a:cxnLst/>
              <a:rect l="l" t="t" r="r" b="b"/>
              <a:pathLst>
                <a:path w="6631" h="7587" extrusionOk="0">
                  <a:moveTo>
                    <a:pt x="3308" y="0"/>
                  </a:moveTo>
                  <a:cubicBezTo>
                    <a:pt x="3308" y="0"/>
                    <a:pt x="2461" y="6850"/>
                    <a:pt x="1" y="6850"/>
                  </a:cubicBezTo>
                  <a:cubicBezTo>
                    <a:pt x="1" y="6850"/>
                    <a:pt x="1286" y="7587"/>
                    <a:pt x="3308" y="7587"/>
                  </a:cubicBezTo>
                  <a:cubicBezTo>
                    <a:pt x="5346" y="7587"/>
                    <a:pt x="6631" y="6850"/>
                    <a:pt x="6631" y="6850"/>
                  </a:cubicBezTo>
                  <a:cubicBezTo>
                    <a:pt x="4170" y="6850"/>
                    <a:pt x="3308" y="0"/>
                    <a:pt x="330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4" name="Google Shape;1164;p30"/>
            <p:cNvSpPr/>
            <p:nvPr/>
          </p:nvSpPr>
          <p:spPr>
            <a:xfrm>
              <a:off x="8050425" y="4689000"/>
              <a:ext cx="237100" cy="170475"/>
            </a:xfrm>
            <a:custGeom>
              <a:avLst/>
              <a:gdLst/>
              <a:ahLst/>
              <a:cxnLst/>
              <a:rect l="l" t="t" r="r" b="b"/>
              <a:pathLst>
                <a:path w="9484" h="6819" extrusionOk="0">
                  <a:moveTo>
                    <a:pt x="4734" y="0"/>
                  </a:moveTo>
                  <a:cubicBezTo>
                    <a:pt x="4734" y="0"/>
                    <a:pt x="3213" y="5330"/>
                    <a:pt x="0" y="5330"/>
                  </a:cubicBezTo>
                  <a:cubicBezTo>
                    <a:pt x="0" y="5330"/>
                    <a:pt x="1897" y="6819"/>
                    <a:pt x="4734" y="6819"/>
                  </a:cubicBezTo>
                  <a:cubicBezTo>
                    <a:pt x="7587" y="6819"/>
                    <a:pt x="9483" y="5330"/>
                    <a:pt x="9483" y="5330"/>
                  </a:cubicBezTo>
                  <a:cubicBezTo>
                    <a:pt x="6254" y="5330"/>
                    <a:pt x="4734" y="0"/>
                    <a:pt x="473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5" name="Google Shape;1165;p30"/>
            <p:cNvSpPr/>
            <p:nvPr/>
          </p:nvSpPr>
          <p:spPr>
            <a:xfrm>
              <a:off x="8026900" y="4744250"/>
              <a:ext cx="284125" cy="204175"/>
            </a:xfrm>
            <a:custGeom>
              <a:avLst/>
              <a:gdLst/>
              <a:ahLst/>
              <a:cxnLst/>
              <a:rect l="l" t="t" r="r" b="b"/>
              <a:pathLst>
                <a:path w="11365" h="8167" extrusionOk="0">
                  <a:moveTo>
                    <a:pt x="5675" y="0"/>
                  </a:moveTo>
                  <a:cubicBezTo>
                    <a:pt x="5675" y="0"/>
                    <a:pt x="3857" y="6396"/>
                    <a:pt x="1" y="6396"/>
                  </a:cubicBezTo>
                  <a:cubicBezTo>
                    <a:pt x="1" y="6396"/>
                    <a:pt x="2274" y="8167"/>
                    <a:pt x="5675" y="8167"/>
                  </a:cubicBezTo>
                  <a:cubicBezTo>
                    <a:pt x="9092" y="8167"/>
                    <a:pt x="11365" y="6396"/>
                    <a:pt x="11365" y="6396"/>
                  </a:cubicBezTo>
                  <a:cubicBezTo>
                    <a:pt x="7509" y="6396"/>
                    <a:pt x="5675" y="0"/>
                    <a:pt x="567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6" name="Google Shape;1166;p30"/>
            <p:cNvSpPr/>
            <p:nvPr/>
          </p:nvSpPr>
          <p:spPr>
            <a:xfrm>
              <a:off x="7974400" y="4821450"/>
              <a:ext cx="389125" cy="279800"/>
            </a:xfrm>
            <a:custGeom>
              <a:avLst/>
              <a:gdLst/>
              <a:ahLst/>
              <a:cxnLst/>
              <a:rect l="l" t="t" r="r" b="b"/>
              <a:pathLst>
                <a:path w="15565" h="11192" extrusionOk="0">
                  <a:moveTo>
                    <a:pt x="7775" y="0"/>
                  </a:moveTo>
                  <a:cubicBezTo>
                    <a:pt x="7775" y="0"/>
                    <a:pt x="5283" y="8762"/>
                    <a:pt x="0" y="8762"/>
                  </a:cubicBezTo>
                  <a:cubicBezTo>
                    <a:pt x="0" y="8762"/>
                    <a:pt x="3104" y="11192"/>
                    <a:pt x="7775" y="11192"/>
                  </a:cubicBezTo>
                  <a:cubicBezTo>
                    <a:pt x="12461" y="11192"/>
                    <a:pt x="15565" y="8762"/>
                    <a:pt x="15565" y="8762"/>
                  </a:cubicBezTo>
                  <a:cubicBezTo>
                    <a:pt x="10283" y="8762"/>
                    <a:pt x="7775" y="0"/>
                    <a:pt x="777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67" name="Google Shape;1167;p30"/>
          <p:cNvGrpSpPr/>
          <p:nvPr/>
        </p:nvGrpSpPr>
        <p:grpSpPr>
          <a:xfrm>
            <a:off x="6522575" y="4158200"/>
            <a:ext cx="724950" cy="1019250"/>
            <a:chOff x="6522575" y="4082000"/>
            <a:chExt cx="724950" cy="1019250"/>
          </a:xfrm>
          <a:solidFill>
            <a:srgbClr val="38761D"/>
          </a:solidFill>
        </p:grpSpPr>
        <p:sp>
          <p:nvSpPr>
            <p:cNvPr id="1168" name="Google Shape;1168;p30"/>
            <p:cNvSpPr/>
            <p:nvPr/>
          </p:nvSpPr>
          <p:spPr>
            <a:xfrm>
              <a:off x="6714575" y="4259900"/>
              <a:ext cx="340550" cy="244950"/>
            </a:xfrm>
            <a:custGeom>
              <a:avLst/>
              <a:gdLst/>
              <a:ahLst/>
              <a:cxnLst/>
              <a:rect l="l" t="t" r="r" b="b"/>
              <a:pathLst>
                <a:path w="13622" h="9798" extrusionOk="0">
                  <a:moveTo>
                    <a:pt x="6819" y="1"/>
                  </a:moveTo>
                  <a:cubicBezTo>
                    <a:pt x="6819" y="1"/>
                    <a:pt x="4624" y="7666"/>
                    <a:pt x="0" y="7666"/>
                  </a:cubicBezTo>
                  <a:cubicBezTo>
                    <a:pt x="0" y="7666"/>
                    <a:pt x="2728" y="9797"/>
                    <a:pt x="6819" y="9797"/>
                  </a:cubicBezTo>
                  <a:cubicBezTo>
                    <a:pt x="10910" y="9797"/>
                    <a:pt x="13621" y="7666"/>
                    <a:pt x="13621" y="7666"/>
                  </a:cubicBezTo>
                  <a:cubicBezTo>
                    <a:pt x="8998" y="7666"/>
                    <a:pt x="6819" y="1"/>
                    <a:pt x="681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69" name="Google Shape;1169;p30"/>
            <p:cNvGrpSpPr/>
            <p:nvPr/>
          </p:nvGrpSpPr>
          <p:grpSpPr>
            <a:xfrm>
              <a:off x="6522575" y="4082000"/>
              <a:ext cx="724950" cy="1019250"/>
              <a:chOff x="6522575" y="4082000"/>
              <a:chExt cx="724950" cy="1019250"/>
            </a:xfrm>
            <a:grpFill/>
          </p:grpSpPr>
          <p:sp>
            <p:nvSpPr>
              <p:cNvPr id="1170" name="Google Shape;1170;p30"/>
              <p:cNvSpPr/>
              <p:nvPr/>
            </p:nvSpPr>
            <p:spPr>
              <a:xfrm>
                <a:off x="6765900" y="4082000"/>
                <a:ext cx="238275" cy="272775"/>
              </a:xfrm>
              <a:custGeom>
                <a:avLst/>
                <a:gdLst/>
                <a:ahLst/>
                <a:cxnLst/>
                <a:rect l="l" t="t" r="r" b="b"/>
                <a:pathLst>
                  <a:path w="9531" h="10911" extrusionOk="0">
                    <a:moveTo>
                      <a:pt x="4766" y="1"/>
                    </a:moveTo>
                    <a:cubicBezTo>
                      <a:pt x="4766" y="1"/>
                      <a:pt x="3527" y="9829"/>
                      <a:pt x="1" y="9829"/>
                    </a:cubicBezTo>
                    <a:cubicBezTo>
                      <a:pt x="1" y="9829"/>
                      <a:pt x="1835" y="10910"/>
                      <a:pt x="4766" y="10910"/>
                    </a:cubicBezTo>
                    <a:cubicBezTo>
                      <a:pt x="7681" y="10910"/>
                      <a:pt x="9531" y="9829"/>
                      <a:pt x="9531" y="9829"/>
                    </a:cubicBezTo>
                    <a:cubicBezTo>
                      <a:pt x="5988" y="9829"/>
                      <a:pt x="4766" y="1"/>
                      <a:pt x="4766"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1" name="Google Shape;1171;p30"/>
              <p:cNvSpPr/>
              <p:nvPr/>
            </p:nvSpPr>
            <p:spPr>
              <a:xfrm>
                <a:off x="6680875" y="4339450"/>
                <a:ext cx="408350" cy="293525"/>
              </a:xfrm>
              <a:custGeom>
                <a:avLst/>
                <a:gdLst/>
                <a:ahLst/>
                <a:cxnLst/>
                <a:rect l="l" t="t" r="r" b="b"/>
                <a:pathLst>
                  <a:path w="16334" h="11741" extrusionOk="0">
                    <a:moveTo>
                      <a:pt x="8167" y="1"/>
                    </a:moveTo>
                    <a:cubicBezTo>
                      <a:pt x="8167" y="1"/>
                      <a:pt x="5549" y="9186"/>
                      <a:pt x="0" y="9186"/>
                    </a:cubicBezTo>
                    <a:cubicBezTo>
                      <a:pt x="0" y="9186"/>
                      <a:pt x="3261" y="11741"/>
                      <a:pt x="8167" y="11741"/>
                    </a:cubicBezTo>
                    <a:cubicBezTo>
                      <a:pt x="13073" y="11741"/>
                      <a:pt x="16333" y="9186"/>
                      <a:pt x="16333" y="9186"/>
                    </a:cubicBezTo>
                    <a:cubicBezTo>
                      <a:pt x="10784" y="9186"/>
                      <a:pt x="8167" y="1"/>
                      <a:pt x="816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2" name="Google Shape;1172;p30"/>
              <p:cNvSpPr/>
              <p:nvPr/>
            </p:nvSpPr>
            <p:spPr>
              <a:xfrm>
                <a:off x="6605250" y="4450350"/>
                <a:ext cx="559600" cy="402075"/>
              </a:xfrm>
              <a:custGeom>
                <a:avLst/>
                <a:gdLst/>
                <a:ahLst/>
                <a:cxnLst/>
                <a:rect l="l" t="t" r="r" b="b"/>
                <a:pathLst>
                  <a:path w="22384" h="16083" extrusionOk="0">
                    <a:moveTo>
                      <a:pt x="11192" y="1"/>
                    </a:moveTo>
                    <a:cubicBezTo>
                      <a:pt x="11192" y="1"/>
                      <a:pt x="7602" y="12587"/>
                      <a:pt x="0" y="12587"/>
                    </a:cubicBezTo>
                    <a:cubicBezTo>
                      <a:pt x="0" y="12587"/>
                      <a:pt x="4467" y="16083"/>
                      <a:pt x="11192" y="16083"/>
                    </a:cubicBezTo>
                    <a:cubicBezTo>
                      <a:pt x="17916" y="16083"/>
                      <a:pt x="22383" y="12587"/>
                      <a:pt x="22383" y="12587"/>
                    </a:cubicBezTo>
                    <a:cubicBezTo>
                      <a:pt x="14781" y="12587"/>
                      <a:pt x="11192" y="1"/>
                      <a:pt x="1119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3" name="Google Shape;1173;p30"/>
              <p:cNvSpPr/>
              <p:nvPr/>
            </p:nvSpPr>
            <p:spPr>
              <a:xfrm>
                <a:off x="6522575" y="4580450"/>
                <a:ext cx="724950" cy="520800"/>
              </a:xfrm>
              <a:custGeom>
                <a:avLst/>
                <a:gdLst/>
                <a:ahLst/>
                <a:cxnLst/>
                <a:rect l="l" t="t" r="r" b="b"/>
                <a:pathLst>
                  <a:path w="28998" h="20832" extrusionOk="0">
                    <a:moveTo>
                      <a:pt x="14499" y="1"/>
                    </a:moveTo>
                    <a:cubicBezTo>
                      <a:pt x="14499" y="1"/>
                      <a:pt x="9843" y="16302"/>
                      <a:pt x="0" y="16302"/>
                    </a:cubicBezTo>
                    <a:cubicBezTo>
                      <a:pt x="0" y="16302"/>
                      <a:pt x="5784" y="20832"/>
                      <a:pt x="14499" y="20832"/>
                    </a:cubicBezTo>
                    <a:cubicBezTo>
                      <a:pt x="23198" y="20832"/>
                      <a:pt x="28998" y="16302"/>
                      <a:pt x="28998" y="16302"/>
                    </a:cubicBezTo>
                    <a:cubicBezTo>
                      <a:pt x="19138" y="16302"/>
                      <a:pt x="14499" y="1"/>
                      <a:pt x="1449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175" name="Google Shape;1175;p30"/>
          <p:cNvSpPr/>
          <p:nvPr/>
        </p:nvSpPr>
        <p:spPr>
          <a:xfrm>
            <a:off x="5614225" y="1592525"/>
            <a:ext cx="3572600" cy="500050"/>
          </a:xfrm>
          <a:custGeom>
            <a:avLst/>
            <a:gdLst/>
            <a:ahLst/>
            <a:cxnLst/>
            <a:rect l="l" t="t" r="r" b="b"/>
            <a:pathLst>
              <a:path w="142904" h="20002" extrusionOk="0">
                <a:moveTo>
                  <a:pt x="1" y="2430"/>
                </a:moveTo>
                <a:cubicBezTo>
                  <a:pt x="1" y="2430"/>
                  <a:pt x="73043" y="2383"/>
                  <a:pt x="78263" y="4876"/>
                </a:cubicBezTo>
                <a:lnTo>
                  <a:pt x="78263" y="4876"/>
                </a:lnTo>
                <a:cubicBezTo>
                  <a:pt x="83482" y="7368"/>
                  <a:pt x="142904" y="20001"/>
                  <a:pt x="142904" y="20001"/>
                </a:cubicBezTo>
                <a:lnTo>
                  <a:pt x="142904" y="20001"/>
                </a:lnTo>
                <a:lnTo>
                  <a:pt x="142904" y="2430"/>
                </a:lnTo>
                <a:cubicBezTo>
                  <a:pt x="142904" y="2430"/>
                  <a:pt x="104125" y="7916"/>
                  <a:pt x="96179" y="2430"/>
                </a:cubicBezTo>
                <a:lnTo>
                  <a:pt x="96179" y="2430"/>
                </a:lnTo>
                <a:cubicBezTo>
                  <a:pt x="93530" y="612"/>
                  <a:pt x="81962" y="1"/>
                  <a:pt x="67714" y="1"/>
                </a:cubicBezTo>
                <a:lnTo>
                  <a:pt x="67714" y="1"/>
                </a:lnTo>
                <a:cubicBezTo>
                  <a:pt x="39218" y="1"/>
                  <a:pt x="1" y="2430"/>
                  <a:pt x="1" y="2430"/>
                </a:cubicBezTo>
              </a:path>
            </a:pathLst>
          </a:custGeom>
          <a:solidFill>
            <a:srgbClr val="FFFFFF">
              <a:alpha val="410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6" name="Google Shape;1176;p30"/>
          <p:cNvSpPr/>
          <p:nvPr/>
        </p:nvSpPr>
        <p:spPr>
          <a:xfrm>
            <a:off x="6525300" y="4845350"/>
            <a:ext cx="25" cy="25"/>
          </a:xfrm>
          <a:custGeom>
            <a:avLst/>
            <a:gdLst/>
            <a:ahLst/>
            <a:cxnLst/>
            <a:rect l="l" t="t" r="r" b="b"/>
            <a:pathLst>
              <a:path w="1" h="1" extrusionOk="0">
                <a:moveTo>
                  <a:pt x="1" y="0"/>
                </a:moveTo>
                <a:cubicBezTo>
                  <a:pt x="1" y="0"/>
                  <a:pt x="1" y="0"/>
                  <a:pt x="1" y="0"/>
                </a:cubicBezTo>
                <a:cubicBezTo>
                  <a:pt x="1" y="0"/>
                  <a:pt x="1" y="0"/>
                  <a:pt x="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7" name="Google Shape;1177;p30"/>
          <p:cNvSpPr/>
          <p:nvPr/>
        </p:nvSpPr>
        <p:spPr>
          <a:xfrm>
            <a:off x="6525300" y="4846125"/>
            <a:ext cx="825" cy="4725"/>
          </a:xfrm>
          <a:custGeom>
            <a:avLst/>
            <a:gdLst/>
            <a:ahLst/>
            <a:cxnLst/>
            <a:rect l="l" t="t" r="r" b="b"/>
            <a:pathLst>
              <a:path w="33" h="189" extrusionOk="0">
                <a:moveTo>
                  <a:pt x="32" y="189"/>
                </a:moveTo>
                <a:lnTo>
                  <a:pt x="32" y="189"/>
                </a:lnTo>
                <a:cubicBezTo>
                  <a:pt x="16" y="126"/>
                  <a:pt x="1" y="63"/>
                  <a:pt x="1" y="1"/>
                </a:cubicBezTo>
                <a:cubicBezTo>
                  <a:pt x="1" y="63"/>
                  <a:pt x="16" y="126"/>
                  <a:pt x="32" y="189"/>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8" name="Google Shape;1178;p30"/>
          <p:cNvSpPr/>
          <p:nvPr/>
        </p:nvSpPr>
        <p:spPr>
          <a:xfrm>
            <a:off x="6531575" y="4866125"/>
            <a:ext cx="25" cy="400"/>
          </a:xfrm>
          <a:custGeom>
            <a:avLst/>
            <a:gdLst/>
            <a:ahLst/>
            <a:cxnLst/>
            <a:rect l="l" t="t" r="r" b="b"/>
            <a:pathLst>
              <a:path w="1" h="16" extrusionOk="0">
                <a:moveTo>
                  <a:pt x="1" y="16"/>
                </a:moveTo>
                <a:cubicBezTo>
                  <a:pt x="1" y="16"/>
                  <a:pt x="1" y="0"/>
                  <a:pt x="1" y="0"/>
                </a:cubicBezTo>
                <a:cubicBezTo>
                  <a:pt x="1" y="0"/>
                  <a:pt x="1" y="16"/>
                  <a:pt x="1" y="16"/>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9" name="Google Shape;1179;p30"/>
          <p:cNvSpPr/>
          <p:nvPr/>
        </p:nvSpPr>
        <p:spPr>
          <a:xfrm>
            <a:off x="6530800" y="4864550"/>
            <a:ext cx="400" cy="800"/>
          </a:xfrm>
          <a:custGeom>
            <a:avLst/>
            <a:gdLst/>
            <a:ahLst/>
            <a:cxnLst/>
            <a:rect l="l" t="t" r="r" b="b"/>
            <a:pathLst>
              <a:path w="16" h="32" extrusionOk="0">
                <a:moveTo>
                  <a:pt x="16" y="32"/>
                </a:moveTo>
                <a:cubicBezTo>
                  <a:pt x="0" y="16"/>
                  <a:pt x="0" y="16"/>
                  <a:pt x="0" y="0"/>
                </a:cubicBezTo>
                <a:cubicBezTo>
                  <a:pt x="0" y="16"/>
                  <a:pt x="0" y="16"/>
                  <a:pt x="16" y="32"/>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0" name="Google Shape;1180;p30"/>
          <p:cNvSpPr/>
          <p:nvPr/>
        </p:nvSpPr>
        <p:spPr>
          <a:xfrm>
            <a:off x="6527650" y="4856700"/>
            <a:ext cx="2775" cy="7475"/>
          </a:xfrm>
          <a:custGeom>
            <a:avLst/>
            <a:gdLst/>
            <a:ahLst/>
            <a:cxnLst/>
            <a:rect l="l" t="t" r="r" b="b"/>
            <a:pathLst>
              <a:path w="111" h="299" extrusionOk="0">
                <a:moveTo>
                  <a:pt x="1" y="1"/>
                </a:moveTo>
                <a:cubicBezTo>
                  <a:pt x="32" y="111"/>
                  <a:pt x="63" y="205"/>
                  <a:pt x="111" y="299"/>
                </a:cubicBezTo>
                <a:cubicBezTo>
                  <a:pt x="63" y="205"/>
                  <a:pt x="32" y="111"/>
                  <a:pt x="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81" name="Google Shape;1181;p30"/>
          <p:cNvGrpSpPr/>
          <p:nvPr/>
        </p:nvGrpSpPr>
        <p:grpSpPr>
          <a:xfrm>
            <a:off x="-613275" y="4343040"/>
            <a:ext cx="9800100" cy="1657575"/>
            <a:chOff x="-613275" y="3559275"/>
            <a:chExt cx="9800100" cy="1657575"/>
          </a:xfrm>
          <a:solidFill>
            <a:srgbClr val="002E50"/>
          </a:solidFill>
        </p:grpSpPr>
        <p:sp>
          <p:nvSpPr>
            <p:cNvPr id="1182" name="Google Shape;1182;p30"/>
            <p:cNvSpPr/>
            <p:nvPr/>
          </p:nvSpPr>
          <p:spPr>
            <a:xfrm>
              <a:off x="8699600" y="3962263"/>
              <a:ext cx="444400" cy="1230850"/>
            </a:xfrm>
            <a:custGeom>
              <a:avLst/>
              <a:gdLst/>
              <a:ahLst/>
              <a:cxnLst/>
              <a:rect l="l" t="t" r="r" b="b"/>
              <a:pathLst>
                <a:path w="17776" h="49234" extrusionOk="0">
                  <a:moveTo>
                    <a:pt x="1" y="15017"/>
                  </a:moveTo>
                  <a:lnTo>
                    <a:pt x="1" y="49234"/>
                  </a:lnTo>
                  <a:lnTo>
                    <a:pt x="5487" y="49234"/>
                  </a:lnTo>
                  <a:lnTo>
                    <a:pt x="5487" y="15017"/>
                  </a:lnTo>
                  <a:cubicBezTo>
                    <a:pt x="5487" y="7665"/>
                    <a:pt x="10785" y="1537"/>
                    <a:pt x="17776" y="251"/>
                  </a:cubicBezTo>
                  <a:lnTo>
                    <a:pt x="17776" y="251"/>
                  </a:lnTo>
                  <a:cubicBezTo>
                    <a:pt x="16882" y="79"/>
                    <a:pt x="15957" y="1"/>
                    <a:pt x="15033" y="1"/>
                  </a:cubicBezTo>
                  <a:lnTo>
                    <a:pt x="15033" y="1"/>
                  </a:lnTo>
                  <a:cubicBezTo>
                    <a:pt x="6725" y="1"/>
                    <a:pt x="1" y="6725"/>
                    <a:pt x="1" y="15017"/>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3" name="Google Shape;1183;p30"/>
            <p:cNvSpPr/>
            <p:nvPr/>
          </p:nvSpPr>
          <p:spPr>
            <a:xfrm>
              <a:off x="7566750" y="3962263"/>
              <a:ext cx="444000" cy="1230850"/>
            </a:xfrm>
            <a:custGeom>
              <a:avLst/>
              <a:gdLst/>
              <a:ahLst/>
              <a:cxnLst/>
              <a:rect l="l" t="t" r="r" b="b"/>
              <a:pathLst>
                <a:path w="17760" h="49234" extrusionOk="0">
                  <a:moveTo>
                    <a:pt x="0" y="15017"/>
                  </a:moveTo>
                  <a:lnTo>
                    <a:pt x="0" y="49234"/>
                  </a:lnTo>
                  <a:lnTo>
                    <a:pt x="5486" y="49234"/>
                  </a:lnTo>
                  <a:lnTo>
                    <a:pt x="5486" y="15017"/>
                  </a:lnTo>
                  <a:cubicBezTo>
                    <a:pt x="5486" y="7665"/>
                    <a:pt x="10769" y="1537"/>
                    <a:pt x="17759" y="251"/>
                  </a:cubicBezTo>
                  <a:lnTo>
                    <a:pt x="17759" y="251"/>
                  </a:lnTo>
                  <a:cubicBezTo>
                    <a:pt x="16866" y="79"/>
                    <a:pt x="15957" y="1"/>
                    <a:pt x="15016" y="1"/>
                  </a:cubicBezTo>
                  <a:lnTo>
                    <a:pt x="15016" y="1"/>
                  </a:lnTo>
                  <a:cubicBezTo>
                    <a:pt x="6725" y="1"/>
                    <a:pt x="0" y="6725"/>
                    <a:pt x="0" y="15017"/>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4" name="Google Shape;1184;p30"/>
            <p:cNvSpPr/>
            <p:nvPr/>
          </p:nvSpPr>
          <p:spPr>
            <a:xfrm>
              <a:off x="6433500" y="3962263"/>
              <a:ext cx="444000" cy="1230850"/>
            </a:xfrm>
            <a:custGeom>
              <a:avLst/>
              <a:gdLst/>
              <a:ahLst/>
              <a:cxnLst/>
              <a:rect l="l" t="t" r="r" b="b"/>
              <a:pathLst>
                <a:path w="17760" h="49234" extrusionOk="0">
                  <a:moveTo>
                    <a:pt x="0" y="15017"/>
                  </a:moveTo>
                  <a:lnTo>
                    <a:pt x="0" y="49234"/>
                  </a:lnTo>
                  <a:lnTo>
                    <a:pt x="5486" y="49234"/>
                  </a:lnTo>
                  <a:lnTo>
                    <a:pt x="5486" y="15017"/>
                  </a:lnTo>
                  <a:cubicBezTo>
                    <a:pt x="5486" y="7665"/>
                    <a:pt x="10784" y="1537"/>
                    <a:pt x="17759" y="251"/>
                  </a:cubicBezTo>
                  <a:lnTo>
                    <a:pt x="17759" y="251"/>
                  </a:lnTo>
                  <a:cubicBezTo>
                    <a:pt x="16881" y="79"/>
                    <a:pt x="15957" y="1"/>
                    <a:pt x="15016" y="1"/>
                  </a:cubicBezTo>
                  <a:lnTo>
                    <a:pt x="15016" y="1"/>
                  </a:lnTo>
                  <a:cubicBezTo>
                    <a:pt x="6725" y="1"/>
                    <a:pt x="0" y="6725"/>
                    <a:pt x="0" y="15017"/>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5" name="Google Shape;1185;p30"/>
            <p:cNvSpPr/>
            <p:nvPr/>
          </p:nvSpPr>
          <p:spPr>
            <a:xfrm>
              <a:off x="5300250" y="3962263"/>
              <a:ext cx="444375" cy="1230850"/>
            </a:xfrm>
            <a:custGeom>
              <a:avLst/>
              <a:gdLst/>
              <a:ahLst/>
              <a:cxnLst/>
              <a:rect l="l" t="t" r="r" b="b"/>
              <a:pathLst>
                <a:path w="17775" h="49234" extrusionOk="0">
                  <a:moveTo>
                    <a:pt x="0" y="15017"/>
                  </a:moveTo>
                  <a:lnTo>
                    <a:pt x="0" y="49234"/>
                  </a:lnTo>
                  <a:lnTo>
                    <a:pt x="5486" y="49234"/>
                  </a:lnTo>
                  <a:lnTo>
                    <a:pt x="5486" y="15017"/>
                  </a:lnTo>
                  <a:cubicBezTo>
                    <a:pt x="5486" y="7665"/>
                    <a:pt x="10784" y="1537"/>
                    <a:pt x="17775" y="251"/>
                  </a:cubicBezTo>
                  <a:lnTo>
                    <a:pt x="17775" y="251"/>
                  </a:lnTo>
                  <a:cubicBezTo>
                    <a:pt x="16881" y="79"/>
                    <a:pt x="15957" y="1"/>
                    <a:pt x="15032" y="1"/>
                  </a:cubicBezTo>
                  <a:lnTo>
                    <a:pt x="15032" y="1"/>
                  </a:lnTo>
                  <a:cubicBezTo>
                    <a:pt x="6724" y="1"/>
                    <a:pt x="0" y="6725"/>
                    <a:pt x="0" y="15017"/>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86" name="Google Shape;1186;p30"/>
            <p:cNvGrpSpPr/>
            <p:nvPr/>
          </p:nvGrpSpPr>
          <p:grpSpPr>
            <a:xfrm>
              <a:off x="-613275" y="3559275"/>
              <a:ext cx="9800100" cy="1657575"/>
              <a:chOff x="-613275" y="3443675"/>
              <a:chExt cx="9800100" cy="1657575"/>
            </a:xfrm>
            <a:grpFill/>
          </p:grpSpPr>
          <p:sp>
            <p:nvSpPr>
              <p:cNvPr id="1187" name="Google Shape;1187;p30"/>
              <p:cNvSpPr/>
              <p:nvPr/>
            </p:nvSpPr>
            <p:spPr>
              <a:xfrm>
                <a:off x="3962175" y="3443675"/>
                <a:ext cx="5224650" cy="1657575"/>
              </a:xfrm>
              <a:custGeom>
                <a:avLst/>
                <a:gdLst/>
                <a:ahLst/>
                <a:cxnLst/>
                <a:rect l="l" t="t" r="r" b="b"/>
                <a:pathLst>
                  <a:path w="208986" h="66303" extrusionOk="0">
                    <a:moveTo>
                      <a:pt x="0" y="0"/>
                    </a:moveTo>
                    <a:lnTo>
                      <a:pt x="0" y="1207"/>
                    </a:lnTo>
                    <a:lnTo>
                      <a:pt x="5486" y="1207"/>
                    </a:lnTo>
                    <a:lnTo>
                      <a:pt x="5486" y="5439"/>
                    </a:lnTo>
                    <a:lnTo>
                      <a:pt x="0" y="5439"/>
                    </a:lnTo>
                    <a:lnTo>
                      <a:pt x="0" y="66303"/>
                    </a:lnTo>
                    <a:lnTo>
                      <a:pt x="8104" y="66303"/>
                    </a:lnTo>
                    <a:lnTo>
                      <a:pt x="8104" y="32086"/>
                    </a:lnTo>
                    <a:cubicBezTo>
                      <a:pt x="8104" y="23794"/>
                      <a:pt x="14828" y="17070"/>
                      <a:pt x="23120" y="17070"/>
                    </a:cubicBezTo>
                    <a:lnTo>
                      <a:pt x="23120" y="17070"/>
                    </a:lnTo>
                    <a:cubicBezTo>
                      <a:pt x="31411" y="17070"/>
                      <a:pt x="38136" y="23794"/>
                      <a:pt x="38136" y="32086"/>
                    </a:cubicBezTo>
                    <a:lnTo>
                      <a:pt x="38136" y="32086"/>
                    </a:lnTo>
                    <a:lnTo>
                      <a:pt x="38136" y="66303"/>
                    </a:lnTo>
                    <a:lnTo>
                      <a:pt x="53434" y="66303"/>
                    </a:lnTo>
                    <a:lnTo>
                      <a:pt x="53434" y="32086"/>
                    </a:lnTo>
                    <a:cubicBezTo>
                      <a:pt x="53434" y="23794"/>
                      <a:pt x="60158" y="17070"/>
                      <a:pt x="68450" y="17070"/>
                    </a:cubicBezTo>
                    <a:lnTo>
                      <a:pt x="68450" y="17070"/>
                    </a:lnTo>
                    <a:cubicBezTo>
                      <a:pt x="76741" y="17070"/>
                      <a:pt x="83466" y="23794"/>
                      <a:pt x="83466" y="32086"/>
                    </a:cubicBezTo>
                    <a:lnTo>
                      <a:pt x="83466" y="32086"/>
                    </a:lnTo>
                    <a:lnTo>
                      <a:pt x="83466" y="66303"/>
                    </a:lnTo>
                    <a:lnTo>
                      <a:pt x="98764" y="66303"/>
                    </a:lnTo>
                    <a:lnTo>
                      <a:pt x="98764" y="32086"/>
                    </a:lnTo>
                    <a:cubicBezTo>
                      <a:pt x="98764" y="23794"/>
                      <a:pt x="105488" y="17070"/>
                      <a:pt x="113780" y="17070"/>
                    </a:cubicBezTo>
                    <a:lnTo>
                      <a:pt x="113780" y="17070"/>
                    </a:lnTo>
                    <a:cubicBezTo>
                      <a:pt x="122072" y="17070"/>
                      <a:pt x="128796" y="23794"/>
                      <a:pt x="128796" y="32086"/>
                    </a:cubicBezTo>
                    <a:lnTo>
                      <a:pt x="128796" y="32086"/>
                    </a:lnTo>
                    <a:lnTo>
                      <a:pt x="128796" y="66303"/>
                    </a:lnTo>
                    <a:lnTo>
                      <a:pt x="144094" y="66303"/>
                    </a:lnTo>
                    <a:lnTo>
                      <a:pt x="144094" y="32086"/>
                    </a:lnTo>
                    <a:cubicBezTo>
                      <a:pt x="144094" y="23794"/>
                      <a:pt x="150818" y="17070"/>
                      <a:pt x="159110" y="17070"/>
                    </a:cubicBezTo>
                    <a:lnTo>
                      <a:pt x="159110" y="17070"/>
                    </a:lnTo>
                    <a:cubicBezTo>
                      <a:pt x="167402" y="17070"/>
                      <a:pt x="174126" y="23794"/>
                      <a:pt x="174126" y="32086"/>
                    </a:cubicBezTo>
                    <a:lnTo>
                      <a:pt x="174126" y="32086"/>
                    </a:lnTo>
                    <a:lnTo>
                      <a:pt x="174126" y="66303"/>
                    </a:lnTo>
                    <a:lnTo>
                      <a:pt x="189424" y="66303"/>
                    </a:lnTo>
                    <a:lnTo>
                      <a:pt x="189424" y="32086"/>
                    </a:lnTo>
                    <a:cubicBezTo>
                      <a:pt x="189424" y="23794"/>
                      <a:pt x="196148" y="17070"/>
                      <a:pt x="204440" y="17070"/>
                    </a:cubicBezTo>
                    <a:lnTo>
                      <a:pt x="204440" y="17070"/>
                    </a:lnTo>
                    <a:cubicBezTo>
                      <a:pt x="205976" y="17070"/>
                      <a:pt x="207591" y="17305"/>
                      <a:pt x="208986" y="17728"/>
                    </a:cubicBezTo>
                    <a:lnTo>
                      <a:pt x="208986" y="17728"/>
                    </a:lnTo>
                    <a:lnTo>
                      <a:pt x="208986" y="5439"/>
                    </a:lnTo>
                    <a:lnTo>
                      <a:pt x="205083" y="5439"/>
                    </a:lnTo>
                    <a:lnTo>
                      <a:pt x="205083" y="1207"/>
                    </a:lnTo>
                    <a:lnTo>
                      <a:pt x="208986" y="1207"/>
                    </a:lnTo>
                    <a:lnTo>
                      <a:pt x="208986" y="0"/>
                    </a:lnTo>
                    <a:close/>
                    <a:moveTo>
                      <a:pt x="189832" y="1207"/>
                    </a:moveTo>
                    <a:lnTo>
                      <a:pt x="203766" y="1207"/>
                    </a:lnTo>
                    <a:lnTo>
                      <a:pt x="203766" y="5439"/>
                    </a:lnTo>
                    <a:lnTo>
                      <a:pt x="189832" y="5439"/>
                    </a:lnTo>
                    <a:close/>
                    <a:moveTo>
                      <a:pt x="174581" y="1207"/>
                    </a:moveTo>
                    <a:lnTo>
                      <a:pt x="188515" y="1207"/>
                    </a:lnTo>
                    <a:lnTo>
                      <a:pt x="188515" y="5439"/>
                    </a:lnTo>
                    <a:lnTo>
                      <a:pt x="174581" y="5439"/>
                    </a:lnTo>
                    <a:close/>
                    <a:moveTo>
                      <a:pt x="159314" y="1207"/>
                    </a:moveTo>
                    <a:lnTo>
                      <a:pt x="173264" y="1207"/>
                    </a:lnTo>
                    <a:lnTo>
                      <a:pt x="173264" y="5439"/>
                    </a:lnTo>
                    <a:lnTo>
                      <a:pt x="159314" y="5439"/>
                    </a:lnTo>
                    <a:close/>
                    <a:moveTo>
                      <a:pt x="144063" y="1207"/>
                    </a:moveTo>
                    <a:lnTo>
                      <a:pt x="158013" y="1207"/>
                    </a:lnTo>
                    <a:lnTo>
                      <a:pt x="158013" y="5439"/>
                    </a:lnTo>
                    <a:lnTo>
                      <a:pt x="144063" y="5439"/>
                    </a:lnTo>
                    <a:close/>
                    <a:moveTo>
                      <a:pt x="128812" y="1207"/>
                    </a:moveTo>
                    <a:lnTo>
                      <a:pt x="142762" y="1207"/>
                    </a:lnTo>
                    <a:lnTo>
                      <a:pt x="142762" y="5439"/>
                    </a:lnTo>
                    <a:lnTo>
                      <a:pt x="128812" y="5439"/>
                    </a:lnTo>
                    <a:close/>
                    <a:moveTo>
                      <a:pt x="113560" y="1207"/>
                    </a:moveTo>
                    <a:lnTo>
                      <a:pt x="127511" y="1207"/>
                    </a:lnTo>
                    <a:lnTo>
                      <a:pt x="127511" y="5439"/>
                    </a:lnTo>
                    <a:lnTo>
                      <a:pt x="113560" y="5439"/>
                    </a:lnTo>
                    <a:close/>
                    <a:moveTo>
                      <a:pt x="98309" y="1207"/>
                    </a:moveTo>
                    <a:lnTo>
                      <a:pt x="112259" y="1207"/>
                    </a:lnTo>
                    <a:lnTo>
                      <a:pt x="112259" y="5439"/>
                    </a:lnTo>
                    <a:lnTo>
                      <a:pt x="98309" y="5439"/>
                    </a:lnTo>
                    <a:close/>
                    <a:moveTo>
                      <a:pt x="83058" y="1207"/>
                    </a:moveTo>
                    <a:lnTo>
                      <a:pt x="97008" y="1207"/>
                    </a:lnTo>
                    <a:lnTo>
                      <a:pt x="97008" y="5439"/>
                    </a:lnTo>
                    <a:lnTo>
                      <a:pt x="83058" y="5439"/>
                    </a:lnTo>
                    <a:close/>
                    <a:moveTo>
                      <a:pt x="67807" y="1207"/>
                    </a:moveTo>
                    <a:lnTo>
                      <a:pt x="81757" y="1207"/>
                    </a:lnTo>
                    <a:lnTo>
                      <a:pt x="81757" y="5439"/>
                    </a:lnTo>
                    <a:lnTo>
                      <a:pt x="67807" y="5439"/>
                    </a:lnTo>
                    <a:close/>
                    <a:moveTo>
                      <a:pt x="52556" y="1207"/>
                    </a:moveTo>
                    <a:lnTo>
                      <a:pt x="66490" y="1207"/>
                    </a:lnTo>
                    <a:lnTo>
                      <a:pt x="66490" y="5439"/>
                    </a:lnTo>
                    <a:lnTo>
                      <a:pt x="52556" y="5439"/>
                    </a:lnTo>
                    <a:close/>
                    <a:moveTo>
                      <a:pt x="37305" y="1207"/>
                    </a:moveTo>
                    <a:lnTo>
                      <a:pt x="51239" y="1207"/>
                    </a:lnTo>
                    <a:lnTo>
                      <a:pt x="51239" y="5439"/>
                    </a:lnTo>
                    <a:lnTo>
                      <a:pt x="37305" y="5439"/>
                    </a:lnTo>
                    <a:close/>
                    <a:moveTo>
                      <a:pt x="22038" y="1207"/>
                    </a:moveTo>
                    <a:lnTo>
                      <a:pt x="35988" y="1207"/>
                    </a:lnTo>
                    <a:lnTo>
                      <a:pt x="35988" y="5439"/>
                    </a:lnTo>
                    <a:lnTo>
                      <a:pt x="22038" y="5439"/>
                    </a:lnTo>
                    <a:close/>
                    <a:moveTo>
                      <a:pt x="6787" y="1207"/>
                    </a:moveTo>
                    <a:lnTo>
                      <a:pt x="20737" y="1207"/>
                    </a:lnTo>
                    <a:lnTo>
                      <a:pt x="20737" y="5439"/>
                    </a:lnTo>
                    <a:lnTo>
                      <a:pt x="6787" y="5439"/>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1188" name="Google Shape;1188;p30"/>
              <p:cNvGrpSpPr/>
              <p:nvPr/>
            </p:nvGrpSpPr>
            <p:grpSpPr>
              <a:xfrm>
                <a:off x="-613275" y="3443675"/>
                <a:ext cx="5224650" cy="1657575"/>
                <a:chOff x="1161525" y="3805200"/>
                <a:chExt cx="5224650" cy="1657575"/>
              </a:xfrm>
              <a:grpFill/>
            </p:grpSpPr>
            <p:sp>
              <p:nvSpPr>
                <p:cNvPr id="1189" name="Google Shape;1189;p30"/>
                <p:cNvSpPr/>
                <p:nvPr/>
              </p:nvSpPr>
              <p:spPr>
                <a:xfrm>
                  <a:off x="5896325" y="4231925"/>
                  <a:ext cx="444400" cy="1230850"/>
                </a:xfrm>
                <a:custGeom>
                  <a:avLst/>
                  <a:gdLst/>
                  <a:ahLst/>
                  <a:cxnLst/>
                  <a:rect l="l" t="t" r="r" b="b"/>
                  <a:pathLst>
                    <a:path w="17776" h="49234" extrusionOk="0">
                      <a:moveTo>
                        <a:pt x="1" y="15017"/>
                      </a:moveTo>
                      <a:lnTo>
                        <a:pt x="1" y="49234"/>
                      </a:lnTo>
                      <a:lnTo>
                        <a:pt x="5487" y="49234"/>
                      </a:lnTo>
                      <a:lnTo>
                        <a:pt x="5487" y="15017"/>
                      </a:lnTo>
                      <a:cubicBezTo>
                        <a:pt x="5487" y="7665"/>
                        <a:pt x="10785" y="1537"/>
                        <a:pt x="17776" y="251"/>
                      </a:cubicBezTo>
                      <a:lnTo>
                        <a:pt x="17776" y="251"/>
                      </a:lnTo>
                      <a:cubicBezTo>
                        <a:pt x="16882" y="79"/>
                        <a:pt x="15957" y="1"/>
                        <a:pt x="15033" y="1"/>
                      </a:cubicBezTo>
                      <a:lnTo>
                        <a:pt x="15033" y="1"/>
                      </a:lnTo>
                      <a:cubicBezTo>
                        <a:pt x="6725" y="1"/>
                        <a:pt x="1" y="6725"/>
                        <a:pt x="1" y="15017"/>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0" name="Google Shape;1190;p30"/>
                <p:cNvSpPr/>
                <p:nvPr/>
              </p:nvSpPr>
              <p:spPr>
                <a:xfrm>
                  <a:off x="4763475" y="4231925"/>
                  <a:ext cx="444000" cy="1230850"/>
                </a:xfrm>
                <a:custGeom>
                  <a:avLst/>
                  <a:gdLst/>
                  <a:ahLst/>
                  <a:cxnLst/>
                  <a:rect l="l" t="t" r="r" b="b"/>
                  <a:pathLst>
                    <a:path w="17760" h="49234" extrusionOk="0">
                      <a:moveTo>
                        <a:pt x="0" y="15017"/>
                      </a:moveTo>
                      <a:lnTo>
                        <a:pt x="0" y="49234"/>
                      </a:lnTo>
                      <a:lnTo>
                        <a:pt x="5486" y="49234"/>
                      </a:lnTo>
                      <a:lnTo>
                        <a:pt x="5486" y="15017"/>
                      </a:lnTo>
                      <a:cubicBezTo>
                        <a:pt x="5486" y="7665"/>
                        <a:pt x="10769" y="1537"/>
                        <a:pt x="17759" y="251"/>
                      </a:cubicBezTo>
                      <a:lnTo>
                        <a:pt x="17759" y="251"/>
                      </a:lnTo>
                      <a:cubicBezTo>
                        <a:pt x="16866" y="79"/>
                        <a:pt x="15957" y="1"/>
                        <a:pt x="15016" y="1"/>
                      </a:cubicBezTo>
                      <a:lnTo>
                        <a:pt x="15016" y="1"/>
                      </a:lnTo>
                      <a:cubicBezTo>
                        <a:pt x="6725" y="1"/>
                        <a:pt x="0" y="6725"/>
                        <a:pt x="0" y="15017"/>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1" name="Google Shape;1191;p30"/>
                <p:cNvSpPr/>
                <p:nvPr/>
              </p:nvSpPr>
              <p:spPr>
                <a:xfrm>
                  <a:off x="3630225" y="4231925"/>
                  <a:ext cx="444000" cy="1230850"/>
                </a:xfrm>
                <a:custGeom>
                  <a:avLst/>
                  <a:gdLst/>
                  <a:ahLst/>
                  <a:cxnLst/>
                  <a:rect l="l" t="t" r="r" b="b"/>
                  <a:pathLst>
                    <a:path w="17760" h="49234" extrusionOk="0">
                      <a:moveTo>
                        <a:pt x="0" y="15017"/>
                      </a:moveTo>
                      <a:lnTo>
                        <a:pt x="0" y="49234"/>
                      </a:lnTo>
                      <a:lnTo>
                        <a:pt x="5486" y="49234"/>
                      </a:lnTo>
                      <a:lnTo>
                        <a:pt x="5486" y="15017"/>
                      </a:lnTo>
                      <a:cubicBezTo>
                        <a:pt x="5486" y="7665"/>
                        <a:pt x="10784" y="1537"/>
                        <a:pt x="17759" y="251"/>
                      </a:cubicBezTo>
                      <a:lnTo>
                        <a:pt x="17759" y="251"/>
                      </a:lnTo>
                      <a:cubicBezTo>
                        <a:pt x="16881" y="79"/>
                        <a:pt x="15957" y="1"/>
                        <a:pt x="15016" y="1"/>
                      </a:cubicBezTo>
                      <a:lnTo>
                        <a:pt x="15016" y="1"/>
                      </a:lnTo>
                      <a:cubicBezTo>
                        <a:pt x="6725" y="1"/>
                        <a:pt x="0" y="6725"/>
                        <a:pt x="0" y="15017"/>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2" name="Google Shape;1192;p30"/>
                <p:cNvSpPr/>
                <p:nvPr/>
              </p:nvSpPr>
              <p:spPr>
                <a:xfrm>
                  <a:off x="2496975" y="4231925"/>
                  <a:ext cx="444375" cy="1230850"/>
                </a:xfrm>
                <a:custGeom>
                  <a:avLst/>
                  <a:gdLst/>
                  <a:ahLst/>
                  <a:cxnLst/>
                  <a:rect l="l" t="t" r="r" b="b"/>
                  <a:pathLst>
                    <a:path w="17775" h="49234" extrusionOk="0">
                      <a:moveTo>
                        <a:pt x="0" y="15017"/>
                      </a:moveTo>
                      <a:lnTo>
                        <a:pt x="0" y="49234"/>
                      </a:lnTo>
                      <a:lnTo>
                        <a:pt x="5486" y="49234"/>
                      </a:lnTo>
                      <a:lnTo>
                        <a:pt x="5486" y="15017"/>
                      </a:lnTo>
                      <a:cubicBezTo>
                        <a:pt x="5486" y="7665"/>
                        <a:pt x="10784" y="1537"/>
                        <a:pt x="17775" y="251"/>
                      </a:cubicBezTo>
                      <a:lnTo>
                        <a:pt x="17775" y="251"/>
                      </a:lnTo>
                      <a:cubicBezTo>
                        <a:pt x="16881" y="79"/>
                        <a:pt x="15957" y="1"/>
                        <a:pt x="15032" y="1"/>
                      </a:cubicBezTo>
                      <a:lnTo>
                        <a:pt x="15032" y="1"/>
                      </a:lnTo>
                      <a:cubicBezTo>
                        <a:pt x="6724" y="1"/>
                        <a:pt x="0" y="6725"/>
                        <a:pt x="0" y="15017"/>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3" name="Google Shape;1193;p30"/>
                <p:cNvSpPr/>
                <p:nvPr/>
              </p:nvSpPr>
              <p:spPr>
                <a:xfrm>
                  <a:off x="1364100" y="4231925"/>
                  <a:ext cx="444000" cy="1230850"/>
                </a:xfrm>
                <a:custGeom>
                  <a:avLst/>
                  <a:gdLst/>
                  <a:ahLst/>
                  <a:cxnLst/>
                  <a:rect l="l" t="t" r="r" b="b"/>
                  <a:pathLst>
                    <a:path w="17760" h="49234" extrusionOk="0">
                      <a:moveTo>
                        <a:pt x="1" y="15017"/>
                      </a:moveTo>
                      <a:lnTo>
                        <a:pt x="1" y="49234"/>
                      </a:lnTo>
                      <a:lnTo>
                        <a:pt x="5487" y="49234"/>
                      </a:lnTo>
                      <a:lnTo>
                        <a:pt x="5487" y="15017"/>
                      </a:lnTo>
                      <a:cubicBezTo>
                        <a:pt x="5487" y="7665"/>
                        <a:pt x="10769" y="1537"/>
                        <a:pt x="17760" y="251"/>
                      </a:cubicBezTo>
                      <a:lnTo>
                        <a:pt x="17760" y="251"/>
                      </a:lnTo>
                      <a:cubicBezTo>
                        <a:pt x="16866" y="79"/>
                        <a:pt x="15957" y="1"/>
                        <a:pt x="15017" y="1"/>
                      </a:cubicBezTo>
                      <a:lnTo>
                        <a:pt x="15017" y="1"/>
                      </a:lnTo>
                      <a:cubicBezTo>
                        <a:pt x="6725" y="1"/>
                        <a:pt x="1" y="6725"/>
                        <a:pt x="1" y="15017"/>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4" name="Google Shape;1194;p30"/>
                <p:cNvSpPr/>
                <p:nvPr/>
              </p:nvSpPr>
              <p:spPr>
                <a:xfrm>
                  <a:off x="1161525" y="3805200"/>
                  <a:ext cx="5224650" cy="1657575"/>
                </a:xfrm>
                <a:custGeom>
                  <a:avLst/>
                  <a:gdLst/>
                  <a:ahLst/>
                  <a:cxnLst/>
                  <a:rect l="l" t="t" r="r" b="b"/>
                  <a:pathLst>
                    <a:path w="208986" h="66303" extrusionOk="0">
                      <a:moveTo>
                        <a:pt x="0" y="0"/>
                      </a:moveTo>
                      <a:lnTo>
                        <a:pt x="0" y="1207"/>
                      </a:lnTo>
                      <a:lnTo>
                        <a:pt x="5486" y="1207"/>
                      </a:lnTo>
                      <a:lnTo>
                        <a:pt x="5486" y="5439"/>
                      </a:lnTo>
                      <a:lnTo>
                        <a:pt x="0" y="5439"/>
                      </a:lnTo>
                      <a:lnTo>
                        <a:pt x="0" y="66303"/>
                      </a:lnTo>
                      <a:lnTo>
                        <a:pt x="8104" y="66303"/>
                      </a:lnTo>
                      <a:lnTo>
                        <a:pt x="8104" y="32086"/>
                      </a:lnTo>
                      <a:cubicBezTo>
                        <a:pt x="8104" y="23794"/>
                        <a:pt x="14828" y="17070"/>
                        <a:pt x="23120" y="17070"/>
                      </a:cubicBezTo>
                      <a:lnTo>
                        <a:pt x="23120" y="17070"/>
                      </a:lnTo>
                      <a:cubicBezTo>
                        <a:pt x="31411" y="17070"/>
                        <a:pt x="38136" y="23794"/>
                        <a:pt x="38136" y="32086"/>
                      </a:cubicBezTo>
                      <a:lnTo>
                        <a:pt x="38136" y="32086"/>
                      </a:lnTo>
                      <a:lnTo>
                        <a:pt x="38136" y="66303"/>
                      </a:lnTo>
                      <a:lnTo>
                        <a:pt x="53434" y="66303"/>
                      </a:lnTo>
                      <a:lnTo>
                        <a:pt x="53434" y="32086"/>
                      </a:lnTo>
                      <a:cubicBezTo>
                        <a:pt x="53434" y="23794"/>
                        <a:pt x="60158" y="17070"/>
                        <a:pt x="68450" y="17070"/>
                      </a:cubicBezTo>
                      <a:lnTo>
                        <a:pt x="68450" y="17070"/>
                      </a:lnTo>
                      <a:cubicBezTo>
                        <a:pt x="76741" y="17070"/>
                        <a:pt x="83466" y="23794"/>
                        <a:pt x="83466" y="32086"/>
                      </a:cubicBezTo>
                      <a:lnTo>
                        <a:pt x="83466" y="32086"/>
                      </a:lnTo>
                      <a:lnTo>
                        <a:pt x="83466" y="66303"/>
                      </a:lnTo>
                      <a:lnTo>
                        <a:pt x="98764" y="66303"/>
                      </a:lnTo>
                      <a:lnTo>
                        <a:pt x="98764" y="32086"/>
                      </a:lnTo>
                      <a:cubicBezTo>
                        <a:pt x="98764" y="23794"/>
                        <a:pt x="105488" y="17070"/>
                        <a:pt x="113780" y="17070"/>
                      </a:cubicBezTo>
                      <a:lnTo>
                        <a:pt x="113780" y="17070"/>
                      </a:lnTo>
                      <a:cubicBezTo>
                        <a:pt x="122072" y="17070"/>
                        <a:pt x="128796" y="23794"/>
                        <a:pt x="128796" y="32086"/>
                      </a:cubicBezTo>
                      <a:lnTo>
                        <a:pt x="128796" y="32086"/>
                      </a:lnTo>
                      <a:lnTo>
                        <a:pt x="128796" y="66303"/>
                      </a:lnTo>
                      <a:lnTo>
                        <a:pt x="144094" y="66303"/>
                      </a:lnTo>
                      <a:lnTo>
                        <a:pt x="144094" y="32086"/>
                      </a:lnTo>
                      <a:cubicBezTo>
                        <a:pt x="144094" y="23794"/>
                        <a:pt x="150818" y="17070"/>
                        <a:pt x="159110" y="17070"/>
                      </a:cubicBezTo>
                      <a:lnTo>
                        <a:pt x="159110" y="17070"/>
                      </a:lnTo>
                      <a:cubicBezTo>
                        <a:pt x="167402" y="17070"/>
                        <a:pt x="174126" y="23794"/>
                        <a:pt x="174126" y="32086"/>
                      </a:cubicBezTo>
                      <a:lnTo>
                        <a:pt x="174126" y="32086"/>
                      </a:lnTo>
                      <a:lnTo>
                        <a:pt x="174126" y="66303"/>
                      </a:lnTo>
                      <a:lnTo>
                        <a:pt x="189424" y="66303"/>
                      </a:lnTo>
                      <a:lnTo>
                        <a:pt x="189424" y="32086"/>
                      </a:lnTo>
                      <a:cubicBezTo>
                        <a:pt x="189424" y="23794"/>
                        <a:pt x="196148" y="17070"/>
                        <a:pt x="204440" y="17070"/>
                      </a:cubicBezTo>
                      <a:lnTo>
                        <a:pt x="204440" y="17070"/>
                      </a:lnTo>
                      <a:cubicBezTo>
                        <a:pt x="205976" y="17070"/>
                        <a:pt x="207591" y="17305"/>
                        <a:pt x="208986" y="17728"/>
                      </a:cubicBezTo>
                      <a:lnTo>
                        <a:pt x="208986" y="17728"/>
                      </a:lnTo>
                      <a:lnTo>
                        <a:pt x="208986" y="5439"/>
                      </a:lnTo>
                      <a:lnTo>
                        <a:pt x="205083" y="5439"/>
                      </a:lnTo>
                      <a:lnTo>
                        <a:pt x="205083" y="1207"/>
                      </a:lnTo>
                      <a:lnTo>
                        <a:pt x="208986" y="1207"/>
                      </a:lnTo>
                      <a:lnTo>
                        <a:pt x="208986" y="0"/>
                      </a:lnTo>
                      <a:close/>
                      <a:moveTo>
                        <a:pt x="189832" y="1207"/>
                      </a:moveTo>
                      <a:lnTo>
                        <a:pt x="203766" y="1207"/>
                      </a:lnTo>
                      <a:lnTo>
                        <a:pt x="203766" y="5439"/>
                      </a:lnTo>
                      <a:lnTo>
                        <a:pt x="189832" y="5439"/>
                      </a:lnTo>
                      <a:close/>
                      <a:moveTo>
                        <a:pt x="174581" y="1207"/>
                      </a:moveTo>
                      <a:lnTo>
                        <a:pt x="188515" y="1207"/>
                      </a:lnTo>
                      <a:lnTo>
                        <a:pt x="188515" y="5439"/>
                      </a:lnTo>
                      <a:lnTo>
                        <a:pt x="174581" y="5439"/>
                      </a:lnTo>
                      <a:close/>
                      <a:moveTo>
                        <a:pt x="159314" y="1207"/>
                      </a:moveTo>
                      <a:lnTo>
                        <a:pt x="173264" y="1207"/>
                      </a:lnTo>
                      <a:lnTo>
                        <a:pt x="173264" y="5439"/>
                      </a:lnTo>
                      <a:lnTo>
                        <a:pt x="159314" y="5439"/>
                      </a:lnTo>
                      <a:close/>
                      <a:moveTo>
                        <a:pt x="144063" y="1207"/>
                      </a:moveTo>
                      <a:lnTo>
                        <a:pt x="158013" y="1207"/>
                      </a:lnTo>
                      <a:lnTo>
                        <a:pt x="158013" y="5439"/>
                      </a:lnTo>
                      <a:lnTo>
                        <a:pt x="144063" y="5439"/>
                      </a:lnTo>
                      <a:close/>
                      <a:moveTo>
                        <a:pt x="128812" y="1207"/>
                      </a:moveTo>
                      <a:lnTo>
                        <a:pt x="142762" y="1207"/>
                      </a:lnTo>
                      <a:lnTo>
                        <a:pt x="142762" y="5439"/>
                      </a:lnTo>
                      <a:lnTo>
                        <a:pt x="128812" y="5439"/>
                      </a:lnTo>
                      <a:close/>
                      <a:moveTo>
                        <a:pt x="113560" y="1207"/>
                      </a:moveTo>
                      <a:lnTo>
                        <a:pt x="127511" y="1207"/>
                      </a:lnTo>
                      <a:lnTo>
                        <a:pt x="127511" y="5439"/>
                      </a:lnTo>
                      <a:lnTo>
                        <a:pt x="113560" y="5439"/>
                      </a:lnTo>
                      <a:close/>
                      <a:moveTo>
                        <a:pt x="98309" y="1207"/>
                      </a:moveTo>
                      <a:lnTo>
                        <a:pt x="112259" y="1207"/>
                      </a:lnTo>
                      <a:lnTo>
                        <a:pt x="112259" y="5439"/>
                      </a:lnTo>
                      <a:lnTo>
                        <a:pt x="98309" y="5439"/>
                      </a:lnTo>
                      <a:close/>
                      <a:moveTo>
                        <a:pt x="83058" y="1207"/>
                      </a:moveTo>
                      <a:lnTo>
                        <a:pt x="97008" y="1207"/>
                      </a:lnTo>
                      <a:lnTo>
                        <a:pt x="97008" y="5439"/>
                      </a:lnTo>
                      <a:lnTo>
                        <a:pt x="83058" y="5439"/>
                      </a:lnTo>
                      <a:close/>
                      <a:moveTo>
                        <a:pt x="67807" y="1207"/>
                      </a:moveTo>
                      <a:lnTo>
                        <a:pt x="81757" y="1207"/>
                      </a:lnTo>
                      <a:lnTo>
                        <a:pt x="81757" y="5439"/>
                      </a:lnTo>
                      <a:lnTo>
                        <a:pt x="67807" y="5439"/>
                      </a:lnTo>
                      <a:close/>
                      <a:moveTo>
                        <a:pt x="52556" y="1207"/>
                      </a:moveTo>
                      <a:lnTo>
                        <a:pt x="66490" y="1207"/>
                      </a:lnTo>
                      <a:lnTo>
                        <a:pt x="66490" y="5439"/>
                      </a:lnTo>
                      <a:lnTo>
                        <a:pt x="52556" y="5439"/>
                      </a:lnTo>
                      <a:close/>
                      <a:moveTo>
                        <a:pt x="37305" y="1207"/>
                      </a:moveTo>
                      <a:lnTo>
                        <a:pt x="51239" y="1207"/>
                      </a:lnTo>
                      <a:lnTo>
                        <a:pt x="51239" y="5439"/>
                      </a:lnTo>
                      <a:lnTo>
                        <a:pt x="37305" y="5439"/>
                      </a:lnTo>
                      <a:close/>
                      <a:moveTo>
                        <a:pt x="22038" y="1207"/>
                      </a:moveTo>
                      <a:lnTo>
                        <a:pt x="35988" y="1207"/>
                      </a:lnTo>
                      <a:lnTo>
                        <a:pt x="35988" y="5439"/>
                      </a:lnTo>
                      <a:lnTo>
                        <a:pt x="22038" y="5439"/>
                      </a:lnTo>
                      <a:close/>
                      <a:moveTo>
                        <a:pt x="6787" y="1207"/>
                      </a:moveTo>
                      <a:lnTo>
                        <a:pt x="20737" y="1207"/>
                      </a:lnTo>
                      <a:lnTo>
                        <a:pt x="20737" y="5439"/>
                      </a:lnTo>
                      <a:lnTo>
                        <a:pt x="6787" y="5439"/>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
        <p:nvSpPr>
          <p:cNvPr id="8" name="Google Shape;294;p36">
            <a:extLst>
              <a:ext uri="{FF2B5EF4-FFF2-40B4-BE49-F238E27FC236}">
                <a16:creationId xmlns:a16="http://schemas.microsoft.com/office/drawing/2014/main" id="{4B860DC5-80A4-D299-EF06-54A4743D74B3}"/>
              </a:ext>
            </a:extLst>
          </p:cNvPr>
          <p:cNvSpPr txBox="1">
            <a:spLocks/>
          </p:cNvSpPr>
          <p:nvPr/>
        </p:nvSpPr>
        <p:spPr>
          <a:xfrm>
            <a:off x="949487" y="153993"/>
            <a:ext cx="77040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eaLnBrk="1" hangingPunct="1">
              <a:lnSpc>
                <a:spcPct val="80000"/>
              </a:lnSpc>
              <a:spcBef>
                <a:spcPts val="0"/>
              </a:spcBef>
              <a:spcAft>
                <a:spcPts val="0"/>
              </a:spcAft>
              <a:buClr>
                <a:schemeClr val="dk1"/>
              </a:buClr>
              <a:buSzPts val="5200"/>
              <a:buFont typeface="Bakbak One"/>
              <a:buNone/>
              <a:defRPr sz="7000" b="0" i="0" u="none" strike="noStrike" cap="none">
                <a:solidFill>
                  <a:schemeClr val="dk1"/>
                </a:solidFill>
                <a:latin typeface="Bakbak One"/>
                <a:ea typeface="Bakbak One"/>
                <a:cs typeface="Bakbak One"/>
                <a:sym typeface="Bakbak One"/>
              </a:defRPr>
            </a:lvl1pPr>
            <a:lvl2pPr marR="0" lvl="1" algn="ctr" rtl="0" eaLnBrk="1" hangingPunct="1">
              <a:lnSpc>
                <a:spcPct val="100000"/>
              </a:lnSpc>
              <a:spcBef>
                <a:spcPts val="0"/>
              </a:spcBef>
              <a:spcAft>
                <a:spcPts val="0"/>
              </a:spcAft>
              <a:buClr>
                <a:schemeClr val="dk1"/>
              </a:buClr>
              <a:buSzPts val="5200"/>
              <a:buFont typeface="Bakbak One"/>
              <a:buNone/>
              <a:defRPr sz="5200" b="0" i="0" u="none" strike="noStrike" cap="none">
                <a:solidFill>
                  <a:schemeClr val="dk1"/>
                </a:solidFill>
                <a:latin typeface="Bakbak One"/>
                <a:ea typeface="Bakbak One"/>
                <a:cs typeface="Bakbak One"/>
                <a:sym typeface="Bakbak One"/>
              </a:defRPr>
            </a:lvl2pPr>
            <a:lvl3pPr marR="0" lvl="2" algn="ctr" rtl="0" eaLnBrk="1" hangingPunct="1">
              <a:lnSpc>
                <a:spcPct val="100000"/>
              </a:lnSpc>
              <a:spcBef>
                <a:spcPts val="0"/>
              </a:spcBef>
              <a:spcAft>
                <a:spcPts val="0"/>
              </a:spcAft>
              <a:buClr>
                <a:schemeClr val="dk1"/>
              </a:buClr>
              <a:buSzPts val="5200"/>
              <a:buFont typeface="Bakbak One"/>
              <a:buNone/>
              <a:defRPr sz="5200" b="0" i="0" u="none" strike="noStrike" cap="none">
                <a:solidFill>
                  <a:schemeClr val="dk1"/>
                </a:solidFill>
                <a:latin typeface="Bakbak One"/>
                <a:ea typeface="Bakbak One"/>
                <a:cs typeface="Bakbak One"/>
                <a:sym typeface="Bakbak One"/>
              </a:defRPr>
            </a:lvl3pPr>
            <a:lvl4pPr marR="0" lvl="3" algn="ctr" rtl="0" eaLnBrk="1" hangingPunct="1">
              <a:lnSpc>
                <a:spcPct val="100000"/>
              </a:lnSpc>
              <a:spcBef>
                <a:spcPts val="0"/>
              </a:spcBef>
              <a:spcAft>
                <a:spcPts val="0"/>
              </a:spcAft>
              <a:buClr>
                <a:schemeClr val="dk1"/>
              </a:buClr>
              <a:buSzPts val="5200"/>
              <a:buFont typeface="Bakbak One"/>
              <a:buNone/>
              <a:defRPr sz="5200" b="0" i="0" u="none" strike="noStrike" cap="none">
                <a:solidFill>
                  <a:schemeClr val="dk1"/>
                </a:solidFill>
                <a:latin typeface="Bakbak One"/>
                <a:ea typeface="Bakbak One"/>
                <a:cs typeface="Bakbak One"/>
                <a:sym typeface="Bakbak One"/>
              </a:defRPr>
            </a:lvl4pPr>
            <a:lvl5pPr marR="0" lvl="4" algn="ctr" rtl="0" eaLnBrk="1" hangingPunct="1">
              <a:lnSpc>
                <a:spcPct val="100000"/>
              </a:lnSpc>
              <a:spcBef>
                <a:spcPts val="0"/>
              </a:spcBef>
              <a:spcAft>
                <a:spcPts val="0"/>
              </a:spcAft>
              <a:buClr>
                <a:schemeClr val="dk1"/>
              </a:buClr>
              <a:buSzPts val="5200"/>
              <a:buFont typeface="Bakbak One"/>
              <a:buNone/>
              <a:defRPr sz="5200" b="0" i="0" u="none" strike="noStrike" cap="none">
                <a:solidFill>
                  <a:schemeClr val="dk1"/>
                </a:solidFill>
                <a:latin typeface="Bakbak One"/>
                <a:ea typeface="Bakbak One"/>
                <a:cs typeface="Bakbak One"/>
                <a:sym typeface="Bakbak One"/>
              </a:defRPr>
            </a:lvl5pPr>
            <a:lvl6pPr marR="0" lvl="5" algn="ctr" rtl="0" eaLnBrk="1" hangingPunct="1">
              <a:lnSpc>
                <a:spcPct val="100000"/>
              </a:lnSpc>
              <a:spcBef>
                <a:spcPts val="0"/>
              </a:spcBef>
              <a:spcAft>
                <a:spcPts val="0"/>
              </a:spcAft>
              <a:buClr>
                <a:schemeClr val="dk1"/>
              </a:buClr>
              <a:buSzPts val="5200"/>
              <a:buFont typeface="Bakbak One"/>
              <a:buNone/>
              <a:defRPr sz="5200" b="0" i="0" u="none" strike="noStrike" cap="none">
                <a:solidFill>
                  <a:schemeClr val="dk1"/>
                </a:solidFill>
                <a:latin typeface="Bakbak One"/>
                <a:ea typeface="Bakbak One"/>
                <a:cs typeface="Bakbak One"/>
                <a:sym typeface="Bakbak One"/>
              </a:defRPr>
            </a:lvl6pPr>
            <a:lvl7pPr marR="0" lvl="6" algn="ctr" rtl="0" eaLnBrk="1" hangingPunct="1">
              <a:lnSpc>
                <a:spcPct val="100000"/>
              </a:lnSpc>
              <a:spcBef>
                <a:spcPts val="0"/>
              </a:spcBef>
              <a:spcAft>
                <a:spcPts val="0"/>
              </a:spcAft>
              <a:buClr>
                <a:schemeClr val="dk1"/>
              </a:buClr>
              <a:buSzPts val="5200"/>
              <a:buFont typeface="Bakbak One"/>
              <a:buNone/>
              <a:defRPr sz="5200" b="0" i="0" u="none" strike="noStrike" cap="none">
                <a:solidFill>
                  <a:schemeClr val="dk1"/>
                </a:solidFill>
                <a:latin typeface="Bakbak One"/>
                <a:ea typeface="Bakbak One"/>
                <a:cs typeface="Bakbak One"/>
                <a:sym typeface="Bakbak One"/>
              </a:defRPr>
            </a:lvl7pPr>
            <a:lvl8pPr marR="0" lvl="7" algn="ctr" rtl="0" eaLnBrk="1" hangingPunct="1">
              <a:lnSpc>
                <a:spcPct val="100000"/>
              </a:lnSpc>
              <a:spcBef>
                <a:spcPts val="0"/>
              </a:spcBef>
              <a:spcAft>
                <a:spcPts val="0"/>
              </a:spcAft>
              <a:buClr>
                <a:schemeClr val="dk1"/>
              </a:buClr>
              <a:buSzPts val="5200"/>
              <a:buFont typeface="Bakbak One"/>
              <a:buNone/>
              <a:defRPr sz="5200" b="0" i="0" u="none" strike="noStrike" cap="none">
                <a:solidFill>
                  <a:schemeClr val="dk1"/>
                </a:solidFill>
                <a:latin typeface="Bakbak One"/>
                <a:ea typeface="Bakbak One"/>
                <a:cs typeface="Bakbak One"/>
                <a:sym typeface="Bakbak One"/>
              </a:defRPr>
            </a:lvl8pPr>
            <a:lvl9pPr marR="0" lvl="8" algn="ctr" rtl="0" eaLnBrk="1" hangingPunct="1">
              <a:lnSpc>
                <a:spcPct val="100000"/>
              </a:lnSpc>
              <a:spcBef>
                <a:spcPts val="0"/>
              </a:spcBef>
              <a:spcAft>
                <a:spcPts val="0"/>
              </a:spcAft>
              <a:buClr>
                <a:schemeClr val="dk1"/>
              </a:buClr>
              <a:buSzPts val="5200"/>
              <a:buFont typeface="Bakbak One"/>
              <a:buNone/>
              <a:defRPr sz="5200" b="0" i="0" u="none" strike="noStrike" cap="none">
                <a:solidFill>
                  <a:schemeClr val="dk1"/>
                </a:solidFill>
                <a:latin typeface="Bakbak One"/>
                <a:ea typeface="Bakbak One"/>
                <a:cs typeface="Bakbak One"/>
                <a:sym typeface="Bakbak One"/>
              </a:defRPr>
            </a:lvl9pPr>
          </a:lstStyle>
          <a:p>
            <a:r>
              <a:rPr lang="en-US" sz="3200" dirty="0">
                <a:solidFill>
                  <a:srgbClr val="002060"/>
                </a:solidFill>
                <a:latin typeface="Congenial" panose="02000503040000020004" pitchFamily="2" charset="0"/>
                <a:ea typeface="Crimson Pro Bold" pitchFamily="34" charset="-122"/>
                <a:cs typeface="Crimson Pro Bold" pitchFamily="34" charset="-120"/>
              </a:rPr>
              <a:t>Standardizing Formats</a:t>
            </a:r>
            <a:endParaRPr lang="en-US" sz="3200" dirty="0">
              <a:solidFill>
                <a:srgbClr val="002060"/>
              </a:solidFill>
              <a:latin typeface="Congenial" panose="02000503040000020004" pitchFamily="2" charset="0"/>
            </a:endParaRPr>
          </a:p>
        </p:txBody>
      </p:sp>
    </p:spTree>
    <p:extLst>
      <p:ext uri="{BB962C8B-B14F-4D97-AF65-F5344CB8AC3E}">
        <p14:creationId xmlns:p14="http://schemas.microsoft.com/office/powerpoint/2010/main" val="3722967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250" fill="hold"/>
                                        <p:tgtEl>
                                          <p:spTgt spid="7"/>
                                        </p:tgtEl>
                                        <p:attrNameLst>
                                          <p:attrName>ppt_x</p:attrName>
                                        </p:attrNameLst>
                                      </p:cBhvr>
                                      <p:tavLst>
                                        <p:tav tm="0">
                                          <p:val>
                                            <p:strVal val="0-#ppt_w/2"/>
                                          </p:val>
                                        </p:tav>
                                        <p:tav tm="100000">
                                          <p:val>
                                            <p:strVal val="#ppt_x"/>
                                          </p:val>
                                        </p:tav>
                                      </p:tavLst>
                                    </p:anim>
                                    <p:anim calcmode="lin" valueType="num">
                                      <p:cBhvr additive="base">
                                        <p:cTn id="8" dur="250" fill="hold"/>
                                        <p:tgtEl>
                                          <p:spTgt spid="7"/>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250" fill="hold"/>
                                        <p:tgtEl>
                                          <p:spTgt spid="2"/>
                                        </p:tgtEl>
                                        <p:attrNameLst>
                                          <p:attrName>ppt_x</p:attrName>
                                        </p:attrNameLst>
                                      </p:cBhvr>
                                      <p:tavLst>
                                        <p:tav tm="0">
                                          <p:val>
                                            <p:strVal val="0-#ppt_w/2"/>
                                          </p:val>
                                        </p:tav>
                                        <p:tav tm="100000">
                                          <p:val>
                                            <p:strVal val="#ppt_x"/>
                                          </p:val>
                                        </p:tav>
                                      </p:tavLst>
                                    </p:anim>
                                    <p:anim calcmode="lin" valueType="num">
                                      <p:cBhvr additive="base">
                                        <p:cTn id="12" dur="25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094"/>
        <p:cNvGrpSpPr/>
        <p:nvPr/>
      </p:nvGrpSpPr>
      <p:grpSpPr>
        <a:xfrm>
          <a:off x="0" y="0"/>
          <a:ext cx="0" cy="0"/>
          <a:chOff x="0" y="0"/>
          <a:chExt cx="0" cy="0"/>
        </a:xfrm>
      </p:grpSpPr>
      <p:sp>
        <p:nvSpPr>
          <p:cNvPr id="1095" name="Google Shape;1095;p30"/>
          <p:cNvSpPr/>
          <p:nvPr/>
        </p:nvSpPr>
        <p:spPr>
          <a:xfrm>
            <a:off x="340050" y="3140250"/>
            <a:ext cx="8867716" cy="2936625"/>
          </a:xfrm>
          <a:custGeom>
            <a:avLst/>
            <a:gdLst/>
            <a:ahLst/>
            <a:cxnLst/>
            <a:rect l="l" t="t" r="r" b="b"/>
            <a:pathLst>
              <a:path w="208861" h="117465" extrusionOk="0">
                <a:moveTo>
                  <a:pt x="183045" y="1"/>
                </a:moveTo>
                <a:cubicBezTo>
                  <a:pt x="112165" y="1"/>
                  <a:pt x="135646" y="29390"/>
                  <a:pt x="94030" y="29390"/>
                </a:cubicBezTo>
                <a:cubicBezTo>
                  <a:pt x="65942" y="29390"/>
                  <a:pt x="66005" y="6271"/>
                  <a:pt x="37023" y="6271"/>
                </a:cubicBezTo>
                <a:cubicBezTo>
                  <a:pt x="8025" y="6271"/>
                  <a:pt x="0" y="28215"/>
                  <a:pt x="0" y="28215"/>
                </a:cubicBezTo>
                <a:lnTo>
                  <a:pt x="0" y="117464"/>
                </a:lnTo>
                <a:lnTo>
                  <a:pt x="208860" y="117464"/>
                </a:lnTo>
                <a:lnTo>
                  <a:pt x="208860" y="22337"/>
                </a:lnTo>
                <a:cubicBezTo>
                  <a:pt x="208860" y="22337"/>
                  <a:pt x="208860" y="1"/>
                  <a:pt x="183045" y="1"/>
                </a:cubicBezTo>
                <a:close/>
              </a:path>
            </a:pathLst>
          </a:custGeom>
          <a:solidFill>
            <a:srgbClr val="FFFFFF">
              <a:alpha val="410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342;p37">
            <a:extLst>
              <a:ext uri="{FF2B5EF4-FFF2-40B4-BE49-F238E27FC236}">
                <a16:creationId xmlns:a16="http://schemas.microsoft.com/office/drawing/2014/main" id="{531D09E9-FDBE-47E3-4CE5-F17F5F5273AD}"/>
              </a:ext>
            </a:extLst>
          </p:cNvPr>
          <p:cNvSpPr txBox="1">
            <a:spLocks/>
          </p:cNvSpPr>
          <p:nvPr/>
        </p:nvSpPr>
        <p:spPr>
          <a:xfrm>
            <a:off x="1994175" y="473797"/>
            <a:ext cx="4955849" cy="43507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1400"/>
              <a:buFont typeface="Raleway"/>
              <a:buNone/>
              <a:defRPr sz="1200" b="0" i="0" u="none" strike="noStrike" cap="none">
                <a:solidFill>
                  <a:schemeClr val="dk1"/>
                </a:solidFill>
                <a:latin typeface="Raleway"/>
                <a:ea typeface="Raleway"/>
                <a:cs typeface="Raleway"/>
                <a:sym typeface="Raleway"/>
              </a:defRPr>
            </a:lvl1pPr>
            <a:lvl2pPr marL="914400" marR="0" lvl="1" indent="-317500" algn="ctr" rtl="0">
              <a:lnSpc>
                <a:spcPct val="100000"/>
              </a:lnSpc>
              <a:spcBef>
                <a:spcPts val="0"/>
              </a:spcBef>
              <a:spcAft>
                <a:spcPts val="0"/>
              </a:spcAft>
              <a:buClr>
                <a:schemeClr val="dk1"/>
              </a:buClr>
              <a:buSzPts val="1400"/>
              <a:buFont typeface="Raleway"/>
              <a:buNone/>
              <a:defRPr sz="1400" b="0" i="0" u="none" strike="noStrike" cap="none">
                <a:solidFill>
                  <a:schemeClr val="dk1"/>
                </a:solidFill>
                <a:latin typeface="Raleway"/>
                <a:ea typeface="Raleway"/>
                <a:cs typeface="Raleway"/>
                <a:sym typeface="Raleway"/>
              </a:defRPr>
            </a:lvl2pPr>
            <a:lvl3pPr marL="1371600" marR="0" lvl="2" indent="-317500" algn="ctr" rtl="0">
              <a:lnSpc>
                <a:spcPct val="100000"/>
              </a:lnSpc>
              <a:spcBef>
                <a:spcPts val="1600"/>
              </a:spcBef>
              <a:spcAft>
                <a:spcPts val="0"/>
              </a:spcAft>
              <a:buClr>
                <a:schemeClr val="dk1"/>
              </a:buClr>
              <a:buSzPts val="1400"/>
              <a:buFont typeface="Raleway"/>
              <a:buNone/>
              <a:defRPr sz="1400" b="0" i="0" u="none" strike="noStrike" cap="none">
                <a:solidFill>
                  <a:schemeClr val="dk1"/>
                </a:solidFill>
                <a:latin typeface="Raleway"/>
                <a:ea typeface="Raleway"/>
                <a:cs typeface="Raleway"/>
                <a:sym typeface="Raleway"/>
              </a:defRPr>
            </a:lvl3pPr>
            <a:lvl4pPr marL="1828800" marR="0" lvl="3" indent="-317500" algn="ctr" rtl="0">
              <a:lnSpc>
                <a:spcPct val="100000"/>
              </a:lnSpc>
              <a:spcBef>
                <a:spcPts val="1600"/>
              </a:spcBef>
              <a:spcAft>
                <a:spcPts val="0"/>
              </a:spcAft>
              <a:buClr>
                <a:schemeClr val="dk1"/>
              </a:buClr>
              <a:buSzPts val="1400"/>
              <a:buFont typeface="Raleway"/>
              <a:buNone/>
              <a:defRPr sz="1400" b="0" i="0" u="none" strike="noStrike" cap="none">
                <a:solidFill>
                  <a:schemeClr val="dk1"/>
                </a:solidFill>
                <a:latin typeface="Raleway"/>
                <a:ea typeface="Raleway"/>
                <a:cs typeface="Raleway"/>
                <a:sym typeface="Raleway"/>
              </a:defRPr>
            </a:lvl4pPr>
            <a:lvl5pPr marL="2286000" marR="0" lvl="4" indent="-317500" algn="ctr" rtl="0">
              <a:lnSpc>
                <a:spcPct val="100000"/>
              </a:lnSpc>
              <a:spcBef>
                <a:spcPts val="1600"/>
              </a:spcBef>
              <a:spcAft>
                <a:spcPts val="0"/>
              </a:spcAft>
              <a:buClr>
                <a:schemeClr val="dk1"/>
              </a:buClr>
              <a:buSzPts val="1400"/>
              <a:buFont typeface="Raleway"/>
              <a:buNone/>
              <a:defRPr sz="1400" b="0" i="0" u="none" strike="noStrike" cap="none">
                <a:solidFill>
                  <a:schemeClr val="dk1"/>
                </a:solidFill>
                <a:latin typeface="Raleway"/>
                <a:ea typeface="Raleway"/>
                <a:cs typeface="Raleway"/>
                <a:sym typeface="Raleway"/>
              </a:defRPr>
            </a:lvl5pPr>
            <a:lvl6pPr marL="2743200" marR="0" lvl="5" indent="-317500" algn="ctr" rtl="0">
              <a:lnSpc>
                <a:spcPct val="100000"/>
              </a:lnSpc>
              <a:spcBef>
                <a:spcPts val="1600"/>
              </a:spcBef>
              <a:spcAft>
                <a:spcPts val="0"/>
              </a:spcAft>
              <a:buClr>
                <a:schemeClr val="dk1"/>
              </a:buClr>
              <a:buSzPts val="1400"/>
              <a:buFont typeface="Raleway"/>
              <a:buNone/>
              <a:defRPr sz="1400" b="0" i="0" u="none" strike="noStrike" cap="none">
                <a:solidFill>
                  <a:schemeClr val="dk1"/>
                </a:solidFill>
                <a:latin typeface="Raleway"/>
                <a:ea typeface="Raleway"/>
                <a:cs typeface="Raleway"/>
                <a:sym typeface="Raleway"/>
              </a:defRPr>
            </a:lvl6pPr>
            <a:lvl7pPr marL="3200400" marR="0" lvl="6" indent="-317500" algn="ctr" rtl="0">
              <a:lnSpc>
                <a:spcPct val="100000"/>
              </a:lnSpc>
              <a:spcBef>
                <a:spcPts val="1600"/>
              </a:spcBef>
              <a:spcAft>
                <a:spcPts val="0"/>
              </a:spcAft>
              <a:buClr>
                <a:schemeClr val="dk1"/>
              </a:buClr>
              <a:buSzPts val="1400"/>
              <a:buFont typeface="Raleway"/>
              <a:buNone/>
              <a:defRPr sz="1400" b="0" i="0" u="none" strike="noStrike" cap="none">
                <a:solidFill>
                  <a:schemeClr val="dk1"/>
                </a:solidFill>
                <a:latin typeface="Raleway"/>
                <a:ea typeface="Raleway"/>
                <a:cs typeface="Raleway"/>
                <a:sym typeface="Raleway"/>
              </a:defRPr>
            </a:lvl7pPr>
            <a:lvl8pPr marL="3657600" marR="0" lvl="7" indent="-317500" algn="ctr" rtl="0">
              <a:lnSpc>
                <a:spcPct val="100000"/>
              </a:lnSpc>
              <a:spcBef>
                <a:spcPts val="1600"/>
              </a:spcBef>
              <a:spcAft>
                <a:spcPts val="0"/>
              </a:spcAft>
              <a:buClr>
                <a:schemeClr val="dk1"/>
              </a:buClr>
              <a:buSzPts val="1400"/>
              <a:buFont typeface="Raleway"/>
              <a:buNone/>
              <a:defRPr sz="1400" b="0" i="0" u="none" strike="noStrike" cap="none">
                <a:solidFill>
                  <a:schemeClr val="dk1"/>
                </a:solidFill>
                <a:latin typeface="Raleway"/>
                <a:ea typeface="Raleway"/>
                <a:cs typeface="Raleway"/>
                <a:sym typeface="Raleway"/>
              </a:defRPr>
            </a:lvl8pPr>
            <a:lvl9pPr marL="4114800" marR="0" lvl="8" indent="-317500" algn="ctr" rtl="0">
              <a:lnSpc>
                <a:spcPct val="100000"/>
              </a:lnSpc>
              <a:spcBef>
                <a:spcPts val="1600"/>
              </a:spcBef>
              <a:spcAft>
                <a:spcPts val="1600"/>
              </a:spcAft>
              <a:buClr>
                <a:schemeClr val="dk1"/>
              </a:buClr>
              <a:buSzPts val="1400"/>
              <a:buFont typeface="Raleway"/>
              <a:buNone/>
              <a:defRPr sz="1400" b="0" i="0" u="none" strike="noStrike" cap="none">
                <a:solidFill>
                  <a:schemeClr val="dk1"/>
                </a:solidFill>
                <a:latin typeface="Raleway"/>
                <a:ea typeface="Raleway"/>
                <a:cs typeface="Raleway"/>
                <a:sym typeface="Raleway"/>
              </a:defRPr>
            </a:lvl9pPr>
          </a:lstStyle>
          <a:p>
            <a:pPr marL="0" indent="0" algn="ctr">
              <a:lnSpc>
                <a:spcPct val="150000"/>
              </a:lnSpc>
            </a:pPr>
            <a:r>
              <a:rPr lang="en-US" sz="1800" dirty="0">
                <a:solidFill>
                  <a:srgbClr val="443728"/>
                </a:solidFill>
                <a:latin typeface="Abel" panose="02000506030000020004" pitchFamily="2" charset="0"/>
                <a:ea typeface="Crimson Pro Bold"/>
                <a:cs typeface="Open Sans" pitchFamily="34" charset="-120"/>
              </a:rPr>
              <a:t>Filtered price outliers using IQR</a:t>
            </a:r>
          </a:p>
          <a:p>
            <a:pPr marL="0" indent="0" algn="ctr">
              <a:lnSpc>
                <a:spcPct val="150000"/>
              </a:lnSpc>
            </a:pPr>
            <a:r>
              <a:rPr lang="en-US" sz="1800" dirty="0">
                <a:solidFill>
                  <a:srgbClr val="002E50"/>
                </a:solidFill>
                <a:latin typeface="Abel" panose="02000506030000020004" pitchFamily="2" charset="0"/>
                <a:ea typeface="Crimson Pro Bold"/>
                <a:cs typeface="Open Sans" pitchFamily="34" charset="-120"/>
              </a:rPr>
              <a:t>“No Outliers found.”</a:t>
            </a:r>
            <a:endParaRPr lang="en-US" sz="1800" dirty="0">
              <a:solidFill>
                <a:srgbClr val="002E50"/>
              </a:solidFill>
              <a:latin typeface="Abel" panose="02000506030000020004" pitchFamily="2" charset="0"/>
              <a:ea typeface="Crimson Pro Bold"/>
            </a:endParaRPr>
          </a:p>
          <a:p>
            <a:pPr marL="0" indent="0"/>
            <a:r>
              <a:rPr lang="en-US" sz="2800" dirty="0">
                <a:latin typeface="Crimson Pro Bold"/>
                <a:ea typeface="Crimson Pro Bold"/>
              </a:rPr>
              <a:t> </a:t>
            </a:r>
          </a:p>
        </p:txBody>
      </p:sp>
      <p:sp>
        <p:nvSpPr>
          <p:cNvPr id="1097" name="Google Shape;1097;p30"/>
          <p:cNvSpPr/>
          <p:nvPr/>
        </p:nvSpPr>
        <p:spPr>
          <a:xfrm>
            <a:off x="-8925" y="2012525"/>
            <a:ext cx="1866825" cy="2352350"/>
          </a:xfrm>
          <a:custGeom>
            <a:avLst/>
            <a:gdLst/>
            <a:ahLst/>
            <a:cxnLst/>
            <a:rect l="l" t="t" r="r" b="b"/>
            <a:pathLst>
              <a:path w="74673" h="94094" extrusionOk="0">
                <a:moveTo>
                  <a:pt x="0" y="1"/>
                </a:moveTo>
                <a:cubicBezTo>
                  <a:pt x="0" y="1"/>
                  <a:pt x="784" y="10565"/>
                  <a:pt x="8104" y="15785"/>
                </a:cubicBezTo>
                <a:cubicBezTo>
                  <a:pt x="15408" y="21004"/>
                  <a:pt x="1301" y="24672"/>
                  <a:pt x="8104" y="33027"/>
                </a:cubicBezTo>
                <a:cubicBezTo>
                  <a:pt x="14891" y="41381"/>
                  <a:pt x="32650" y="37494"/>
                  <a:pt x="36317" y="43623"/>
                </a:cubicBezTo>
                <a:cubicBezTo>
                  <a:pt x="39970" y="49751"/>
                  <a:pt x="27132" y="74046"/>
                  <a:pt x="33810" y="83843"/>
                </a:cubicBezTo>
                <a:cubicBezTo>
                  <a:pt x="40487" y="93639"/>
                  <a:pt x="46662" y="94094"/>
                  <a:pt x="46662" y="94094"/>
                </a:cubicBezTo>
                <a:lnTo>
                  <a:pt x="74672" y="59156"/>
                </a:lnTo>
                <a:close/>
              </a:path>
            </a:pathLst>
          </a:custGeom>
          <a:solidFill>
            <a:srgbClr val="FFFFFF">
              <a:alpha val="410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98" name="Google Shape;1098;p30"/>
          <p:cNvGrpSpPr/>
          <p:nvPr/>
        </p:nvGrpSpPr>
        <p:grpSpPr>
          <a:xfrm>
            <a:off x="1941675" y="4364875"/>
            <a:ext cx="853900" cy="770400"/>
            <a:chOff x="4219225" y="4330850"/>
            <a:chExt cx="853900" cy="770400"/>
          </a:xfrm>
          <a:solidFill>
            <a:srgbClr val="38761D"/>
          </a:solidFill>
        </p:grpSpPr>
        <p:grpSp>
          <p:nvGrpSpPr>
            <p:cNvPr id="1099" name="Google Shape;1099;p30"/>
            <p:cNvGrpSpPr/>
            <p:nvPr/>
          </p:nvGrpSpPr>
          <p:grpSpPr>
            <a:xfrm>
              <a:off x="4295625" y="4330850"/>
              <a:ext cx="777500" cy="770400"/>
              <a:chOff x="4295625" y="4330850"/>
              <a:chExt cx="777500" cy="770400"/>
            </a:xfrm>
            <a:grpFill/>
          </p:grpSpPr>
          <p:sp>
            <p:nvSpPr>
              <p:cNvPr id="1100" name="Google Shape;1100;p30"/>
              <p:cNvSpPr/>
              <p:nvPr/>
            </p:nvSpPr>
            <p:spPr>
              <a:xfrm>
                <a:off x="4603250" y="4588300"/>
                <a:ext cx="408325" cy="293525"/>
              </a:xfrm>
              <a:custGeom>
                <a:avLst/>
                <a:gdLst/>
                <a:ahLst/>
                <a:cxnLst/>
                <a:rect l="l" t="t" r="r" b="b"/>
                <a:pathLst>
                  <a:path w="16333" h="11741" extrusionOk="0">
                    <a:moveTo>
                      <a:pt x="8167" y="0"/>
                    </a:moveTo>
                    <a:cubicBezTo>
                      <a:pt x="8167" y="0"/>
                      <a:pt x="5549" y="9185"/>
                      <a:pt x="0" y="9185"/>
                    </a:cubicBezTo>
                    <a:cubicBezTo>
                      <a:pt x="0" y="9185"/>
                      <a:pt x="3260" y="11740"/>
                      <a:pt x="8167" y="11740"/>
                    </a:cubicBezTo>
                    <a:cubicBezTo>
                      <a:pt x="13073" y="11740"/>
                      <a:pt x="16333" y="9185"/>
                      <a:pt x="16333" y="9185"/>
                    </a:cubicBezTo>
                    <a:cubicBezTo>
                      <a:pt x="10784" y="9185"/>
                      <a:pt x="8167" y="0"/>
                      <a:pt x="816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01" name="Google Shape;1101;p30"/>
              <p:cNvGrpSpPr/>
              <p:nvPr/>
            </p:nvGrpSpPr>
            <p:grpSpPr>
              <a:xfrm>
                <a:off x="4295625" y="4330850"/>
                <a:ext cx="777500" cy="770400"/>
                <a:chOff x="4295625" y="4330850"/>
                <a:chExt cx="777500" cy="770400"/>
              </a:xfrm>
              <a:grpFill/>
            </p:grpSpPr>
            <p:sp>
              <p:nvSpPr>
                <p:cNvPr id="1102" name="Google Shape;1102;p30"/>
                <p:cNvSpPr/>
                <p:nvPr/>
              </p:nvSpPr>
              <p:spPr>
                <a:xfrm>
                  <a:off x="4637325" y="4508750"/>
                  <a:ext cx="340550" cy="244925"/>
                </a:xfrm>
                <a:custGeom>
                  <a:avLst/>
                  <a:gdLst/>
                  <a:ahLst/>
                  <a:cxnLst/>
                  <a:rect l="l" t="t" r="r" b="b"/>
                  <a:pathLst>
                    <a:path w="13622" h="9797" extrusionOk="0">
                      <a:moveTo>
                        <a:pt x="6804" y="0"/>
                      </a:moveTo>
                      <a:cubicBezTo>
                        <a:pt x="6804" y="0"/>
                        <a:pt x="4625" y="7665"/>
                        <a:pt x="1" y="7665"/>
                      </a:cubicBezTo>
                      <a:cubicBezTo>
                        <a:pt x="1" y="7665"/>
                        <a:pt x="2713" y="9797"/>
                        <a:pt x="6804" y="9797"/>
                      </a:cubicBezTo>
                      <a:cubicBezTo>
                        <a:pt x="10895" y="9797"/>
                        <a:pt x="13622" y="7665"/>
                        <a:pt x="13622" y="7665"/>
                      </a:cubicBezTo>
                      <a:cubicBezTo>
                        <a:pt x="8998" y="7665"/>
                        <a:pt x="6804" y="0"/>
                        <a:pt x="680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3" name="Google Shape;1103;p30"/>
                <p:cNvSpPr/>
                <p:nvPr/>
              </p:nvSpPr>
              <p:spPr>
                <a:xfrm>
                  <a:off x="4330900" y="4565175"/>
                  <a:ext cx="166175" cy="189675"/>
                </a:xfrm>
                <a:custGeom>
                  <a:avLst/>
                  <a:gdLst/>
                  <a:ahLst/>
                  <a:cxnLst/>
                  <a:rect l="l" t="t" r="r" b="b"/>
                  <a:pathLst>
                    <a:path w="6647" h="7587" extrusionOk="0">
                      <a:moveTo>
                        <a:pt x="3323" y="0"/>
                      </a:moveTo>
                      <a:cubicBezTo>
                        <a:pt x="3323" y="0"/>
                        <a:pt x="2461" y="6850"/>
                        <a:pt x="1" y="6850"/>
                      </a:cubicBezTo>
                      <a:cubicBezTo>
                        <a:pt x="1" y="6850"/>
                        <a:pt x="1286" y="7587"/>
                        <a:pt x="3323" y="7587"/>
                      </a:cubicBezTo>
                      <a:cubicBezTo>
                        <a:pt x="5361" y="7587"/>
                        <a:pt x="6646" y="6850"/>
                        <a:pt x="6646" y="6850"/>
                      </a:cubicBezTo>
                      <a:cubicBezTo>
                        <a:pt x="4186" y="6850"/>
                        <a:pt x="3323" y="0"/>
                        <a:pt x="3323"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04" name="Google Shape;1104;p30"/>
                <p:cNvGrpSpPr/>
                <p:nvPr/>
              </p:nvGrpSpPr>
              <p:grpSpPr>
                <a:xfrm>
                  <a:off x="4295625" y="4330850"/>
                  <a:ext cx="777500" cy="770400"/>
                  <a:chOff x="4295625" y="4330850"/>
                  <a:chExt cx="777500" cy="770400"/>
                </a:xfrm>
                <a:grpFill/>
              </p:grpSpPr>
              <p:sp>
                <p:nvSpPr>
                  <p:cNvPr id="1105" name="Google Shape;1105;p30"/>
                  <p:cNvSpPr/>
                  <p:nvPr/>
                </p:nvSpPr>
                <p:spPr>
                  <a:xfrm>
                    <a:off x="4688275" y="4330850"/>
                    <a:ext cx="238675" cy="272750"/>
                  </a:xfrm>
                  <a:custGeom>
                    <a:avLst/>
                    <a:gdLst/>
                    <a:ahLst/>
                    <a:cxnLst/>
                    <a:rect l="l" t="t" r="r" b="b"/>
                    <a:pathLst>
                      <a:path w="9547" h="10910" extrusionOk="0">
                        <a:moveTo>
                          <a:pt x="4766" y="0"/>
                        </a:moveTo>
                        <a:cubicBezTo>
                          <a:pt x="4766" y="0"/>
                          <a:pt x="3543" y="9843"/>
                          <a:pt x="1" y="9843"/>
                        </a:cubicBezTo>
                        <a:cubicBezTo>
                          <a:pt x="1" y="9843"/>
                          <a:pt x="1850" y="10909"/>
                          <a:pt x="4766" y="10909"/>
                        </a:cubicBezTo>
                        <a:cubicBezTo>
                          <a:pt x="7697" y="10909"/>
                          <a:pt x="9546" y="9843"/>
                          <a:pt x="9546" y="9843"/>
                        </a:cubicBezTo>
                        <a:cubicBezTo>
                          <a:pt x="6004" y="9843"/>
                          <a:pt x="4766" y="0"/>
                          <a:pt x="4766"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6" name="Google Shape;1106;p30"/>
                  <p:cNvSpPr/>
                  <p:nvPr/>
                </p:nvSpPr>
                <p:spPr>
                  <a:xfrm>
                    <a:off x="4513550" y="4699175"/>
                    <a:ext cx="559575" cy="402075"/>
                  </a:xfrm>
                  <a:custGeom>
                    <a:avLst/>
                    <a:gdLst/>
                    <a:ahLst/>
                    <a:cxnLst/>
                    <a:rect l="l" t="t" r="r" b="b"/>
                    <a:pathLst>
                      <a:path w="22383" h="16083" extrusionOk="0">
                        <a:moveTo>
                          <a:pt x="11192" y="1"/>
                        </a:moveTo>
                        <a:cubicBezTo>
                          <a:pt x="11192" y="1"/>
                          <a:pt x="7618" y="12587"/>
                          <a:pt x="0" y="12587"/>
                        </a:cubicBezTo>
                        <a:cubicBezTo>
                          <a:pt x="0" y="12587"/>
                          <a:pt x="4483" y="16083"/>
                          <a:pt x="11192" y="16083"/>
                        </a:cubicBezTo>
                        <a:cubicBezTo>
                          <a:pt x="17916" y="16083"/>
                          <a:pt x="22383" y="12587"/>
                          <a:pt x="22383" y="12587"/>
                        </a:cubicBezTo>
                        <a:cubicBezTo>
                          <a:pt x="14781" y="12587"/>
                          <a:pt x="11192" y="1"/>
                          <a:pt x="1119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7" name="Google Shape;1107;p30"/>
                  <p:cNvSpPr/>
                  <p:nvPr/>
                </p:nvSpPr>
                <p:spPr>
                  <a:xfrm>
                    <a:off x="4295625" y="4689000"/>
                    <a:ext cx="237100" cy="170475"/>
                  </a:xfrm>
                  <a:custGeom>
                    <a:avLst/>
                    <a:gdLst/>
                    <a:ahLst/>
                    <a:cxnLst/>
                    <a:rect l="l" t="t" r="r" b="b"/>
                    <a:pathLst>
                      <a:path w="9484" h="6819" extrusionOk="0">
                        <a:moveTo>
                          <a:pt x="4734" y="0"/>
                        </a:moveTo>
                        <a:cubicBezTo>
                          <a:pt x="4734" y="0"/>
                          <a:pt x="3214" y="5330"/>
                          <a:pt x="1" y="5330"/>
                        </a:cubicBezTo>
                        <a:cubicBezTo>
                          <a:pt x="1" y="5330"/>
                          <a:pt x="1882" y="6819"/>
                          <a:pt x="4734" y="6819"/>
                        </a:cubicBezTo>
                        <a:cubicBezTo>
                          <a:pt x="7587" y="6819"/>
                          <a:pt x="9484" y="5330"/>
                          <a:pt x="9484" y="5330"/>
                        </a:cubicBezTo>
                        <a:cubicBezTo>
                          <a:pt x="6255" y="5330"/>
                          <a:pt x="4734" y="0"/>
                          <a:pt x="473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1108" name="Google Shape;1108;p30"/>
            <p:cNvGrpSpPr/>
            <p:nvPr/>
          </p:nvGrpSpPr>
          <p:grpSpPr>
            <a:xfrm>
              <a:off x="4219225" y="4744250"/>
              <a:ext cx="389525" cy="357000"/>
              <a:chOff x="4219225" y="4744250"/>
              <a:chExt cx="389525" cy="357000"/>
            </a:xfrm>
            <a:grpFill/>
          </p:grpSpPr>
          <p:sp>
            <p:nvSpPr>
              <p:cNvPr id="1109" name="Google Shape;1109;p30"/>
              <p:cNvSpPr/>
              <p:nvPr/>
            </p:nvSpPr>
            <p:spPr>
              <a:xfrm>
                <a:off x="4271725" y="4744250"/>
                <a:ext cx="284525" cy="204175"/>
              </a:xfrm>
              <a:custGeom>
                <a:avLst/>
                <a:gdLst/>
                <a:ahLst/>
                <a:cxnLst/>
                <a:rect l="l" t="t" r="r" b="b"/>
                <a:pathLst>
                  <a:path w="11381" h="8167" extrusionOk="0">
                    <a:moveTo>
                      <a:pt x="5690" y="0"/>
                    </a:moveTo>
                    <a:cubicBezTo>
                      <a:pt x="5690" y="0"/>
                      <a:pt x="3872" y="6396"/>
                      <a:pt x="1" y="6396"/>
                    </a:cubicBezTo>
                    <a:cubicBezTo>
                      <a:pt x="1" y="6396"/>
                      <a:pt x="2273" y="8167"/>
                      <a:pt x="5690" y="8167"/>
                    </a:cubicBezTo>
                    <a:cubicBezTo>
                      <a:pt x="9107" y="8167"/>
                      <a:pt x="11380" y="6396"/>
                      <a:pt x="11380" y="6396"/>
                    </a:cubicBezTo>
                    <a:cubicBezTo>
                      <a:pt x="7509" y="6396"/>
                      <a:pt x="5690" y="0"/>
                      <a:pt x="569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0" name="Google Shape;1110;p30"/>
              <p:cNvSpPr/>
              <p:nvPr/>
            </p:nvSpPr>
            <p:spPr>
              <a:xfrm>
                <a:off x="4219225" y="4821450"/>
                <a:ext cx="389525" cy="279800"/>
              </a:xfrm>
              <a:custGeom>
                <a:avLst/>
                <a:gdLst/>
                <a:ahLst/>
                <a:cxnLst/>
                <a:rect l="l" t="t" r="r" b="b"/>
                <a:pathLst>
                  <a:path w="15581" h="11192" extrusionOk="0">
                    <a:moveTo>
                      <a:pt x="7790" y="0"/>
                    </a:moveTo>
                    <a:cubicBezTo>
                      <a:pt x="7790" y="0"/>
                      <a:pt x="5298" y="8762"/>
                      <a:pt x="0" y="8762"/>
                    </a:cubicBezTo>
                    <a:cubicBezTo>
                      <a:pt x="0" y="8762"/>
                      <a:pt x="3120" y="11192"/>
                      <a:pt x="7790" y="11192"/>
                    </a:cubicBezTo>
                    <a:cubicBezTo>
                      <a:pt x="12461" y="11192"/>
                      <a:pt x="15581" y="8762"/>
                      <a:pt x="15581" y="8762"/>
                    </a:cubicBezTo>
                    <a:cubicBezTo>
                      <a:pt x="10283" y="8762"/>
                      <a:pt x="7790" y="0"/>
                      <a:pt x="779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174" name="Google Shape;1174;p30"/>
          <p:cNvSpPr/>
          <p:nvPr/>
        </p:nvSpPr>
        <p:spPr>
          <a:xfrm>
            <a:off x="-8925" y="695575"/>
            <a:ext cx="3504800" cy="490625"/>
          </a:xfrm>
          <a:custGeom>
            <a:avLst/>
            <a:gdLst/>
            <a:ahLst/>
            <a:cxnLst/>
            <a:rect l="l" t="t" r="r" b="b"/>
            <a:pathLst>
              <a:path w="140192" h="19625" extrusionOk="0">
                <a:moveTo>
                  <a:pt x="45832" y="2399"/>
                </a:moveTo>
                <a:cubicBezTo>
                  <a:pt x="38057" y="7775"/>
                  <a:pt x="0" y="2399"/>
                  <a:pt x="0" y="2399"/>
                </a:cubicBezTo>
                <a:lnTo>
                  <a:pt x="0" y="2399"/>
                </a:lnTo>
                <a:lnTo>
                  <a:pt x="0" y="19625"/>
                </a:lnTo>
                <a:cubicBezTo>
                  <a:pt x="0" y="19625"/>
                  <a:pt x="58293" y="7242"/>
                  <a:pt x="63418" y="4781"/>
                </a:cubicBezTo>
                <a:lnTo>
                  <a:pt x="63418" y="4781"/>
                </a:lnTo>
                <a:cubicBezTo>
                  <a:pt x="68528" y="2336"/>
                  <a:pt x="140191" y="2399"/>
                  <a:pt x="140191" y="2399"/>
                </a:cubicBezTo>
                <a:lnTo>
                  <a:pt x="140191" y="2399"/>
                </a:lnTo>
                <a:cubicBezTo>
                  <a:pt x="140191" y="2399"/>
                  <a:pt x="101711" y="0"/>
                  <a:pt x="73763" y="0"/>
                </a:cubicBezTo>
                <a:lnTo>
                  <a:pt x="73763" y="0"/>
                </a:lnTo>
                <a:cubicBezTo>
                  <a:pt x="59782" y="0"/>
                  <a:pt x="48434" y="596"/>
                  <a:pt x="45832" y="2399"/>
                </a:cubicBezTo>
                <a:close/>
              </a:path>
            </a:pathLst>
          </a:custGeom>
          <a:solidFill>
            <a:srgbClr val="FFFFFF">
              <a:alpha val="410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 name="Picture 1" descr="A blue and white dotted chart&#10;&#10;AI-generated content may be incorrect.">
            <a:extLst>
              <a:ext uri="{FF2B5EF4-FFF2-40B4-BE49-F238E27FC236}">
                <a16:creationId xmlns:a16="http://schemas.microsoft.com/office/drawing/2014/main" id="{7FA7814A-FFD3-1675-CD1C-2B4FD64F1DA4}"/>
              </a:ext>
            </a:extLst>
          </p:cNvPr>
          <p:cNvPicPr>
            <a:picLocks noChangeAspect="1"/>
          </p:cNvPicPr>
          <p:nvPr/>
        </p:nvPicPr>
        <p:blipFill>
          <a:blip r:embed="rId3"/>
          <a:stretch>
            <a:fillRect/>
          </a:stretch>
        </p:blipFill>
        <p:spPr>
          <a:xfrm>
            <a:off x="1682918" y="1391104"/>
            <a:ext cx="5564607" cy="2873903"/>
          </a:xfrm>
          <a:prstGeom prst="rect">
            <a:avLst/>
          </a:prstGeom>
        </p:spPr>
      </p:pic>
      <p:grpSp>
        <p:nvGrpSpPr>
          <p:cNvPr id="1113" name="Google Shape;1113;p30"/>
          <p:cNvGrpSpPr/>
          <p:nvPr/>
        </p:nvGrpSpPr>
        <p:grpSpPr>
          <a:xfrm flipH="1">
            <a:off x="-3947675" y="-414289"/>
            <a:ext cx="5744325" cy="5451839"/>
            <a:chOff x="4527625" y="682250"/>
            <a:chExt cx="4656075" cy="4419000"/>
          </a:xfrm>
        </p:grpSpPr>
        <p:sp>
          <p:nvSpPr>
            <p:cNvPr id="1114" name="Google Shape;1114;p30"/>
            <p:cNvSpPr/>
            <p:nvPr/>
          </p:nvSpPr>
          <p:spPr>
            <a:xfrm>
              <a:off x="4527625" y="682250"/>
              <a:ext cx="4656075" cy="4419000"/>
            </a:xfrm>
            <a:custGeom>
              <a:avLst/>
              <a:gdLst/>
              <a:ahLst/>
              <a:cxnLst/>
              <a:rect l="l" t="t" r="r" b="b"/>
              <a:pathLst>
                <a:path w="186243" h="176760" extrusionOk="0">
                  <a:moveTo>
                    <a:pt x="135238" y="1442"/>
                  </a:moveTo>
                  <a:lnTo>
                    <a:pt x="0" y="176760"/>
                  </a:lnTo>
                  <a:lnTo>
                    <a:pt x="186242" y="176760"/>
                  </a:lnTo>
                  <a:lnTo>
                    <a:pt x="186242" y="59359"/>
                  </a:lnTo>
                  <a:lnTo>
                    <a:pt x="141100" y="1427"/>
                  </a:lnTo>
                  <a:cubicBezTo>
                    <a:pt x="140348" y="471"/>
                    <a:pt x="139266" y="0"/>
                    <a:pt x="138169" y="0"/>
                  </a:cubicBezTo>
                  <a:lnTo>
                    <a:pt x="138169" y="0"/>
                  </a:lnTo>
                  <a:cubicBezTo>
                    <a:pt x="137072" y="0"/>
                    <a:pt x="135975" y="486"/>
                    <a:pt x="135238" y="1442"/>
                  </a:cubicBezTo>
                </a:path>
              </a:pathLst>
            </a:custGeom>
            <a:solidFill>
              <a:srgbClr val="0070C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15" name="Google Shape;1115;p30"/>
            <p:cNvSpPr/>
            <p:nvPr/>
          </p:nvSpPr>
          <p:spPr>
            <a:xfrm>
              <a:off x="7564125" y="695575"/>
              <a:ext cx="1619575" cy="4405675"/>
            </a:xfrm>
            <a:custGeom>
              <a:avLst/>
              <a:gdLst/>
              <a:ahLst/>
              <a:cxnLst/>
              <a:rect l="l" t="t" r="r" b="b"/>
              <a:pathLst>
                <a:path w="64783" h="176227" extrusionOk="0">
                  <a:moveTo>
                    <a:pt x="21600" y="3417"/>
                  </a:moveTo>
                  <a:cubicBezTo>
                    <a:pt x="18935" y="0"/>
                    <a:pt x="13465" y="3198"/>
                    <a:pt x="15267" y="7148"/>
                  </a:cubicBezTo>
                  <a:cubicBezTo>
                    <a:pt x="15299" y="7226"/>
                    <a:pt x="15346" y="7289"/>
                    <a:pt x="15377" y="7367"/>
                  </a:cubicBezTo>
                  <a:cubicBezTo>
                    <a:pt x="17258" y="10894"/>
                    <a:pt x="21176" y="11286"/>
                    <a:pt x="21176" y="14029"/>
                  </a:cubicBezTo>
                  <a:cubicBezTo>
                    <a:pt x="21176" y="23042"/>
                    <a:pt x="1975" y="29437"/>
                    <a:pt x="1975" y="46678"/>
                  </a:cubicBezTo>
                  <a:cubicBezTo>
                    <a:pt x="1975" y="63920"/>
                    <a:pt x="41553" y="65488"/>
                    <a:pt x="41553" y="83513"/>
                  </a:cubicBezTo>
                  <a:cubicBezTo>
                    <a:pt x="41553" y="101539"/>
                    <a:pt x="0" y="98796"/>
                    <a:pt x="0" y="125442"/>
                  </a:cubicBezTo>
                  <a:cubicBezTo>
                    <a:pt x="0" y="152088"/>
                    <a:pt x="64782" y="176227"/>
                    <a:pt x="64782" y="176227"/>
                  </a:cubicBezTo>
                  <a:lnTo>
                    <a:pt x="64782" y="58826"/>
                  </a:lnTo>
                  <a:close/>
                </a:path>
              </a:pathLst>
            </a:custGeom>
            <a:solidFill>
              <a:srgbClr val="FFFFFF">
                <a:alpha val="410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37" name="Google Shape;1137;p30"/>
          <p:cNvSpPr/>
          <p:nvPr/>
        </p:nvSpPr>
        <p:spPr>
          <a:xfrm>
            <a:off x="4305025" y="3983225"/>
            <a:ext cx="4881800" cy="1188925"/>
          </a:xfrm>
          <a:custGeom>
            <a:avLst/>
            <a:gdLst/>
            <a:ahLst/>
            <a:cxnLst/>
            <a:rect l="l" t="t" r="r" b="b"/>
            <a:pathLst>
              <a:path w="195272" h="47557" extrusionOk="0">
                <a:moveTo>
                  <a:pt x="169456" y="6161"/>
                </a:moveTo>
                <a:cubicBezTo>
                  <a:pt x="153343" y="18559"/>
                  <a:pt x="158233" y="14907"/>
                  <a:pt x="149001" y="12290"/>
                </a:cubicBezTo>
                <a:lnTo>
                  <a:pt x="149001" y="12290"/>
                </a:lnTo>
                <a:cubicBezTo>
                  <a:pt x="139753" y="9688"/>
                  <a:pt x="141070" y="6020"/>
                  <a:pt x="130489" y="13340"/>
                </a:cubicBezTo>
                <a:lnTo>
                  <a:pt x="130489" y="13340"/>
                </a:lnTo>
                <a:cubicBezTo>
                  <a:pt x="125160" y="17023"/>
                  <a:pt x="118279" y="16318"/>
                  <a:pt x="111147" y="15628"/>
                </a:cubicBezTo>
                <a:lnTo>
                  <a:pt x="111147" y="15628"/>
                </a:lnTo>
                <a:cubicBezTo>
                  <a:pt x="104125" y="14938"/>
                  <a:pt x="96868" y="14233"/>
                  <a:pt x="90645" y="17760"/>
                </a:cubicBezTo>
                <a:lnTo>
                  <a:pt x="90645" y="17760"/>
                </a:lnTo>
                <a:cubicBezTo>
                  <a:pt x="78106" y="24829"/>
                  <a:pt x="65990" y="32980"/>
                  <a:pt x="62416" y="32494"/>
                </a:cubicBezTo>
                <a:lnTo>
                  <a:pt x="62416" y="32494"/>
                </a:lnTo>
                <a:cubicBezTo>
                  <a:pt x="29515" y="28058"/>
                  <a:pt x="1" y="47557"/>
                  <a:pt x="1" y="47557"/>
                </a:cubicBezTo>
                <a:lnTo>
                  <a:pt x="1" y="47557"/>
                </a:lnTo>
                <a:lnTo>
                  <a:pt x="195271" y="47557"/>
                </a:lnTo>
                <a:lnTo>
                  <a:pt x="195271" y="3935"/>
                </a:lnTo>
                <a:cubicBezTo>
                  <a:pt x="195271" y="3935"/>
                  <a:pt x="191525" y="1"/>
                  <a:pt x="184817" y="1"/>
                </a:cubicBezTo>
                <a:lnTo>
                  <a:pt x="184817" y="1"/>
                </a:lnTo>
                <a:cubicBezTo>
                  <a:pt x="180726" y="1"/>
                  <a:pt x="175553" y="1459"/>
                  <a:pt x="169456" y="6161"/>
                </a:cubicBezTo>
                <a:close/>
              </a:path>
            </a:pathLst>
          </a:custGeom>
          <a:solidFill>
            <a:srgbClr val="638C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rgbClr val="00B0F0"/>
              </a:solidFill>
            </a:endParaRPr>
          </a:p>
        </p:txBody>
      </p:sp>
      <p:grpSp>
        <p:nvGrpSpPr>
          <p:cNvPr id="1138" name="Google Shape;1138;p30"/>
          <p:cNvGrpSpPr/>
          <p:nvPr/>
        </p:nvGrpSpPr>
        <p:grpSpPr>
          <a:xfrm>
            <a:off x="7524150" y="4407050"/>
            <a:ext cx="559600" cy="770400"/>
            <a:chOff x="7524150" y="4330850"/>
            <a:chExt cx="559600" cy="770400"/>
          </a:xfrm>
          <a:solidFill>
            <a:srgbClr val="38761D"/>
          </a:solidFill>
        </p:grpSpPr>
        <p:sp>
          <p:nvSpPr>
            <p:cNvPr id="1139" name="Google Shape;1139;p30"/>
            <p:cNvSpPr/>
            <p:nvPr/>
          </p:nvSpPr>
          <p:spPr>
            <a:xfrm>
              <a:off x="7684825" y="4330850"/>
              <a:ext cx="238275" cy="272750"/>
            </a:xfrm>
            <a:custGeom>
              <a:avLst/>
              <a:gdLst/>
              <a:ahLst/>
              <a:cxnLst/>
              <a:rect l="l" t="t" r="r" b="b"/>
              <a:pathLst>
                <a:path w="9531" h="10910" extrusionOk="0">
                  <a:moveTo>
                    <a:pt x="4765" y="0"/>
                  </a:moveTo>
                  <a:cubicBezTo>
                    <a:pt x="4765" y="0"/>
                    <a:pt x="3527" y="9843"/>
                    <a:pt x="0" y="9843"/>
                  </a:cubicBezTo>
                  <a:cubicBezTo>
                    <a:pt x="0" y="9843"/>
                    <a:pt x="1850" y="10909"/>
                    <a:pt x="4765" y="10909"/>
                  </a:cubicBezTo>
                  <a:cubicBezTo>
                    <a:pt x="7680" y="10909"/>
                    <a:pt x="9530" y="9843"/>
                    <a:pt x="9530" y="9843"/>
                  </a:cubicBezTo>
                  <a:cubicBezTo>
                    <a:pt x="5988" y="9843"/>
                    <a:pt x="4765" y="0"/>
                    <a:pt x="476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0" name="Google Shape;1140;p30"/>
            <p:cNvSpPr/>
            <p:nvPr/>
          </p:nvSpPr>
          <p:spPr>
            <a:xfrm>
              <a:off x="7633475" y="4508750"/>
              <a:ext cx="340950" cy="244925"/>
            </a:xfrm>
            <a:custGeom>
              <a:avLst/>
              <a:gdLst/>
              <a:ahLst/>
              <a:cxnLst/>
              <a:rect l="l" t="t" r="r" b="b"/>
              <a:pathLst>
                <a:path w="13638" h="9797" extrusionOk="0">
                  <a:moveTo>
                    <a:pt x="6819" y="0"/>
                  </a:moveTo>
                  <a:cubicBezTo>
                    <a:pt x="6819" y="0"/>
                    <a:pt x="4640" y="7665"/>
                    <a:pt x="1" y="7665"/>
                  </a:cubicBezTo>
                  <a:cubicBezTo>
                    <a:pt x="1" y="7665"/>
                    <a:pt x="2728" y="9797"/>
                    <a:pt x="6819" y="9797"/>
                  </a:cubicBezTo>
                  <a:cubicBezTo>
                    <a:pt x="10910" y="9797"/>
                    <a:pt x="13637" y="7665"/>
                    <a:pt x="13637" y="7665"/>
                  </a:cubicBezTo>
                  <a:cubicBezTo>
                    <a:pt x="8998" y="7665"/>
                    <a:pt x="6819" y="0"/>
                    <a:pt x="681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1" name="Google Shape;1141;p30"/>
            <p:cNvSpPr/>
            <p:nvPr/>
          </p:nvSpPr>
          <p:spPr>
            <a:xfrm>
              <a:off x="7599775" y="4588300"/>
              <a:ext cx="408350" cy="293525"/>
            </a:xfrm>
            <a:custGeom>
              <a:avLst/>
              <a:gdLst/>
              <a:ahLst/>
              <a:cxnLst/>
              <a:rect l="l" t="t" r="r" b="b"/>
              <a:pathLst>
                <a:path w="16334" h="11741" extrusionOk="0">
                  <a:moveTo>
                    <a:pt x="8167" y="0"/>
                  </a:moveTo>
                  <a:cubicBezTo>
                    <a:pt x="8167" y="0"/>
                    <a:pt x="5549" y="9185"/>
                    <a:pt x="1" y="9185"/>
                  </a:cubicBezTo>
                  <a:cubicBezTo>
                    <a:pt x="1" y="9185"/>
                    <a:pt x="3261" y="11740"/>
                    <a:pt x="8167" y="11740"/>
                  </a:cubicBezTo>
                  <a:cubicBezTo>
                    <a:pt x="13073" y="11740"/>
                    <a:pt x="16333" y="9185"/>
                    <a:pt x="16333" y="9185"/>
                  </a:cubicBezTo>
                  <a:cubicBezTo>
                    <a:pt x="10785" y="9185"/>
                    <a:pt x="8167" y="0"/>
                    <a:pt x="816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2" name="Google Shape;1142;p30"/>
            <p:cNvSpPr/>
            <p:nvPr/>
          </p:nvSpPr>
          <p:spPr>
            <a:xfrm>
              <a:off x="7524150" y="4699175"/>
              <a:ext cx="559600" cy="402075"/>
            </a:xfrm>
            <a:custGeom>
              <a:avLst/>
              <a:gdLst/>
              <a:ahLst/>
              <a:cxnLst/>
              <a:rect l="l" t="t" r="r" b="b"/>
              <a:pathLst>
                <a:path w="22384" h="16083" extrusionOk="0">
                  <a:moveTo>
                    <a:pt x="11192" y="1"/>
                  </a:moveTo>
                  <a:cubicBezTo>
                    <a:pt x="11192" y="1"/>
                    <a:pt x="7603" y="12587"/>
                    <a:pt x="1" y="12587"/>
                  </a:cubicBezTo>
                  <a:cubicBezTo>
                    <a:pt x="1" y="12587"/>
                    <a:pt x="4468" y="16083"/>
                    <a:pt x="11192" y="16083"/>
                  </a:cubicBezTo>
                  <a:cubicBezTo>
                    <a:pt x="17916" y="16083"/>
                    <a:pt x="22384" y="12587"/>
                    <a:pt x="22384" y="12587"/>
                  </a:cubicBezTo>
                  <a:cubicBezTo>
                    <a:pt x="14781" y="12587"/>
                    <a:pt x="11192" y="1"/>
                    <a:pt x="1119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43" name="Google Shape;1143;p30"/>
          <p:cNvGrpSpPr/>
          <p:nvPr/>
        </p:nvGrpSpPr>
        <p:grpSpPr>
          <a:xfrm>
            <a:off x="5354825" y="4641375"/>
            <a:ext cx="389150" cy="536075"/>
            <a:chOff x="5354825" y="4565175"/>
            <a:chExt cx="389150" cy="536075"/>
          </a:xfrm>
          <a:solidFill>
            <a:srgbClr val="38761D"/>
          </a:solidFill>
        </p:grpSpPr>
        <p:sp>
          <p:nvSpPr>
            <p:cNvPr id="1144" name="Google Shape;1144;p30"/>
            <p:cNvSpPr/>
            <p:nvPr/>
          </p:nvSpPr>
          <p:spPr>
            <a:xfrm>
              <a:off x="5466500" y="4565175"/>
              <a:ext cx="165775" cy="189675"/>
            </a:xfrm>
            <a:custGeom>
              <a:avLst/>
              <a:gdLst/>
              <a:ahLst/>
              <a:cxnLst/>
              <a:rect l="l" t="t" r="r" b="b"/>
              <a:pathLst>
                <a:path w="6631" h="7587" extrusionOk="0">
                  <a:moveTo>
                    <a:pt x="3324" y="0"/>
                  </a:moveTo>
                  <a:cubicBezTo>
                    <a:pt x="3324" y="0"/>
                    <a:pt x="2462" y="6850"/>
                    <a:pt x="1" y="6850"/>
                  </a:cubicBezTo>
                  <a:cubicBezTo>
                    <a:pt x="1" y="6850"/>
                    <a:pt x="1286" y="7587"/>
                    <a:pt x="3324" y="7587"/>
                  </a:cubicBezTo>
                  <a:cubicBezTo>
                    <a:pt x="5346" y="7587"/>
                    <a:pt x="6631" y="6850"/>
                    <a:pt x="6631" y="6850"/>
                  </a:cubicBezTo>
                  <a:cubicBezTo>
                    <a:pt x="4170" y="6850"/>
                    <a:pt x="3324" y="0"/>
                    <a:pt x="332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45" name="Google Shape;1145;p30"/>
            <p:cNvGrpSpPr/>
            <p:nvPr/>
          </p:nvGrpSpPr>
          <p:grpSpPr>
            <a:xfrm>
              <a:off x="5354825" y="4689000"/>
              <a:ext cx="389150" cy="412250"/>
              <a:chOff x="5354825" y="4689000"/>
              <a:chExt cx="389150" cy="412250"/>
            </a:xfrm>
            <a:grpFill/>
          </p:grpSpPr>
          <p:sp>
            <p:nvSpPr>
              <p:cNvPr id="1146" name="Google Shape;1146;p30"/>
              <p:cNvSpPr/>
              <p:nvPr/>
            </p:nvSpPr>
            <p:spPr>
              <a:xfrm>
                <a:off x="5430850" y="4689000"/>
                <a:ext cx="237100" cy="170475"/>
              </a:xfrm>
              <a:custGeom>
                <a:avLst/>
                <a:gdLst/>
                <a:ahLst/>
                <a:cxnLst/>
                <a:rect l="l" t="t" r="r" b="b"/>
                <a:pathLst>
                  <a:path w="9484" h="6819" extrusionOk="0">
                    <a:moveTo>
                      <a:pt x="4750" y="0"/>
                    </a:moveTo>
                    <a:cubicBezTo>
                      <a:pt x="4750" y="0"/>
                      <a:pt x="3229" y="5330"/>
                      <a:pt x="0" y="5330"/>
                    </a:cubicBezTo>
                    <a:cubicBezTo>
                      <a:pt x="0" y="5330"/>
                      <a:pt x="1897" y="6819"/>
                      <a:pt x="4750" y="6819"/>
                    </a:cubicBezTo>
                    <a:cubicBezTo>
                      <a:pt x="7587" y="6819"/>
                      <a:pt x="9483" y="5330"/>
                      <a:pt x="9483" y="5330"/>
                    </a:cubicBezTo>
                    <a:cubicBezTo>
                      <a:pt x="6270" y="5330"/>
                      <a:pt x="4750" y="0"/>
                      <a:pt x="475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7" name="Google Shape;1147;p30"/>
              <p:cNvSpPr/>
              <p:nvPr/>
            </p:nvSpPr>
            <p:spPr>
              <a:xfrm>
                <a:off x="5407325" y="4744250"/>
                <a:ext cx="284125" cy="204175"/>
              </a:xfrm>
              <a:custGeom>
                <a:avLst/>
                <a:gdLst/>
                <a:ahLst/>
                <a:cxnLst/>
                <a:rect l="l" t="t" r="r" b="b"/>
                <a:pathLst>
                  <a:path w="11365" h="8167" extrusionOk="0">
                    <a:moveTo>
                      <a:pt x="5691" y="0"/>
                    </a:moveTo>
                    <a:cubicBezTo>
                      <a:pt x="5691" y="0"/>
                      <a:pt x="3857" y="6396"/>
                      <a:pt x="1" y="6396"/>
                    </a:cubicBezTo>
                    <a:cubicBezTo>
                      <a:pt x="1" y="6396"/>
                      <a:pt x="2274" y="8167"/>
                      <a:pt x="5691" y="8167"/>
                    </a:cubicBezTo>
                    <a:cubicBezTo>
                      <a:pt x="9092" y="8167"/>
                      <a:pt x="11365" y="6396"/>
                      <a:pt x="11365" y="6396"/>
                    </a:cubicBezTo>
                    <a:cubicBezTo>
                      <a:pt x="7509" y="6396"/>
                      <a:pt x="5691" y="0"/>
                      <a:pt x="569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30"/>
              <p:cNvSpPr/>
              <p:nvPr/>
            </p:nvSpPr>
            <p:spPr>
              <a:xfrm>
                <a:off x="5354825" y="4821450"/>
                <a:ext cx="389150" cy="279800"/>
              </a:xfrm>
              <a:custGeom>
                <a:avLst/>
                <a:gdLst/>
                <a:ahLst/>
                <a:cxnLst/>
                <a:rect l="l" t="t" r="r" b="b"/>
                <a:pathLst>
                  <a:path w="15566" h="11192" extrusionOk="0">
                    <a:moveTo>
                      <a:pt x="7791" y="0"/>
                    </a:moveTo>
                    <a:cubicBezTo>
                      <a:pt x="7791" y="0"/>
                      <a:pt x="5283" y="8762"/>
                      <a:pt x="1" y="8762"/>
                    </a:cubicBezTo>
                    <a:cubicBezTo>
                      <a:pt x="1" y="8762"/>
                      <a:pt x="3104" y="11192"/>
                      <a:pt x="7791" y="11192"/>
                    </a:cubicBezTo>
                    <a:cubicBezTo>
                      <a:pt x="12462" y="11192"/>
                      <a:pt x="15565" y="8762"/>
                      <a:pt x="15565" y="8762"/>
                    </a:cubicBezTo>
                    <a:cubicBezTo>
                      <a:pt x="10283" y="8762"/>
                      <a:pt x="7791" y="0"/>
                      <a:pt x="779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149" name="Google Shape;1149;p30"/>
          <p:cNvGrpSpPr/>
          <p:nvPr/>
        </p:nvGrpSpPr>
        <p:grpSpPr>
          <a:xfrm>
            <a:off x="4219225" y="4407050"/>
            <a:ext cx="853900" cy="770400"/>
            <a:chOff x="4219225" y="4330850"/>
            <a:chExt cx="853900" cy="770400"/>
          </a:xfrm>
          <a:solidFill>
            <a:srgbClr val="38761D"/>
          </a:solidFill>
        </p:grpSpPr>
        <p:grpSp>
          <p:nvGrpSpPr>
            <p:cNvPr id="1150" name="Google Shape;1150;p30"/>
            <p:cNvGrpSpPr/>
            <p:nvPr/>
          </p:nvGrpSpPr>
          <p:grpSpPr>
            <a:xfrm>
              <a:off x="4295625" y="4330850"/>
              <a:ext cx="777500" cy="770400"/>
              <a:chOff x="4295625" y="4330850"/>
              <a:chExt cx="777500" cy="770400"/>
            </a:xfrm>
            <a:grpFill/>
          </p:grpSpPr>
          <p:sp>
            <p:nvSpPr>
              <p:cNvPr id="1151" name="Google Shape;1151;p30"/>
              <p:cNvSpPr/>
              <p:nvPr/>
            </p:nvSpPr>
            <p:spPr>
              <a:xfrm>
                <a:off x="4603250" y="4588300"/>
                <a:ext cx="408325" cy="293525"/>
              </a:xfrm>
              <a:custGeom>
                <a:avLst/>
                <a:gdLst/>
                <a:ahLst/>
                <a:cxnLst/>
                <a:rect l="l" t="t" r="r" b="b"/>
                <a:pathLst>
                  <a:path w="16333" h="11741" extrusionOk="0">
                    <a:moveTo>
                      <a:pt x="8167" y="0"/>
                    </a:moveTo>
                    <a:cubicBezTo>
                      <a:pt x="8167" y="0"/>
                      <a:pt x="5549" y="9185"/>
                      <a:pt x="0" y="9185"/>
                    </a:cubicBezTo>
                    <a:cubicBezTo>
                      <a:pt x="0" y="9185"/>
                      <a:pt x="3260" y="11740"/>
                      <a:pt x="8167" y="11740"/>
                    </a:cubicBezTo>
                    <a:cubicBezTo>
                      <a:pt x="13073" y="11740"/>
                      <a:pt x="16333" y="9185"/>
                      <a:pt x="16333" y="9185"/>
                    </a:cubicBezTo>
                    <a:cubicBezTo>
                      <a:pt x="10784" y="9185"/>
                      <a:pt x="8167" y="0"/>
                      <a:pt x="816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52" name="Google Shape;1152;p30"/>
              <p:cNvGrpSpPr/>
              <p:nvPr/>
            </p:nvGrpSpPr>
            <p:grpSpPr>
              <a:xfrm>
                <a:off x="4295625" y="4330850"/>
                <a:ext cx="777500" cy="770400"/>
                <a:chOff x="4295625" y="4330850"/>
                <a:chExt cx="777500" cy="770400"/>
              </a:xfrm>
              <a:grpFill/>
            </p:grpSpPr>
            <p:sp>
              <p:nvSpPr>
                <p:cNvPr id="1153" name="Google Shape;1153;p30"/>
                <p:cNvSpPr/>
                <p:nvPr/>
              </p:nvSpPr>
              <p:spPr>
                <a:xfrm>
                  <a:off x="4637325" y="4508750"/>
                  <a:ext cx="340550" cy="244925"/>
                </a:xfrm>
                <a:custGeom>
                  <a:avLst/>
                  <a:gdLst/>
                  <a:ahLst/>
                  <a:cxnLst/>
                  <a:rect l="l" t="t" r="r" b="b"/>
                  <a:pathLst>
                    <a:path w="13622" h="9797" extrusionOk="0">
                      <a:moveTo>
                        <a:pt x="6804" y="0"/>
                      </a:moveTo>
                      <a:cubicBezTo>
                        <a:pt x="6804" y="0"/>
                        <a:pt x="4625" y="7665"/>
                        <a:pt x="1" y="7665"/>
                      </a:cubicBezTo>
                      <a:cubicBezTo>
                        <a:pt x="1" y="7665"/>
                        <a:pt x="2713" y="9797"/>
                        <a:pt x="6804" y="9797"/>
                      </a:cubicBezTo>
                      <a:cubicBezTo>
                        <a:pt x="10895" y="9797"/>
                        <a:pt x="13622" y="7665"/>
                        <a:pt x="13622" y="7665"/>
                      </a:cubicBezTo>
                      <a:cubicBezTo>
                        <a:pt x="8998" y="7665"/>
                        <a:pt x="6804" y="0"/>
                        <a:pt x="680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4" name="Google Shape;1154;p30"/>
                <p:cNvSpPr/>
                <p:nvPr/>
              </p:nvSpPr>
              <p:spPr>
                <a:xfrm>
                  <a:off x="4330900" y="4565175"/>
                  <a:ext cx="166175" cy="189675"/>
                </a:xfrm>
                <a:custGeom>
                  <a:avLst/>
                  <a:gdLst/>
                  <a:ahLst/>
                  <a:cxnLst/>
                  <a:rect l="l" t="t" r="r" b="b"/>
                  <a:pathLst>
                    <a:path w="6647" h="7587" extrusionOk="0">
                      <a:moveTo>
                        <a:pt x="3323" y="0"/>
                      </a:moveTo>
                      <a:cubicBezTo>
                        <a:pt x="3323" y="0"/>
                        <a:pt x="2461" y="6850"/>
                        <a:pt x="1" y="6850"/>
                      </a:cubicBezTo>
                      <a:cubicBezTo>
                        <a:pt x="1" y="6850"/>
                        <a:pt x="1286" y="7587"/>
                        <a:pt x="3323" y="7587"/>
                      </a:cubicBezTo>
                      <a:cubicBezTo>
                        <a:pt x="5361" y="7587"/>
                        <a:pt x="6646" y="6850"/>
                        <a:pt x="6646" y="6850"/>
                      </a:cubicBezTo>
                      <a:cubicBezTo>
                        <a:pt x="4186" y="6850"/>
                        <a:pt x="3323" y="0"/>
                        <a:pt x="3323"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55" name="Google Shape;1155;p30"/>
                <p:cNvGrpSpPr/>
                <p:nvPr/>
              </p:nvGrpSpPr>
              <p:grpSpPr>
                <a:xfrm>
                  <a:off x="4295625" y="4330850"/>
                  <a:ext cx="777500" cy="770400"/>
                  <a:chOff x="4295625" y="4330850"/>
                  <a:chExt cx="777500" cy="770400"/>
                </a:xfrm>
                <a:grpFill/>
              </p:grpSpPr>
              <p:sp>
                <p:nvSpPr>
                  <p:cNvPr id="1156" name="Google Shape;1156;p30"/>
                  <p:cNvSpPr/>
                  <p:nvPr/>
                </p:nvSpPr>
                <p:spPr>
                  <a:xfrm>
                    <a:off x="4688275" y="4330850"/>
                    <a:ext cx="238675" cy="272750"/>
                  </a:xfrm>
                  <a:custGeom>
                    <a:avLst/>
                    <a:gdLst/>
                    <a:ahLst/>
                    <a:cxnLst/>
                    <a:rect l="l" t="t" r="r" b="b"/>
                    <a:pathLst>
                      <a:path w="9547" h="10910" extrusionOk="0">
                        <a:moveTo>
                          <a:pt x="4766" y="0"/>
                        </a:moveTo>
                        <a:cubicBezTo>
                          <a:pt x="4766" y="0"/>
                          <a:pt x="3543" y="9843"/>
                          <a:pt x="1" y="9843"/>
                        </a:cubicBezTo>
                        <a:cubicBezTo>
                          <a:pt x="1" y="9843"/>
                          <a:pt x="1850" y="10909"/>
                          <a:pt x="4766" y="10909"/>
                        </a:cubicBezTo>
                        <a:cubicBezTo>
                          <a:pt x="7697" y="10909"/>
                          <a:pt x="9546" y="9843"/>
                          <a:pt x="9546" y="9843"/>
                        </a:cubicBezTo>
                        <a:cubicBezTo>
                          <a:pt x="6004" y="9843"/>
                          <a:pt x="4766" y="0"/>
                          <a:pt x="4766"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7" name="Google Shape;1157;p30"/>
                  <p:cNvSpPr/>
                  <p:nvPr/>
                </p:nvSpPr>
                <p:spPr>
                  <a:xfrm>
                    <a:off x="4513550" y="4699175"/>
                    <a:ext cx="559575" cy="402075"/>
                  </a:xfrm>
                  <a:custGeom>
                    <a:avLst/>
                    <a:gdLst/>
                    <a:ahLst/>
                    <a:cxnLst/>
                    <a:rect l="l" t="t" r="r" b="b"/>
                    <a:pathLst>
                      <a:path w="22383" h="16083" extrusionOk="0">
                        <a:moveTo>
                          <a:pt x="11192" y="1"/>
                        </a:moveTo>
                        <a:cubicBezTo>
                          <a:pt x="11192" y="1"/>
                          <a:pt x="7618" y="12587"/>
                          <a:pt x="0" y="12587"/>
                        </a:cubicBezTo>
                        <a:cubicBezTo>
                          <a:pt x="0" y="12587"/>
                          <a:pt x="4483" y="16083"/>
                          <a:pt x="11192" y="16083"/>
                        </a:cubicBezTo>
                        <a:cubicBezTo>
                          <a:pt x="17916" y="16083"/>
                          <a:pt x="22383" y="12587"/>
                          <a:pt x="22383" y="12587"/>
                        </a:cubicBezTo>
                        <a:cubicBezTo>
                          <a:pt x="14781" y="12587"/>
                          <a:pt x="11192" y="1"/>
                          <a:pt x="1119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8" name="Google Shape;1158;p30"/>
                  <p:cNvSpPr/>
                  <p:nvPr/>
                </p:nvSpPr>
                <p:spPr>
                  <a:xfrm>
                    <a:off x="4295625" y="4689000"/>
                    <a:ext cx="237100" cy="170475"/>
                  </a:xfrm>
                  <a:custGeom>
                    <a:avLst/>
                    <a:gdLst/>
                    <a:ahLst/>
                    <a:cxnLst/>
                    <a:rect l="l" t="t" r="r" b="b"/>
                    <a:pathLst>
                      <a:path w="9484" h="6819" extrusionOk="0">
                        <a:moveTo>
                          <a:pt x="4734" y="0"/>
                        </a:moveTo>
                        <a:cubicBezTo>
                          <a:pt x="4734" y="0"/>
                          <a:pt x="3214" y="5330"/>
                          <a:pt x="1" y="5330"/>
                        </a:cubicBezTo>
                        <a:cubicBezTo>
                          <a:pt x="1" y="5330"/>
                          <a:pt x="1882" y="6819"/>
                          <a:pt x="4734" y="6819"/>
                        </a:cubicBezTo>
                        <a:cubicBezTo>
                          <a:pt x="7587" y="6819"/>
                          <a:pt x="9484" y="5330"/>
                          <a:pt x="9484" y="5330"/>
                        </a:cubicBezTo>
                        <a:cubicBezTo>
                          <a:pt x="6255" y="5330"/>
                          <a:pt x="4734" y="0"/>
                          <a:pt x="473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1159" name="Google Shape;1159;p30"/>
            <p:cNvGrpSpPr/>
            <p:nvPr/>
          </p:nvGrpSpPr>
          <p:grpSpPr>
            <a:xfrm>
              <a:off x="4219225" y="4744250"/>
              <a:ext cx="389525" cy="357000"/>
              <a:chOff x="4219225" y="4744250"/>
              <a:chExt cx="389525" cy="357000"/>
            </a:xfrm>
            <a:grpFill/>
          </p:grpSpPr>
          <p:sp>
            <p:nvSpPr>
              <p:cNvPr id="1160" name="Google Shape;1160;p30"/>
              <p:cNvSpPr/>
              <p:nvPr/>
            </p:nvSpPr>
            <p:spPr>
              <a:xfrm>
                <a:off x="4271725" y="4744250"/>
                <a:ext cx="284525" cy="204175"/>
              </a:xfrm>
              <a:custGeom>
                <a:avLst/>
                <a:gdLst/>
                <a:ahLst/>
                <a:cxnLst/>
                <a:rect l="l" t="t" r="r" b="b"/>
                <a:pathLst>
                  <a:path w="11381" h="8167" extrusionOk="0">
                    <a:moveTo>
                      <a:pt x="5690" y="0"/>
                    </a:moveTo>
                    <a:cubicBezTo>
                      <a:pt x="5690" y="0"/>
                      <a:pt x="3872" y="6396"/>
                      <a:pt x="1" y="6396"/>
                    </a:cubicBezTo>
                    <a:cubicBezTo>
                      <a:pt x="1" y="6396"/>
                      <a:pt x="2273" y="8167"/>
                      <a:pt x="5690" y="8167"/>
                    </a:cubicBezTo>
                    <a:cubicBezTo>
                      <a:pt x="9107" y="8167"/>
                      <a:pt x="11380" y="6396"/>
                      <a:pt x="11380" y="6396"/>
                    </a:cubicBezTo>
                    <a:cubicBezTo>
                      <a:pt x="7509" y="6396"/>
                      <a:pt x="5690" y="0"/>
                      <a:pt x="569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1" name="Google Shape;1161;p30"/>
              <p:cNvSpPr/>
              <p:nvPr/>
            </p:nvSpPr>
            <p:spPr>
              <a:xfrm>
                <a:off x="4219225" y="4821450"/>
                <a:ext cx="389525" cy="279800"/>
              </a:xfrm>
              <a:custGeom>
                <a:avLst/>
                <a:gdLst/>
                <a:ahLst/>
                <a:cxnLst/>
                <a:rect l="l" t="t" r="r" b="b"/>
                <a:pathLst>
                  <a:path w="15581" h="11192" extrusionOk="0">
                    <a:moveTo>
                      <a:pt x="7790" y="0"/>
                    </a:moveTo>
                    <a:cubicBezTo>
                      <a:pt x="7790" y="0"/>
                      <a:pt x="5298" y="8762"/>
                      <a:pt x="0" y="8762"/>
                    </a:cubicBezTo>
                    <a:cubicBezTo>
                      <a:pt x="0" y="8762"/>
                      <a:pt x="3120" y="11192"/>
                      <a:pt x="7790" y="11192"/>
                    </a:cubicBezTo>
                    <a:cubicBezTo>
                      <a:pt x="12461" y="11192"/>
                      <a:pt x="15581" y="8762"/>
                      <a:pt x="15581" y="8762"/>
                    </a:cubicBezTo>
                    <a:cubicBezTo>
                      <a:pt x="10283" y="8762"/>
                      <a:pt x="7790" y="0"/>
                      <a:pt x="779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162" name="Google Shape;1162;p30"/>
          <p:cNvGrpSpPr/>
          <p:nvPr/>
        </p:nvGrpSpPr>
        <p:grpSpPr>
          <a:xfrm>
            <a:off x="7974400" y="4641375"/>
            <a:ext cx="389125" cy="536075"/>
            <a:chOff x="7974400" y="4565175"/>
            <a:chExt cx="389125" cy="536075"/>
          </a:xfrm>
          <a:solidFill>
            <a:srgbClr val="38761D"/>
          </a:solidFill>
        </p:grpSpPr>
        <p:sp>
          <p:nvSpPr>
            <p:cNvPr id="1163" name="Google Shape;1163;p30"/>
            <p:cNvSpPr/>
            <p:nvPr/>
          </p:nvSpPr>
          <p:spPr>
            <a:xfrm>
              <a:off x="8086075" y="4565175"/>
              <a:ext cx="165775" cy="189675"/>
            </a:xfrm>
            <a:custGeom>
              <a:avLst/>
              <a:gdLst/>
              <a:ahLst/>
              <a:cxnLst/>
              <a:rect l="l" t="t" r="r" b="b"/>
              <a:pathLst>
                <a:path w="6631" h="7587" extrusionOk="0">
                  <a:moveTo>
                    <a:pt x="3308" y="0"/>
                  </a:moveTo>
                  <a:cubicBezTo>
                    <a:pt x="3308" y="0"/>
                    <a:pt x="2461" y="6850"/>
                    <a:pt x="1" y="6850"/>
                  </a:cubicBezTo>
                  <a:cubicBezTo>
                    <a:pt x="1" y="6850"/>
                    <a:pt x="1286" y="7587"/>
                    <a:pt x="3308" y="7587"/>
                  </a:cubicBezTo>
                  <a:cubicBezTo>
                    <a:pt x="5346" y="7587"/>
                    <a:pt x="6631" y="6850"/>
                    <a:pt x="6631" y="6850"/>
                  </a:cubicBezTo>
                  <a:cubicBezTo>
                    <a:pt x="4170" y="6850"/>
                    <a:pt x="3308" y="0"/>
                    <a:pt x="330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4" name="Google Shape;1164;p30"/>
            <p:cNvSpPr/>
            <p:nvPr/>
          </p:nvSpPr>
          <p:spPr>
            <a:xfrm>
              <a:off x="8050425" y="4689000"/>
              <a:ext cx="237100" cy="170475"/>
            </a:xfrm>
            <a:custGeom>
              <a:avLst/>
              <a:gdLst/>
              <a:ahLst/>
              <a:cxnLst/>
              <a:rect l="l" t="t" r="r" b="b"/>
              <a:pathLst>
                <a:path w="9484" h="6819" extrusionOk="0">
                  <a:moveTo>
                    <a:pt x="4734" y="0"/>
                  </a:moveTo>
                  <a:cubicBezTo>
                    <a:pt x="4734" y="0"/>
                    <a:pt x="3213" y="5330"/>
                    <a:pt x="0" y="5330"/>
                  </a:cubicBezTo>
                  <a:cubicBezTo>
                    <a:pt x="0" y="5330"/>
                    <a:pt x="1897" y="6819"/>
                    <a:pt x="4734" y="6819"/>
                  </a:cubicBezTo>
                  <a:cubicBezTo>
                    <a:pt x="7587" y="6819"/>
                    <a:pt x="9483" y="5330"/>
                    <a:pt x="9483" y="5330"/>
                  </a:cubicBezTo>
                  <a:cubicBezTo>
                    <a:pt x="6254" y="5330"/>
                    <a:pt x="4734" y="0"/>
                    <a:pt x="473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5" name="Google Shape;1165;p30"/>
            <p:cNvSpPr/>
            <p:nvPr/>
          </p:nvSpPr>
          <p:spPr>
            <a:xfrm>
              <a:off x="8026900" y="4744250"/>
              <a:ext cx="284125" cy="204175"/>
            </a:xfrm>
            <a:custGeom>
              <a:avLst/>
              <a:gdLst/>
              <a:ahLst/>
              <a:cxnLst/>
              <a:rect l="l" t="t" r="r" b="b"/>
              <a:pathLst>
                <a:path w="11365" h="8167" extrusionOk="0">
                  <a:moveTo>
                    <a:pt x="5675" y="0"/>
                  </a:moveTo>
                  <a:cubicBezTo>
                    <a:pt x="5675" y="0"/>
                    <a:pt x="3857" y="6396"/>
                    <a:pt x="1" y="6396"/>
                  </a:cubicBezTo>
                  <a:cubicBezTo>
                    <a:pt x="1" y="6396"/>
                    <a:pt x="2274" y="8167"/>
                    <a:pt x="5675" y="8167"/>
                  </a:cubicBezTo>
                  <a:cubicBezTo>
                    <a:pt x="9092" y="8167"/>
                    <a:pt x="11365" y="6396"/>
                    <a:pt x="11365" y="6396"/>
                  </a:cubicBezTo>
                  <a:cubicBezTo>
                    <a:pt x="7509" y="6396"/>
                    <a:pt x="5675" y="0"/>
                    <a:pt x="567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6" name="Google Shape;1166;p30"/>
            <p:cNvSpPr/>
            <p:nvPr/>
          </p:nvSpPr>
          <p:spPr>
            <a:xfrm>
              <a:off x="7974400" y="4821450"/>
              <a:ext cx="389125" cy="279800"/>
            </a:xfrm>
            <a:custGeom>
              <a:avLst/>
              <a:gdLst/>
              <a:ahLst/>
              <a:cxnLst/>
              <a:rect l="l" t="t" r="r" b="b"/>
              <a:pathLst>
                <a:path w="15565" h="11192" extrusionOk="0">
                  <a:moveTo>
                    <a:pt x="7775" y="0"/>
                  </a:moveTo>
                  <a:cubicBezTo>
                    <a:pt x="7775" y="0"/>
                    <a:pt x="5283" y="8762"/>
                    <a:pt x="0" y="8762"/>
                  </a:cubicBezTo>
                  <a:cubicBezTo>
                    <a:pt x="0" y="8762"/>
                    <a:pt x="3104" y="11192"/>
                    <a:pt x="7775" y="11192"/>
                  </a:cubicBezTo>
                  <a:cubicBezTo>
                    <a:pt x="12461" y="11192"/>
                    <a:pt x="15565" y="8762"/>
                    <a:pt x="15565" y="8762"/>
                  </a:cubicBezTo>
                  <a:cubicBezTo>
                    <a:pt x="10283" y="8762"/>
                    <a:pt x="7775" y="0"/>
                    <a:pt x="777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67" name="Google Shape;1167;p30"/>
          <p:cNvGrpSpPr/>
          <p:nvPr/>
        </p:nvGrpSpPr>
        <p:grpSpPr>
          <a:xfrm>
            <a:off x="6522575" y="4158200"/>
            <a:ext cx="724950" cy="1019250"/>
            <a:chOff x="6522575" y="4082000"/>
            <a:chExt cx="724950" cy="1019250"/>
          </a:xfrm>
          <a:solidFill>
            <a:srgbClr val="38761D"/>
          </a:solidFill>
        </p:grpSpPr>
        <p:sp>
          <p:nvSpPr>
            <p:cNvPr id="1168" name="Google Shape;1168;p30"/>
            <p:cNvSpPr/>
            <p:nvPr/>
          </p:nvSpPr>
          <p:spPr>
            <a:xfrm>
              <a:off x="6714575" y="4259900"/>
              <a:ext cx="340550" cy="244950"/>
            </a:xfrm>
            <a:custGeom>
              <a:avLst/>
              <a:gdLst/>
              <a:ahLst/>
              <a:cxnLst/>
              <a:rect l="l" t="t" r="r" b="b"/>
              <a:pathLst>
                <a:path w="13622" h="9798" extrusionOk="0">
                  <a:moveTo>
                    <a:pt x="6819" y="1"/>
                  </a:moveTo>
                  <a:cubicBezTo>
                    <a:pt x="6819" y="1"/>
                    <a:pt x="4624" y="7666"/>
                    <a:pt x="0" y="7666"/>
                  </a:cubicBezTo>
                  <a:cubicBezTo>
                    <a:pt x="0" y="7666"/>
                    <a:pt x="2728" y="9797"/>
                    <a:pt x="6819" y="9797"/>
                  </a:cubicBezTo>
                  <a:cubicBezTo>
                    <a:pt x="10910" y="9797"/>
                    <a:pt x="13621" y="7666"/>
                    <a:pt x="13621" y="7666"/>
                  </a:cubicBezTo>
                  <a:cubicBezTo>
                    <a:pt x="8998" y="7666"/>
                    <a:pt x="6819" y="1"/>
                    <a:pt x="681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69" name="Google Shape;1169;p30"/>
            <p:cNvGrpSpPr/>
            <p:nvPr/>
          </p:nvGrpSpPr>
          <p:grpSpPr>
            <a:xfrm>
              <a:off x="6522575" y="4082000"/>
              <a:ext cx="724950" cy="1019250"/>
              <a:chOff x="6522575" y="4082000"/>
              <a:chExt cx="724950" cy="1019250"/>
            </a:xfrm>
            <a:grpFill/>
          </p:grpSpPr>
          <p:sp>
            <p:nvSpPr>
              <p:cNvPr id="1170" name="Google Shape;1170;p30"/>
              <p:cNvSpPr/>
              <p:nvPr/>
            </p:nvSpPr>
            <p:spPr>
              <a:xfrm>
                <a:off x="6765900" y="4082000"/>
                <a:ext cx="238275" cy="272775"/>
              </a:xfrm>
              <a:custGeom>
                <a:avLst/>
                <a:gdLst/>
                <a:ahLst/>
                <a:cxnLst/>
                <a:rect l="l" t="t" r="r" b="b"/>
                <a:pathLst>
                  <a:path w="9531" h="10911" extrusionOk="0">
                    <a:moveTo>
                      <a:pt x="4766" y="1"/>
                    </a:moveTo>
                    <a:cubicBezTo>
                      <a:pt x="4766" y="1"/>
                      <a:pt x="3527" y="9829"/>
                      <a:pt x="1" y="9829"/>
                    </a:cubicBezTo>
                    <a:cubicBezTo>
                      <a:pt x="1" y="9829"/>
                      <a:pt x="1835" y="10910"/>
                      <a:pt x="4766" y="10910"/>
                    </a:cubicBezTo>
                    <a:cubicBezTo>
                      <a:pt x="7681" y="10910"/>
                      <a:pt x="9531" y="9829"/>
                      <a:pt x="9531" y="9829"/>
                    </a:cubicBezTo>
                    <a:cubicBezTo>
                      <a:pt x="5988" y="9829"/>
                      <a:pt x="4766" y="1"/>
                      <a:pt x="4766"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1" name="Google Shape;1171;p30"/>
              <p:cNvSpPr/>
              <p:nvPr/>
            </p:nvSpPr>
            <p:spPr>
              <a:xfrm>
                <a:off x="6680875" y="4339450"/>
                <a:ext cx="408350" cy="293525"/>
              </a:xfrm>
              <a:custGeom>
                <a:avLst/>
                <a:gdLst/>
                <a:ahLst/>
                <a:cxnLst/>
                <a:rect l="l" t="t" r="r" b="b"/>
                <a:pathLst>
                  <a:path w="16334" h="11741" extrusionOk="0">
                    <a:moveTo>
                      <a:pt x="8167" y="1"/>
                    </a:moveTo>
                    <a:cubicBezTo>
                      <a:pt x="8167" y="1"/>
                      <a:pt x="5549" y="9186"/>
                      <a:pt x="0" y="9186"/>
                    </a:cubicBezTo>
                    <a:cubicBezTo>
                      <a:pt x="0" y="9186"/>
                      <a:pt x="3261" y="11741"/>
                      <a:pt x="8167" y="11741"/>
                    </a:cubicBezTo>
                    <a:cubicBezTo>
                      <a:pt x="13073" y="11741"/>
                      <a:pt x="16333" y="9186"/>
                      <a:pt x="16333" y="9186"/>
                    </a:cubicBezTo>
                    <a:cubicBezTo>
                      <a:pt x="10784" y="9186"/>
                      <a:pt x="8167" y="1"/>
                      <a:pt x="816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2" name="Google Shape;1172;p30"/>
              <p:cNvSpPr/>
              <p:nvPr/>
            </p:nvSpPr>
            <p:spPr>
              <a:xfrm>
                <a:off x="6605250" y="4450350"/>
                <a:ext cx="559600" cy="402075"/>
              </a:xfrm>
              <a:custGeom>
                <a:avLst/>
                <a:gdLst/>
                <a:ahLst/>
                <a:cxnLst/>
                <a:rect l="l" t="t" r="r" b="b"/>
                <a:pathLst>
                  <a:path w="22384" h="16083" extrusionOk="0">
                    <a:moveTo>
                      <a:pt x="11192" y="1"/>
                    </a:moveTo>
                    <a:cubicBezTo>
                      <a:pt x="11192" y="1"/>
                      <a:pt x="7602" y="12587"/>
                      <a:pt x="0" y="12587"/>
                    </a:cubicBezTo>
                    <a:cubicBezTo>
                      <a:pt x="0" y="12587"/>
                      <a:pt x="4467" y="16083"/>
                      <a:pt x="11192" y="16083"/>
                    </a:cubicBezTo>
                    <a:cubicBezTo>
                      <a:pt x="17916" y="16083"/>
                      <a:pt x="22383" y="12587"/>
                      <a:pt x="22383" y="12587"/>
                    </a:cubicBezTo>
                    <a:cubicBezTo>
                      <a:pt x="14781" y="12587"/>
                      <a:pt x="11192" y="1"/>
                      <a:pt x="1119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3" name="Google Shape;1173;p30"/>
              <p:cNvSpPr/>
              <p:nvPr/>
            </p:nvSpPr>
            <p:spPr>
              <a:xfrm>
                <a:off x="6522575" y="4580450"/>
                <a:ext cx="724950" cy="520800"/>
              </a:xfrm>
              <a:custGeom>
                <a:avLst/>
                <a:gdLst/>
                <a:ahLst/>
                <a:cxnLst/>
                <a:rect l="l" t="t" r="r" b="b"/>
                <a:pathLst>
                  <a:path w="28998" h="20832" extrusionOk="0">
                    <a:moveTo>
                      <a:pt x="14499" y="1"/>
                    </a:moveTo>
                    <a:cubicBezTo>
                      <a:pt x="14499" y="1"/>
                      <a:pt x="9843" y="16302"/>
                      <a:pt x="0" y="16302"/>
                    </a:cubicBezTo>
                    <a:cubicBezTo>
                      <a:pt x="0" y="16302"/>
                      <a:pt x="5784" y="20832"/>
                      <a:pt x="14499" y="20832"/>
                    </a:cubicBezTo>
                    <a:cubicBezTo>
                      <a:pt x="23198" y="20832"/>
                      <a:pt x="28998" y="16302"/>
                      <a:pt x="28998" y="16302"/>
                    </a:cubicBezTo>
                    <a:cubicBezTo>
                      <a:pt x="19138" y="16302"/>
                      <a:pt x="14499" y="1"/>
                      <a:pt x="1449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175" name="Google Shape;1175;p30"/>
          <p:cNvSpPr/>
          <p:nvPr/>
        </p:nvSpPr>
        <p:spPr>
          <a:xfrm>
            <a:off x="5614225" y="1592525"/>
            <a:ext cx="3572600" cy="500050"/>
          </a:xfrm>
          <a:custGeom>
            <a:avLst/>
            <a:gdLst/>
            <a:ahLst/>
            <a:cxnLst/>
            <a:rect l="l" t="t" r="r" b="b"/>
            <a:pathLst>
              <a:path w="142904" h="20002" extrusionOk="0">
                <a:moveTo>
                  <a:pt x="1" y="2430"/>
                </a:moveTo>
                <a:cubicBezTo>
                  <a:pt x="1" y="2430"/>
                  <a:pt x="73043" y="2383"/>
                  <a:pt x="78263" y="4876"/>
                </a:cubicBezTo>
                <a:lnTo>
                  <a:pt x="78263" y="4876"/>
                </a:lnTo>
                <a:cubicBezTo>
                  <a:pt x="83482" y="7368"/>
                  <a:pt x="142904" y="20001"/>
                  <a:pt x="142904" y="20001"/>
                </a:cubicBezTo>
                <a:lnTo>
                  <a:pt x="142904" y="20001"/>
                </a:lnTo>
                <a:lnTo>
                  <a:pt x="142904" y="2430"/>
                </a:lnTo>
                <a:cubicBezTo>
                  <a:pt x="142904" y="2430"/>
                  <a:pt x="104125" y="7916"/>
                  <a:pt x="96179" y="2430"/>
                </a:cubicBezTo>
                <a:lnTo>
                  <a:pt x="96179" y="2430"/>
                </a:lnTo>
                <a:cubicBezTo>
                  <a:pt x="93530" y="612"/>
                  <a:pt x="81962" y="1"/>
                  <a:pt x="67714" y="1"/>
                </a:cubicBezTo>
                <a:lnTo>
                  <a:pt x="67714" y="1"/>
                </a:lnTo>
                <a:cubicBezTo>
                  <a:pt x="39218" y="1"/>
                  <a:pt x="1" y="2430"/>
                  <a:pt x="1" y="2430"/>
                </a:cubicBezTo>
              </a:path>
            </a:pathLst>
          </a:custGeom>
          <a:solidFill>
            <a:srgbClr val="FFFFFF">
              <a:alpha val="410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6" name="Google Shape;1176;p30"/>
          <p:cNvSpPr/>
          <p:nvPr/>
        </p:nvSpPr>
        <p:spPr>
          <a:xfrm>
            <a:off x="6525300" y="4845350"/>
            <a:ext cx="25" cy="25"/>
          </a:xfrm>
          <a:custGeom>
            <a:avLst/>
            <a:gdLst/>
            <a:ahLst/>
            <a:cxnLst/>
            <a:rect l="l" t="t" r="r" b="b"/>
            <a:pathLst>
              <a:path w="1" h="1" extrusionOk="0">
                <a:moveTo>
                  <a:pt x="1" y="0"/>
                </a:moveTo>
                <a:cubicBezTo>
                  <a:pt x="1" y="0"/>
                  <a:pt x="1" y="0"/>
                  <a:pt x="1" y="0"/>
                </a:cubicBezTo>
                <a:cubicBezTo>
                  <a:pt x="1" y="0"/>
                  <a:pt x="1" y="0"/>
                  <a:pt x="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7" name="Google Shape;1177;p30"/>
          <p:cNvSpPr/>
          <p:nvPr/>
        </p:nvSpPr>
        <p:spPr>
          <a:xfrm>
            <a:off x="6525300" y="4846125"/>
            <a:ext cx="825" cy="4725"/>
          </a:xfrm>
          <a:custGeom>
            <a:avLst/>
            <a:gdLst/>
            <a:ahLst/>
            <a:cxnLst/>
            <a:rect l="l" t="t" r="r" b="b"/>
            <a:pathLst>
              <a:path w="33" h="189" extrusionOk="0">
                <a:moveTo>
                  <a:pt x="32" y="189"/>
                </a:moveTo>
                <a:lnTo>
                  <a:pt x="32" y="189"/>
                </a:lnTo>
                <a:cubicBezTo>
                  <a:pt x="16" y="126"/>
                  <a:pt x="1" y="63"/>
                  <a:pt x="1" y="1"/>
                </a:cubicBezTo>
                <a:cubicBezTo>
                  <a:pt x="1" y="63"/>
                  <a:pt x="16" y="126"/>
                  <a:pt x="32" y="189"/>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8" name="Google Shape;1178;p30"/>
          <p:cNvSpPr/>
          <p:nvPr/>
        </p:nvSpPr>
        <p:spPr>
          <a:xfrm>
            <a:off x="6531575" y="4866125"/>
            <a:ext cx="25" cy="400"/>
          </a:xfrm>
          <a:custGeom>
            <a:avLst/>
            <a:gdLst/>
            <a:ahLst/>
            <a:cxnLst/>
            <a:rect l="l" t="t" r="r" b="b"/>
            <a:pathLst>
              <a:path w="1" h="16" extrusionOk="0">
                <a:moveTo>
                  <a:pt x="1" y="16"/>
                </a:moveTo>
                <a:cubicBezTo>
                  <a:pt x="1" y="16"/>
                  <a:pt x="1" y="0"/>
                  <a:pt x="1" y="0"/>
                </a:cubicBezTo>
                <a:cubicBezTo>
                  <a:pt x="1" y="0"/>
                  <a:pt x="1" y="16"/>
                  <a:pt x="1" y="16"/>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9" name="Google Shape;1179;p30"/>
          <p:cNvSpPr/>
          <p:nvPr/>
        </p:nvSpPr>
        <p:spPr>
          <a:xfrm>
            <a:off x="6530800" y="4864550"/>
            <a:ext cx="400" cy="800"/>
          </a:xfrm>
          <a:custGeom>
            <a:avLst/>
            <a:gdLst/>
            <a:ahLst/>
            <a:cxnLst/>
            <a:rect l="l" t="t" r="r" b="b"/>
            <a:pathLst>
              <a:path w="16" h="32" extrusionOk="0">
                <a:moveTo>
                  <a:pt x="16" y="32"/>
                </a:moveTo>
                <a:cubicBezTo>
                  <a:pt x="0" y="16"/>
                  <a:pt x="0" y="16"/>
                  <a:pt x="0" y="0"/>
                </a:cubicBezTo>
                <a:cubicBezTo>
                  <a:pt x="0" y="16"/>
                  <a:pt x="0" y="16"/>
                  <a:pt x="16" y="32"/>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0" name="Google Shape;1180;p30"/>
          <p:cNvSpPr/>
          <p:nvPr/>
        </p:nvSpPr>
        <p:spPr>
          <a:xfrm>
            <a:off x="6527650" y="4856700"/>
            <a:ext cx="2775" cy="7475"/>
          </a:xfrm>
          <a:custGeom>
            <a:avLst/>
            <a:gdLst/>
            <a:ahLst/>
            <a:cxnLst/>
            <a:rect l="l" t="t" r="r" b="b"/>
            <a:pathLst>
              <a:path w="111" h="299" extrusionOk="0">
                <a:moveTo>
                  <a:pt x="1" y="1"/>
                </a:moveTo>
                <a:cubicBezTo>
                  <a:pt x="32" y="111"/>
                  <a:pt x="63" y="205"/>
                  <a:pt x="111" y="299"/>
                </a:cubicBezTo>
                <a:cubicBezTo>
                  <a:pt x="63" y="205"/>
                  <a:pt x="32" y="111"/>
                  <a:pt x="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81" name="Google Shape;1181;p30"/>
          <p:cNvGrpSpPr/>
          <p:nvPr/>
        </p:nvGrpSpPr>
        <p:grpSpPr>
          <a:xfrm>
            <a:off x="-613275" y="4343040"/>
            <a:ext cx="9800100" cy="1657575"/>
            <a:chOff x="-613275" y="3559275"/>
            <a:chExt cx="9800100" cy="1657575"/>
          </a:xfrm>
          <a:solidFill>
            <a:srgbClr val="002E50"/>
          </a:solidFill>
        </p:grpSpPr>
        <p:sp>
          <p:nvSpPr>
            <p:cNvPr id="1182" name="Google Shape;1182;p30"/>
            <p:cNvSpPr/>
            <p:nvPr/>
          </p:nvSpPr>
          <p:spPr>
            <a:xfrm>
              <a:off x="8699600" y="3962263"/>
              <a:ext cx="444400" cy="1230850"/>
            </a:xfrm>
            <a:custGeom>
              <a:avLst/>
              <a:gdLst/>
              <a:ahLst/>
              <a:cxnLst/>
              <a:rect l="l" t="t" r="r" b="b"/>
              <a:pathLst>
                <a:path w="17776" h="49234" extrusionOk="0">
                  <a:moveTo>
                    <a:pt x="1" y="15017"/>
                  </a:moveTo>
                  <a:lnTo>
                    <a:pt x="1" y="49234"/>
                  </a:lnTo>
                  <a:lnTo>
                    <a:pt x="5487" y="49234"/>
                  </a:lnTo>
                  <a:lnTo>
                    <a:pt x="5487" y="15017"/>
                  </a:lnTo>
                  <a:cubicBezTo>
                    <a:pt x="5487" y="7665"/>
                    <a:pt x="10785" y="1537"/>
                    <a:pt x="17776" y="251"/>
                  </a:cubicBezTo>
                  <a:lnTo>
                    <a:pt x="17776" y="251"/>
                  </a:lnTo>
                  <a:cubicBezTo>
                    <a:pt x="16882" y="79"/>
                    <a:pt x="15957" y="1"/>
                    <a:pt x="15033" y="1"/>
                  </a:cubicBezTo>
                  <a:lnTo>
                    <a:pt x="15033" y="1"/>
                  </a:lnTo>
                  <a:cubicBezTo>
                    <a:pt x="6725" y="1"/>
                    <a:pt x="1" y="6725"/>
                    <a:pt x="1" y="15017"/>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3" name="Google Shape;1183;p30"/>
            <p:cNvSpPr/>
            <p:nvPr/>
          </p:nvSpPr>
          <p:spPr>
            <a:xfrm>
              <a:off x="7566750" y="3962263"/>
              <a:ext cx="444000" cy="1230850"/>
            </a:xfrm>
            <a:custGeom>
              <a:avLst/>
              <a:gdLst/>
              <a:ahLst/>
              <a:cxnLst/>
              <a:rect l="l" t="t" r="r" b="b"/>
              <a:pathLst>
                <a:path w="17760" h="49234" extrusionOk="0">
                  <a:moveTo>
                    <a:pt x="0" y="15017"/>
                  </a:moveTo>
                  <a:lnTo>
                    <a:pt x="0" y="49234"/>
                  </a:lnTo>
                  <a:lnTo>
                    <a:pt x="5486" y="49234"/>
                  </a:lnTo>
                  <a:lnTo>
                    <a:pt x="5486" y="15017"/>
                  </a:lnTo>
                  <a:cubicBezTo>
                    <a:pt x="5486" y="7665"/>
                    <a:pt x="10769" y="1537"/>
                    <a:pt x="17759" y="251"/>
                  </a:cubicBezTo>
                  <a:lnTo>
                    <a:pt x="17759" y="251"/>
                  </a:lnTo>
                  <a:cubicBezTo>
                    <a:pt x="16866" y="79"/>
                    <a:pt x="15957" y="1"/>
                    <a:pt x="15016" y="1"/>
                  </a:cubicBezTo>
                  <a:lnTo>
                    <a:pt x="15016" y="1"/>
                  </a:lnTo>
                  <a:cubicBezTo>
                    <a:pt x="6725" y="1"/>
                    <a:pt x="0" y="6725"/>
                    <a:pt x="0" y="15017"/>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4" name="Google Shape;1184;p30"/>
            <p:cNvSpPr/>
            <p:nvPr/>
          </p:nvSpPr>
          <p:spPr>
            <a:xfrm>
              <a:off x="6433500" y="3962263"/>
              <a:ext cx="444000" cy="1230850"/>
            </a:xfrm>
            <a:custGeom>
              <a:avLst/>
              <a:gdLst/>
              <a:ahLst/>
              <a:cxnLst/>
              <a:rect l="l" t="t" r="r" b="b"/>
              <a:pathLst>
                <a:path w="17760" h="49234" extrusionOk="0">
                  <a:moveTo>
                    <a:pt x="0" y="15017"/>
                  </a:moveTo>
                  <a:lnTo>
                    <a:pt x="0" y="49234"/>
                  </a:lnTo>
                  <a:lnTo>
                    <a:pt x="5486" y="49234"/>
                  </a:lnTo>
                  <a:lnTo>
                    <a:pt x="5486" y="15017"/>
                  </a:lnTo>
                  <a:cubicBezTo>
                    <a:pt x="5486" y="7665"/>
                    <a:pt x="10784" y="1537"/>
                    <a:pt x="17759" y="251"/>
                  </a:cubicBezTo>
                  <a:lnTo>
                    <a:pt x="17759" y="251"/>
                  </a:lnTo>
                  <a:cubicBezTo>
                    <a:pt x="16881" y="79"/>
                    <a:pt x="15957" y="1"/>
                    <a:pt x="15016" y="1"/>
                  </a:cubicBezTo>
                  <a:lnTo>
                    <a:pt x="15016" y="1"/>
                  </a:lnTo>
                  <a:cubicBezTo>
                    <a:pt x="6725" y="1"/>
                    <a:pt x="0" y="6725"/>
                    <a:pt x="0" y="15017"/>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5" name="Google Shape;1185;p30"/>
            <p:cNvSpPr/>
            <p:nvPr/>
          </p:nvSpPr>
          <p:spPr>
            <a:xfrm>
              <a:off x="5300250" y="3962263"/>
              <a:ext cx="444375" cy="1230850"/>
            </a:xfrm>
            <a:custGeom>
              <a:avLst/>
              <a:gdLst/>
              <a:ahLst/>
              <a:cxnLst/>
              <a:rect l="l" t="t" r="r" b="b"/>
              <a:pathLst>
                <a:path w="17775" h="49234" extrusionOk="0">
                  <a:moveTo>
                    <a:pt x="0" y="15017"/>
                  </a:moveTo>
                  <a:lnTo>
                    <a:pt x="0" y="49234"/>
                  </a:lnTo>
                  <a:lnTo>
                    <a:pt x="5486" y="49234"/>
                  </a:lnTo>
                  <a:lnTo>
                    <a:pt x="5486" y="15017"/>
                  </a:lnTo>
                  <a:cubicBezTo>
                    <a:pt x="5486" y="7665"/>
                    <a:pt x="10784" y="1537"/>
                    <a:pt x="17775" y="251"/>
                  </a:cubicBezTo>
                  <a:lnTo>
                    <a:pt x="17775" y="251"/>
                  </a:lnTo>
                  <a:cubicBezTo>
                    <a:pt x="16881" y="79"/>
                    <a:pt x="15957" y="1"/>
                    <a:pt x="15032" y="1"/>
                  </a:cubicBezTo>
                  <a:lnTo>
                    <a:pt x="15032" y="1"/>
                  </a:lnTo>
                  <a:cubicBezTo>
                    <a:pt x="6724" y="1"/>
                    <a:pt x="0" y="6725"/>
                    <a:pt x="0" y="15017"/>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86" name="Google Shape;1186;p30"/>
            <p:cNvGrpSpPr/>
            <p:nvPr/>
          </p:nvGrpSpPr>
          <p:grpSpPr>
            <a:xfrm>
              <a:off x="-613275" y="3559275"/>
              <a:ext cx="9800100" cy="1657575"/>
              <a:chOff x="-613275" y="3443675"/>
              <a:chExt cx="9800100" cy="1657575"/>
            </a:xfrm>
            <a:grpFill/>
          </p:grpSpPr>
          <p:sp>
            <p:nvSpPr>
              <p:cNvPr id="1187" name="Google Shape;1187;p30"/>
              <p:cNvSpPr/>
              <p:nvPr/>
            </p:nvSpPr>
            <p:spPr>
              <a:xfrm>
                <a:off x="3962175" y="3443675"/>
                <a:ext cx="5224650" cy="1657575"/>
              </a:xfrm>
              <a:custGeom>
                <a:avLst/>
                <a:gdLst/>
                <a:ahLst/>
                <a:cxnLst/>
                <a:rect l="l" t="t" r="r" b="b"/>
                <a:pathLst>
                  <a:path w="208986" h="66303" extrusionOk="0">
                    <a:moveTo>
                      <a:pt x="0" y="0"/>
                    </a:moveTo>
                    <a:lnTo>
                      <a:pt x="0" y="1207"/>
                    </a:lnTo>
                    <a:lnTo>
                      <a:pt x="5486" y="1207"/>
                    </a:lnTo>
                    <a:lnTo>
                      <a:pt x="5486" y="5439"/>
                    </a:lnTo>
                    <a:lnTo>
                      <a:pt x="0" y="5439"/>
                    </a:lnTo>
                    <a:lnTo>
                      <a:pt x="0" y="66303"/>
                    </a:lnTo>
                    <a:lnTo>
                      <a:pt x="8104" y="66303"/>
                    </a:lnTo>
                    <a:lnTo>
                      <a:pt x="8104" y="32086"/>
                    </a:lnTo>
                    <a:cubicBezTo>
                      <a:pt x="8104" y="23794"/>
                      <a:pt x="14828" y="17070"/>
                      <a:pt x="23120" y="17070"/>
                    </a:cubicBezTo>
                    <a:lnTo>
                      <a:pt x="23120" y="17070"/>
                    </a:lnTo>
                    <a:cubicBezTo>
                      <a:pt x="31411" y="17070"/>
                      <a:pt x="38136" y="23794"/>
                      <a:pt x="38136" y="32086"/>
                    </a:cubicBezTo>
                    <a:lnTo>
                      <a:pt x="38136" y="32086"/>
                    </a:lnTo>
                    <a:lnTo>
                      <a:pt x="38136" y="66303"/>
                    </a:lnTo>
                    <a:lnTo>
                      <a:pt x="53434" y="66303"/>
                    </a:lnTo>
                    <a:lnTo>
                      <a:pt x="53434" y="32086"/>
                    </a:lnTo>
                    <a:cubicBezTo>
                      <a:pt x="53434" y="23794"/>
                      <a:pt x="60158" y="17070"/>
                      <a:pt x="68450" y="17070"/>
                    </a:cubicBezTo>
                    <a:lnTo>
                      <a:pt x="68450" y="17070"/>
                    </a:lnTo>
                    <a:cubicBezTo>
                      <a:pt x="76741" y="17070"/>
                      <a:pt x="83466" y="23794"/>
                      <a:pt x="83466" y="32086"/>
                    </a:cubicBezTo>
                    <a:lnTo>
                      <a:pt x="83466" y="32086"/>
                    </a:lnTo>
                    <a:lnTo>
                      <a:pt x="83466" y="66303"/>
                    </a:lnTo>
                    <a:lnTo>
                      <a:pt x="98764" y="66303"/>
                    </a:lnTo>
                    <a:lnTo>
                      <a:pt x="98764" y="32086"/>
                    </a:lnTo>
                    <a:cubicBezTo>
                      <a:pt x="98764" y="23794"/>
                      <a:pt x="105488" y="17070"/>
                      <a:pt x="113780" y="17070"/>
                    </a:cubicBezTo>
                    <a:lnTo>
                      <a:pt x="113780" y="17070"/>
                    </a:lnTo>
                    <a:cubicBezTo>
                      <a:pt x="122072" y="17070"/>
                      <a:pt x="128796" y="23794"/>
                      <a:pt x="128796" y="32086"/>
                    </a:cubicBezTo>
                    <a:lnTo>
                      <a:pt x="128796" y="32086"/>
                    </a:lnTo>
                    <a:lnTo>
                      <a:pt x="128796" y="66303"/>
                    </a:lnTo>
                    <a:lnTo>
                      <a:pt x="144094" y="66303"/>
                    </a:lnTo>
                    <a:lnTo>
                      <a:pt x="144094" y="32086"/>
                    </a:lnTo>
                    <a:cubicBezTo>
                      <a:pt x="144094" y="23794"/>
                      <a:pt x="150818" y="17070"/>
                      <a:pt x="159110" y="17070"/>
                    </a:cubicBezTo>
                    <a:lnTo>
                      <a:pt x="159110" y="17070"/>
                    </a:lnTo>
                    <a:cubicBezTo>
                      <a:pt x="167402" y="17070"/>
                      <a:pt x="174126" y="23794"/>
                      <a:pt x="174126" y="32086"/>
                    </a:cubicBezTo>
                    <a:lnTo>
                      <a:pt x="174126" y="32086"/>
                    </a:lnTo>
                    <a:lnTo>
                      <a:pt x="174126" y="66303"/>
                    </a:lnTo>
                    <a:lnTo>
                      <a:pt x="189424" y="66303"/>
                    </a:lnTo>
                    <a:lnTo>
                      <a:pt x="189424" y="32086"/>
                    </a:lnTo>
                    <a:cubicBezTo>
                      <a:pt x="189424" y="23794"/>
                      <a:pt x="196148" y="17070"/>
                      <a:pt x="204440" y="17070"/>
                    </a:cubicBezTo>
                    <a:lnTo>
                      <a:pt x="204440" y="17070"/>
                    </a:lnTo>
                    <a:cubicBezTo>
                      <a:pt x="205976" y="17070"/>
                      <a:pt x="207591" y="17305"/>
                      <a:pt x="208986" y="17728"/>
                    </a:cubicBezTo>
                    <a:lnTo>
                      <a:pt x="208986" y="17728"/>
                    </a:lnTo>
                    <a:lnTo>
                      <a:pt x="208986" y="5439"/>
                    </a:lnTo>
                    <a:lnTo>
                      <a:pt x="205083" y="5439"/>
                    </a:lnTo>
                    <a:lnTo>
                      <a:pt x="205083" y="1207"/>
                    </a:lnTo>
                    <a:lnTo>
                      <a:pt x="208986" y="1207"/>
                    </a:lnTo>
                    <a:lnTo>
                      <a:pt x="208986" y="0"/>
                    </a:lnTo>
                    <a:close/>
                    <a:moveTo>
                      <a:pt x="189832" y="1207"/>
                    </a:moveTo>
                    <a:lnTo>
                      <a:pt x="203766" y="1207"/>
                    </a:lnTo>
                    <a:lnTo>
                      <a:pt x="203766" y="5439"/>
                    </a:lnTo>
                    <a:lnTo>
                      <a:pt x="189832" y="5439"/>
                    </a:lnTo>
                    <a:close/>
                    <a:moveTo>
                      <a:pt x="174581" y="1207"/>
                    </a:moveTo>
                    <a:lnTo>
                      <a:pt x="188515" y="1207"/>
                    </a:lnTo>
                    <a:lnTo>
                      <a:pt x="188515" y="5439"/>
                    </a:lnTo>
                    <a:lnTo>
                      <a:pt x="174581" y="5439"/>
                    </a:lnTo>
                    <a:close/>
                    <a:moveTo>
                      <a:pt x="159314" y="1207"/>
                    </a:moveTo>
                    <a:lnTo>
                      <a:pt x="173264" y="1207"/>
                    </a:lnTo>
                    <a:lnTo>
                      <a:pt x="173264" y="5439"/>
                    </a:lnTo>
                    <a:lnTo>
                      <a:pt x="159314" y="5439"/>
                    </a:lnTo>
                    <a:close/>
                    <a:moveTo>
                      <a:pt x="144063" y="1207"/>
                    </a:moveTo>
                    <a:lnTo>
                      <a:pt x="158013" y="1207"/>
                    </a:lnTo>
                    <a:lnTo>
                      <a:pt x="158013" y="5439"/>
                    </a:lnTo>
                    <a:lnTo>
                      <a:pt x="144063" y="5439"/>
                    </a:lnTo>
                    <a:close/>
                    <a:moveTo>
                      <a:pt x="128812" y="1207"/>
                    </a:moveTo>
                    <a:lnTo>
                      <a:pt x="142762" y="1207"/>
                    </a:lnTo>
                    <a:lnTo>
                      <a:pt x="142762" y="5439"/>
                    </a:lnTo>
                    <a:lnTo>
                      <a:pt x="128812" y="5439"/>
                    </a:lnTo>
                    <a:close/>
                    <a:moveTo>
                      <a:pt x="113560" y="1207"/>
                    </a:moveTo>
                    <a:lnTo>
                      <a:pt x="127511" y="1207"/>
                    </a:lnTo>
                    <a:lnTo>
                      <a:pt x="127511" y="5439"/>
                    </a:lnTo>
                    <a:lnTo>
                      <a:pt x="113560" y="5439"/>
                    </a:lnTo>
                    <a:close/>
                    <a:moveTo>
                      <a:pt x="98309" y="1207"/>
                    </a:moveTo>
                    <a:lnTo>
                      <a:pt x="112259" y="1207"/>
                    </a:lnTo>
                    <a:lnTo>
                      <a:pt x="112259" y="5439"/>
                    </a:lnTo>
                    <a:lnTo>
                      <a:pt x="98309" y="5439"/>
                    </a:lnTo>
                    <a:close/>
                    <a:moveTo>
                      <a:pt x="83058" y="1207"/>
                    </a:moveTo>
                    <a:lnTo>
                      <a:pt x="97008" y="1207"/>
                    </a:lnTo>
                    <a:lnTo>
                      <a:pt x="97008" y="5439"/>
                    </a:lnTo>
                    <a:lnTo>
                      <a:pt x="83058" y="5439"/>
                    </a:lnTo>
                    <a:close/>
                    <a:moveTo>
                      <a:pt x="67807" y="1207"/>
                    </a:moveTo>
                    <a:lnTo>
                      <a:pt x="81757" y="1207"/>
                    </a:lnTo>
                    <a:lnTo>
                      <a:pt x="81757" y="5439"/>
                    </a:lnTo>
                    <a:lnTo>
                      <a:pt x="67807" y="5439"/>
                    </a:lnTo>
                    <a:close/>
                    <a:moveTo>
                      <a:pt x="52556" y="1207"/>
                    </a:moveTo>
                    <a:lnTo>
                      <a:pt x="66490" y="1207"/>
                    </a:lnTo>
                    <a:lnTo>
                      <a:pt x="66490" y="5439"/>
                    </a:lnTo>
                    <a:lnTo>
                      <a:pt x="52556" y="5439"/>
                    </a:lnTo>
                    <a:close/>
                    <a:moveTo>
                      <a:pt x="37305" y="1207"/>
                    </a:moveTo>
                    <a:lnTo>
                      <a:pt x="51239" y="1207"/>
                    </a:lnTo>
                    <a:lnTo>
                      <a:pt x="51239" y="5439"/>
                    </a:lnTo>
                    <a:lnTo>
                      <a:pt x="37305" y="5439"/>
                    </a:lnTo>
                    <a:close/>
                    <a:moveTo>
                      <a:pt x="22038" y="1207"/>
                    </a:moveTo>
                    <a:lnTo>
                      <a:pt x="35988" y="1207"/>
                    </a:lnTo>
                    <a:lnTo>
                      <a:pt x="35988" y="5439"/>
                    </a:lnTo>
                    <a:lnTo>
                      <a:pt x="22038" y="5439"/>
                    </a:lnTo>
                    <a:close/>
                    <a:moveTo>
                      <a:pt x="6787" y="1207"/>
                    </a:moveTo>
                    <a:lnTo>
                      <a:pt x="20737" y="1207"/>
                    </a:lnTo>
                    <a:lnTo>
                      <a:pt x="20737" y="5439"/>
                    </a:lnTo>
                    <a:lnTo>
                      <a:pt x="6787" y="5439"/>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1188" name="Google Shape;1188;p30"/>
              <p:cNvGrpSpPr/>
              <p:nvPr/>
            </p:nvGrpSpPr>
            <p:grpSpPr>
              <a:xfrm>
                <a:off x="-613275" y="3443675"/>
                <a:ext cx="5224650" cy="1657575"/>
                <a:chOff x="1161525" y="3805200"/>
                <a:chExt cx="5224650" cy="1657575"/>
              </a:xfrm>
              <a:grpFill/>
            </p:grpSpPr>
            <p:sp>
              <p:nvSpPr>
                <p:cNvPr id="1189" name="Google Shape;1189;p30"/>
                <p:cNvSpPr/>
                <p:nvPr/>
              </p:nvSpPr>
              <p:spPr>
                <a:xfrm>
                  <a:off x="5896325" y="4231925"/>
                  <a:ext cx="444400" cy="1230850"/>
                </a:xfrm>
                <a:custGeom>
                  <a:avLst/>
                  <a:gdLst/>
                  <a:ahLst/>
                  <a:cxnLst/>
                  <a:rect l="l" t="t" r="r" b="b"/>
                  <a:pathLst>
                    <a:path w="17776" h="49234" extrusionOk="0">
                      <a:moveTo>
                        <a:pt x="1" y="15017"/>
                      </a:moveTo>
                      <a:lnTo>
                        <a:pt x="1" y="49234"/>
                      </a:lnTo>
                      <a:lnTo>
                        <a:pt x="5487" y="49234"/>
                      </a:lnTo>
                      <a:lnTo>
                        <a:pt x="5487" y="15017"/>
                      </a:lnTo>
                      <a:cubicBezTo>
                        <a:pt x="5487" y="7665"/>
                        <a:pt x="10785" y="1537"/>
                        <a:pt x="17776" y="251"/>
                      </a:cubicBezTo>
                      <a:lnTo>
                        <a:pt x="17776" y="251"/>
                      </a:lnTo>
                      <a:cubicBezTo>
                        <a:pt x="16882" y="79"/>
                        <a:pt x="15957" y="1"/>
                        <a:pt x="15033" y="1"/>
                      </a:cubicBezTo>
                      <a:lnTo>
                        <a:pt x="15033" y="1"/>
                      </a:lnTo>
                      <a:cubicBezTo>
                        <a:pt x="6725" y="1"/>
                        <a:pt x="1" y="6725"/>
                        <a:pt x="1" y="15017"/>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0" name="Google Shape;1190;p30"/>
                <p:cNvSpPr/>
                <p:nvPr/>
              </p:nvSpPr>
              <p:spPr>
                <a:xfrm>
                  <a:off x="4763475" y="4231925"/>
                  <a:ext cx="444000" cy="1230850"/>
                </a:xfrm>
                <a:custGeom>
                  <a:avLst/>
                  <a:gdLst/>
                  <a:ahLst/>
                  <a:cxnLst/>
                  <a:rect l="l" t="t" r="r" b="b"/>
                  <a:pathLst>
                    <a:path w="17760" h="49234" extrusionOk="0">
                      <a:moveTo>
                        <a:pt x="0" y="15017"/>
                      </a:moveTo>
                      <a:lnTo>
                        <a:pt x="0" y="49234"/>
                      </a:lnTo>
                      <a:lnTo>
                        <a:pt x="5486" y="49234"/>
                      </a:lnTo>
                      <a:lnTo>
                        <a:pt x="5486" y="15017"/>
                      </a:lnTo>
                      <a:cubicBezTo>
                        <a:pt x="5486" y="7665"/>
                        <a:pt x="10769" y="1537"/>
                        <a:pt x="17759" y="251"/>
                      </a:cubicBezTo>
                      <a:lnTo>
                        <a:pt x="17759" y="251"/>
                      </a:lnTo>
                      <a:cubicBezTo>
                        <a:pt x="16866" y="79"/>
                        <a:pt x="15957" y="1"/>
                        <a:pt x="15016" y="1"/>
                      </a:cubicBezTo>
                      <a:lnTo>
                        <a:pt x="15016" y="1"/>
                      </a:lnTo>
                      <a:cubicBezTo>
                        <a:pt x="6725" y="1"/>
                        <a:pt x="0" y="6725"/>
                        <a:pt x="0" y="15017"/>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1" name="Google Shape;1191;p30"/>
                <p:cNvSpPr/>
                <p:nvPr/>
              </p:nvSpPr>
              <p:spPr>
                <a:xfrm>
                  <a:off x="3630225" y="4231925"/>
                  <a:ext cx="444000" cy="1230850"/>
                </a:xfrm>
                <a:custGeom>
                  <a:avLst/>
                  <a:gdLst/>
                  <a:ahLst/>
                  <a:cxnLst/>
                  <a:rect l="l" t="t" r="r" b="b"/>
                  <a:pathLst>
                    <a:path w="17760" h="49234" extrusionOk="0">
                      <a:moveTo>
                        <a:pt x="0" y="15017"/>
                      </a:moveTo>
                      <a:lnTo>
                        <a:pt x="0" y="49234"/>
                      </a:lnTo>
                      <a:lnTo>
                        <a:pt x="5486" y="49234"/>
                      </a:lnTo>
                      <a:lnTo>
                        <a:pt x="5486" y="15017"/>
                      </a:lnTo>
                      <a:cubicBezTo>
                        <a:pt x="5486" y="7665"/>
                        <a:pt x="10784" y="1537"/>
                        <a:pt x="17759" y="251"/>
                      </a:cubicBezTo>
                      <a:lnTo>
                        <a:pt x="17759" y="251"/>
                      </a:lnTo>
                      <a:cubicBezTo>
                        <a:pt x="16881" y="79"/>
                        <a:pt x="15957" y="1"/>
                        <a:pt x="15016" y="1"/>
                      </a:cubicBezTo>
                      <a:lnTo>
                        <a:pt x="15016" y="1"/>
                      </a:lnTo>
                      <a:cubicBezTo>
                        <a:pt x="6725" y="1"/>
                        <a:pt x="0" y="6725"/>
                        <a:pt x="0" y="15017"/>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2" name="Google Shape;1192;p30"/>
                <p:cNvSpPr/>
                <p:nvPr/>
              </p:nvSpPr>
              <p:spPr>
                <a:xfrm>
                  <a:off x="2496975" y="4231925"/>
                  <a:ext cx="444375" cy="1230850"/>
                </a:xfrm>
                <a:custGeom>
                  <a:avLst/>
                  <a:gdLst/>
                  <a:ahLst/>
                  <a:cxnLst/>
                  <a:rect l="l" t="t" r="r" b="b"/>
                  <a:pathLst>
                    <a:path w="17775" h="49234" extrusionOk="0">
                      <a:moveTo>
                        <a:pt x="0" y="15017"/>
                      </a:moveTo>
                      <a:lnTo>
                        <a:pt x="0" y="49234"/>
                      </a:lnTo>
                      <a:lnTo>
                        <a:pt x="5486" y="49234"/>
                      </a:lnTo>
                      <a:lnTo>
                        <a:pt x="5486" y="15017"/>
                      </a:lnTo>
                      <a:cubicBezTo>
                        <a:pt x="5486" y="7665"/>
                        <a:pt x="10784" y="1537"/>
                        <a:pt x="17775" y="251"/>
                      </a:cubicBezTo>
                      <a:lnTo>
                        <a:pt x="17775" y="251"/>
                      </a:lnTo>
                      <a:cubicBezTo>
                        <a:pt x="16881" y="79"/>
                        <a:pt x="15957" y="1"/>
                        <a:pt x="15032" y="1"/>
                      </a:cubicBezTo>
                      <a:lnTo>
                        <a:pt x="15032" y="1"/>
                      </a:lnTo>
                      <a:cubicBezTo>
                        <a:pt x="6724" y="1"/>
                        <a:pt x="0" y="6725"/>
                        <a:pt x="0" y="15017"/>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3" name="Google Shape;1193;p30"/>
                <p:cNvSpPr/>
                <p:nvPr/>
              </p:nvSpPr>
              <p:spPr>
                <a:xfrm>
                  <a:off x="1364100" y="4231925"/>
                  <a:ext cx="444000" cy="1230850"/>
                </a:xfrm>
                <a:custGeom>
                  <a:avLst/>
                  <a:gdLst/>
                  <a:ahLst/>
                  <a:cxnLst/>
                  <a:rect l="l" t="t" r="r" b="b"/>
                  <a:pathLst>
                    <a:path w="17760" h="49234" extrusionOk="0">
                      <a:moveTo>
                        <a:pt x="1" y="15017"/>
                      </a:moveTo>
                      <a:lnTo>
                        <a:pt x="1" y="49234"/>
                      </a:lnTo>
                      <a:lnTo>
                        <a:pt x="5487" y="49234"/>
                      </a:lnTo>
                      <a:lnTo>
                        <a:pt x="5487" y="15017"/>
                      </a:lnTo>
                      <a:cubicBezTo>
                        <a:pt x="5487" y="7665"/>
                        <a:pt x="10769" y="1537"/>
                        <a:pt x="17760" y="251"/>
                      </a:cubicBezTo>
                      <a:lnTo>
                        <a:pt x="17760" y="251"/>
                      </a:lnTo>
                      <a:cubicBezTo>
                        <a:pt x="16866" y="79"/>
                        <a:pt x="15957" y="1"/>
                        <a:pt x="15017" y="1"/>
                      </a:cubicBezTo>
                      <a:lnTo>
                        <a:pt x="15017" y="1"/>
                      </a:lnTo>
                      <a:cubicBezTo>
                        <a:pt x="6725" y="1"/>
                        <a:pt x="1" y="6725"/>
                        <a:pt x="1" y="15017"/>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4" name="Google Shape;1194;p30"/>
                <p:cNvSpPr/>
                <p:nvPr/>
              </p:nvSpPr>
              <p:spPr>
                <a:xfrm>
                  <a:off x="1161525" y="3805200"/>
                  <a:ext cx="5224650" cy="1657575"/>
                </a:xfrm>
                <a:custGeom>
                  <a:avLst/>
                  <a:gdLst/>
                  <a:ahLst/>
                  <a:cxnLst/>
                  <a:rect l="l" t="t" r="r" b="b"/>
                  <a:pathLst>
                    <a:path w="208986" h="66303" extrusionOk="0">
                      <a:moveTo>
                        <a:pt x="0" y="0"/>
                      </a:moveTo>
                      <a:lnTo>
                        <a:pt x="0" y="1207"/>
                      </a:lnTo>
                      <a:lnTo>
                        <a:pt x="5486" y="1207"/>
                      </a:lnTo>
                      <a:lnTo>
                        <a:pt x="5486" y="5439"/>
                      </a:lnTo>
                      <a:lnTo>
                        <a:pt x="0" y="5439"/>
                      </a:lnTo>
                      <a:lnTo>
                        <a:pt x="0" y="66303"/>
                      </a:lnTo>
                      <a:lnTo>
                        <a:pt x="8104" y="66303"/>
                      </a:lnTo>
                      <a:lnTo>
                        <a:pt x="8104" y="32086"/>
                      </a:lnTo>
                      <a:cubicBezTo>
                        <a:pt x="8104" y="23794"/>
                        <a:pt x="14828" y="17070"/>
                        <a:pt x="23120" y="17070"/>
                      </a:cubicBezTo>
                      <a:lnTo>
                        <a:pt x="23120" y="17070"/>
                      </a:lnTo>
                      <a:cubicBezTo>
                        <a:pt x="31411" y="17070"/>
                        <a:pt x="38136" y="23794"/>
                        <a:pt x="38136" y="32086"/>
                      </a:cubicBezTo>
                      <a:lnTo>
                        <a:pt x="38136" y="32086"/>
                      </a:lnTo>
                      <a:lnTo>
                        <a:pt x="38136" y="66303"/>
                      </a:lnTo>
                      <a:lnTo>
                        <a:pt x="53434" y="66303"/>
                      </a:lnTo>
                      <a:lnTo>
                        <a:pt x="53434" y="32086"/>
                      </a:lnTo>
                      <a:cubicBezTo>
                        <a:pt x="53434" y="23794"/>
                        <a:pt x="60158" y="17070"/>
                        <a:pt x="68450" y="17070"/>
                      </a:cubicBezTo>
                      <a:lnTo>
                        <a:pt x="68450" y="17070"/>
                      </a:lnTo>
                      <a:cubicBezTo>
                        <a:pt x="76741" y="17070"/>
                        <a:pt x="83466" y="23794"/>
                        <a:pt x="83466" y="32086"/>
                      </a:cubicBezTo>
                      <a:lnTo>
                        <a:pt x="83466" y="32086"/>
                      </a:lnTo>
                      <a:lnTo>
                        <a:pt x="83466" y="66303"/>
                      </a:lnTo>
                      <a:lnTo>
                        <a:pt x="98764" y="66303"/>
                      </a:lnTo>
                      <a:lnTo>
                        <a:pt x="98764" y="32086"/>
                      </a:lnTo>
                      <a:cubicBezTo>
                        <a:pt x="98764" y="23794"/>
                        <a:pt x="105488" y="17070"/>
                        <a:pt x="113780" y="17070"/>
                      </a:cubicBezTo>
                      <a:lnTo>
                        <a:pt x="113780" y="17070"/>
                      </a:lnTo>
                      <a:cubicBezTo>
                        <a:pt x="122072" y="17070"/>
                        <a:pt x="128796" y="23794"/>
                        <a:pt x="128796" y="32086"/>
                      </a:cubicBezTo>
                      <a:lnTo>
                        <a:pt x="128796" y="32086"/>
                      </a:lnTo>
                      <a:lnTo>
                        <a:pt x="128796" y="66303"/>
                      </a:lnTo>
                      <a:lnTo>
                        <a:pt x="144094" y="66303"/>
                      </a:lnTo>
                      <a:lnTo>
                        <a:pt x="144094" y="32086"/>
                      </a:lnTo>
                      <a:cubicBezTo>
                        <a:pt x="144094" y="23794"/>
                        <a:pt x="150818" y="17070"/>
                        <a:pt x="159110" y="17070"/>
                      </a:cubicBezTo>
                      <a:lnTo>
                        <a:pt x="159110" y="17070"/>
                      </a:lnTo>
                      <a:cubicBezTo>
                        <a:pt x="167402" y="17070"/>
                        <a:pt x="174126" y="23794"/>
                        <a:pt x="174126" y="32086"/>
                      </a:cubicBezTo>
                      <a:lnTo>
                        <a:pt x="174126" y="32086"/>
                      </a:lnTo>
                      <a:lnTo>
                        <a:pt x="174126" y="66303"/>
                      </a:lnTo>
                      <a:lnTo>
                        <a:pt x="189424" y="66303"/>
                      </a:lnTo>
                      <a:lnTo>
                        <a:pt x="189424" y="32086"/>
                      </a:lnTo>
                      <a:cubicBezTo>
                        <a:pt x="189424" y="23794"/>
                        <a:pt x="196148" y="17070"/>
                        <a:pt x="204440" y="17070"/>
                      </a:cubicBezTo>
                      <a:lnTo>
                        <a:pt x="204440" y="17070"/>
                      </a:lnTo>
                      <a:cubicBezTo>
                        <a:pt x="205976" y="17070"/>
                        <a:pt x="207591" y="17305"/>
                        <a:pt x="208986" y="17728"/>
                      </a:cubicBezTo>
                      <a:lnTo>
                        <a:pt x="208986" y="17728"/>
                      </a:lnTo>
                      <a:lnTo>
                        <a:pt x="208986" y="5439"/>
                      </a:lnTo>
                      <a:lnTo>
                        <a:pt x="205083" y="5439"/>
                      </a:lnTo>
                      <a:lnTo>
                        <a:pt x="205083" y="1207"/>
                      </a:lnTo>
                      <a:lnTo>
                        <a:pt x="208986" y="1207"/>
                      </a:lnTo>
                      <a:lnTo>
                        <a:pt x="208986" y="0"/>
                      </a:lnTo>
                      <a:close/>
                      <a:moveTo>
                        <a:pt x="189832" y="1207"/>
                      </a:moveTo>
                      <a:lnTo>
                        <a:pt x="203766" y="1207"/>
                      </a:lnTo>
                      <a:lnTo>
                        <a:pt x="203766" y="5439"/>
                      </a:lnTo>
                      <a:lnTo>
                        <a:pt x="189832" y="5439"/>
                      </a:lnTo>
                      <a:close/>
                      <a:moveTo>
                        <a:pt x="174581" y="1207"/>
                      </a:moveTo>
                      <a:lnTo>
                        <a:pt x="188515" y="1207"/>
                      </a:lnTo>
                      <a:lnTo>
                        <a:pt x="188515" y="5439"/>
                      </a:lnTo>
                      <a:lnTo>
                        <a:pt x="174581" y="5439"/>
                      </a:lnTo>
                      <a:close/>
                      <a:moveTo>
                        <a:pt x="159314" y="1207"/>
                      </a:moveTo>
                      <a:lnTo>
                        <a:pt x="173264" y="1207"/>
                      </a:lnTo>
                      <a:lnTo>
                        <a:pt x="173264" y="5439"/>
                      </a:lnTo>
                      <a:lnTo>
                        <a:pt x="159314" y="5439"/>
                      </a:lnTo>
                      <a:close/>
                      <a:moveTo>
                        <a:pt x="144063" y="1207"/>
                      </a:moveTo>
                      <a:lnTo>
                        <a:pt x="158013" y="1207"/>
                      </a:lnTo>
                      <a:lnTo>
                        <a:pt x="158013" y="5439"/>
                      </a:lnTo>
                      <a:lnTo>
                        <a:pt x="144063" y="5439"/>
                      </a:lnTo>
                      <a:close/>
                      <a:moveTo>
                        <a:pt x="128812" y="1207"/>
                      </a:moveTo>
                      <a:lnTo>
                        <a:pt x="142762" y="1207"/>
                      </a:lnTo>
                      <a:lnTo>
                        <a:pt x="142762" y="5439"/>
                      </a:lnTo>
                      <a:lnTo>
                        <a:pt x="128812" y="5439"/>
                      </a:lnTo>
                      <a:close/>
                      <a:moveTo>
                        <a:pt x="113560" y="1207"/>
                      </a:moveTo>
                      <a:lnTo>
                        <a:pt x="127511" y="1207"/>
                      </a:lnTo>
                      <a:lnTo>
                        <a:pt x="127511" y="5439"/>
                      </a:lnTo>
                      <a:lnTo>
                        <a:pt x="113560" y="5439"/>
                      </a:lnTo>
                      <a:close/>
                      <a:moveTo>
                        <a:pt x="98309" y="1207"/>
                      </a:moveTo>
                      <a:lnTo>
                        <a:pt x="112259" y="1207"/>
                      </a:lnTo>
                      <a:lnTo>
                        <a:pt x="112259" y="5439"/>
                      </a:lnTo>
                      <a:lnTo>
                        <a:pt x="98309" y="5439"/>
                      </a:lnTo>
                      <a:close/>
                      <a:moveTo>
                        <a:pt x="83058" y="1207"/>
                      </a:moveTo>
                      <a:lnTo>
                        <a:pt x="97008" y="1207"/>
                      </a:lnTo>
                      <a:lnTo>
                        <a:pt x="97008" y="5439"/>
                      </a:lnTo>
                      <a:lnTo>
                        <a:pt x="83058" y="5439"/>
                      </a:lnTo>
                      <a:close/>
                      <a:moveTo>
                        <a:pt x="67807" y="1207"/>
                      </a:moveTo>
                      <a:lnTo>
                        <a:pt x="81757" y="1207"/>
                      </a:lnTo>
                      <a:lnTo>
                        <a:pt x="81757" y="5439"/>
                      </a:lnTo>
                      <a:lnTo>
                        <a:pt x="67807" y="5439"/>
                      </a:lnTo>
                      <a:close/>
                      <a:moveTo>
                        <a:pt x="52556" y="1207"/>
                      </a:moveTo>
                      <a:lnTo>
                        <a:pt x="66490" y="1207"/>
                      </a:lnTo>
                      <a:lnTo>
                        <a:pt x="66490" y="5439"/>
                      </a:lnTo>
                      <a:lnTo>
                        <a:pt x="52556" y="5439"/>
                      </a:lnTo>
                      <a:close/>
                      <a:moveTo>
                        <a:pt x="37305" y="1207"/>
                      </a:moveTo>
                      <a:lnTo>
                        <a:pt x="51239" y="1207"/>
                      </a:lnTo>
                      <a:lnTo>
                        <a:pt x="51239" y="5439"/>
                      </a:lnTo>
                      <a:lnTo>
                        <a:pt x="37305" y="5439"/>
                      </a:lnTo>
                      <a:close/>
                      <a:moveTo>
                        <a:pt x="22038" y="1207"/>
                      </a:moveTo>
                      <a:lnTo>
                        <a:pt x="35988" y="1207"/>
                      </a:lnTo>
                      <a:lnTo>
                        <a:pt x="35988" y="5439"/>
                      </a:lnTo>
                      <a:lnTo>
                        <a:pt x="22038" y="5439"/>
                      </a:lnTo>
                      <a:close/>
                      <a:moveTo>
                        <a:pt x="6787" y="1207"/>
                      </a:moveTo>
                      <a:lnTo>
                        <a:pt x="20737" y="1207"/>
                      </a:lnTo>
                      <a:lnTo>
                        <a:pt x="20737" y="5439"/>
                      </a:lnTo>
                      <a:lnTo>
                        <a:pt x="6787" y="5439"/>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
        <p:nvSpPr>
          <p:cNvPr id="8" name="Google Shape;294;p36">
            <a:extLst>
              <a:ext uri="{FF2B5EF4-FFF2-40B4-BE49-F238E27FC236}">
                <a16:creationId xmlns:a16="http://schemas.microsoft.com/office/drawing/2014/main" id="{4B860DC5-80A4-D299-EF06-54A4743D74B3}"/>
              </a:ext>
            </a:extLst>
          </p:cNvPr>
          <p:cNvSpPr txBox="1">
            <a:spLocks/>
          </p:cNvSpPr>
          <p:nvPr/>
        </p:nvSpPr>
        <p:spPr>
          <a:xfrm>
            <a:off x="561987" y="183192"/>
            <a:ext cx="77040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eaLnBrk="1" hangingPunct="1">
              <a:lnSpc>
                <a:spcPct val="80000"/>
              </a:lnSpc>
              <a:spcBef>
                <a:spcPts val="0"/>
              </a:spcBef>
              <a:spcAft>
                <a:spcPts val="0"/>
              </a:spcAft>
              <a:buClr>
                <a:schemeClr val="dk1"/>
              </a:buClr>
              <a:buSzPts val="5200"/>
              <a:buFont typeface="Bakbak One"/>
              <a:buNone/>
              <a:defRPr sz="7000" b="0" i="0" u="none" strike="noStrike" cap="none">
                <a:solidFill>
                  <a:schemeClr val="dk1"/>
                </a:solidFill>
                <a:latin typeface="Bakbak One"/>
                <a:ea typeface="Bakbak One"/>
                <a:cs typeface="Bakbak One"/>
                <a:sym typeface="Bakbak One"/>
              </a:defRPr>
            </a:lvl1pPr>
            <a:lvl2pPr marR="0" lvl="1" algn="ctr" rtl="0" eaLnBrk="1" hangingPunct="1">
              <a:lnSpc>
                <a:spcPct val="100000"/>
              </a:lnSpc>
              <a:spcBef>
                <a:spcPts val="0"/>
              </a:spcBef>
              <a:spcAft>
                <a:spcPts val="0"/>
              </a:spcAft>
              <a:buClr>
                <a:schemeClr val="dk1"/>
              </a:buClr>
              <a:buSzPts val="5200"/>
              <a:buFont typeface="Bakbak One"/>
              <a:buNone/>
              <a:defRPr sz="5200" b="0" i="0" u="none" strike="noStrike" cap="none">
                <a:solidFill>
                  <a:schemeClr val="dk1"/>
                </a:solidFill>
                <a:latin typeface="Bakbak One"/>
                <a:ea typeface="Bakbak One"/>
                <a:cs typeface="Bakbak One"/>
                <a:sym typeface="Bakbak One"/>
              </a:defRPr>
            </a:lvl2pPr>
            <a:lvl3pPr marR="0" lvl="2" algn="ctr" rtl="0" eaLnBrk="1" hangingPunct="1">
              <a:lnSpc>
                <a:spcPct val="100000"/>
              </a:lnSpc>
              <a:spcBef>
                <a:spcPts val="0"/>
              </a:spcBef>
              <a:spcAft>
                <a:spcPts val="0"/>
              </a:spcAft>
              <a:buClr>
                <a:schemeClr val="dk1"/>
              </a:buClr>
              <a:buSzPts val="5200"/>
              <a:buFont typeface="Bakbak One"/>
              <a:buNone/>
              <a:defRPr sz="5200" b="0" i="0" u="none" strike="noStrike" cap="none">
                <a:solidFill>
                  <a:schemeClr val="dk1"/>
                </a:solidFill>
                <a:latin typeface="Bakbak One"/>
                <a:ea typeface="Bakbak One"/>
                <a:cs typeface="Bakbak One"/>
                <a:sym typeface="Bakbak One"/>
              </a:defRPr>
            </a:lvl3pPr>
            <a:lvl4pPr marR="0" lvl="3" algn="ctr" rtl="0" eaLnBrk="1" hangingPunct="1">
              <a:lnSpc>
                <a:spcPct val="100000"/>
              </a:lnSpc>
              <a:spcBef>
                <a:spcPts val="0"/>
              </a:spcBef>
              <a:spcAft>
                <a:spcPts val="0"/>
              </a:spcAft>
              <a:buClr>
                <a:schemeClr val="dk1"/>
              </a:buClr>
              <a:buSzPts val="5200"/>
              <a:buFont typeface="Bakbak One"/>
              <a:buNone/>
              <a:defRPr sz="5200" b="0" i="0" u="none" strike="noStrike" cap="none">
                <a:solidFill>
                  <a:schemeClr val="dk1"/>
                </a:solidFill>
                <a:latin typeface="Bakbak One"/>
                <a:ea typeface="Bakbak One"/>
                <a:cs typeface="Bakbak One"/>
                <a:sym typeface="Bakbak One"/>
              </a:defRPr>
            </a:lvl4pPr>
            <a:lvl5pPr marR="0" lvl="4" algn="ctr" rtl="0" eaLnBrk="1" hangingPunct="1">
              <a:lnSpc>
                <a:spcPct val="100000"/>
              </a:lnSpc>
              <a:spcBef>
                <a:spcPts val="0"/>
              </a:spcBef>
              <a:spcAft>
                <a:spcPts val="0"/>
              </a:spcAft>
              <a:buClr>
                <a:schemeClr val="dk1"/>
              </a:buClr>
              <a:buSzPts val="5200"/>
              <a:buFont typeface="Bakbak One"/>
              <a:buNone/>
              <a:defRPr sz="5200" b="0" i="0" u="none" strike="noStrike" cap="none">
                <a:solidFill>
                  <a:schemeClr val="dk1"/>
                </a:solidFill>
                <a:latin typeface="Bakbak One"/>
                <a:ea typeface="Bakbak One"/>
                <a:cs typeface="Bakbak One"/>
                <a:sym typeface="Bakbak One"/>
              </a:defRPr>
            </a:lvl5pPr>
            <a:lvl6pPr marR="0" lvl="5" algn="ctr" rtl="0" eaLnBrk="1" hangingPunct="1">
              <a:lnSpc>
                <a:spcPct val="100000"/>
              </a:lnSpc>
              <a:spcBef>
                <a:spcPts val="0"/>
              </a:spcBef>
              <a:spcAft>
                <a:spcPts val="0"/>
              </a:spcAft>
              <a:buClr>
                <a:schemeClr val="dk1"/>
              </a:buClr>
              <a:buSzPts val="5200"/>
              <a:buFont typeface="Bakbak One"/>
              <a:buNone/>
              <a:defRPr sz="5200" b="0" i="0" u="none" strike="noStrike" cap="none">
                <a:solidFill>
                  <a:schemeClr val="dk1"/>
                </a:solidFill>
                <a:latin typeface="Bakbak One"/>
                <a:ea typeface="Bakbak One"/>
                <a:cs typeface="Bakbak One"/>
                <a:sym typeface="Bakbak One"/>
              </a:defRPr>
            </a:lvl6pPr>
            <a:lvl7pPr marR="0" lvl="6" algn="ctr" rtl="0" eaLnBrk="1" hangingPunct="1">
              <a:lnSpc>
                <a:spcPct val="100000"/>
              </a:lnSpc>
              <a:spcBef>
                <a:spcPts val="0"/>
              </a:spcBef>
              <a:spcAft>
                <a:spcPts val="0"/>
              </a:spcAft>
              <a:buClr>
                <a:schemeClr val="dk1"/>
              </a:buClr>
              <a:buSzPts val="5200"/>
              <a:buFont typeface="Bakbak One"/>
              <a:buNone/>
              <a:defRPr sz="5200" b="0" i="0" u="none" strike="noStrike" cap="none">
                <a:solidFill>
                  <a:schemeClr val="dk1"/>
                </a:solidFill>
                <a:latin typeface="Bakbak One"/>
                <a:ea typeface="Bakbak One"/>
                <a:cs typeface="Bakbak One"/>
                <a:sym typeface="Bakbak One"/>
              </a:defRPr>
            </a:lvl7pPr>
            <a:lvl8pPr marR="0" lvl="7" algn="ctr" rtl="0" eaLnBrk="1" hangingPunct="1">
              <a:lnSpc>
                <a:spcPct val="100000"/>
              </a:lnSpc>
              <a:spcBef>
                <a:spcPts val="0"/>
              </a:spcBef>
              <a:spcAft>
                <a:spcPts val="0"/>
              </a:spcAft>
              <a:buClr>
                <a:schemeClr val="dk1"/>
              </a:buClr>
              <a:buSzPts val="5200"/>
              <a:buFont typeface="Bakbak One"/>
              <a:buNone/>
              <a:defRPr sz="5200" b="0" i="0" u="none" strike="noStrike" cap="none">
                <a:solidFill>
                  <a:schemeClr val="dk1"/>
                </a:solidFill>
                <a:latin typeface="Bakbak One"/>
                <a:ea typeface="Bakbak One"/>
                <a:cs typeface="Bakbak One"/>
                <a:sym typeface="Bakbak One"/>
              </a:defRPr>
            </a:lvl8pPr>
            <a:lvl9pPr marR="0" lvl="8" algn="ctr" rtl="0" eaLnBrk="1" hangingPunct="1">
              <a:lnSpc>
                <a:spcPct val="100000"/>
              </a:lnSpc>
              <a:spcBef>
                <a:spcPts val="0"/>
              </a:spcBef>
              <a:spcAft>
                <a:spcPts val="0"/>
              </a:spcAft>
              <a:buClr>
                <a:schemeClr val="dk1"/>
              </a:buClr>
              <a:buSzPts val="5200"/>
              <a:buFont typeface="Bakbak One"/>
              <a:buNone/>
              <a:defRPr sz="5200" b="0" i="0" u="none" strike="noStrike" cap="none">
                <a:solidFill>
                  <a:schemeClr val="dk1"/>
                </a:solidFill>
                <a:latin typeface="Bakbak One"/>
                <a:ea typeface="Bakbak One"/>
                <a:cs typeface="Bakbak One"/>
                <a:sym typeface="Bakbak One"/>
              </a:defRPr>
            </a:lvl9pPr>
          </a:lstStyle>
          <a:p>
            <a:r>
              <a:rPr lang="en-US" sz="3200" dirty="0">
                <a:solidFill>
                  <a:srgbClr val="002060"/>
                </a:solidFill>
                <a:latin typeface="Congenial" panose="02000503040000020004" pitchFamily="2" charset="0"/>
                <a:ea typeface="Crimson Pro Bold" pitchFamily="34" charset="-122"/>
                <a:cs typeface="Crimson Pro Bold" pitchFamily="34" charset="-120"/>
              </a:rPr>
              <a:t>Check for Outliers</a:t>
            </a:r>
            <a:endParaRPr lang="en-US" sz="3200" dirty="0">
              <a:solidFill>
                <a:srgbClr val="002060"/>
              </a:solidFill>
              <a:latin typeface="Congenial" panose="02000503040000020004" pitchFamily="2" charset="0"/>
            </a:endParaRPr>
          </a:p>
        </p:txBody>
      </p:sp>
    </p:spTree>
    <p:extLst>
      <p:ext uri="{BB962C8B-B14F-4D97-AF65-F5344CB8AC3E}">
        <p14:creationId xmlns:p14="http://schemas.microsoft.com/office/powerpoint/2010/main" val="18974997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250" fill="hold"/>
                                        <p:tgtEl>
                                          <p:spTgt spid="7"/>
                                        </p:tgtEl>
                                        <p:attrNameLst>
                                          <p:attrName>ppt_x</p:attrName>
                                        </p:attrNameLst>
                                      </p:cBhvr>
                                      <p:tavLst>
                                        <p:tav tm="0">
                                          <p:val>
                                            <p:strVal val="0-#ppt_w/2"/>
                                          </p:val>
                                        </p:tav>
                                        <p:tav tm="100000">
                                          <p:val>
                                            <p:strVal val="#ppt_x"/>
                                          </p:val>
                                        </p:tav>
                                      </p:tavLst>
                                    </p:anim>
                                    <p:anim calcmode="lin" valueType="num">
                                      <p:cBhvr additive="base">
                                        <p:cTn id="8" dur="250" fill="hold"/>
                                        <p:tgtEl>
                                          <p:spTgt spid="7"/>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250" fill="hold"/>
                                        <p:tgtEl>
                                          <p:spTgt spid="2"/>
                                        </p:tgtEl>
                                        <p:attrNameLst>
                                          <p:attrName>ppt_x</p:attrName>
                                        </p:attrNameLst>
                                      </p:cBhvr>
                                      <p:tavLst>
                                        <p:tav tm="0">
                                          <p:val>
                                            <p:strVal val="0-#ppt_w/2"/>
                                          </p:val>
                                        </p:tav>
                                        <p:tav tm="100000">
                                          <p:val>
                                            <p:strVal val="#ppt_x"/>
                                          </p:val>
                                        </p:tav>
                                      </p:tavLst>
                                    </p:anim>
                                    <p:anim calcmode="lin" valueType="num">
                                      <p:cBhvr additive="base">
                                        <p:cTn id="12" dur="25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94">
          <a:extLst>
            <a:ext uri="{FF2B5EF4-FFF2-40B4-BE49-F238E27FC236}">
              <a16:creationId xmlns:a16="http://schemas.microsoft.com/office/drawing/2014/main" id="{41570027-E6D3-218D-99D8-6E2684F01A70}"/>
            </a:ext>
          </a:extLst>
        </p:cNvPr>
        <p:cNvGrpSpPr/>
        <p:nvPr/>
      </p:nvGrpSpPr>
      <p:grpSpPr>
        <a:xfrm>
          <a:off x="0" y="0"/>
          <a:ext cx="0" cy="0"/>
          <a:chOff x="0" y="0"/>
          <a:chExt cx="0" cy="0"/>
        </a:xfrm>
      </p:grpSpPr>
      <p:sp>
        <p:nvSpPr>
          <p:cNvPr id="1095" name="Google Shape;1095;p30">
            <a:extLst>
              <a:ext uri="{FF2B5EF4-FFF2-40B4-BE49-F238E27FC236}">
                <a16:creationId xmlns:a16="http://schemas.microsoft.com/office/drawing/2014/main" id="{44A1D499-0EC8-48A6-FE5D-2E4650E1F1CD}"/>
              </a:ext>
            </a:extLst>
          </p:cNvPr>
          <p:cNvSpPr/>
          <p:nvPr/>
        </p:nvSpPr>
        <p:spPr>
          <a:xfrm>
            <a:off x="340050" y="3140250"/>
            <a:ext cx="8867716" cy="2936625"/>
          </a:xfrm>
          <a:custGeom>
            <a:avLst/>
            <a:gdLst/>
            <a:ahLst/>
            <a:cxnLst/>
            <a:rect l="l" t="t" r="r" b="b"/>
            <a:pathLst>
              <a:path w="208861" h="117465" extrusionOk="0">
                <a:moveTo>
                  <a:pt x="183045" y="1"/>
                </a:moveTo>
                <a:cubicBezTo>
                  <a:pt x="112165" y="1"/>
                  <a:pt x="135646" y="29390"/>
                  <a:pt x="94030" y="29390"/>
                </a:cubicBezTo>
                <a:cubicBezTo>
                  <a:pt x="65942" y="29390"/>
                  <a:pt x="66005" y="6271"/>
                  <a:pt x="37023" y="6271"/>
                </a:cubicBezTo>
                <a:cubicBezTo>
                  <a:pt x="8025" y="6271"/>
                  <a:pt x="0" y="28215"/>
                  <a:pt x="0" y="28215"/>
                </a:cubicBezTo>
                <a:lnTo>
                  <a:pt x="0" y="117464"/>
                </a:lnTo>
                <a:lnTo>
                  <a:pt x="208860" y="117464"/>
                </a:lnTo>
                <a:lnTo>
                  <a:pt x="208860" y="22337"/>
                </a:lnTo>
                <a:cubicBezTo>
                  <a:pt x="208860" y="22337"/>
                  <a:pt x="208860" y="1"/>
                  <a:pt x="183045" y="1"/>
                </a:cubicBezTo>
                <a:close/>
              </a:path>
            </a:pathLst>
          </a:custGeom>
          <a:solidFill>
            <a:srgbClr val="FFFFFF">
              <a:alpha val="410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98" name="Google Shape;1098;p30">
            <a:extLst>
              <a:ext uri="{FF2B5EF4-FFF2-40B4-BE49-F238E27FC236}">
                <a16:creationId xmlns:a16="http://schemas.microsoft.com/office/drawing/2014/main" id="{8EA140B2-F478-2BD4-A140-21C7E53E3B8C}"/>
              </a:ext>
            </a:extLst>
          </p:cNvPr>
          <p:cNvGrpSpPr/>
          <p:nvPr/>
        </p:nvGrpSpPr>
        <p:grpSpPr>
          <a:xfrm>
            <a:off x="1941675" y="4364875"/>
            <a:ext cx="853900" cy="770400"/>
            <a:chOff x="4219225" y="4330850"/>
            <a:chExt cx="853900" cy="770400"/>
          </a:xfrm>
          <a:solidFill>
            <a:srgbClr val="38761D"/>
          </a:solidFill>
        </p:grpSpPr>
        <p:grpSp>
          <p:nvGrpSpPr>
            <p:cNvPr id="1099" name="Google Shape;1099;p30">
              <a:extLst>
                <a:ext uri="{FF2B5EF4-FFF2-40B4-BE49-F238E27FC236}">
                  <a16:creationId xmlns:a16="http://schemas.microsoft.com/office/drawing/2014/main" id="{D8E23220-9CBA-665A-913F-9E18799C25D1}"/>
                </a:ext>
              </a:extLst>
            </p:cNvPr>
            <p:cNvGrpSpPr/>
            <p:nvPr/>
          </p:nvGrpSpPr>
          <p:grpSpPr>
            <a:xfrm>
              <a:off x="4295625" y="4330850"/>
              <a:ext cx="777500" cy="770400"/>
              <a:chOff x="4295625" y="4330850"/>
              <a:chExt cx="777500" cy="770400"/>
            </a:xfrm>
            <a:grpFill/>
          </p:grpSpPr>
          <p:sp>
            <p:nvSpPr>
              <p:cNvPr id="1100" name="Google Shape;1100;p30">
                <a:extLst>
                  <a:ext uri="{FF2B5EF4-FFF2-40B4-BE49-F238E27FC236}">
                    <a16:creationId xmlns:a16="http://schemas.microsoft.com/office/drawing/2014/main" id="{B55E6443-0EB1-C52C-84EB-8238A2BF7E04}"/>
                  </a:ext>
                </a:extLst>
              </p:cNvPr>
              <p:cNvSpPr/>
              <p:nvPr/>
            </p:nvSpPr>
            <p:spPr>
              <a:xfrm>
                <a:off x="4603250" y="4588300"/>
                <a:ext cx="408325" cy="293525"/>
              </a:xfrm>
              <a:custGeom>
                <a:avLst/>
                <a:gdLst/>
                <a:ahLst/>
                <a:cxnLst/>
                <a:rect l="l" t="t" r="r" b="b"/>
                <a:pathLst>
                  <a:path w="16333" h="11741" extrusionOk="0">
                    <a:moveTo>
                      <a:pt x="8167" y="0"/>
                    </a:moveTo>
                    <a:cubicBezTo>
                      <a:pt x="8167" y="0"/>
                      <a:pt x="5549" y="9185"/>
                      <a:pt x="0" y="9185"/>
                    </a:cubicBezTo>
                    <a:cubicBezTo>
                      <a:pt x="0" y="9185"/>
                      <a:pt x="3260" y="11740"/>
                      <a:pt x="8167" y="11740"/>
                    </a:cubicBezTo>
                    <a:cubicBezTo>
                      <a:pt x="13073" y="11740"/>
                      <a:pt x="16333" y="9185"/>
                      <a:pt x="16333" y="9185"/>
                    </a:cubicBezTo>
                    <a:cubicBezTo>
                      <a:pt x="10784" y="9185"/>
                      <a:pt x="8167" y="0"/>
                      <a:pt x="816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01" name="Google Shape;1101;p30">
                <a:extLst>
                  <a:ext uri="{FF2B5EF4-FFF2-40B4-BE49-F238E27FC236}">
                    <a16:creationId xmlns:a16="http://schemas.microsoft.com/office/drawing/2014/main" id="{52BCF13F-019B-67E5-36DC-0F4A50949E43}"/>
                  </a:ext>
                </a:extLst>
              </p:cNvPr>
              <p:cNvGrpSpPr/>
              <p:nvPr/>
            </p:nvGrpSpPr>
            <p:grpSpPr>
              <a:xfrm>
                <a:off x="4295625" y="4330850"/>
                <a:ext cx="777500" cy="770400"/>
                <a:chOff x="4295625" y="4330850"/>
                <a:chExt cx="777500" cy="770400"/>
              </a:xfrm>
              <a:grpFill/>
            </p:grpSpPr>
            <p:sp>
              <p:nvSpPr>
                <p:cNvPr id="1102" name="Google Shape;1102;p30">
                  <a:extLst>
                    <a:ext uri="{FF2B5EF4-FFF2-40B4-BE49-F238E27FC236}">
                      <a16:creationId xmlns:a16="http://schemas.microsoft.com/office/drawing/2014/main" id="{0313BAB3-29F5-0022-65A9-C8E32FF8040E}"/>
                    </a:ext>
                  </a:extLst>
                </p:cNvPr>
                <p:cNvSpPr/>
                <p:nvPr/>
              </p:nvSpPr>
              <p:spPr>
                <a:xfrm>
                  <a:off x="4637325" y="4508750"/>
                  <a:ext cx="340550" cy="244925"/>
                </a:xfrm>
                <a:custGeom>
                  <a:avLst/>
                  <a:gdLst/>
                  <a:ahLst/>
                  <a:cxnLst/>
                  <a:rect l="l" t="t" r="r" b="b"/>
                  <a:pathLst>
                    <a:path w="13622" h="9797" extrusionOk="0">
                      <a:moveTo>
                        <a:pt x="6804" y="0"/>
                      </a:moveTo>
                      <a:cubicBezTo>
                        <a:pt x="6804" y="0"/>
                        <a:pt x="4625" y="7665"/>
                        <a:pt x="1" y="7665"/>
                      </a:cubicBezTo>
                      <a:cubicBezTo>
                        <a:pt x="1" y="7665"/>
                        <a:pt x="2713" y="9797"/>
                        <a:pt x="6804" y="9797"/>
                      </a:cubicBezTo>
                      <a:cubicBezTo>
                        <a:pt x="10895" y="9797"/>
                        <a:pt x="13622" y="7665"/>
                        <a:pt x="13622" y="7665"/>
                      </a:cubicBezTo>
                      <a:cubicBezTo>
                        <a:pt x="8998" y="7665"/>
                        <a:pt x="6804" y="0"/>
                        <a:pt x="680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3" name="Google Shape;1103;p30">
                  <a:extLst>
                    <a:ext uri="{FF2B5EF4-FFF2-40B4-BE49-F238E27FC236}">
                      <a16:creationId xmlns:a16="http://schemas.microsoft.com/office/drawing/2014/main" id="{437B1856-E898-1215-00BA-4466B76BEB62}"/>
                    </a:ext>
                  </a:extLst>
                </p:cNvPr>
                <p:cNvSpPr/>
                <p:nvPr/>
              </p:nvSpPr>
              <p:spPr>
                <a:xfrm>
                  <a:off x="4330900" y="4565175"/>
                  <a:ext cx="166175" cy="189675"/>
                </a:xfrm>
                <a:custGeom>
                  <a:avLst/>
                  <a:gdLst/>
                  <a:ahLst/>
                  <a:cxnLst/>
                  <a:rect l="l" t="t" r="r" b="b"/>
                  <a:pathLst>
                    <a:path w="6647" h="7587" extrusionOk="0">
                      <a:moveTo>
                        <a:pt x="3323" y="0"/>
                      </a:moveTo>
                      <a:cubicBezTo>
                        <a:pt x="3323" y="0"/>
                        <a:pt x="2461" y="6850"/>
                        <a:pt x="1" y="6850"/>
                      </a:cubicBezTo>
                      <a:cubicBezTo>
                        <a:pt x="1" y="6850"/>
                        <a:pt x="1286" y="7587"/>
                        <a:pt x="3323" y="7587"/>
                      </a:cubicBezTo>
                      <a:cubicBezTo>
                        <a:pt x="5361" y="7587"/>
                        <a:pt x="6646" y="6850"/>
                        <a:pt x="6646" y="6850"/>
                      </a:cubicBezTo>
                      <a:cubicBezTo>
                        <a:pt x="4186" y="6850"/>
                        <a:pt x="3323" y="0"/>
                        <a:pt x="3323"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04" name="Google Shape;1104;p30">
                  <a:extLst>
                    <a:ext uri="{FF2B5EF4-FFF2-40B4-BE49-F238E27FC236}">
                      <a16:creationId xmlns:a16="http://schemas.microsoft.com/office/drawing/2014/main" id="{A342877B-CEB2-4CCF-4E7A-502C12267C5A}"/>
                    </a:ext>
                  </a:extLst>
                </p:cNvPr>
                <p:cNvGrpSpPr/>
                <p:nvPr/>
              </p:nvGrpSpPr>
              <p:grpSpPr>
                <a:xfrm>
                  <a:off x="4295625" y="4330850"/>
                  <a:ext cx="777500" cy="770400"/>
                  <a:chOff x="4295625" y="4330850"/>
                  <a:chExt cx="777500" cy="770400"/>
                </a:xfrm>
                <a:grpFill/>
              </p:grpSpPr>
              <p:sp>
                <p:nvSpPr>
                  <p:cNvPr id="1105" name="Google Shape;1105;p30">
                    <a:extLst>
                      <a:ext uri="{FF2B5EF4-FFF2-40B4-BE49-F238E27FC236}">
                        <a16:creationId xmlns:a16="http://schemas.microsoft.com/office/drawing/2014/main" id="{440981EB-16FE-C9CD-947A-6DF13080A65F}"/>
                      </a:ext>
                    </a:extLst>
                  </p:cNvPr>
                  <p:cNvSpPr/>
                  <p:nvPr/>
                </p:nvSpPr>
                <p:spPr>
                  <a:xfrm>
                    <a:off x="4688275" y="4330850"/>
                    <a:ext cx="238675" cy="272750"/>
                  </a:xfrm>
                  <a:custGeom>
                    <a:avLst/>
                    <a:gdLst/>
                    <a:ahLst/>
                    <a:cxnLst/>
                    <a:rect l="l" t="t" r="r" b="b"/>
                    <a:pathLst>
                      <a:path w="9547" h="10910" extrusionOk="0">
                        <a:moveTo>
                          <a:pt x="4766" y="0"/>
                        </a:moveTo>
                        <a:cubicBezTo>
                          <a:pt x="4766" y="0"/>
                          <a:pt x="3543" y="9843"/>
                          <a:pt x="1" y="9843"/>
                        </a:cubicBezTo>
                        <a:cubicBezTo>
                          <a:pt x="1" y="9843"/>
                          <a:pt x="1850" y="10909"/>
                          <a:pt x="4766" y="10909"/>
                        </a:cubicBezTo>
                        <a:cubicBezTo>
                          <a:pt x="7697" y="10909"/>
                          <a:pt x="9546" y="9843"/>
                          <a:pt x="9546" y="9843"/>
                        </a:cubicBezTo>
                        <a:cubicBezTo>
                          <a:pt x="6004" y="9843"/>
                          <a:pt x="4766" y="0"/>
                          <a:pt x="4766"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6" name="Google Shape;1106;p30">
                    <a:extLst>
                      <a:ext uri="{FF2B5EF4-FFF2-40B4-BE49-F238E27FC236}">
                        <a16:creationId xmlns:a16="http://schemas.microsoft.com/office/drawing/2014/main" id="{6BB7C51E-4F63-BE14-6ACC-C568D669C620}"/>
                      </a:ext>
                    </a:extLst>
                  </p:cNvPr>
                  <p:cNvSpPr/>
                  <p:nvPr/>
                </p:nvSpPr>
                <p:spPr>
                  <a:xfrm>
                    <a:off x="4513550" y="4699175"/>
                    <a:ext cx="559575" cy="402075"/>
                  </a:xfrm>
                  <a:custGeom>
                    <a:avLst/>
                    <a:gdLst/>
                    <a:ahLst/>
                    <a:cxnLst/>
                    <a:rect l="l" t="t" r="r" b="b"/>
                    <a:pathLst>
                      <a:path w="22383" h="16083" extrusionOk="0">
                        <a:moveTo>
                          <a:pt x="11192" y="1"/>
                        </a:moveTo>
                        <a:cubicBezTo>
                          <a:pt x="11192" y="1"/>
                          <a:pt x="7618" y="12587"/>
                          <a:pt x="0" y="12587"/>
                        </a:cubicBezTo>
                        <a:cubicBezTo>
                          <a:pt x="0" y="12587"/>
                          <a:pt x="4483" y="16083"/>
                          <a:pt x="11192" y="16083"/>
                        </a:cubicBezTo>
                        <a:cubicBezTo>
                          <a:pt x="17916" y="16083"/>
                          <a:pt x="22383" y="12587"/>
                          <a:pt x="22383" y="12587"/>
                        </a:cubicBezTo>
                        <a:cubicBezTo>
                          <a:pt x="14781" y="12587"/>
                          <a:pt x="11192" y="1"/>
                          <a:pt x="1119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7" name="Google Shape;1107;p30">
                    <a:extLst>
                      <a:ext uri="{FF2B5EF4-FFF2-40B4-BE49-F238E27FC236}">
                        <a16:creationId xmlns:a16="http://schemas.microsoft.com/office/drawing/2014/main" id="{32BE474F-C002-54F9-91E4-7CD47318ABB9}"/>
                      </a:ext>
                    </a:extLst>
                  </p:cNvPr>
                  <p:cNvSpPr/>
                  <p:nvPr/>
                </p:nvSpPr>
                <p:spPr>
                  <a:xfrm>
                    <a:off x="4295625" y="4689000"/>
                    <a:ext cx="237100" cy="170475"/>
                  </a:xfrm>
                  <a:custGeom>
                    <a:avLst/>
                    <a:gdLst/>
                    <a:ahLst/>
                    <a:cxnLst/>
                    <a:rect l="l" t="t" r="r" b="b"/>
                    <a:pathLst>
                      <a:path w="9484" h="6819" extrusionOk="0">
                        <a:moveTo>
                          <a:pt x="4734" y="0"/>
                        </a:moveTo>
                        <a:cubicBezTo>
                          <a:pt x="4734" y="0"/>
                          <a:pt x="3214" y="5330"/>
                          <a:pt x="1" y="5330"/>
                        </a:cubicBezTo>
                        <a:cubicBezTo>
                          <a:pt x="1" y="5330"/>
                          <a:pt x="1882" y="6819"/>
                          <a:pt x="4734" y="6819"/>
                        </a:cubicBezTo>
                        <a:cubicBezTo>
                          <a:pt x="7587" y="6819"/>
                          <a:pt x="9484" y="5330"/>
                          <a:pt x="9484" y="5330"/>
                        </a:cubicBezTo>
                        <a:cubicBezTo>
                          <a:pt x="6255" y="5330"/>
                          <a:pt x="4734" y="0"/>
                          <a:pt x="473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1108" name="Google Shape;1108;p30">
              <a:extLst>
                <a:ext uri="{FF2B5EF4-FFF2-40B4-BE49-F238E27FC236}">
                  <a16:creationId xmlns:a16="http://schemas.microsoft.com/office/drawing/2014/main" id="{C17ADDFB-231D-42D4-A37B-4BE2481558C1}"/>
                </a:ext>
              </a:extLst>
            </p:cNvPr>
            <p:cNvGrpSpPr/>
            <p:nvPr/>
          </p:nvGrpSpPr>
          <p:grpSpPr>
            <a:xfrm>
              <a:off x="4219225" y="4744250"/>
              <a:ext cx="389525" cy="357000"/>
              <a:chOff x="4219225" y="4744250"/>
              <a:chExt cx="389525" cy="357000"/>
            </a:xfrm>
            <a:grpFill/>
          </p:grpSpPr>
          <p:sp>
            <p:nvSpPr>
              <p:cNvPr id="1109" name="Google Shape;1109;p30">
                <a:extLst>
                  <a:ext uri="{FF2B5EF4-FFF2-40B4-BE49-F238E27FC236}">
                    <a16:creationId xmlns:a16="http://schemas.microsoft.com/office/drawing/2014/main" id="{D66704C7-0885-A1F8-F981-A6969B723010}"/>
                  </a:ext>
                </a:extLst>
              </p:cNvPr>
              <p:cNvSpPr/>
              <p:nvPr/>
            </p:nvSpPr>
            <p:spPr>
              <a:xfrm>
                <a:off x="4271725" y="4744250"/>
                <a:ext cx="284525" cy="204175"/>
              </a:xfrm>
              <a:custGeom>
                <a:avLst/>
                <a:gdLst/>
                <a:ahLst/>
                <a:cxnLst/>
                <a:rect l="l" t="t" r="r" b="b"/>
                <a:pathLst>
                  <a:path w="11381" h="8167" extrusionOk="0">
                    <a:moveTo>
                      <a:pt x="5690" y="0"/>
                    </a:moveTo>
                    <a:cubicBezTo>
                      <a:pt x="5690" y="0"/>
                      <a:pt x="3872" y="6396"/>
                      <a:pt x="1" y="6396"/>
                    </a:cubicBezTo>
                    <a:cubicBezTo>
                      <a:pt x="1" y="6396"/>
                      <a:pt x="2273" y="8167"/>
                      <a:pt x="5690" y="8167"/>
                    </a:cubicBezTo>
                    <a:cubicBezTo>
                      <a:pt x="9107" y="8167"/>
                      <a:pt x="11380" y="6396"/>
                      <a:pt x="11380" y="6396"/>
                    </a:cubicBezTo>
                    <a:cubicBezTo>
                      <a:pt x="7509" y="6396"/>
                      <a:pt x="5690" y="0"/>
                      <a:pt x="569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0" name="Google Shape;1110;p30">
                <a:extLst>
                  <a:ext uri="{FF2B5EF4-FFF2-40B4-BE49-F238E27FC236}">
                    <a16:creationId xmlns:a16="http://schemas.microsoft.com/office/drawing/2014/main" id="{07DF1EE6-7A77-8397-EC9E-11EAAC449F40}"/>
                  </a:ext>
                </a:extLst>
              </p:cNvPr>
              <p:cNvSpPr/>
              <p:nvPr/>
            </p:nvSpPr>
            <p:spPr>
              <a:xfrm>
                <a:off x="4219225" y="4821450"/>
                <a:ext cx="389525" cy="279800"/>
              </a:xfrm>
              <a:custGeom>
                <a:avLst/>
                <a:gdLst/>
                <a:ahLst/>
                <a:cxnLst/>
                <a:rect l="l" t="t" r="r" b="b"/>
                <a:pathLst>
                  <a:path w="15581" h="11192" extrusionOk="0">
                    <a:moveTo>
                      <a:pt x="7790" y="0"/>
                    </a:moveTo>
                    <a:cubicBezTo>
                      <a:pt x="7790" y="0"/>
                      <a:pt x="5298" y="8762"/>
                      <a:pt x="0" y="8762"/>
                    </a:cubicBezTo>
                    <a:cubicBezTo>
                      <a:pt x="0" y="8762"/>
                      <a:pt x="3120" y="11192"/>
                      <a:pt x="7790" y="11192"/>
                    </a:cubicBezTo>
                    <a:cubicBezTo>
                      <a:pt x="12461" y="11192"/>
                      <a:pt x="15581" y="8762"/>
                      <a:pt x="15581" y="8762"/>
                    </a:cubicBezTo>
                    <a:cubicBezTo>
                      <a:pt x="10283" y="8762"/>
                      <a:pt x="7790" y="0"/>
                      <a:pt x="779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113" name="Google Shape;1113;p30">
            <a:extLst>
              <a:ext uri="{FF2B5EF4-FFF2-40B4-BE49-F238E27FC236}">
                <a16:creationId xmlns:a16="http://schemas.microsoft.com/office/drawing/2014/main" id="{3133062D-6279-E3B6-DEDB-D6512335BFB3}"/>
              </a:ext>
            </a:extLst>
          </p:cNvPr>
          <p:cNvGrpSpPr/>
          <p:nvPr/>
        </p:nvGrpSpPr>
        <p:grpSpPr>
          <a:xfrm flipH="1">
            <a:off x="-3947675" y="-414289"/>
            <a:ext cx="5744325" cy="5451839"/>
            <a:chOff x="4527625" y="682250"/>
            <a:chExt cx="4656075" cy="4419000"/>
          </a:xfrm>
        </p:grpSpPr>
        <p:sp>
          <p:nvSpPr>
            <p:cNvPr id="1114" name="Google Shape;1114;p30">
              <a:extLst>
                <a:ext uri="{FF2B5EF4-FFF2-40B4-BE49-F238E27FC236}">
                  <a16:creationId xmlns:a16="http://schemas.microsoft.com/office/drawing/2014/main" id="{714D747F-F501-52F1-4CBB-24F2DC1EE1B9}"/>
                </a:ext>
              </a:extLst>
            </p:cNvPr>
            <p:cNvSpPr/>
            <p:nvPr/>
          </p:nvSpPr>
          <p:spPr>
            <a:xfrm>
              <a:off x="4527625" y="682250"/>
              <a:ext cx="4656075" cy="4419000"/>
            </a:xfrm>
            <a:custGeom>
              <a:avLst/>
              <a:gdLst/>
              <a:ahLst/>
              <a:cxnLst/>
              <a:rect l="l" t="t" r="r" b="b"/>
              <a:pathLst>
                <a:path w="186243" h="176760" extrusionOk="0">
                  <a:moveTo>
                    <a:pt x="135238" y="1442"/>
                  </a:moveTo>
                  <a:lnTo>
                    <a:pt x="0" y="176760"/>
                  </a:lnTo>
                  <a:lnTo>
                    <a:pt x="186242" y="176760"/>
                  </a:lnTo>
                  <a:lnTo>
                    <a:pt x="186242" y="59359"/>
                  </a:lnTo>
                  <a:lnTo>
                    <a:pt x="141100" y="1427"/>
                  </a:lnTo>
                  <a:cubicBezTo>
                    <a:pt x="140348" y="471"/>
                    <a:pt x="139266" y="0"/>
                    <a:pt x="138169" y="0"/>
                  </a:cubicBezTo>
                  <a:lnTo>
                    <a:pt x="138169" y="0"/>
                  </a:lnTo>
                  <a:cubicBezTo>
                    <a:pt x="137072" y="0"/>
                    <a:pt x="135975" y="486"/>
                    <a:pt x="135238" y="1442"/>
                  </a:cubicBezTo>
                </a:path>
              </a:pathLst>
            </a:custGeom>
            <a:solidFill>
              <a:srgbClr val="0070C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15" name="Google Shape;1115;p30">
              <a:extLst>
                <a:ext uri="{FF2B5EF4-FFF2-40B4-BE49-F238E27FC236}">
                  <a16:creationId xmlns:a16="http://schemas.microsoft.com/office/drawing/2014/main" id="{29CA591E-ABC4-A591-B728-773C2EC4ECE3}"/>
                </a:ext>
              </a:extLst>
            </p:cNvPr>
            <p:cNvSpPr/>
            <p:nvPr/>
          </p:nvSpPr>
          <p:spPr>
            <a:xfrm>
              <a:off x="7564125" y="695575"/>
              <a:ext cx="1619575" cy="4405675"/>
            </a:xfrm>
            <a:custGeom>
              <a:avLst/>
              <a:gdLst/>
              <a:ahLst/>
              <a:cxnLst/>
              <a:rect l="l" t="t" r="r" b="b"/>
              <a:pathLst>
                <a:path w="64783" h="176227" extrusionOk="0">
                  <a:moveTo>
                    <a:pt x="21600" y="3417"/>
                  </a:moveTo>
                  <a:cubicBezTo>
                    <a:pt x="18935" y="0"/>
                    <a:pt x="13465" y="3198"/>
                    <a:pt x="15267" y="7148"/>
                  </a:cubicBezTo>
                  <a:cubicBezTo>
                    <a:pt x="15299" y="7226"/>
                    <a:pt x="15346" y="7289"/>
                    <a:pt x="15377" y="7367"/>
                  </a:cubicBezTo>
                  <a:cubicBezTo>
                    <a:pt x="17258" y="10894"/>
                    <a:pt x="21176" y="11286"/>
                    <a:pt x="21176" y="14029"/>
                  </a:cubicBezTo>
                  <a:cubicBezTo>
                    <a:pt x="21176" y="23042"/>
                    <a:pt x="1975" y="29437"/>
                    <a:pt x="1975" y="46678"/>
                  </a:cubicBezTo>
                  <a:cubicBezTo>
                    <a:pt x="1975" y="63920"/>
                    <a:pt x="41553" y="65488"/>
                    <a:pt x="41553" y="83513"/>
                  </a:cubicBezTo>
                  <a:cubicBezTo>
                    <a:pt x="41553" y="101539"/>
                    <a:pt x="0" y="98796"/>
                    <a:pt x="0" y="125442"/>
                  </a:cubicBezTo>
                  <a:cubicBezTo>
                    <a:pt x="0" y="152088"/>
                    <a:pt x="64782" y="176227"/>
                    <a:pt x="64782" y="176227"/>
                  </a:cubicBezTo>
                  <a:lnTo>
                    <a:pt x="64782" y="58826"/>
                  </a:lnTo>
                  <a:close/>
                </a:path>
              </a:pathLst>
            </a:custGeom>
            <a:solidFill>
              <a:srgbClr val="FFFFFF">
                <a:alpha val="410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37" name="Google Shape;1137;p30">
            <a:extLst>
              <a:ext uri="{FF2B5EF4-FFF2-40B4-BE49-F238E27FC236}">
                <a16:creationId xmlns:a16="http://schemas.microsoft.com/office/drawing/2014/main" id="{A3DA7AF4-9EFE-3C97-B001-58E056B98F7D}"/>
              </a:ext>
            </a:extLst>
          </p:cNvPr>
          <p:cNvSpPr/>
          <p:nvPr/>
        </p:nvSpPr>
        <p:spPr>
          <a:xfrm>
            <a:off x="4305025" y="3983225"/>
            <a:ext cx="4881800" cy="1188925"/>
          </a:xfrm>
          <a:custGeom>
            <a:avLst/>
            <a:gdLst/>
            <a:ahLst/>
            <a:cxnLst/>
            <a:rect l="l" t="t" r="r" b="b"/>
            <a:pathLst>
              <a:path w="195272" h="47557" extrusionOk="0">
                <a:moveTo>
                  <a:pt x="169456" y="6161"/>
                </a:moveTo>
                <a:cubicBezTo>
                  <a:pt x="153343" y="18559"/>
                  <a:pt x="158233" y="14907"/>
                  <a:pt x="149001" y="12290"/>
                </a:cubicBezTo>
                <a:lnTo>
                  <a:pt x="149001" y="12290"/>
                </a:lnTo>
                <a:cubicBezTo>
                  <a:pt x="139753" y="9688"/>
                  <a:pt x="141070" y="6020"/>
                  <a:pt x="130489" y="13340"/>
                </a:cubicBezTo>
                <a:lnTo>
                  <a:pt x="130489" y="13340"/>
                </a:lnTo>
                <a:cubicBezTo>
                  <a:pt x="125160" y="17023"/>
                  <a:pt x="118279" y="16318"/>
                  <a:pt x="111147" y="15628"/>
                </a:cubicBezTo>
                <a:lnTo>
                  <a:pt x="111147" y="15628"/>
                </a:lnTo>
                <a:cubicBezTo>
                  <a:pt x="104125" y="14938"/>
                  <a:pt x="96868" y="14233"/>
                  <a:pt x="90645" y="17760"/>
                </a:cubicBezTo>
                <a:lnTo>
                  <a:pt x="90645" y="17760"/>
                </a:lnTo>
                <a:cubicBezTo>
                  <a:pt x="78106" y="24829"/>
                  <a:pt x="65990" y="32980"/>
                  <a:pt x="62416" y="32494"/>
                </a:cubicBezTo>
                <a:lnTo>
                  <a:pt x="62416" y="32494"/>
                </a:lnTo>
                <a:cubicBezTo>
                  <a:pt x="29515" y="28058"/>
                  <a:pt x="1" y="47557"/>
                  <a:pt x="1" y="47557"/>
                </a:cubicBezTo>
                <a:lnTo>
                  <a:pt x="1" y="47557"/>
                </a:lnTo>
                <a:lnTo>
                  <a:pt x="195271" y="47557"/>
                </a:lnTo>
                <a:lnTo>
                  <a:pt x="195271" y="3935"/>
                </a:lnTo>
                <a:cubicBezTo>
                  <a:pt x="195271" y="3935"/>
                  <a:pt x="191525" y="1"/>
                  <a:pt x="184817" y="1"/>
                </a:cubicBezTo>
                <a:lnTo>
                  <a:pt x="184817" y="1"/>
                </a:lnTo>
                <a:cubicBezTo>
                  <a:pt x="180726" y="1"/>
                  <a:pt x="175553" y="1459"/>
                  <a:pt x="169456" y="6161"/>
                </a:cubicBezTo>
                <a:close/>
              </a:path>
            </a:pathLst>
          </a:custGeom>
          <a:solidFill>
            <a:srgbClr val="638C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rgbClr val="00B0F0"/>
              </a:solidFill>
            </a:endParaRPr>
          </a:p>
        </p:txBody>
      </p:sp>
      <p:grpSp>
        <p:nvGrpSpPr>
          <p:cNvPr id="1138" name="Google Shape;1138;p30">
            <a:extLst>
              <a:ext uri="{FF2B5EF4-FFF2-40B4-BE49-F238E27FC236}">
                <a16:creationId xmlns:a16="http://schemas.microsoft.com/office/drawing/2014/main" id="{511DA8F8-D6A9-A72F-2F2F-8770062400F9}"/>
              </a:ext>
            </a:extLst>
          </p:cNvPr>
          <p:cNvGrpSpPr/>
          <p:nvPr/>
        </p:nvGrpSpPr>
        <p:grpSpPr>
          <a:xfrm>
            <a:off x="7524150" y="4407050"/>
            <a:ext cx="559600" cy="770400"/>
            <a:chOff x="7524150" y="4330850"/>
            <a:chExt cx="559600" cy="770400"/>
          </a:xfrm>
          <a:solidFill>
            <a:srgbClr val="38761D"/>
          </a:solidFill>
        </p:grpSpPr>
        <p:sp>
          <p:nvSpPr>
            <p:cNvPr id="1139" name="Google Shape;1139;p30">
              <a:extLst>
                <a:ext uri="{FF2B5EF4-FFF2-40B4-BE49-F238E27FC236}">
                  <a16:creationId xmlns:a16="http://schemas.microsoft.com/office/drawing/2014/main" id="{D26C99B4-AE81-4EA3-004B-643FCEE27A92}"/>
                </a:ext>
              </a:extLst>
            </p:cNvPr>
            <p:cNvSpPr/>
            <p:nvPr/>
          </p:nvSpPr>
          <p:spPr>
            <a:xfrm>
              <a:off x="7684825" y="4330850"/>
              <a:ext cx="238275" cy="272750"/>
            </a:xfrm>
            <a:custGeom>
              <a:avLst/>
              <a:gdLst/>
              <a:ahLst/>
              <a:cxnLst/>
              <a:rect l="l" t="t" r="r" b="b"/>
              <a:pathLst>
                <a:path w="9531" h="10910" extrusionOk="0">
                  <a:moveTo>
                    <a:pt x="4765" y="0"/>
                  </a:moveTo>
                  <a:cubicBezTo>
                    <a:pt x="4765" y="0"/>
                    <a:pt x="3527" y="9843"/>
                    <a:pt x="0" y="9843"/>
                  </a:cubicBezTo>
                  <a:cubicBezTo>
                    <a:pt x="0" y="9843"/>
                    <a:pt x="1850" y="10909"/>
                    <a:pt x="4765" y="10909"/>
                  </a:cubicBezTo>
                  <a:cubicBezTo>
                    <a:pt x="7680" y="10909"/>
                    <a:pt x="9530" y="9843"/>
                    <a:pt x="9530" y="9843"/>
                  </a:cubicBezTo>
                  <a:cubicBezTo>
                    <a:pt x="5988" y="9843"/>
                    <a:pt x="4765" y="0"/>
                    <a:pt x="476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0" name="Google Shape;1140;p30">
              <a:extLst>
                <a:ext uri="{FF2B5EF4-FFF2-40B4-BE49-F238E27FC236}">
                  <a16:creationId xmlns:a16="http://schemas.microsoft.com/office/drawing/2014/main" id="{B6DD96BA-D442-442E-4726-724D27CA6D58}"/>
                </a:ext>
              </a:extLst>
            </p:cNvPr>
            <p:cNvSpPr/>
            <p:nvPr/>
          </p:nvSpPr>
          <p:spPr>
            <a:xfrm>
              <a:off x="7633475" y="4508750"/>
              <a:ext cx="340950" cy="244925"/>
            </a:xfrm>
            <a:custGeom>
              <a:avLst/>
              <a:gdLst/>
              <a:ahLst/>
              <a:cxnLst/>
              <a:rect l="l" t="t" r="r" b="b"/>
              <a:pathLst>
                <a:path w="13638" h="9797" extrusionOk="0">
                  <a:moveTo>
                    <a:pt x="6819" y="0"/>
                  </a:moveTo>
                  <a:cubicBezTo>
                    <a:pt x="6819" y="0"/>
                    <a:pt x="4640" y="7665"/>
                    <a:pt x="1" y="7665"/>
                  </a:cubicBezTo>
                  <a:cubicBezTo>
                    <a:pt x="1" y="7665"/>
                    <a:pt x="2728" y="9797"/>
                    <a:pt x="6819" y="9797"/>
                  </a:cubicBezTo>
                  <a:cubicBezTo>
                    <a:pt x="10910" y="9797"/>
                    <a:pt x="13637" y="7665"/>
                    <a:pt x="13637" y="7665"/>
                  </a:cubicBezTo>
                  <a:cubicBezTo>
                    <a:pt x="8998" y="7665"/>
                    <a:pt x="6819" y="0"/>
                    <a:pt x="681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1" name="Google Shape;1141;p30">
              <a:extLst>
                <a:ext uri="{FF2B5EF4-FFF2-40B4-BE49-F238E27FC236}">
                  <a16:creationId xmlns:a16="http://schemas.microsoft.com/office/drawing/2014/main" id="{391880EB-50EA-3D87-A9A0-FFACC08FCC71}"/>
                </a:ext>
              </a:extLst>
            </p:cNvPr>
            <p:cNvSpPr/>
            <p:nvPr/>
          </p:nvSpPr>
          <p:spPr>
            <a:xfrm>
              <a:off x="7599775" y="4588300"/>
              <a:ext cx="408350" cy="293525"/>
            </a:xfrm>
            <a:custGeom>
              <a:avLst/>
              <a:gdLst/>
              <a:ahLst/>
              <a:cxnLst/>
              <a:rect l="l" t="t" r="r" b="b"/>
              <a:pathLst>
                <a:path w="16334" h="11741" extrusionOk="0">
                  <a:moveTo>
                    <a:pt x="8167" y="0"/>
                  </a:moveTo>
                  <a:cubicBezTo>
                    <a:pt x="8167" y="0"/>
                    <a:pt x="5549" y="9185"/>
                    <a:pt x="1" y="9185"/>
                  </a:cubicBezTo>
                  <a:cubicBezTo>
                    <a:pt x="1" y="9185"/>
                    <a:pt x="3261" y="11740"/>
                    <a:pt x="8167" y="11740"/>
                  </a:cubicBezTo>
                  <a:cubicBezTo>
                    <a:pt x="13073" y="11740"/>
                    <a:pt x="16333" y="9185"/>
                    <a:pt x="16333" y="9185"/>
                  </a:cubicBezTo>
                  <a:cubicBezTo>
                    <a:pt x="10785" y="9185"/>
                    <a:pt x="8167" y="0"/>
                    <a:pt x="816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2" name="Google Shape;1142;p30">
              <a:extLst>
                <a:ext uri="{FF2B5EF4-FFF2-40B4-BE49-F238E27FC236}">
                  <a16:creationId xmlns:a16="http://schemas.microsoft.com/office/drawing/2014/main" id="{40FCABB0-88F4-7272-C787-6D1C47AFD800}"/>
                </a:ext>
              </a:extLst>
            </p:cNvPr>
            <p:cNvSpPr/>
            <p:nvPr/>
          </p:nvSpPr>
          <p:spPr>
            <a:xfrm>
              <a:off x="7524150" y="4699175"/>
              <a:ext cx="559600" cy="402075"/>
            </a:xfrm>
            <a:custGeom>
              <a:avLst/>
              <a:gdLst/>
              <a:ahLst/>
              <a:cxnLst/>
              <a:rect l="l" t="t" r="r" b="b"/>
              <a:pathLst>
                <a:path w="22384" h="16083" extrusionOk="0">
                  <a:moveTo>
                    <a:pt x="11192" y="1"/>
                  </a:moveTo>
                  <a:cubicBezTo>
                    <a:pt x="11192" y="1"/>
                    <a:pt x="7603" y="12587"/>
                    <a:pt x="1" y="12587"/>
                  </a:cubicBezTo>
                  <a:cubicBezTo>
                    <a:pt x="1" y="12587"/>
                    <a:pt x="4468" y="16083"/>
                    <a:pt x="11192" y="16083"/>
                  </a:cubicBezTo>
                  <a:cubicBezTo>
                    <a:pt x="17916" y="16083"/>
                    <a:pt x="22384" y="12587"/>
                    <a:pt x="22384" y="12587"/>
                  </a:cubicBezTo>
                  <a:cubicBezTo>
                    <a:pt x="14781" y="12587"/>
                    <a:pt x="11192" y="1"/>
                    <a:pt x="1119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43" name="Google Shape;1143;p30">
            <a:extLst>
              <a:ext uri="{FF2B5EF4-FFF2-40B4-BE49-F238E27FC236}">
                <a16:creationId xmlns:a16="http://schemas.microsoft.com/office/drawing/2014/main" id="{4B6B0581-1BD9-6F6B-F1DA-B19FAF5EF6C4}"/>
              </a:ext>
            </a:extLst>
          </p:cNvPr>
          <p:cNvGrpSpPr/>
          <p:nvPr/>
        </p:nvGrpSpPr>
        <p:grpSpPr>
          <a:xfrm>
            <a:off x="5354825" y="4641375"/>
            <a:ext cx="389150" cy="536075"/>
            <a:chOff x="5354825" y="4565175"/>
            <a:chExt cx="389150" cy="536075"/>
          </a:xfrm>
          <a:solidFill>
            <a:srgbClr val="38761D"/>
          </a:solidFill>
        </p:grpSpPr>
        <p:sp>
          <p:nvSpPr>
            <p:cNvPr id="1144" name="Google Shape;1144;p30">
              <a:extLst>
                <a:ext uri="{FF2B5EF4-FFF2-40B4-BE49-F238E27FC236}">
                  <a16:creationId xmlns:a16="http://schemas.microsoft.com/office/drawing/2014/main" id="{02137FC4-075E-86CF-06FB-AA093D10E432}"/>
                </a:ext>
              </a:extLst>
            </p:cNvPr>
            <p:cNvSpPr/>
            <p:nvPr/>
          </p:nvSpPr>
          <p:spPr>
            <a:xfrm>
              <a:off x="5466500" y="4565175"/>
              <a:ext cx="165775" cy="189675"/>
            </a:xfrm>
            <a:custGeom>
              <a:avLst/>
              <a:gdLst/>
              <a:ahLst/>
              <a:cxnLst/>
              <a:rect l="l" t="t" r="r" b="b"/>
              <a:pathLst>
                <a:path w="6631" h="7587" extrusionOk="0">
                  <a:moveTo>
                    <a:pt x="3324" y="0"/>
                  </a:moveTo>
                  <a:cubicBezTo>
                    <a:pt x="3324" y="0"/>
                    <a:pt x="2462" y="6850"/>
                    <a:pt x="1" y="6850"/>
                  </a:cubicBezTo>
                  <a:cubicBezTo>
                    <a:pt x="1" y="6850"/>
                    <a:pt x="1286" y="7587"/>
                    <a:pt x="3324" y="7587"/>
                  </a:cubicBezTo>
                  <a:cubicBezTo>
                    <a:pt x="5346" y="7587"/>
                    <a:pt x="6631" y="6850"/>
                    <a:pt x="6631" y="6850"/>
                  </a:cubicBezTo>
                  <a:cubicBezTo>
                    <a:pt x="4170" y="6850"/>
                    <a:pt x="3324" y="0"/>
                    <a:pt x="332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45" name="Google Shape;1145;p30">
              <a:extLst>
                <a:ext uri="{FF2B5EF4-FFF2-40B4-BE49-F238E27FC236}">
                  <a16:creationId xmlns:a16="http://schemas.microsoft.com/office/drawing/2014/main" id="{046942E7-2DD5-AC99-77BA-DFC9017F5BE9}"/>
                </a:ext>
              </a:extLst>
            </p:cNvPr>
            <p:cNvGrpSpPr/>
            <p:nvPr/>
          </p:nvGrpSpPr>
          <p:grpSpPr>
            <a:xfrm>
              <a:off x="5354825" y="4689000"/>
              <a:ext cx="389150" cy="412250"/>
              <a:chOff x="5354825" y="4689000"/>
              <a:chExt cx="389150" cy="412250"/>
            </a:xfrm>
            <a:grpFill/>
          </p:grpSpPr>
          <p:sp>
            <p:nvSpPr>
              <p:cNvPr id="1146" name="Google Shape;1146;p30">
                <a:extLst>
                  <a:ext uri="{FF2B5EF4-FFF2-40B4-BE49-F238E27FC236}">
                    <a16:creationId xmlns:a16="http://schemas.microsoft.com/office/drawing/2014/main" id="{0688D62E-2BE7-F3D7-A1D2-AC436D911639}"/>
                  </a:ext>
                </a:extLst>
              </p:cNvPr>
              <p:cNvSpPr/>
              <p:nvPr/>
            </p:nvSpPr>
            <p:spPr>
              <a:xfrm>
                <a:off x="5430850" y="4689000"/>
                <a:ext cx="237100" cy="170475"/>
              </a:xfrm>
              <a:custGeom>
                <a:avLst/>
                <a:gdLst/>
                <a:ahLst/>
                <a:cxnLst/>
                <a:rect l="l" t="t" r="r" b="b"/>
                <a:pathLst>
                  <a:path w="9484" h="6819" extrusionOk="0">
                    <a:moveTo>
                      <a:pt x="4750" y="0"/>
                    </a:moveTo>
                    <a:cubicBezTo>
                      <a:pt x="4750" y="0"/>
                      <a:pt x="3229" y="5330"/>
                      <a:pt x="0" y="5330"/>
                    </a:cubicBezTo>
                    <a:cubicBezTo>
                      <a:pt x="0" y="5330"/>
                      <a:pt x="1897" y="6819"/>
                      <a:pt x="4750" y="6819"/>
                    </a:cubicBezTo>
                    <a:cubicBezTo>
                      <a:pt x="7587" y="6819"/>
                      <a:pt x="9483" y="5330"/>
                      <a:pt x="9483" y="5330"/>
                    </a:cubicBezTo>
                    <a:cubicBezTo>
                      <a:pt x="6270" y="5330"/>
                      <a:pt x="4750" y="0"/>
                      <a:pt x="475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7" name="Google Shape;1147;p30">
                <a:extLst>
                  <a:ext uri="{FF2B5EF4-FFF2-40B4-BE49-F238E27FC236}">
                    <a16:creationId xmlns:a16="http://schemas.microsoft.com/office/drawing/2014/main" id="{22B85C2A-CB35-E843-A7DD-9B62EF94085B}"/>
                  </a:ext>
                </a:extLst>
              </p:cNvPr>
              <p:cNvSpPr/>
              <p:nvPr/>
            </p:nvSpPr>
            <p:spPr>
              <a:xfrm>
                <a:off x="5407325" y="4744250"/>
                <a:ext cx="284125" cy="204175"/>
              </a:xfrm>
              <a:custGeom>
                <a:avLst/>
                <a:gdLst/>
                <a:ahLst/>
                <a:cxnLst/>
                <a:rect l="l" t="t" r="r" b="b"/>
                <a:pathLst>
                  <a:path w="11365" h="8167" extrusionOk="0">
                    <a:moveTo>
                      <a:pt x="5691" y="0"/>
                    </a:moveTo>
                    <a:cubicBezTo>
                      <a:pt x="5691" y="0"/>
                      <a:pt x="3857" y="6396"/>
                      <a:pt x="1" y="6396"/>
                    </a:cubicBezTo>
                    <a:cubicBezTo>
                      <a:pt x="1" y="6396"/>
                      <a:pt x="2274" y="8167"/>
                      <a:pt x="5691" y="8167"/>
                    </a:cubicBezTo>
                    <a:cubicBezTo>
                      <a:pt x="9092" y="8167"/>
                      <a:pt x="11365" y="6396"/>
                      <a:pt x="11365" y="6396"/>
                    </a:cubicBezTo>
                    <a:cubicBezTo>
                      <a:pt x="7509" y="6396"/>
                      <a:pt x="5691" y="0"/>
                      <a:pt x="569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30">
                <a:extLst>
                  <a:ext uri="{FF2B5EF4-FFF2-40B4-BE49-F238E27FC236}">
                    <a16:creationId xmlns:a16="http://schemas.microsoft.com/office/drawing/2014/main" id="{6F78EAB1-EB4F-98D6-A23C-827DFB6DA884}"/>
                  </a:ext>
                </a:extLst>
              </p:cNvPr>
              <p:cNvSpPr/>
              <p:nvPr/>
            </p:nvSpPr>
            <p:spPr>
              <a:xfrm>
                <a:off x="5354825" y="4821450"/>
                <a:ext cx="389150" cy="279800"/>
              </a:xfrm>
              <a:custGeom>
                <a:avLst/>
                <a:gdLst/>
                <a:ahLst/>
                <a:cxnLst/>
                <a:rect l="l" t="t" r="r" b="b"/>
                <a:pathLst>
                  <a:path w="15566" h="11192" extrusionOk="0">
                    <a:moveTo>
                      <a:pt x="7791" y="0"/>
                    </a:moveTo>
                    <a:cubicBezTo>
                      <a:pt x="7791" y="0"/>
                      <a:pt x="5283" y="8762"/>
                      <a:pt x="1" y="8762"/>
                    </a:cubicBezTo>
                    <a:cubicBezTo>
                      <a:pt x="1" y="8762"/>
                      <a:pt x="3104" y="11192"/>
                      <a:pt x="7791" y="11192"/>
                    </a:cubicBezTo>
                    <a:cubicBezTo>
                      <a:pt x="12462" y="11192"/>
                      <a:pt x="15565" y="8762"/>
                      <a:pt x="15565" y="8762"/>
                    </a:cubicBezTo>
                    <a:cubicBezTo>
                      <a:pt x="10283" y="8762"/>
                      <a:pt x="7791" y="0"/>
                      <a:pt x="779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149" name="Google Shape;1149;p30">
            <a:extLst>
              <a:ext uri="{FF2B5EF4-FFF2-40B4-BE49-F238E27FC236}">
                <a16:creationId xmlns:a16="http://schemas.microsoft.com/office/drawing/2014/main" id="{36F1A8A2-4C39-DB60-4321-7B745F5F43CA}"/>
              </a:ext>
            </a:extLst>
          </p:cNvPr>
          <p:cNvGrpSpPr/>
          <p:nvPr/>
        </p:nvGrpSpPr>
        <p:grpSpPr>
          <a:xfrm>
            <a:off x="4219225" y="4407050"/>
            <a:ext cx="853900" cy="770400"/>
            <a:chOff x="4219225" y="4330850"/>
            <a:chExt cx="853900" cy="770400"/>
          </a:xfrm>
          <a:solidFill>
            <a:srgbClr val="38761D"/>
          </a:solidFill>
        </p:grpSpPr>
        <p:grpSp>
          <p:nvGrpSpPr>
            <p:cNvPr id="1150" name="Google Shape;1150;p30">
              <a:extLst>
                <a:ext uri="{FF2B5EF4-FFF2-40B4-BE49-F238E27FC236}">
                  <a16:creationId xmlns:a16="http://schemas.microsoft.com/office/drawing/2014/main" id="{5692DB52-C60B-11A9-A953-BB71279312A0}"/>
                </a:ext>
              </a:extLst>
            </p:cNvPr>
            <p:cNvGrpSpPr/>
            <p:nvPr/>
          </p:nvGrpSpPr>
          <p:grpSpPr>
            <a:xfrm>
              <a:off x="4295625" y="4330850"/>
              <a:ext cx="777500" cy="770400"/>
              <a:chOff x="4295625" y="4330850"/>
              <a:chExt cx="777500" cy="770400"/>
            </a:xfrm>
            <a:grpFill/>
          </p:grpSpPr>
          <p:sp>
            <p:nvSpPr>
              <p:cNvPr id="1151" name="Google Shape;1151;p30">
                <a:extLst>
                  <a:ext uri="{FF2B5EF4-FFF2-40B4-BE49-F238E27FC236}">
                    <a16:creationId xmlns:a16="http://schemas.microsoft.com/office/drawing/2014/main" id="{1B056277-E271-24C7-27E6-55AF87677FBA}"/>
                  </a:ext>
                </a:extLst>
              </p:cNvPr>
              <p:cNvSpPr/>
              <p:nvPr/>
            </p:nvSpPr>
            <p:spPr>
              <a:xfrm>
                <a:off x="4603250" y="4588300"/>
                <a:ext cx="408325" cy="293525"/>
              </a:xfrm>
              <a:custGeom>
                <a:avLst/>
                <a:gdLst/>
                <a:ahLst/>
                <a:cxnLst/>
                <a:rect l="l" t="t" r="r" b="b"/>
                <a:pathLst>
                  <a:path w="16333" h="11741" extrusionOk="0">
                    <a:moveTo>
                      <a:pt x="8167" y="0"/>
                    </a:moveTo>
                    <a:cubicBezTo>
                      <a:pt x="8167" y="0"/>
                      <a:pt x="5549" y="9185"/>
                      <a:pt x="0" y="9185"/>
                    </a:cubicBezTo>
                    <a:cubicBezTo>
                      <a:pt x="0" y="9185"/>
                      <a:pt x="3260" y="11740"/>
                      <a:pt x="8167" y="11740"/>
                    </a:cubicBezTo>
                    <a:cubicBezTo>
                      <a:pt x="13073" y="11740"/>
                      <a:pt x="16333" y="9185"/>
                      <a:pt x="16333" y="9185"/>
                    </a:cubicBezTo>
                    <a:cubicBezTo>
                      <a:pt x="10784" y="9185"/>
                      <a:pt x="8167" y="0"/>
                      <a:pt x="816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52" name="Google Shape;1152;p30">
                <a:extLst>
                  <a:ext uri="{FF2B5EF4-FFF2-40B4-BE49-F238E27FC236}">
                    <a16:creationId xmlns:a16="http://schemas.microsoft.com/office/drawing/2014/main" id="{C394DA79-390F-D76D-FA27-49C098D2BB1E}"/>
                  </a:ext>
                </a:extLst>
              </p:cNvPr>
              <p:cNvGrpSpPr/>
              <p:nvPr/>
            </p:nvGrpSpPr>
            <p:grpSpPr>
              <a:xfrm>
                <a:off x="4295625" y="4330850"/>
                <a:ext cx="777500" cy="770400"/>
                <a:chOff x="4295625" y="4330850"/>
                <a:chExt cx="777500" cy="770400"/>
              </a:xfrm>
              <a:grpFill/>
            </p:grpSpPr>
            <p:sp>
              <p:nvSpPr>
                <p:cNvPr id="1153" name="Google Shape;1153;p30">
                  <a:extLst>
                    <a:ext uri="{FF2B5EF4-FFF2-40B4-BE49-F238E27FC236}">
                      <a16:creationId xmlns:a16="http://schemas.microsoft.com/office/drawing/2014/main" id="{DA1B4011-CBD0-42EA-4F01-E09DFDCF1F1A}"/>
                    </a:ext>
                  </a:extLst>
                </p:cNvPr>
                <p:cNvSpPr/>
                <p:nvPr/>
              </p:nvSpPr>
              <p:spPr>
                <a:xfrm>
                  <a:off x="4637325" y="4508750"/>
                  <a:ext cx="340550" cy="244925"/>
                </a:xfrm>
                <a:custGeom>
                  <a:avLst/>
                  <a:gdLst/>
                  <a:ahLst/>
                  <a:cxnLst/>
                  <a:rect l="l" t="t" r="r" b="b"/>
                  <a:pathLst>
                    <a:path w="13622" h="9797" extrusionOk="0">
                      <a:moveTo>
                        <a:pt x="6804" y="0"/>
                      </a:moveTo>
                      <a:cubicBezTo>
                        <a:pt x="6804" y="0"/>
                        <a:pt x="4625" y="7665"/>
                        <a:pt x="1" y="7665"/>
                      </a:cubicBezTo>
                      <a:cubicBezTo>
                        <a:pt x="1" y="7665"/>
                        <a:pt x="2713" y="9797"/>
                        <a:pt x="6804" y="9797"/>
                      </a:cubicBezTo>
                      <a:cubicBezTo>
                        <a:pt x="10895" y="9797"/>
                        <a:pt x="13622" y="7665"/>
                        <a:pt x="13622" y="7665"/>
                      </a:cubicBezTo>
                      <a:cubicBezTo>
                        <a:pt x="8998" y="7665"/>
                        <a:pt x="6804" y="0"/>
                        <a:pt x="680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4" name="Google Shape;1154;p30">
                  <a:extLst>
                    <a:ext uri="{FF2B5EF4-FFF2-40B4-BE49-F238E27FC236}">
                      <a16:creationId xmlns:a16="http://schemas.microsoft.com/office/drawing/2014/main" id="{D2320759-27C4-EFC7-4F8F-F3A3BD817ADE}"/>
                    </a:ext>
                  </a:extLst>
                </p:cNvPr>
                <p:cNvSpPr/>
                <p:nvPr/>
              </p:nvSpPr>
              <p:spPr>
                <a:xfrm>
                  <a:off x="4330900" y="4565175"/>
                  <a:ext cx="166175" cy="189675"/>
                </a:xfrm>
                <a:custGeom>
                  <a:avLst/>
                  <a:gdLst/>
                  <a:ahLst/>
                  <a:cxnLst/>
                  <a:rect l="l" t="t" r="r" b="b"/>
                  <a:pathLst>
                    <a:path w="6647" h="7587" extrusionOk="0">
                      <a:moveTo>
                        <a:pt x="3323" y="0"/>
                      </a:moveTo>
                      <a:cubicBezTo>
                        <a:pt x="3323" y="0"/>
                        <a:pt x="2461" y="6850"/>
                        <a:pt x="1" y="6850"/>
                      </a:cubicBezTo>
                      <a:cubicBezTo>
                        <a:pt x="1" y="6850"/>
                        <a:pt x="1286" y="7587"/>
                        <a:pt x="3323" y="7587"/>
                      </a:cubicBezTo>
                      <a:cubicBezTo>
                        <a:pt x="5361" y="7587"/>
                        <a:pt x="6646" y="6850"/>
                        <a:pt x="6646" y="6850"/>
                      </a:cubicBezTo>
                      <a:cubicBezTo>
                        <a:pt x="4186" y="6850"/>
                        <a:pt x="3323" y="0"/>
                        <a:pt x="3323"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55" name="Google Shape;1155;p30">
                  <a:extLst>
                    <a:ext uri="{FF2B5EF4-FFF2-40B4-BE49-F238E27FC236}">
                      <a16:creationId xmlns:a16="http://schemas.microsoft.com/office/drawing/2014/main" id="{F97390C7-A1EC-453A-CF1B-3CA3134A03BC}"/>
                    </a:ext>
                  </a:extLst>
                </p:cNvPr>
                <p:cNvGrpSpPr/>
                <p:nvPr/>
              </p:nvGrpSpPr>
              <p:grpSpPr>
                <a:xfrm>
                  <a:off x="4295625" y="4330850"/>
                  <a:ext cx="777500" cy="770400"/>
                  <a:chOff x="4295625" y="4330850"/>
                  <a:chExt cx="777500" cy="770400"/>
                </a:xfrm>
                <a:grpFill/>
              </p:grpSpPr>
              <p:sp>
                <p:nvSpPr>
                  <p:cNvPr id="1156" name="Google Shape;1156;p30">
                    <a:extLst>
                      <a:ext uri="{FF2B5EF4-FFF2-40B4-BE49-F238E27FC236}">
                        <a16:creationId xmlns:a16="http://schemas.microsoft.com/office/drawing/2014/main" id="{7163C269-AEA6-3F45-A98B-17758D4D45E7}"/>
                      </a:ext>
                    </a:extLst>
                  </p:cNvPr>
                  <p:cNvSpPr/>
                  <p:nvPr/>
                </p:nvSpPr>
                <p:spPr>
                  <a:xfrm>
                    <a:off x="4688275" y="4330850"/>
                    <a:ext cx="238675" cy="272750"/>
                  </a:xfrm>
                  <a:custGeom>
                    <a:avLst/>
                    <a:gdLst/>
                    <a:ahLst/>
                    <a:cxnLst/>
                    <a:rect l="l" t="t" r="r" b="b"/>
                    <a:pathLst>
                      <a:path w="9547" h="10910" extrusionOk="0">
                        <a:moveTo>
                          <a:pt x="4766" y="0"/>
                        </a:moveTo>
                        <a:cubicBezTo>
                          <a:pt x="4766" y="0"/>
                          <a:pt x="3543" y="9843"/>
                          <a:pt x="1" y="9843"/>
                        </a:cubicBezTo>
                        <a:cubicBezTo>
                          <a:pt x="1" y="9843"/>
                          <a:pt x="1850" y="10909"/>
                          <a:pt x="4766" y="10909"/>
                        </a:cubicBezTo>
                        <a:cubicBezTo>
                          <a:pt x="7697" y="10909"/>
                          <a:pt x="9546" y="9843"/>
                          <a:pt x="9546" y="9843"/>
                        </a:cubicBezTo>
                        <a:cubicBezTo>
                          <a:pt x="6004" y="9843"/>
                          <a:pt x="4766" y="0"/>
                          <a:pt x="4766"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7" name="Google Shape;1157;p30">
                    <a:extLst>
                      <a:ext uri="{FF2B5EF4-FFF2-40B4-BE49-F238E27FC236}">
                        <a16:creationId xmlns:a16="http://schemas.microsoft.com/office/drawing/2014/main" id="{E4ADA621-3C7E-6716-5921-1C24484D5AAA}"/>
                      </a:ext>
                    </a:extLst>
                  </p:cNvPr>
                  <p:cNvSpPr/>
                  <p:nvPr/>
                </p:nvSpPr>
                <p:spPr>
                  <a:xfrm>
                    <a:off x="4513550" y="4699175"/>
                    <a:ext cx="559575" cy="402075"/>
                  </a:xfrm>
                  <a:custGeom>
                    <a:avLst/>
                    <a:gdLst/>
                    <a:ahLst/>
                    <a:cxnLst/>
                    <a:rect l="l" t="t" r="r" b="b"/>
                    <a:pathLst>
                      <a:path w="22383" h="16083" extrusionOk="0">
                        <a:moveTo>
                          <a:pt x="11192" y="1"/>
                        </a:moveTo>
                        <a:cubicBezTo>
                          <a:pt x="11192" y="1"/>
                          <a:pt x="7618" y="12587"/>
                          <a:pt x="0" y="12587"/>
                        </a:cubicBezTo>
                        <a:cubicBezTo>
                          <a:pt x="0" y="12587"/>
                          <a:pt x="4483" y="16083"/>
                          <a:pt x="11192" y="16083"/>
                        </a:cubicBezTo>
                        <a:cubicBezTo>
                          <a:pt x="17916" y="16083"/>
                          <a:pt x="22383" y="12587"/>
                          <a:pt x="22383" y="12587"/>
                        </a:cubicBezTo>
                        <a:cubicBezTo>
                          <a:pt x="14781" y="12587"/>
                          <a:pt x="11192" y="1"/>
                          <a:pt x="1119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8" name="Google Shape;1158;p30">
                    <a:extLst>
                      <a:ext uri="{FF2B5EF4-FFF2-40B4-BE49-F238E27FC236}">
                        <a16:creationId xmlns:a16="http://schemas.microsoft.com/office/drawing/2014/main" id="{C9BDA39C-E109-457E-D428-6058E14B8A48}"/>
                      </a:ext>
                    </a:extLst>
                  </p:cNvPr>
                  <p:cNvSpPr/>
                  <p:nvPr/>
                </p:nvSpPr>
                <p:spPr>
                  <a:xfrm>
                    <a:off x="4295625" y="4689000"/>
                    <a:ext cx="237100" cy="170475"/>
                  </a:xfrm>
                  <a:custGeom>
                    <a:avLst/>
                    <a:gdLst/>
                    <a:ahLst/>
                    <a:cxnLst/>
                    <a:rect l="l" t="t" r="r" b="b"/>
                    <a:pathLst>
                      <a:path w="9484" h="6819" extrusionOk="0">
                        <a:moveTo>
                          <a:pt x="4734" y="0"/>
                        </a:moveTo>
                        <a:cubicBezTo>
                          <a:pt x="4734" y="0"/>
                          <a:pt x="3214" y="5330"/>
                          <a:pt x="1" y="5330"/>
                        </a:cubicBezTo>
                        <a:cubicBezTo>
                          <a:pt x="1" y="5330"/>
                          <a:pt x="1882" y="6819"/>
                          <a:pt x="4734" y="6819"/>
                        </a:cubicBezTo>
                        <a:cubicBezTo>
                          <a:pt x="7587" y="6819"/>
                          <a:pt x="9484" y="5330"/>
                          <a:pt x="9484" y="5330"/>
                        </a:cubicBezTo>
                        <a:cubicBezTo>
                          <a:pt x="6255" y="5330"/>
                          <a:pt x="4734" y="0"/>
                          <a:pt x="473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1159" name="Google Shape;1159;p30">
              <a:extLst>
                <a:ext uri="{FF2B5EF4-FFF2-40B4-BE49-F238E27FC236}">
                  <a16:creationId xmlns:a16="http://schemas.microsoft.com/office/drawing/2014/main" id="{B4A9D70F-FCE2-C73F-F7D3-F56AD07B912A}"/>
                </a:ext>
              </a:extLst>
            </p:cNvPr>
            <p:cNvGrpSpPr/>
            <p:nvPr/>
          </p:nvGrpSpPr>
          <p:grpSpPr>
            <a:xfrm>
              <a:off x="4219225" y="4744250"/>
              <a:ext cx="389525" cy="357000"/>
              <a:chOff x="4219225" y="4744250"/>
              <a:chExt cx="389525" cy="357000"/>
            </a:xfrm>
            <a:grpFill/>
          </p:grpSpPr>
          <p:sp>
            <p:nvSpPr>
              <p:cNvPr id="1160" name="Google Shape;1160;p30">
                <a:extLst>
                  <a:ext uri="{FF2B5EF4-FFF2-40B4-BE49-F238E27FC236}">
                    <a16:creationId xmlns:a16="http://schemas.microsoft.com/office/drawing/2014/main" id="{7B5A9DD7-16FC-06D7-2598-633B1A83A84F}"/>
                  </a:ext>
                </a:extLst>
              </p:cNvPr>
              <p:cNvSpPr/>
              <p:nvPr/>
            </p:nvSpPr>
            <p:spPr>
              <a:xfrm>
                <a:off x="4271725" y="4744250"/>
                <a:ext cx="284525" cy="204175"/>
              </a:xfrm>
              <a:custGeom>
                <a:avLst/>
                <a:gdLst/>
                <a:ahLst/>
                <a:cxnLst/>
                <a:rect l="l" t="t" r="r" b="b"/>
                <a:pathLst>
                  <a:path w="11381" h="8167" extrusionOk="0">
                    <a:moveTo>
                      <a:pt x="5690" y="0"/>
                    </a:moveTo>
                    <a:cubicBezTo>
                      <a:pt x="5690" y="0"/>
                      <a:pt x="3872" y="6396"/>
                      <a:pt x="1" y="6396"/>
                    </a:cubicBezTo>
                    <a:cubicBezTo>
                      <a:pt x="1" y="6396"/>
                      <a:pt x="2273" y="8167"/>
                      <a:pt x="5690" y="8167"/>
                    </a:cubicBezTo>
                    <a:cubicBezTo>
                      <a:pt x="9107" y="8167"/>
                      <a:pt x="11380" y="6396"/>
                      <a:pt x="11380" y="6396"/>
                    </a:cubicBezTo>
                    <a:cubicBezTo>
                      <a:pt x="7509" y="6396"/>
                      <a:pt x="5690" y="0"/>
                      <a:pt x="569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1" name="Google Shape;1161;p30">
                <a:extLst>
                  <a:ext uri="{FF2B5EF4-FFF2-40B4-BE49-F238E27FC236}">
                    <a16:creationId xmlns:a16="http://schemas.microsoft.com/office/drawing/2014/main" id="{4F10EA5A-8B17-12D5-4B36-565B89AA0176}"/>
                  </a:ext>
                </a:extLst>
              </p:cNvPr>
              <p:cNvSpPr/>
              <p:nvPr/>
            </p:nvSpPr>
            <p:spPr>
              <a:xfrm>
                <a:off x="4219225" y="4821450"/>
                <a:ext cx="389525" cy="279800"/>
              </a:xfrm>
              <a:custGeom>
                <a:avLst/>
                <a:gdLst/>
                <a:ahLst/>
                <a:cxnLst/>
                <a:rect l="l" t="t" r="r" b="b"/>
                <a:pathLst>
                  <a:path w="15581" h="11192" extrusionOk="0">
                    <a:moveTo>
                      <a:pt x="7790" y="0"/>
                    </a:moveTo>
                    <a:cubicBezTo>
                      <a:pt x="7790" y="0"/>
                      <a:pt x="5298" y="8762"/>
                      <a:pt x="0" y="8762"/>
                    </a:cubicBezTo>
                    <a:cubicBezTo>
                      <a:pt x="0" y="8762"/>
                      <a:pt x="3120" y="11192"/>
                      <a:pt x="7790" y="11192"/>
                    </a:cubicBezTo>
                    <a:cubicBezTo>
                      <a:pt x="12461" y="11192"/>
                      <a:pt x="15581" y="8762"/>
                      <a:pt x="15581" y="8762"/>
                    </a:cubicBezTo>
                    <a:cubicBezTo>
                      <a:pt x="10283" y="8762"/>
                      <a:pt x="7790" y="0"/>
                      <a:pt x="779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162" name="Google Shape;1162;p30">
            <a:extLst>
              <a:ext uri="{FF2B5EF4-FFF2-40B4-BE49-F238E27FC236}">
                <a16:creationId xmlns:a16="http://schemas.microsoft.com/office/drawing/2014/main" id="{8627A2CF-E367-B090-9D60-30DDECC160F3}"/>
              </a:ext>
            </a:extLst>
          </p:cNvPr>
          <p:cNvGrpSpPr/>
          <p:nvPr/>
        </p:nvGrpSpPr>
        <p:grpSpPr>
          <a:xfrm>
            <a:off x="7974400" y="4641375"/>
            <a:ext cx="389125" cy="536075"/>
            <a:chOff x="7974400" y="4565175"/>
            <a:chExt cx="389125" cy="536075"/>
          </a:xfrm>
          <a:solidFill>
            <a:srgbClr val="38761D"/>
          </a:solidFill>
        </p:grpSpPr>
        <p:sp>
          <p:nvSpPr>
            <p:cNvPr id="1163" name="Google Shape;1163;p30">
              <a:extLst>
                <a:ext uri="{FF2B5EF4-FFF2-40B4-BE49-F238E27FC236}">
                  <a16:creationId xmlns:a16="http://schemas.microsoft.com/office/drawing/2014/main" id="{BA154BC9-83C9-2633-485C-F4D0DD95120A}"/>
                </a:ext>
              </a:extLst>
            </p:cNvPr>
            <p:cNvSpPr/>
            <p:nvPr/>
          </p:nvSpPr>
          <p:spPr>
            <a:xfrm>
              <a:off x="8086075" y="4565175"/>
              <a:ext cx="165775" cy="189675"/>
            </a:xfrm>
            <a:custGeom>
              <a:avLst/>
              <a:gdLst/>
              <a:ahLst/>
              <a:cxnLst/>
              <a:rect l="l" t="t" r="r" b="b"/>
              <a:pathLst>
                <a:path w="6631" h="7587" extrusionOk="0">
                  <a:moveTo>
                    <a:pt x="3308" y="0"/>
                  </a:moveTo>
                  <a:cubicBezTo>
                    <a:pt x="3308" y="0"/>
                    <a:pt x="2461" y="6850"/>
                    <a:pt x="1" y="6850"/>
                  </a:cubicBezTo>
                  <a:cubicBezTo>
                    <a:pt x="1" y="6850"/>
                    <a:pt x="1286" y="7587"/>
                    <a:pt x="3308" y="7587"/>
                  </a:cubicBezTo>
                  <a:cubicBezTo>
                    <a:pt x="5346" y="7587"/>
                    <a:pt x="6631" y="6850"/>
                    <a:pt x="6631" y="6850"/>
                  </a:cubicBezTo>
                  <a:cubicBezTo>
                    <a:pt x="4170" y="6850"/>
                    <a:pt x="3308" y="0"/>
                    <a:pt x="330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4" name="Google Shape;1164;p30">
              <a:extLst>
                <a:ext uri="{FF2B5EF4-FFF2-40B4-BE49-F238E27FC236}">
                  <a16:creationId xmlns:a16="http://schemas.microsoft.com/office/drawing/2014/main" id="{B3D7596D-EAF1-2B5E-DDB5-E139E8B65BB8}"/>
                </a:ext>
              </a:extLst>
            </p:cNvPr>
            <p:cNvSpPr/>
            <p:nvPr/>
          </p:nvSpPr>
          <p:spPr>
            <a:xfrm>
              <a:off x="8050425" y="4689000"/>
              <a:ext cx="237100" cy="170475"/>
            </a:xfrm>
            <a:custGeom>
              <a:avLst/>
              <a:gdLst/>
              <a:ahLst/>
              <a:cxnLst/>
              <a:rect l="l" t="t" r="r" b="b"/>
              <a:pathLst>
                <a:path w="9484" h="6819" extrusionOk="0">
                  <a:moveTo>
                    <a:pt x="4734" y="0"/>
                  </a:moveTo>
                  <a:cubicBezTo>
                    <a:pt x="4734" y="0"/>
                    <a:pt x="3213" y="5330"/>
                    <a:pt x="0" y="5330"/>
                  </a:cubicBezTo>
                  <a:cubicBezTo>
                    <a:pt x="0" y="5330"/>
                    <a:pt x="1897" y="6819"/>
                    <a:pt x="4734" y="6819"/>
                  </a:cubicBezTo>
                  <a:cubicBezTo>
                    <a:pt x="7587" y="6819"/>
                    <a:pt x="9483" y="5330"/>
                    <a:pt x="9483" y="5330"/>
                  </a:cubicBezTo>
                  <a:cubicBezTo>
                    <a:pt x="6254" y="5330"/>
                    <a:pt x="4734" y="0"/>
                    <a:pt x="473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5" name="Google Shape;1165;p30">
              <a:extLst>
                <a:ext uri="{FF2B5EF4-FFF2-40B4-BE49-F238E27FC236}">
                  <a16:creationId xmlns:a16="http://schemas.microsoft.com/office/drawing/2014/main" id="{9D630CD3-C567-9162-83D2-65DE5C6D8AB0}"/>
                </a:ext>
              </a:extLst>
            </p:cNvPr>
            <p:cNvSpPr/>
            <p:nvPr/>
          </p:nvSpPr>
          <p:spPr>
            <a:xfrm>
              <a:off x="8026900" y="4744250"/>
              <a:ext cx="284125" cy="204175"/>
            </a:xfrm>
            <a:custGeom>
              <a:avLst/>
              <a:gdLst/>
              <a:ahLst/>
              <a:cxnLst/>
              <a:rect l="l" t="t" r="r" b="b"/>
              <a:pathLst>
                <a:path w="11365" h="8167" extrusionOk="0">
                  <a:moveTo>
                    <a:pt x="5675" y="0"/>
                  </a:moveTo>
                  <a:cubicBezTo>
                    <a:pt x="5675" y="0"/>
                    <a:pt x="3857" y="6396"/>
                    <a:pt x="1" y="6396"/>
                  </a:cubicBezTo>
                  <a:cubicBezTo>
                    <a:pt x="1" y="6396"/>
                    <a:pt x="2274" y="8167"/>
                    <a:pt x="5675" y="8167"/>
                  </a:cubicBezTo>
                  <a:cubicBezTo>
                    <a:pt x="9092" y="8167"/>
                    <a:pt x="11365" y="6396"/>
                    <a:pt x="11365" y="6396"/>
                  </a:cubicBezTo>
                  <a:cubicBezTo>
                    <a:pt x="7509" y="6396"/>
                    <a:pt x="5675" y="0"/>
                    <a:pt x="567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6" name="Google Shape;1166;p30">
              <a:extLst>
                <a:ext uri="{FF2B5EF4-FFF2-40B4-BE49-F238E27FC236}">
                  <a16:creationId xmlns:a16="http://schemas.microsoft.com/office/drawing/2014/main" id="{F5A4251C-B44D-D91E-B490-3534BDD49337}"/>
                </a:ext>
              </a:extLst>
            </p:cNvPr>
            <p:cNvSpPr/>
            <p:nvPr/>
          </p:nvSpPr>
          <p:spPr>
            <a:xfrm>
              <a:off x="7974400" y="4821450"/>
              <a:ext cx="389125" cy="279800"/>
            </a:xfrm>
            <a:custGeom>
              <a:avLst/>
              <a:gdLst/>
              <a:ahLst/>
              <a:cxnLst/>
              <a:rect l="l" t="t" r="r" b="b"/>
              <a:pathLst>
                <a:path w="15565" h="11192" extrusionOk="0">
                  <a:moveTo>
                    <a:pt x="7775" y="0"/>
                  </a:moveTo>
                  <a:cubicBezTo>
                    <a:pt x="7775" y="0"/>
                    <a:pt x="5283" y="8762"/>
                    <a:pt x="0" y="8762"/>
                  </a:cubicBezTo>
                  <a:cubicBezTo>
                    <a:pt x="0" y="8762"/>
                    <a:pt x="3104" y="11192"/>
                    <a:pt x="7775" y="11192"/>
                  </a:cubicBezTo>
                  <a:cubicBezTo>
                    <a:pt x="12461" y="11192"/>
                    <a:pt x="15565" y="8762"/>
                    <a:pt x="15565" y="8762"/>
                  </a:cubicBezTo>
                  <a:cubicBezTo>
                    <a:pt x="10283" y="8762"/>
                    <a:pt x="7775" y="0"/>
                    <a:pt x="777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67" name="Google Shape;1167;p30">
            <a:extLst>
              <a:ext uri="{FF2B5EF4-FFF2-40B4-BE49-F238E27FC236}">
                <a16:creationId xmlns:a16="http://schemas.microsoft.com/office/drawing/2014/main" id="{8C217BA2-BC73-30CA-688A-96DF84896D82}"/>
              </a:ext>
            </a:extLst>
          </p:cNvPr>
          <p:cNvGrpSpPr/>
          <p:nvPr/>
        </p:nvGrpSpPr>
        <p:grpSpPr>
          <a:xfrm>
            <a:off x="6522575" y="4158200"/>
            <a:ext cx="724950" cy="1019250"/>
            <a:chOff x="6522575" y="4082000"/>
            <a:chExt cx="724950" cy="1019250"/>
          </a:xfrm>
          <a:solidFill>
            <a:srgbClr val="38761D"/>
          </a:solidFill>
        </p:grpSpPr>
        <p:sp>
          <p:nvSpPr>
            <p:cNvPr id="1168" name="Google Shape;1168;p30">
              <a:extLst>
                <a:ext uri="{FF2B5EF4-FFF2-40B4-BE49-F238E27FC236}">
                  <a16:creationId xmlns:a16="http://schemas.microsoft.com/office/drawing/2014/main" id="{6AF6A6A3-E392-E278-9D2F-9123C03F8DF8}"/>
                </a:ext>
              </a:extLst>
            </p:cNvPr>
            <p:cNvSpPr/>
            <p:nvPr/>
          </p:nvSpPr>
          <p:spPr>
            <a:xfrm>
              <a:off x="6714575" y="4259900"/>
              <a:ext cx="340550" cy="244950"/>
            </a:xfrm>
            <a:custGeom>
              <a:avLst/>
              <a:gdLst/>
              <a:ahLst/>
              <a:cxnLst/>
              <a:rect l="l" t="t" r="r" b="b"/>
              <a:pathLst>
                <a:path w="13622" h="9798" extrusionOk="0">
                  <a:moveTo>
                    <a:pt x="6819" y="1"/>
                  </a:moveTo>
                  <a:cubicBezTo>
                    <a:pt x="6819" y="1"/>
                    <a:pt x="4624" y="7666"/>
                    <a:pt x="0" y="7666"/>
                  </a:cubicBezTo>
                  <a:cubicBezTo>
                    <a:pt x="0" y="7666"/>
                    <a:pt x="2728" y="9797"/>
                    <a:pt x="6819" y="9797"/>
                  </a:cubicBezTo>
                  <a:cubicBezTo>
                    <a:pt x="10910" y="9797"/>
                    <a:pt x="13621" y="7666"/>
                    <a:pt x="13621" y="7666"/>
                  </a:cubicBezTo>
                  <a:cubicBezTo>
                    <a:pt x="8998" y="7666"/>
                    <a:pt x="6819" y="1"/>
                    <a:pt x="681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69" name="Google Shape;1169;p30">
              <a:extLst>
                <a:ext uri="{FF2B5EF4-FFF2-40B4-BE49-F238E27FC236}">
                  <a16:creationId xmlns:a16="http://schemas.microsoft.com/office/drawing/2014/main" id="{356E3CFE-E9A8-B6AB-77B6-80A00C7CB25F}"/>
                </a:ext>
              </a:extLst>
            </p:cNvPr>
            <p:cNvGrpSpPr/>
            <p:nvPr/>
          </p:nvGrpSpPr>
          <p:grpSpPr>
            <a:xfrm>
              <a:off x="6522575" y="4082000"/>
              <a:ext cx="724950" cy="1019250"/>
              <a:chOff x="6522575" y="4082000"/>
              <a:chExt cx="724950" cy="1019250"/>
            </a:xfrm>
            <a:grpFill/>
          </p:grpSpPr>
          <p:sp>
            <p:nvSpPr>
              <p:cNvPr id="1170" name="Google Shape;1170;p30">
                <a:extLst>
                  <a:ext uri="{FF2B5EF4-FFF2-40B4-BE49-F238E27FC236}">
                    <a16:creationId xmlns:a16="http://schemas.microsoft.com/office/drawing/2014/main" id="{0728AFEF-2F69-10AD-3DE0-4D68F70B6A0B}"/>
                  </a:ext>
                </a:extLst>
              </p:cNvPr>
              <p:cNvSpPr/>
              <p:nvPr/>
            </p:nvSpPr>
            <p:spPr>
              <a:xfrm>
                <a:off x="6765900" y="4082000"/>
                <a:ext cx="238275" cy="272775"/>
              </a:xfrm>
              <a:custGeom>
                <a:avLst/>
                <a:gdLst/>
                <a:ahLst/>
                <a:cxnLst/>
                <a:rect l="l" t="t" r="r" b="b"/>
                <a:pathLst>
                  <a:path w="9531" h="10911" extrusionOk="0">
                    <a:moveTo>
                      <a:pt x="4766" y="1"/>
                    </a:moveTo>
                    <a:cubicBezTo>
                      <a:pt x="4766" y="1"/>
                      <a:pt x="3527" y="9829"/>
                      <a:pt x="1" y="9829"/>
                    </a:cubicBezTo>
                    <a:cubicBezTo>
                      <a:pt x="1" y="9829"/>
                      <a:pt x="1835" y="10910"/>
                      <a:pt x="4766" y="10910"/>
                    </a:cubicBezTo>
                    <a:cubicBezTo>
                      <a:pt x="7681" y="10910"/>
                      <a:pt x="9531" y="9829"/>
                      <a:pt x="9531" y="9829"/>
                    </a:cubicBezTo>
                    <a:cubicBezTo>
                      <a:pt x="5988" y="9829"/>
                      <a:pt x="4766" y="1"/>
                      <a:pt x="4766"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1" name="Google Shape;1171;p30">
                <a:extLst>
                  <a:ext uri="{FF2B5EF4-FFF2-40B4-BE49-F238E27FC236}">
                    <a16:creationId xmlns:a16="http://schemas.microsoft.com/office/drawing/2014/main" id="{ABEC4846-2244-B24C-8F3C-F93526449F08}"/>
                  </a:ext>
                </a:extLst>
              </p:cNvPr>
              <p:cNvSpPr/>
              <p:nvPr/>
            </p:nvSpPr>
            <p:spPr>
              <a:xfrm>
                <a:off x="6680875" y="4339450"/>
                <a:ext cx="408350" cy="293525"/>
              </a:xfrm>
              <a:custGeom>
                <a:avLst/>
                <a:gdLst/>
                <a:ahLst/>
                <a:cxnLst/>
                <a:rect l="l" t="t" r="r" b="b"/>
                <a:pathLst>
                  <a:path w="16334" h="11741" extrusionOk="0">
                    <a:moveTo>
                      <a:pt x="8167" y="1"/>
                    </a:moveTo>
                    <a:cubicBezTo>
                      <a:pt x="8167" y="1"/>
                      <a:pt x="5549" y="9186"/>
                      <a:pt x="0" y="9186"/>
                    </a:cubicBezTo>
                    <a:cubicBezTo>
                      <a:pt x="0" y="9186"/>
                      <a:pt x="3261" y="11741"/>
                      <a:pt x="8167" y="11741"/>
                    </a:cubicBezTo>
                    <a:cubicBezTo>
                      <a:pt x="13073" y="11741"/>
                      <a:pt x="16333" y="9186"/>
                      <a:pt x="16333" y="9186"/>
                    </a:cubicBezTo>
                    <a:cubicBezTo>
                      <a:pt x="10784" y="9186"/>
                      <a:pt x="8167" y="1"/>
                      <a:pt x="816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2" name="Google Shape;1172;p30">
                <a:extLst>
                  <a:ext uri="{FF2B5EF4-FFF2-40B4-BE49-F238E27FC236}">
                    <a16:creationId xmlns:a16="http://schemas.microsoft.com/office/drawing/2014/main" id="{D5B42356-1D6B-56B6-C452-07FDF102B709}"/>
                  </a:ext>
                </a:extLst>
              </p:cNvPr>
              <p:cNvSpPr/>
              <p:nvPr/>
            </p:nvSpPr>
            <p:spPr>
              <a:xfrm>
                <a:off x="6605250" y="4450350"/>
                <a:ext cx="559600" cy="402075"/>
              </a:xfrm>
              <a:custGeom>
                <a:avLst/>
                <a:gdLst/>
                <a:ahLst/>
                <a:cxnLst/>
                <a:rect l="l" t="t" r="r" b="b"/>
                <a:pathLst>
                  <a:path w="22384" h="16083" extrusionOk="0">
                    <a:moveTo>
                      <a:pt x="11192" y="1"/>
                    </a:moveTo>
                    <a:cubicBezTo>
                      <a:pt x="11192" y="1"/>
                      <a:pt x="7602" y="12587"/>
                      <a:pt x="0" y="12587"/>
                    </a:cubicBezTo>
                    <a:cubicBezTo>
                      <a:pt x="0" y="12587"/>
                      <a:pt x="4467" y="16083"/>
                      <a:pt x="11192" y="16083"/>
                    </a:cubicBezTo>
                    <a:cubicBezTo>
                      <a:pt x="17916" y="16083"/>
                      <a:pt x="22383" y="12587"/>
                      <a:pt x="22383" y="12587"/>
                    </a:cubicBezTo>
                    <a:cubicBezTo>
                      <a:pt x="14781" y="12587"/>
                      <a:pt x="11192" y="1"/>
                      <a:pt x="1119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3" name="Google Shape;1173;p30">
                <a:extLst>
                  <a:ext uri="{FF2B5EF4-FFF2-40B4-BE49-F238E27FC236}">
                    <a16:creationId xmlns:a16="http://schemas.microsoft.com/office/drawing/2014/main" id="{1CA9ADEB-A486-C7F2-12A5-7BBCDF47A7DC}"/>
                  </a:ext>
                </a:extLst>
              </p:cNvPr>
              <p:cNvSpPr/>
              <p:nvPr/>
            </p:nvSpPr>
            <p:spPr>
              <a:xfrm>
                <a:off x="6522575" y="4580450"/>
                <a:ext cx="724950" cy="520800"/>
              </a:xfrm>
              <a:custGeom>
                <a:avLst/>
                <a:gdLst/>
                <a:ahLst/>
                <a:cxnLst/>
                <a:rect l="l" t="t" r="r" b="b"/>
                <a:pathLst>
                  <a:path w="28998" h="20832" extrusionOk="0">
                    <a:moveTo>
                      <a:pt x="14499" y="1"/>
                    </a:moveTo>
                    <a:cubicBezTo>
                      <a:pt x="14499" y="1"/>
                      <a:pt x="9843" y="16302"/>
                      <a:pt x="0" y="16302"/>
                    </a:cubicBezTo>
                    <a:cubicBezTo>
                      <a:pt x="0" y="16302"/>
                      <a:pt x="5784" y="20832"/>
                      <a:pt x="14499" y="20832"/>
                    </a:cubicBezTo>
                    <a:cubicBezTo>
                      <a:pt x="23198" y="20832"/>
                      <a:pt x="28998" y="16302"/>
                      <a:pt x="28998" y="16302"/>
                    </a:cubicBezTo>
                    <a:cubicBezTo>
                      <a:pt x="19138" y="16302"/>
                      <a:pt x="14499" y="1"/>
                      <a:pt x="1449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176" name="Google Shape;1176;p30">
            <a:extLst>
              <a:ext uri="{FF2B5EF4-FFF2-40B4-BE49-F238E27FC236}">
                <a16:creationId xmlns:a16="http://schemas.microsoft.com/office/drawing/2014/main" id="{7D789518-561A-0443-F0A3-7298B5520D89}"/>
              </a:ext>
            </a:extLst>
          </p:cNvPr>
          <p:cNvSpPr/>
          <p:nvPr/>
        </p:nvSpPr>
        <p:spPr>
          <a:xfrm>
            <a:off x="6525300" y="4845350"/>
            <a:ext cx="25" cy="25"/>
          </a:xfrm>
          <a:custGeom>
            <a:avLst/>
            <a:gdLst/>
            <a:ahLst/>
            <a:cxnLst/>
            <a:rect l="l" t="t" r="r" b="b"/>
            <a:pathLst>
              <a:path w="1" h="1" extrusionOk="0">
                <a:moveTo>
                  <a:pt x="1" y="0"/>
                </a:moveTo>
                <a:cubicBezTo>
                  <a:pt x="1" y="0"/>
                  <a:pt x="1" y="0"/>
                  <a:pt x="1" y="0"/>
                </a:cubicBezTo>
                <a:cubicBezTo>
                  <a:pt x="1" y="0"/>
                  <a:pt x="1" y="0"/>
                  <a:pt x="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7" name="Google Shape;1177;p30">
            <a:extLst>
              <a:ext uri="{FF2B5EF4-FFF2-40B4-BE49-F238E27FC236}">
                <a16:creationId xmlns:a16="http://schemas.microsoft.com/office/drawing/2014/main" id="{5578B16D-5945-1F2E-1AE9-25906F858DF1}"/>
              </a:ext>
            </a:extLst>
          </p:cNvPr>
          <p:cNvSpPr/>
          <p:nvPr/>
        </p:nvSpPr>
        <p:spPr>
          <a:xfrm>
            <a:off x="6525300" y="4846125"/>
            <a:ext cx="825" cy="4725"/>
          </a:xfrm>
          <a:custGeom>
            <a:avLst/>
            <a:gdLst/>
            <a:ahLst/>
            <a:cxnLst/>
            <a:rect l="l" t="t" r="r" b="b"/>
            <a:pathLst>
              <a:path w="33" h="189" extrusionOk="0">
                <a:moveTo>
                  <a:pt x="32" y="189"/>
                </a:moveTo>
                <a:lnTo>
                  <a:pt x="32" y="189"/>
                </a:lnTo>
                <a:cubicBezTo>
                  <a:pt x="16" y="126"/>
                  <a:pt x="1" y="63"/>
                  <a:pt x="1" y="1"/>
                </a:cubicBezTo>
                <a:cubicBezTo>
                  <a:pt x="1" y="63"/>
                  <a:pt x="16" y="126"/>
                  <a:pt x="32" y="189"/>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8" name="Google Shape;1178;p30">
            <a:extLst>
              <a:ext uri="{FF2B5EF4-FFF2-40B4-BE49-F238E27FC236}">
                <a16:creationId xmlns:a16="http://schemas.microsoft.com/office/drawing/2014/main" id="{9F00EB50-C70A-28A9-01D7-E597411459DD}"/>
              </a:ext>
            </a:extLst>
          </p:cNvPr>
          <p:cNvSpPr/>
          <p:nvPr/>
        </p:nvSpPr>
        <p:spPr>
          <a:xfrm>
            <a:off x="6531575" y="4866125"/>
            <a:ext cx="25" cy="400"/>
          </a:xfrm>
          <a:custGeom>
            <a:avLst/>
            <a:gdLst/>
            <a:ahLst/>
            <a:cxnLst/>
            <a:rect l="l" t="t" r="r" b="b"/>
            <a:pathLst>
              <a:path w="1" h="16" extrusionOk="0">
                <a:moveTo>
                  <a:pt x="1" y="16"/>
                </a:moveTo>
                <a:cubicBezTo>
                  <a:pt x="1" y="16"/>
                  <a:pt x="1" y="0"/>
                  <a:pt x="1" y="0"/>
                </a:cubicBezTo>
                <a:cubicBezTo>
                  <a:pt x="1" y="0"/>
                  <a:pt x="1" y="16"/>
                  <a:pt x="1" y="16"/>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9" name="Google Shape;1179;p30">
            <a:extLst>
              <a:ext uri="{FF2B5EF4-FFF2-40B4-BE49-F238E27FC236}">
                <a16:creationId xmlns:a16="http://schemas.microsoft.com/office/drawing/2014/main" id="{1B3B3C8A-CF62-B8EF-30B1-1C6E2B8D366C}"/>
              </a:ext>
            </a:extLst>
          </p:cNvPr>
          <p:cNvSpPr/>
          <p:nvPr/>
        </p:nvSpPr>
        <p:spPr>
          <a:xfrm>
            <a:off x="6530800" y="4864550"/>
            <a:ext cx="400" cy="800"/>
          </a:xfrm>
          <a:custGeom>
            <a:avLst/>
            <a:gdLst/>
            <a:ahLst/>
            <a:cxnLst/>
            <a:rect l="l" t="t" r="r" b="b"/>
            <a:pathLst>
              <a:path w="16" h="32" extrusionOk="0">
                <a:moveTo>
                  <a:pt x="16" y="32"/>
                </a:moveTo>
                <a:cubicBezTo>
                  <a:pt x="0" y="16"/>
                  <a:pt x="0" y="16"/>
                  <a:pt x="0" y="0"/>
                </a:cubicBezTo>
                <a:cubicBezTo>
                  <a:pt x="0" y="16"/>
                  <a:pt x="0" y="16"/>
                  <a:pt x="16" y="32"/>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0" name="Google Shape;1180;p30">
            <a:extLst>
              <a:ext uri="{FF2B5EF4-FFF2-40B4-BE49-F238E27FC236}">
                <a16:creationId xmlns:a16="http://schemas.microsoft.com/office/drawing/2014/main" id="{5C910280-CCD2-7FBA-CD87-AC324B820580}"/>
              </a:ext>
            </a:extLst>
          </p:cNvPr>
          <p:cNvSpPr/>
          <p:nvPr/>
        </p:nvSpPr>
        <p:spPr>
          <a:xfrm>
            <a:off x="6527650" y="4856700"/>
            <a:ext cx="2775" cy="7475"/>
          </a:xfrm>
          <a:custGeom>
            <a:avLst/>
            <a:gdLst/>
            <a:ahLst/>
            <a:cxnLst/>
            <a:rect l="l" t="t" r="r" b="b"/>
            <a:pathLst>
              <a:path w="111" h="299" extrusionOk="0">
                <a:moveTo>
                  <a:pt x="1" y="1"/>
                </a:moveTo>
                <a:cubicBezTo>
                  <a:pt x="32" y="111"/>
                  <a:pt x="63" y="205"/>
                  <a:pt x="111" y="299"/>
                </a:cubicBezTo>
                <a:cubicBezTo>
                  <a:pt x="63" y="205"/>
                  <a:pt x="32" y="111"/>
                  <a:pt x="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81" name="Google Shape;1181;p30">
            <a:extLst>
              <a:ext uri="{FF2B5EF4-FFF2-40B4-BE49-F238E27FC236}">
                <a16:creationId xmlns:a16="http://schemas.microsoft.com/office/drawing/2014/main" id="{8B360293-3F89-3DBE-A39A-D5F75798A843}"/>
              </a:ext>
            </a:extLst>
          </p:cNvPr>
          <p:cNvGrpSpPr/>
          <p:nvPr/>
        </p:nvGrpSpPr>
        <p:grpSpPr>
          <a:xfrm>
            <a:off x="-613275" y="4343040"/>
            <a:ext cx="9800100" cy="1657575"/>
            <a:chOff x="-613275" y="3559275"/>
            <a:chExt cx="9800100" cy="1657575"/>
          </a:xfrm>
          <a:solidFill>
            <a:srgbClr val="002E50"/>
          </a:solidFill>
        </p:grpSpPr>
        <p:sp>
          <p:nvSpPr>
            <p:cNvPr id="1182" name="Google Shape;1182;p30">
              <a:extLst>
                <a:ext uri="{FF2B5EF4-FFF2-40B4-BE49-F238E27FC236}">
                  <a16:creationId xmlns:a16="http://schemas.microsoft.com/office/drawing/2014/main" id="{AA02E20F-9DDD-984A-FB5C-5FC717711725}"/>
                </a:ext>
              </a:extLst>
            </p:cNvPr>
            <p:cNvSpPr/>
            <p:nvPr/>
          </p:nvSpPr>
          <p:spPr>
            <a:xfrm>
              <a:off x="8699600" y="3962263"/>
              <a:ext cx="444400" cy="1230850"/>
            </a:xfrm>
            <a:custGeom>
              <a:avLst/>
              <a:gdLst/>
              <a:ahLst/>
              <a:cxnLst/>
              <a:rect l="l" t="t" r="r" b="b"/>
              <a:pathLst>
                <a:path w="17776" h="49234" extrusionOk="0">
                  <a:moveTo>
                    <a:pt x="1" y="15017"/>
                  </a:moveTo>
                  <a:lnTo>
                    <a:pt x="1" y="49234"/>
                  </a:lnTo>
                  <a:lnTo>
                    <a:pt x="5487" y="49234"/>
                  </a:lnTo>
                  <a:lnTo>
                    <a:pt x="5487" y="15017"/>
                  </a:lnTo>
                  <a:cubicBezTo>
                    <a:pt x="5487" y="7665"/>
                    <a:pt x="10785" y="1537"/>
                    <a:pt x="17776" y="251"/>
                  </a:cubicBezTo>
                  <a:lnTo>
                    <a:pt x="17776" y="251"/>
                  </a:lnTo>
                  <a:cubicBezTo>
                    <a:pt x="16882" y="79"/>
                    <a:pt x="15957" y="1"/>
                    <a:pt x="15033" y="1"/>
                  </a:cubicBezTo>
                  <a:lnTo>
                    <a:pt x="15033" y="1"/>
                  </a:lnTo>
                  <a:cubicBezTo>
                    <a:pt x="6725" y="1"/>
                    <a:pt x="1" y="6725"/>
                    <a:pt x="1" y="15017"/>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3" name="Google Shape;1183;p30">
              <a:extLst>
                <a:ext uri="{FF2B5EF4-FFF2-40B4-BE49-F238E27FC236}">
                  <a16:creationId xmlns:a16="http://schemas.microsoft.com/office/drawing/2014/main" id="{BF080CB1-98F2-63BB-92EB-D9E21DC2389E}"/>
                </a:ext>
              </a:extLst>
            </p:cNvPr>
            <p:cNvSpPr/>
            <p:nvPr/>
          </p:nvSpPr>
          <p:spPr>
            <a:xfrm>
              <a:off x="7566750" y="3962263"/>
              <a:ext cx="444000" cy="1230850"/>
            </a:xfrm>
            <a:custGeom>
              <a:avLst/>
              <a:gdLst/>
              <a:ahLst/>
              <a:cxnLst/>
              <a:rect l="l" t="t" r="r" b="b"/>
              <a:pathLst>
                <a:path w="17760" h="49234" extrusionOk="0">
                  <a:moveTo>
                    <a:pt x="0" y="15017"/>
                  </a:moveTo>
                  <a:lnTo>
                    <a:pt x="0" y="49234"/>
                  </a:lnTo>
                  <a:lnTo>
                    <a:pt x="5486" y="49234"/>
                  </a:lnTo>
                  <a:lnTo>
                    <a:pt x="5486" y="15017"/>
                  </a:lnTo>
                  <a:cubicBezTo>
                    <a:pt x="5486" y="7665"/>
                    <a:pt x="10769" y="1537"/>
                    <a:pt x="17759" y="251"/>
                  </a:cubicBezTo>
                  <a:lnTo>
                    <a:pt x="17759" y="251"/>
                  </a:lnTo>
                  <a:cubicBezTo>
                    <a:pt x="16866" y="79"/>
                    <a:pt x="15957" y="1"/>
                    <a:pt x="15016" y="1"/>
                  </a:cubicBezTo>
                  <a:lnTo>
                    <a:pt x="15016" y="1"/>
                  </a:lnTo>
                  <a:cubicBezTo>
                    <a:pt x="6725" y="1"/>
                    <a:pt x="0" y="6725"/>
                    <a:pt x="0" y="15017"/>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4" name="Google Shape;1184;p30">
              <a:extLst>
                <a:ext uri="{FF2B5EF4-FFF2-40B4-BE49-F238E27FC236}">
                  <a16:creationId xmlns:a16="http://schemas.microsoft.com/office/drawing/2014/main" id="{95026A05-E908-B85A-8C65-00C49C0C3BF7}"/>
                </a:ext>
              </a:extLst>
            </p:cNvPr>
            <p:cNvSpPr/>
            <p:nvPr/>
          </p:nvSpPr>
          <p:spPr>
            <a:xfrm>
              <a:off x="6433500" y="3962263"/>
              <a:ext cx="444000" cy="1230850"/>
            </a:xfrm>
            <a:custGeom>
              <a:avLst/>
              <a:gdLst/>
              <a:ahLst/>
              <a:cxnLst/>
              <a:rect l="l" t="t" r="r" b="b"/>
              <a:pathLst>
                <a:path w="17760" h="49234" extrusionOk="0">
                  <a:moveTo>
                    <a:pt x="0" y="15017"/>
                  </a:moveTo>
                  <a:lnTo>
                    <a:pt x="0" y="49234"/>
                  </a:lnTo>
                  <a:lnTo>
                    <a:pt x="5486" y="49234"/>
                  </a:lnTo>
                  <a:lnTo>
                    <a:pt x="5486" y="15017"/>
                  </a:lnTo>
                  <a:cubicBezTo>
                    <a:pt x="5486" y="7665"/>
                    <a:pt x="10784" y="1537"/>
                    <a:pt x="17759" y="251"/>
                  </a:cubicBezTo>
                  <a:lnTo>
                    <a:pt x="17759" y="251"/>
                  </a:lnTo>
                  <a:cubicBezTo>
                    <a:pt x="16881" y="79"/>
                    <a:pt x="15957" y="1"/>
                    <a:pt x="15016" y="1"/>
                  </a:cubicBezTo>
                  <a:lnTo>
                    <a:pt x="15016" y="1"/>
                  </a:lnTo>
                  <a:cubicBezTo>
                    <a:pt x="6725" y="1"/>
                    <a:pt x="0" y="6725"/>
                    <a:pt x="0" y="15017"/>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5" name="Google Shape;1185;p30">
              <a:extLst>
                <a:ext uri="{FF2B5EF4-FFF2-40B4-BE49-F238E27FC236}">
                  <a16:creationId xmlns:a16="http://schemas.microsoft.com/office/drawing/2014/main" id="{27F29F63-A8BF-4604-A5B4-88282B8DA8AB}"/>
                </a:ext>
              </a:extLst>
            </p:cNvPr>
            <p:cNvSpPr/>
            <p:nvPr/>
          </p:nvSpPr>
          <p:spPr>
            <a:xfrm>
              <a:off x="5300250" y="3962263"/>
              <a:ext cx="444375" cy="1230850"/>
            </a:xfrm>
            <a:custGeom>
              <a:avLst/>
              <a:gdLst/>
              <a:ahLst/>
              <a:cxnLst/>
              <a:rect l="l" t="t" r="r" b="b"/>
              <a:pathLst>
                <a:path w="17775" h="49234" extrusionOk="0">
                  <a:moveTo>
                    <a:pt x="0" y="15017"/>
                  </a:moveTo>
                  <a:lnTo>
                    <a:pt x="0" y="49234"/>
                  </a:lnTo>
                  <a:lnTo>
                    <a:pt x="5486" y="49234"/>
                  </a:lnTo>
                  <a:lnTo>
                    <a:pt x="5486" y="15017"/>
                  </a:lnTo>
                  <a:cubicBezTo>
                    <a:pt x="5486" y="7665"/>
                    <a:pt x="10784" y="1537"/>
                    <a:pt x="17775" y="251"/>
                  </a:cubicBezTo>
                  <a:lnTo>
                    <a:pt x="17775" y="251"/>
                  </a:lnTo>
                  <a:cubicBezTo>
                    <a:pt x="16881" y="79"/>
                    <a:pt x="15957" y="1"/>
                    <a:pt x="15032" y="1"/>
                  </a:cubicBezTo>
                  <a:lnTo>
                    <a:pt x="15032" y="1"/>
                  </a:lnTo>
                  <a:cubicBezTo>
                    <a:pt x="6724" y="1"/>
                    <a:pt x="0" y="6725"/>
                    <a:pt x="0" y="15017"/>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86" name="Google Shape;1186;p30">
              <a:extLst>
                <a:ext uri="{FF2B5EF4-FFF2-40B4-BE49-F238E27FC236}">
                  <a16:creationId xmlns:a16="http://schemas.microsoft.com/office/drawing/2014/main" id="{98D57EC5-F6CE-E299-526C-013704AB6562}"/>
                </a:ext>
              </a:extLst>
            </p:cNvPr>
            <p:cNvGrpSpPr/>
            <p:nvPr/>
          </p:nvGrpSpPr>
          <p:grpSpPr>
            <a:xfrm>
              <a:off x="-613275" y="3559275"/>
              <a:ext cx="9800100" cy="1657575"/>
              <a:chOff x="-613275" y="3443675"/>
              <a:chExt cx="9800100" cy="1657575"/>
            </a:xfrm>
            <a:grpFill/>
          </p:grpSpPr>
          <p:sp>
            <p:nvSpPr>
              <p:cNvPr id="1187" name="Google Shape;1187;p30">
                <a:extLst>
                  <a:ext uri="{FF2B5EF4-FFF2-40B4-BE49-F238E27FC236}">
                    <a16:creationId xmlns:a16="http://schemas.microsoft.com/office/drawing/2014/main" id="{E97F1D5D-687F-AD86-7BD0-35129D8A53A2}"/>
                  </a:ext>
                </a:extLst>
              </p:cNvPr>
              <p:cNvSpPr/>
              <p:nvPr/>
            </p:nvSpPr>
            <p:spPr>
              <a:xfrm>
                <a:off x="3962175" y="3443675"/>
                <a:ext cx="5224650" cy="1657575"/>
              </a:xfrm>
              <a:custGeom>
                <a:avLst/>
                <a:gdLst/>
                <a:ahLst/>
                <a:cxnLst/>
                <a:rect l="l" t="t" r="r" b="b"/>
                <a:pathLst>
                  <a:path w="208986" h="66303" extrusionOk="0">
                    <a:moveTo>
                      <a:pt x="0" y="0"/>
                    </a:moveTo>
                    <a:lnTo>
                      <a:pt x="0" y="1207"/>
                    </a:lnTo>
                    <a:lnTo>
                      <a:pt x="5486" y="1207"/>
                    </a:lnTo>
                    <a:lnTo>
                      <a:pt x="5486" y="5439"/>
                    </a:lnTo>
                    <a:lnTo>
                      <a:pt x="0" y="5439"/>
                    </a:lnTo>
                    <a:lnTo>
                      <a:pt x="0" y="66303"/>
                    </a:lnTo>
                    <a:lnTo>
                      <a:pt x="8104" y="66303"/>
                    </a:lnTo>
                    <a:lnTo>
                      <a:pt x="8104" y="32086"/>
                    </a:lnTo>
                    <a:cubicBezTo>
                      <a:pt x="8104" y="23794"/>
                      <a:pt x="14828" y="17070"/>
                      <a:pt x="23120" y="17070"/>
                    </a:cubicBezTo>
                    <a:lnTo>
                      <a:pt x="23120" y="17070"/>
                    </a:lnTo>
                    <a:cubicBezTo>
                      <a:pt x="31411" y="17070"/>
                      <a:pt x="38136" y="23794"/>
                      <a:pt x="38136" y="32086"/>
                    </a:cubicBezTo>
                    <a:lnTo>
                      <a:pt x="38136" y="32086"/>
                    </a:lnTo>
                    <a:lnTo>
                      <a:pt x="38136" y="66303"/>
                    </a:lnTo>
                    <a:lnTo>
                      <a:pt x="53434" y="66303"/>
                    </a:lnTo>
                    <a:lnTo>
                      <a:pt x="53434" y="32086"/>
                    </a:lnTo>
                    <a:cubicBezTo>
                      <a:pt x="53434" y="23794"/>
                      <a:pt x="60158" y="17070"/>
                      <a:pt x="68450" y="17070"/>
                    </a:cubicBezTo>
                    <a:lnTo>
                      <a:pt x="68450" y="17070"/>
                    </a:lnTo>
                    <a:cubicBezTo>
                      <a:pt x="76741" y="17070"/>
                      <a:pt x="83466" y="23794"/>
                      <a:pt x="83466" y="32086"/>
                    </a:cubicBezTo>
                    <a:lnTo>
                      <a:pt x="83466" y="32086"/>
                    </a:lnTo>
                    <a:lnTo>
                      <a:pt x="83466" y="66303"/>
                    </a:lnTo>
                    <a:lnTo>
                      <a:pt x="98764" y="66303"/>
                    </a:lnTo>
                    <a:lnTo>
                      <a:pt x="98764" y="32086"/>
                    </a:lnTo>
                    <a:cubicBezTo>
                      <a:pt x="98764" y="23794"/>
                      <a:pt x="105488" y="17070"/>
                      <a:pt x="113780" y="17070"/>
                    </a:cubicBezTo>
                    <a:lnTo>
                      <a:pt x="113780" y="17070"/>
                    </a:lnTo>
                    <a:cubicBezTo>
                      <a:pt x="122072" y="17070"/>
                      <a:pt x="128796" y="23794"/>
                      <a:pt x="128796" y="32086"/>
                    </a:cubicBezTo>
                    <a:lnTo>
                      <a:pt x="128796" y="32086"/>
                    </a:lnTo>
                    <a:lnTo>
                      <a:pt x="128796" y="66303"/>
                    </a:lnTo>
                    <a:lnTo>
                      <a:pt x="144094" y="66303"/>
                    </a:lnTo>
                    <a:lnTo>
                      <a:pt x="144094" y="32086"/>
                    </a:lnTo>
                    <a:cubicBezTo>
                      <a:pt x="144094" y="23794"/>
                      <a:pt x="150818" y="17070"/>
                      <a:pt x="159110" y="17070"/>
                    </a:cubicBezTo>
                    <a:lnTo>
                      <a:pt x="159110" y="17070"/>
                    </a:lnTo>
                    <a:cubicBezTo>
                      <a:pt x="167402" y="17070"/>
                      <a:pt x="174126" y="23794"/>
                      <a:pt x="174126" y="32086"/>
                    </a:cubicBezTo>
                    <a:lnTo>
                      <a:pt x="174126" y="32086"/>
                    </a:lnTo>
                    <a:lnTo>
                      <a:pt x="174126" y="66303"/>
                    </a:lnTo>
                    <a:lnTo>
                      <a:pt x="189424" y="66303"/>
                    </a:lnTo>
                    <a:lnTo>
                      <a:pt x="189424" y="32086"/>
                    </a:lnTo>
                    <a:cubicBezTo>
                      <a:pt x="189424" y="23794"/>
                      <a:pt x="196148" y="17070"/>
                      <a:pt x="204440" y="17070"/>
                    </a:cubicBezTo>
                    <a:lnTo>
                      <a:pt x="204440" y="17070"/>
                    </a:lnTo>
                    <a:cubicBezTo>
                      <a:pt x="205976" y="17070"/>
                      <a:pt x="207591" y="17305"/>
                      <a:pt x="208986" y="17728"/>
                    </a:cubicBezTo>
                    <a:lnTo>
                      <a:pt x="208986" y="17728"/>
                    </a:lnTo>
                    <a:lnTo>
                      <a:pt x="208986" y="5439"/>
                    </a:lnTo>
                    <a:lnTo>
                      <a:pt x="205083" y="5439"/>
                    </a:lnTo>
                    <a:lnTo>
                      <a:pt x="205083" y="1207"/>
                    </a:lnTo>
                    <a:lnTo>
                      <a:pt x="208986" y="1207"/>
                    </a:lnTo>
                    <a:lnTo>
                      <a:pt x="208986" y="0"/>
                    </a:lnTo>
                    <a:close/>
                    <a:moveTo>
                      <a:pt x="189832" y="1207"/>
                    </a:moveTo>
                    <a:lnTo>
                      <a:pt x="203766" y="1207"/>
                    </a:lnTo>
                    <a:lnTo>
                      <a:pt x="203766" y="5439"/>
                    </a:lnTo>
                    <a:lnTo>
                      <a:pt x="189832" y="5439"/>
                    </a:lnTo>
                    <a:close/>
                    <a:moveTo>
                      <a:pt x="174581" y="1207"/>
                    </a:moveTo>
                    <a:lnTo>
                      <a:pt x="188515" y="1207"/>
                    </a:lnTo>
                    <a:lnTo>
                      <a:pt x="188515" y="5439"/>
                    </a:lnTo>
                    <a:lnTo>
                      <a:pt x="174581" y="5439"/>
                    </a:lnTo>
                    <a:close/>
                    <a:moveTo>
                      <a:pt x="159314" y="1207"/>
                    </a:moveTo>
                    <a:lnTo>
                      <a:pt x="173264" y="1207"/>
                    </a:lnTo>
                    <a:lnTo>
                      <a:pt x="173264" y="5439"/>
                    </a:lnTo>
                    <a:lnTo>
                      <a:pt x="159314" y="5439"/>
                    </a:lnTo>
                    <a:close/>
                    <a:moveTo>
                      <a:pt x="144063" y="1207"/>
                    </a:moveTo>
                    <a:lnTo>
                      <a:pt x="158013" y="1207"/>
                    </a:lnTo>
                    <a:lnTo>
                      <a:pt x="158013" y="5439"/>
                    </a:lnTo>
                    <a:lnTo>
                      <a:pt x="144063" y="5439"/>
                    </a:lnTo>
                    <a:close/>
                    <a:moveTo>
                      <a:pt x="128812" y="1207"/>
                    </a:moveTo>
                    <a:lnTo>
                      <a:pt x="142762" y="1207"/>
                    </a:lnTo>
                    <a:lnTo>
                      <a:pt x="142762" y="5439"/>
                    </a:lnTo>
                    <a:lnTo>
                      <a:pt x="128812" y="5439"/>
                    </a:lnTo>
                    <a:close/>
                    <a:moveTo>
                      <a:pt x="113560" y="1207"/>
                    </a:moveTo>
                    <a:lnTo>
                      <a:pt x="127511" y="1207"/>
                    </a:lnTo>
                    <a:lnTo>
                      <a:pt x="127511" y="5439"/>
                    </a:lnTo>
                    <a:lnTo>
                      <a:pt x="113560" y="5439"/>
                    </a:lnTo>
                    <a:close/>
                    <a:moveTo>
                      <a:pt x="98309" y="1207"/>
                    </a:moveTo>
                    <a:lnTo>
                      <a:pt x="112259" y="1207"/>
                    </a:lnTo>
                    <a:lnTo>
                      <a:pt x="112259" y="5439"/>
                    </a:lnTo>
                    <a:lnTo>
                      <a:pt x="98309" y="5439"/>
                    </a:lnTo>
                    <a:close/>
                    <a:moveTo>
                      <a:pt x="83058" y="1207"/>
                    </a:moveTo>
                    <a:lnTo>
                      <a:pt x="97008" y="1207"/>
                    </a:lnTo>
                    <a:lnTo>
                      <a:pt x="97008" y="5439"/>
                    </a:lnTo>
                    <a:lnTo>
                      <a:pt x="83058" y="5439"/>
                    </a:lnTo>
                    <a:close/>
                    <a:moveTo>
                      <a:pt x="67807" y="1207"/>
                    </a:moveTo>
                    <a:lnTo>
                      <a:pt x="81757" y="1207"/>
                    </a:lnTo>
                    <a:lnTo>
                      <a:pt x="81757" y="5439"/>
                    </a:lnTo>
                    <a:lnTo>
                      <a:pt x="67807" y="5439"/>
                    </a:lnTo>
                    <a:close/>
                    <a:moveTo>
                      <a:pt x="52556" y="1207"/>
                    </a:moveTo>
                    <a:lnTo>
                      <a:pt x="66490" y="1207"/>
                    </a:lnTo>
                    <a:lnTo>
                      <a:pt x="66490" y="5439"/>
                    </a:lnTo>
                    <a:lnTo>
                      <a:pt x="52556" y="5439"/>
                    </a:lnTo>
                    <a:close/>
                    <a:moveTo>
                      <a:pt x="37305" y="1207"/>
                    </a:moveTo>
                    <a:lnTo>
                      <a:pt x="51239" y="1207"/>
                    </a:lnTo>
                    <a:lnTo>
                      <a:pt x="51239" y="5439"/>
                    </a:lnTo>
                    <a:lnTo>
                      <a:pt x="37305" y="5439"/>
                    </a:lnTo>
                    <a:close/>
                    <a:moveTo>
                      <a:pt x="22038" y="1207"/>
                    </a:moveTo>
                    <a:lnTo>
                      <a:pt x="35988" y="1207"/>
                    </a:lnTo>
                    <a:lnTo>
                      <a:pt x="35988" y="5439"/>
                    </a:lnTo>
                    <a:lnTo>
                      <a:pt x="22038" y="5439"/>
                    </a:lnTo>
                    <a:close/>
                    <a:moveTo>
                      <a:pt x="6787" y="1207"/>
                    </a:moveTo>
                    <a:lnTo>
                      <a:pt x="20737" y="1207"/>
                    </a:lnTo>
                    <a:lnTo>
                      <a:pt x="20737" y="5439"/>
                    </a:lnTo>
                    <a:lnTo>
                      <a:pt x="6787" y="5439"/>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1188" name="Google Shape;1188;p30">
                <a:extLst>
                  <a:ext uri="{FF2B5EF4-FFF2-40B4-BE49-F238E27FC236}">
                    <a16:creationId xmlns:a16="http://schemas.microsoft.com/office/drawing/2014/main" id="{A835B484-F2C5-8DB0-1508-D24C975D40A7}"/>
                  </a:ext>
                </a:extLst>
              </p:cNvPr>
              <p:cNvGrpSpPr/>
              <p:nvPr/>
            </p:nvGrpSpPr>
            <p:grpSpPr>
              <a:xfrm>
                <a:off x="-613275" y="3443675"/>
                <a:ext cx="5224650" cy="1657575"/>
                <a:chOff x="1161525" y="3805200"/>
                <a:chExt cx="5224650" cy="1657575"/>
              </a:xfrm>
              <a:grpFill/>
            </p:grpSpPr>
            <p:sp>
              <p:nvSpPr>
                <p:cNvPr id="1189" name="Google Shape;1189;p30">
                  <a:extLst>
                    <a:ext uri="{FF2B5EF4-FFF2-40B4-BE49-F238E27FC236}">
                      <a16:creationId xmlns:a16="http://schemas.microsoft.com/office/drawing/2014/main" id="{D86B16C7-761E-6FBB-A1D2-4566D37D9924}"/>
                    </a:ext>
                  </a:extLst>
                </p:cNvPr>
                <p:cNvSpPr/>
                <p:nvPr/>
              </p:nvSpPr>
              <p:spPr>
                <a:xfrm>
                  <a:off x="5896325" y="4231925"/>
                  <a:ext cx="444400" cy="1230850"/>
                </a:xfrm>
                <a:custGeom>
                  <a:avLst/>
                  <a:gdLst/>
                  <a:ahLst/>
                  <a:cxnLst/>
                  <a:rect l="l" t="t" r="r" b="b"/>
                  <a:pathLst>
                    <a:path w="17776" h="49234" extrusionOk="0">
                      <a:moveTo>
                        <a:pt x="1" y="15017"/>
                      </a:moveTo>
                      <a:lnTo>
                        <a:pt x="1" y="49234"/>
                      </a:lnTo>
                      <a:lnTo>
                        <a:pt x="5487" y="49234"/>
                      </a:lnTo>
                      <a:lnTo>
                        <a:pt x="5487" y="15017"/>
                      </a:lnTo>
                      <a:cubicBezTo>
                        <a:pt x="5487" y="7665"/>
                        <a:pt x="10785" y="1537"/>
                        <a:pt x="17776" y="251"/>
                      </a:cubicBezTo>
                      <a:lnTo>
                        <a:pt x="17776" y="251"/>
                      </a:lnTo>
                      <a:cubicBezTo>
                        <a:pt x="16882" y="79"/>
                        <a:pt x="15957" y="1"/>
                        <a:pt x="15033" y="1"/>
                      </a:cubicBezTo>
                      <a:lnTo>
                        <a:pt x="15033" y="1"/>
                      </a:lnTo>
                      <a:cubicBezTo>
                        <a:pt x="6725" y="1"/>
                        <a:pt x="1" y="6725"/>
                        <a:pt x="1" y="15017"/>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0" name="Google Shape;1190;p30">
                  <a:extLst>
                    <a:ext uri="{FF2B5EF4-FFF2-40B4-BE49-F238E27FC236}">
                      <a16:creationId xmlns:a16="http://schemas.microsoft.com/office/drawing/2014/main" id="{92A0A5E6-3012-921B-FA58-1E18700C91AC}"/>
                    </a:ext>
                  </a:extLst>
                </p:cNvPr>
                <p:cNvSpPr/>
                <p:nvPr/>
              </p:nvSpPr>
              <p:spPr>
                <a:xfrm>
                  <a:off x="4763475" y="4231925"/>
                  <a:ext cx="444000" cy="1230850"/>
                </a:xfrm>
                <a:custGeom>
                  <a:avLst/>
                  <a:gdLst/>
                  <a:ahLst/>
                  <a:cxnLst/>
                  <a:rect l="l" t="t" r="r" b="b"/>
                  <a:pathLst>
                    <a:path w="17760" h="49234" extrusionOk="0">
                      <a:moveTo>
                        <a:pt x="0" y="15017"/>
                      </a:moveTo>
                      <a:lnTo>
                        <a:pt x="0" y="49234"/>
                      </a:lnTo>
                      <a:lnTo>
                        <a:pt x="5486" y="49234"/>
                      </a:lnTo>
                      <a:lnTo>
                        <a:pt x="5486" y="15017"/>
                      </a:lnTo>
                      <a:cubicBezTo>
                        <a:pt x="5486" y="7665"/>
                        <a:pt x="10769" y="1537"/>
                        <a:pt x="17759" y="251"/>
                      </a:cubicBezTo>
                      <a:lnTo>
                        <a:pt x="17759" y="251"/>
                      </a:lnTo>
                      <a:cubicBezTo>
                        <a:pt x="16866" y="79"/>
                        <a:pt x="15957" y="1"/>
                        <a:pt x="15016" y="1"/>
                      </a:cubicBezTo>
                      <a:lnTo>
                        <a:pt x="15016" y="1"/>
                      </a:lnTo>
                      <a:cubicBezTo>
                        <a:pt x="6725" y="1"/>
                        <a:pt x="0" y="6725"/>
                        <a:pt x="0" y="15017"/>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1" name="Google Shape;1191;p30">
                  <a:extLst>
                    <a:ext uri="{FF2B5EF4-FFF2-40B4-BE49-F238E27FC236}">
                      <a16:creationId xmlns:a16="http://schemas.microsoft.com/office/drawing/2014/main" id="{0E540776-9EA0-95E1-23AB-40C1AEF9A614}"/>
                    </a:ext>
                  </a:extLst>
                </p:cNvPr>
                <p:cNvSpPr/>
                <p:nvPr/>
              </p:nvSpPr>
              <p:spPr>
                <a:xfrm>
                  <a:off x="3630225" y="4231925"/>
                  <a:ext cx="444000" cy="1230850"/>
                </a:xfrm>
                <a:custGeom>
                  <a:avLst/>
                  <a:gdLst/>
                  <a:ahLst/>
                  <a:cxnLst/>
                  <a:rect l="l" t="t" r="r" b="b"/>
                  <a:pathLst>
                    <a:path w="17760" h="49234" extrusionOk="0">
                      <a:moveTo>
                        <a:pt x="0" y="15017"/>
                      </a:moveTo>
                      <a:lnTo>
                        <a:pt x="0" y="49234"/>
                      </a:lnTo>
                      <a:lnTo>
                        <a:pt x="5486" y="49234"/>
                      </a:lnTo>
                      <a:lnTo>
                        <a:pt x="5486" y="15017"/>
                      </a:lnTo>
                      <a:cubicBezTo>
                        <a:pt x="5486" y="7665"/>
                        <a:pt x="10784" y="1537"/>
                        <a:pt x="17759" y="251"/>
                      </a:cubicBezTo>
                      <a:lnTo>
                        <a:pt x="17759" y="251"/>
                      </a:lnTo>
                      <a:cubicBezTo>
                        <a:pt x="16881" y="79"/>
                        <a:pt x="15957" y="1"/>
                        <a:pt x="15016" y="1"/>
                      </a:cubicBezTo>
                      <a:lnTo>
                        <a:pt x="15016" y="1"/>
                      </a:lnTo>
                      <a:cubicBezTo>
                        <a:pt x="6725" y="1"/>
                        <a:pt x="0" y="6725"/>
                        <a:pt x="0" y="15017"/>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2" name="Google Shape;1192;p30">
                  <a:extLst>
                    <a:ext uri="{FF2B5EF4-FFF2-40B4-BE49-F238E27FC236}">
                      <a16:creationId xmlns:a16="http://schemas.microsoft.com/office/drawing/2014/main" id="{0B3BC115-2E04-E67A-4409-0633F0491266}"/>
                    </a:ext>
                  </a:extLst>
                </p:cNvPr>
                <p:cNvSpPr/>
                <p:nvPr/>
              </p:nvSpPr>
              <p:spPr>
                <a:xfrm>
                  <a:off x="2496975" y="4231925"/>
                  <a:ext cx="444375" cy="1230850"/>
                </a:xfrm>
                <a:custGeom>
                  <a:avLst/>
                  <a:gdLst/>
                  <a:ahLst/>
                  <a:cxnLst/>
                  <a:rect l="l" t="t" r="r" b="b"/>
                  <a:pathLst>
                    <a:path w="17775" h="49234" extrusionOk="0">
                      <a:moveTo>
                        <a:pt x="0" y="15017"/>
                      </a:moveTo>
                      <a:lnTo>
                        <a:pt x="0" y="49234"/>
                      </a:lnTo>
                      <a:lnTo>
                        <a:pt x="5486" y="49234"/>
                      </a:lnTo>
                      <a:lnTo>
                        <a:pt x="5486" y="15017"/>
                      </a:lnTo>
                      <a:cubicBezTo>
                        <a:pt x="5486" y="7665"/>
                        <a:pt x="10784" y="1537"/>
                        <a:pt x="17775" y="251"/>
                      </a:cubicBezTo>
                      <a:lnTo>
                        <a:pt x="17775" y="251"/>
                      </a:lnTo>
                      <a:cubicBezTo>
                        <a:pt x="16881" y="79"/>
                        <a:pt x="15957" y="1"/>
                        <a:pt x="15032" y="1"/>
                      </a:cubicBezTo>
                      <a:lnTo>
                        <a:pt x="15032" y="1"/>
                      </a:lnTo>
                      <a:cubicBezTo>
                        <a:pt x="6724" y="1"/>
                        <a:pt x="0" y="6725"/>
                        <a:pt x="0" y="15017"/>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3" name="Google Shape;1193;p30">
                  <a:extLst>
                    <a:ext uri="{FF2B5EF4-FFF2-40B4-BE49-F238E27FC236}">
                      <a16:creationId xmlns:a16="http://schemas.microsoft.com/office/drawing/2014/main" id="{42CD6DBF-45C4-0BEF-45E6-E69F48C2AF6B}"/>
                    </a:ext>
                  </a:extLst>
                </p:cNvPr>
                <p:cNvSpPr/>
                <p:nvPr/>
              </p:nvSpPr>
              <p:spPr>
                <a:xfrm>
                  <a:off x="1364100" y="4231925"/>
                  <a:ext cx="444000" cy="1230850"/>
                </a:xfrm>
                <a:custGeom>
                  <a:avLst/>
                  <a:gdLst/>
                  <a:ahLst/>
                  <a:cxnLst/>
                  <a:rect l="l" t="t" r="r" b="b"/>
                  <a:pathLst>
                    <a:path w="17760" h="49234" extrusionOk="0">
                      <a:moveTo>
                        <a:pt x="1" y="15017"/>
                      </a:moveTo>
                      <a:lnTo>
                        <a:pt x="1" y="49234"/>
                      </a:lnTo>
                      <a:lnTo>
                        <a:pt x="5487" y="49234"/>
                      </a:lnTo>
                      <a:lnTo>
                        <a:pt x="5487" y="15017"/>
                      </a:lnTo>
                      <a:cubicBezTo>
                        <a:pt x="5487" y="7665"/>
                        <a:pt x="10769" y="1537"/>
                        <a:pt x="17760" y="251"/>
                      </a:cubicBezTo>
                      <a:lnTo>
                        <a:pt x="17760" y="251"/>
                      </a:lnTo>
                      <a:cubicBezTo>
                        <a:pt x="16866" y="79"/>
                        <a:pt x="15957" y="1"/>
                        <a:pt x="15017" y="1"/>
                      </a:cubicBezTo>
                      <a:lnTo>
                        <a:pt x="15017" y="1"/>
                      </a:lnTo>
                      <a:cubicBezTo>
                        <a:pt x="6725" y="1"/>
                        <a:pt x="1" y="6725"/>
                        <a:pt x="1" y="15017"/>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4" name="Google Shape;1194;p30">
                  <a:extLst>
                    <a:ext uri="{FF2B5EF4-FFF2-40B4-BE49-F238E27FC236}">
                      <a16:creationId xmlns:a16="http://schemas.microsoft.com/office/drawing/2014/main" id="{EA0720B5-5D1D-1AA4-3AF8-19F204BF0448}"/>
                    </a:ext>
                  </a:extLst>
                </p:cNvPr>
                <p:cNvSpPr/>
                <p:nvPr/>
              </p:nvSpPr>
              <p:spPr>
                <a:xfrm>
                  <a:off x="1161525" y="3805200"/>
                  <a:ext cx="5224650" cy="1657575"/>
                </a:xfrm>
                <a:custGeom>
                  <a:avLst/>
                  <a:gdLst/>
                  <a:ahLst/>
                  <a:cxnLst/>
                  <a:rect l="l" t="t" r="r" b="b"/>
                  <a:pathLst>
                    <a:path w="208986" h="66303" extrusionOk="0">
                      <a:moveTo>
                        <a:pt x="0" y="0"/>
                      </a:moveTo>
                      <a:lnTo>
                        <a:pt x="0" y="1207"/>
                      </a:lnTo>
                      <a:lnTo>
                        <a:pt x="5486" y="1207"/>
                      </a:lnTo>
                      <a:lnTo>
                        <a:pt x="5486" y="5439"/>
                      </a:lnTo>
                      <a:lnTo>
                        <a:pt x="0" y="5439"/>
                      </a:lnTo>
                      <a:lnTo>
                        <a:pt x="0" y="66303"/>
                      </a:lnTo>
                      <a:lnTo>
                        <a:pt x="8104" y="66303"/>
                      </a:lnTo>
                      <a:lnTo>
                        <a:pt x="8104" y="32086"/>
                      </a:lnTo>
                      <a:cubicBezTo>
                        <a:pt x="8104" y="23794"/>
                        <a:pt x="14828" y="17070"/>
                        <a:pt x="23120" y="17070"/>
                      </a:cubicBezTo>
                      <a:lnTo>
                        <a:pt x="23120" y="17070"/>
                      </a:lnTo>
                      <a:cubicBezTo>
                        <a:pt x="31411" y="17070"/>
                        <a:pt x="38136" y="23794"/>
                        <a:pt x="38136" y="32086"/>
                      </a:cubicBezTo>
                      <a:lnTo>
                        <a:pt x="38136" y="32086"/>
                      </a:lnTo>
                      <a:lnTo>
                        <a:pt x="38136" y="66303"/>
                      </a:lnTo>
                      <a:lnTo>
                        <a:pt x="53434" y="66303"/>
                      </a:lnTo>
                      <a:lnTo>
                        <a:pt x="53434" y="32086"/>
                      </a:lnTo>
                      <a:cubicBezTo>
                        <a:pt x="53434" y="23794"/>
                        <a:pt x="60158" y="17070"/>
                        <a:pt x="68450" y="17070"/>
                      </a:cubicBezTo>
                      <a:lnTo>
                        <a:pt x="68450" y="17070"/>
                      </a:lnTo>
                      <a:cubicBezTo>
                        <a:pt x="76741" y="17070"/>
                        <a:pt x="83466" y="23794"/>
                        <a:pt x="83466" y="32086"/>
                      </a:cubicBezTo>
                      <a:lnTo>
                        <a:pt x="83466" y="32086"/>
                      </a:lnTo>
                      <a:lnTo>
                        <a:pt x="83466" y="66303"/>
                      </a:lnTo>
                      <a:lnTo>
                        <a:pt x="98764" y="66303"/>
                      </a:lnTo>
                      <a:lnTo>
                        <a:pt x="98764" y="32086"/>
                      </a:lnTo>
                      <a:cubicBezTo>
                        <a:pt x="98764" y="23794"/>
                        <a:pt x="105488" y="17070"/>
                        <a:pt x="113780" y="17070"/>
                      </a:cubicBezTo>
                      <a:lnTo>
                        <a:pt x="113780" y="17070"/>
                      </a:lnTo>
                      <a:cubicBezTo>
                        <a:pt x="122072" y="17070"/>
                        <a:pt x="128796" y="23794"/>
                        <a:pt x="128796" y="32086"/>
                      </a:cubicBezTo>
                      <a:lnTo>
                        <a:pt x="128796" y="32086"/>
                      </a:lnTo>
                      <a:lnTo>
                        <a:pt x="128796" y="66303"/>
                      </a:lnTo>
                      <a:lnTo>
                        <a:pt x="144094" y="66303"/>
                      </a:lnTo>
                      <a:lnTo>
                        <a:pt x="144094" y="32086"/>
                      </a:lnTo>
                      <a:cubicBezTo>
                        <a:pt x="144094" y="23794"/>
                        <a:pt x="150818" y="17070"/>
                        <a:pt x="159110" y="17070"/>
                      </a:cubicBezTo>
                      <a:lnTo>
                        <a:pt x="159110" y="17070"/>
                      </a:lnTo>
                      <a:cubicBezTo>
                        <a:pt x="167402" y="17070"/>
                        <a:pt x="174126" y="23794"/>
                        <a:pt x="174126" y="32086"/>
                      </a:cubicBezTo>
                      <a:lnTo>
                        <a:pt x="174126" y="32086"/>
                      </a:lnTo>
                      <a:lnTo>
                        <a:pt x="174126" y="66303"/>
                      </a:lnTo>
                      <a:lnTo>
                        <a:pt x="189424" y="66303"/>
                      </a:lnTo>
                      <a:lnTo>
                        <a:pt x="189424" y="32086"/>
                      </a:lnTo>
                      <a:cubicBezTo>
                        <a:pt x="189424" y="23794"/>
                        <a:pt x="196148" y="17070"/>
                        <a:pt x="204440" y="17070"/>
                      </a:cubicBezTo>
                      <a:lnTo>
                        <a:pt x="204440" y="17070"/>
                      </a:lnTo>
                      <a:cubicBezTo>
                        <a:pt x="205976" y="17070"/>
                        <a:pt x="207591" y="17305"/>
                        <a:pt x="208986" y="17728"/>
                      </a:cubicBezTo>
                      <a:lnTo>
                        <a:pt x="208986" y="17728"/>
                      </a:lnTo>
                      <a:lnTo>
                        <a:pt x="208986" y="5439"/>
                      </a:lnTo>
                      <a:lnTo>
                        <a:pt x="205083" y="5439"/>
                      </a:lnTo>
                      <a:lnTo>
                        <a:pt x="205083" y="1207"/>
                      </a:lnTo>
                      <a:lnTo>
                        <a:pt x="208986" y="1207"/>
                      </a:lnTo>
                      <a:lnTo>
                        <a:pt x="208986" y="0"/>
                      </a:lnTo>
                      <a:close/>
                      <a:moveTo>
                        <a:pt x="189832" y="1207"/>
                      </a:moveTo>
                      <a:lnTo>
                        <a:pt x="203766" y="1207"/>
                      </a:lnTo>
                      <a:lnTo>
                        <a:pt x="203766" y="5439"/>
                      </a:lnTo>
                      <a:lnTo>
                        <a:pt x="189832" y="5439"/>
                      </a:lnTo>
                      <a:close/>
                      <a:moveTo>
                        <a:pt x="174581" y="1207"/>
                      </a:moveTo>
                      <a:lnTo>
                        <a:pt x="188515" y="1207"/>
                      </a:lnTo>
                      <a:lnTo>
                        <a:pt x="188515" y="5439"/>
                      </a:lnTo>
                      <a:lnTo>
                        <a:pt x="174581" y="5439"/>
                      </a:lnTo>
                      <a:close/>
                      <a:moveTo>
                        <a:pt x="159314" y="1207"/>
                      </a:moveTo>
                      <a:lnTo>
                        <a:pt x="173264" y="1207"/>
                      </a:lnTo>
                      <a:lnTo>
                        <a:pt x="173264" y="5439"/>
                      </a:lnTo>
                      <a:lnTo>
                        <a:pt x="159314" y="5439"/>
                      </a:lnTo>
                      <a:close/>
                      <a:moveTo>
                        <a:pt x="144063" y="1207"/>
                      </a:moveTo>
                      <a:lnTo>
                        <a:pt x="158013" y="1207"/>
                      </a:lnTo>
                      <a:lnTo>
                        <a:pt x="158013" y="5439"/>
                      </a:lnTo>
                      <a:lnTo>
                        <a:pt x="144063" y="5439"/>
                      </a:lnTo>
                      <a:close/>
                      <a:moveTo>
                        <a:pt x="128812" y="1207"/>
                      </a:moveTo>
                      <a:lnTo>
                        <a:pt x="142762" y="1207"/>
                      </a:lnTo>
                      <a:lnTo>
                        <a:pt x="142762" y="5439"/>
                      </a:lnTo>
                      <a:lnTo>
                        <a:pt x="128812" y="5439"/>
                      </a:lnTo>
                      <a:close/>
                      <a:moveTo>
                        <a:pt x="113560" y="1207"/>
                      </a:moveTo>
                      <a:lnTo>
                        <a:pt x="127511" y="1207"/>
                      </a:lnTo>
                      <a:lnTo>
                        <a:pt x="127511" y="5439"/>
                      </a:lnTo>
                      <a:lnTo>
                        <a:pt x="113560" y="5439"/>
                      </a:lnTo>
                      <a:close/>
                      <a:moveTo>
                        <a:pt x="98309" y="1207"/>
                      </a:moveTo>
                      <a:lnTo>
                        <a:pt x="112259" y="1207"/>
                      </a:lnTo>
                      <a:lnTo>
                        <a:pt x="112259" y="5439"/>
                      </a:lnTo>
                      <a:lnTo>
                        <a:pt x="98309" y="5439"/>
                      </a:lnTo>
                      <a:close/>
                      <a:moveTo>
                        <a:pt x="83058" y="1207"/>
                      </a:moveTo>
                      <a:lnTo>
                        <a:pt x="97008" y="1207"/>
                      </a:lnTo>
                      <a:lnTo>
                        <a:pt x="97008" y="5439"/>
                      </a:lnTo>
                      <a:lnTo>
                        <a:pt x="83058" y="5439"/>
                      </a:lnTo>
                      <a:close/>
                      <a:moveTo>
                        <a:pt x="67807" y="1207"/>
                      </a:moveTo>
                      <a:lnTo>
                        <a:pt x="81757" y="1207"/>
                      </a:lnTo>
                      <a:lnTo>
                        <a:pt x="81757" y="5439"/>
                      </a:lnTo>
                      <a:lnTo>
                        <a:pt x="67807" y="5439"/>
                      </a:lnTo>
                      <a:close/>
                      <a:moveTo>
                        <a:pt x="52556" y="1207"/>
                      </a:moveTo>
                      <a:lnTo>
                        <a:pt x="66490" y="1207"/>
                      </a:lnTo>
                      <a:lnTo>
                        <a:pt x="66490" y="5439"/>
                      </a:lnTo>
                      <a:lnTo>
                        <a:pt x="52556" y="5439"/>
                      </a:lnTo>
                      <a:close/>
                      <a:moveTo>
                        <a:pt x="37305" y="1207"/>
                      </a:moveTo>
                      <a:lnTo>
                        <a:pt x="51239" y="1207"/>
                      </a:lnTo>
                      <a:lnTo>
                        <a:pt x="51239" y="5439"/>
                      </a:lnTo>
                      <a:lnTo>
                        <a:pt x="37305" y="5439"/>
                      </a:lnTo>
                      <a:close/>
                      <a:moveTo>
                        <a:pt x="22038" y="1207"/>
                      </a:moveTo>
                      <a:lnTo>
                        <a:pt x="35988" y="1207"/>
                      </a:lnTo>
                      <a:lnTo>
                        <a:pt x="35988" y="5439"/>
                      </a:lnTo>
                      <a:lnTo>
                        <a:pt x="22038" y="5439"/>
                      </a:lnTo>
                      <a:close/>
                      <a:moveTo>
                        <a:pt x="6787" y="1207"/>
                      </a:moveTo>
                      <a:lnTo>
                        <a:pt x="20737" y="1207"/>
                      </a:lnTo>
                      <a:lnTo>
                        <a:pt x="20737" y="5439"/>
                      </a:lnTo>
                      <a:lnTo>
                        <a:pt x="6787" y="5439"/>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5" name="Group 4">
            <a:extLst>
              <a:ext uri="{FF2B5EF4-FFF2-40B4-BE49-F238E27FC236}">
                <a16:creationId xmlns:a16="http://schemas.microsoft.com/office/drawing/2014/main" id="{1981EC21-28E9-3F79-01E2-CE2603CD14AC}"/>
              </a:ext>
            </a:extLst>
          </p:cNvPr>
          <p:cNvGrpSpPr/>
          <p:nvPr/>
        </p:nvGrpSpPr>
        <p:grpSpPr>
          <a:xfrm>
            <a:off x="460617" y="183192"/>
            <a:ext cx="8449758" cy="4123952"/>
            <a:chOff x="460617" y="183192"/>
            <a:chExt cx="8449758" cy="4123952"/>
          </a:xfrm>
        </p:grpSpPr>
        <p:sp>
          <p:nvSpPr>
            <p:cNvPr id="7" name="Google Shape;342;p37">
              <a:extLst>
                <a:ext uri="{FF2B5EF4-FFF2-40B4-BE49-F238E27FC236}">
                  <a16:creationId xmlns:a16="http://schemas.microsoft.com/office/drawing/2014/main" id="{76E4116A-74BD-608D-154E-9B333CF5D22A}"/>
                </a:ext>
              </a:extLst>
            </p:cNvPr>
            <p:cNvSpPr txBox="1">
              <a:spLocks/>
            </p:cNvSpPr>
            <p:nvPr/>
          </p:nvSpPr>
          <p:spPr>
            <a:xfrm>
              <a:off x="534800" y="538543"/>
              <a:ext cx="6712725" cy="43507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1400"/>
                <a:buFont typeface="Raleway"/>
                <a:buNone/>
                <a:defRPr sz="1200" b="0" i="0" u="none" strike="noStrike" cap="none">
                  <a:solidFill>
                    <a:schemeClr val="dk1"/>
                  </a:solidFill>
                  <a:latin typeface="Raleway"/>
                  <a:ea typeface="Raleway"/>
                  <a:cs typeface="Raleway"/>
                  <a:sym typeface="Raleway"/>
                </a:defRPr>
              </a:lvl1pPr>
              <a:lvl2pPr marL="914400" marR="0" lvl="1" indent="-317500" algn="ctr" rtl="0">
                <a:lnSpc>
                  <a:spcPct val="100000"/>
                </a:lnSpc>
                <a:spcBef>
                  <a:spcPts val="0"/>
                </a:spcBef>
                <a:spcAft>
                  <a:spcPts val="0"/>
                </a:spcAft>
                <a:buClr>
                  <a:schemeClr val="dk1"/>
                </a:buClr>
                <a:buSzPts val="1400"/>
                <a:buFont typeface="Raleway"/>
                <a:buNone/>
                <a:defRPr sz="1400" b="0" i="0" u="none" strike="noStrike" cap="none">
                  <a:solidFill>
                    <a:schemeClr val="dk1"/>
                  </a:solidFill>
                  <a:latin typeface="Raleway"/>
                  <a:ea typeface="Raleway"/>
                  <a:cs typeface="Raleway"/>
                  <a:sym typeface="Raleway"/>
                </a:defRPr>
              </a:lvl2pPr>
              <a:lvl3pPr marL="1371600" marR="0" lvl="2" indent="-317500" algn="ctr" rtl="0">
                <a:lnSpc>
                  <a:spcPct val="100000"/>
                </a:lnSpc>
                <a:spcBef>
                  <a:spcPts val="1600"/>
                </a:spcBef>
                <a:spcAft>
                  <a:spcPts val="0"/>
                </a:spcAft>
                <a:buClr>
                  <a:schemeClr val="dk1"/>
                </a:buClr>
                <a:buSzPts val="1400"/>
                <a:buFont typeface="Raleway"/>
                <a:buNone/>
                <a:defRPr sz="1400" b="0" i="0" u="none" strike="noStrike" cap="none">
                  <a:solidFill>
                    <a:schemeClr val="dk1"/>
                  </a:solidFill>
                  <a:latin typeface="Raleway"/>
                  <a:ea typeface="Raleway"/>
                  <a:cs typeface="Raleway"/>
                  <a:sym typeface="Raleway"/>
                </a:defRPr>
              </a:lvl3pPr>
              <a:lvl4pPr marL="1828800" marR="0" lvl="3" indent="-317500" algn="ctr" rtl="0">
                <a:lnSpc>
                  <a:spcPct val="100000"/>
                </a:lnSpc>
                <a:spcBef>
                  <a:spcPts val="1600"/>
                </a:spcBef>
                <a:spcAft>
                  <a:spcPts val="0"/>
                </a:spcAft>
                <a:buClr>
                  <a:schemeClr val="dk1"/>
                </a:buClr>
                <a:buSzPts val="1400"/>
                <a:buFont typeface="Raleway"/>
                <a:buNone/>
                <a:defRPr sz="1400" b="0" i="0" u="none" strike="noStrike" cap="none">
                  <a:solidFill>
                    <a:schemeClr val="dk1"/>
                  </a:solidFill>
                  <a:latin typeface="Raleway"/>
                  <a:ea typeface="Raleway"/>
                  <a:cs typeface="Raleway"/>
                  <a:sym typeface="Raleway"/>
                </a:defRPr>
              </a:lvl4pPr>
              <a:lvl5pPr marL="2286000" marR="0" lvl="4" indent="-317500" algn="ctr" rtl="0">
                <a:lnSpc>
                  <a:spcPct val="100000"/>
                </a:lnSpc>
                <a:spcBef>
                  <a:spcPts val="1600"/>
                </a:spcBef>
                <a:spcAft>
                  <a:spcPts val="0"/>
                </a:spcAft>
                <a:buClr>
                  <a:schemeClr val="dk1"/>
                </a:buClr>
                <a:buSzPts val="1400"/>
                <a:buFont typeface="Raleway"/>
                <a:buNone/>
                <a:defRPr sz="1400" b="0" i="0" u="none" strike="noStrike" cap="none">
                  <a:solidFill>
                    <a:schemeClr val="dk1"/>
                  </a:solidFill>
                  <a:latin typeface="Raleway"/>
                  <a:ea typeface="Raleway"/>
                  <a:cs typeface="Raleway"/>
                  <a:sym typeface="Raleway"/>
                </a:defRPr>
              </a:lvl5pPr>
              <a:lvl6pPr marL="2743200" marR="0" lvl="5" indent="-317500" algn="ctr" rtl="0">
                <a:lnSpc>
                  <a:spcPct val="100000"/>
                </a:lnSpc>
                <a:spcBef>
                  <a:spcPts val="1600"/>
                </a:spcBef>
                <a:spcAft>
                  <a:spcPts val="0"/>
                </a:spcAft>
                <a:buClr>
                  <a:schemeClr val="dk1"/>
                </a:buClr>
                <a:buSzPts val="1400"/>
                <a:buFont typeface="Raleway"/>
                <a:buNone/>
                <a:defRPr sz="1400" b="0" i="0" u="none" strike="noStrike" cap="none">
                  <a:solidFill>
                    <a:schemeClr val="dk1"/>
                  </a:solidFill>
                  <a:latin typeface="Raleway"/>
                  <a:ea typeface="Raleway"/>
                  <a:cs typeface="Raleway"/>
                  <a:sym typeface="Raleway"/>
                </a:defRPr>
              </a:lvl6pPr>
              <a:lvl7pPr marL="3200400" marR="0" lvl="6" indent="-317500" algn="ctr" rtl="0">
                <a:lnSpc>
                  <a:spcPct val="100000"/>
                </a:lnSpc>
                <a:spcBef>
                  <a:spcPts val="1600"/>
                </a:spcBef>
                <a:spcAft>
                  <a:spcPts val="0"/>
                </a:spcAft>
                <a:buClr>
                  <a:schemeClr val="dk1"/>
                </a:buClr>
                <a:buSzPts val="1400"/>
                <a:buFont typeface="Raleway"/>
                <a:buNone/>
                <a:defRPr sz="1400" b="0" i="0" u="none" strike="noStrike" cap="none">
                  <a:solidFill>
                    <a:schemeClr val="dk1"/>
                  </a:solidFill>
                  <a:latin typeface="Raleway"/>
                  <a:ea typeface="Raleway"/>
                  <a:cs typeface="Raleway"/>
                  <a:sym typeface="Raleway"/>
                </a:defRPr>
              </a:lvl7pPr>
              <a:lvl8pPr marL="3657600" marR="0" lvl="7" indent="-317500" algn="ctr" rtl="0">
                <a:lnSpc>
                  <a:spcPct val="100000"/>
                </a:lnSpc>
                <a:spcBef>
                  <a:spcPts val="1600"/>
                </a:spcBef>
                <a:spcAft>
                  <a:spcPts val="0"/>
                </a:spcAft>
                <a:buClr>
                  <a:schemeClr val="dk1"/>
                </a:buClr>
                <a:buSzPts val="1400"/>
                <a:buFont typeface="Raleway"/>
                <a:buNone/>
                <a:defRPr sz="1400" b="0" i="0" u="none" strike="noStrike" cap="none">
                  <a:solidFill>
                    <a:schemeClr val="dk1"/>
                  </a:solidFill>
                  <a:latin typeface="Raleway"/>
                  <a:ea typeface="Raleway"/>
                  <a:cs typeface="Raleway"/>
                  <a:sym typeface="Raleway"/>
                </a:defRPr>
              </a:lvl8pPr>
              <a:lvl9pPr marL="4114800" marR="0" lvl="8" indent="-317500" algn="ctr" rtl="0">
                <a:lnSpc>
                  <a:spcPct val="100000"/>
                </a:lnSpc>
                <a:spcBef>
                  <a:spcPts val="1600"/>
                </a:spcBef>
                <a:spcAft>
                  <a:spcPts val="1600"/>
                </a:spcAft>
                <a:buClr>
                  <a:schemeClr val="dk1"/>
                </a:buClr>
                <a:buSzPts val="1400"/>
                <a:buFont typeface="Raleway"/>
                <a:buNone/>
                <a:defRPr sz="1400" b="0" i="0" u="none" strike="noStrike" cap="none">
                  <a:solidFill>
                    <a:schemeClr val="dk1"/>
                  </a:solidFill>
                  <a:latin typeface="Raleway"/>
                  <a:ea typeface="Raleway"/>
                  <a:cs typeface="Raleway"/>
                  <a:sym typeface="Raleway"/>
                </a:defRPr>
              </a:lvl9pPr>
            </a:lstStyle>
            <a:p>
              <a:r>
                <a:rPr lang="en-US" sz="1800" b="1" dirty="0">
                  <a:solidFill>
                    <a:srgbClr val="1C1C1C"/>
                  </a:solidFill>
                </a:rPr>
                <a:t>found similar words in the data.</a:t>
              </a:r>
            </a:p>
            <a:p>
              <a:r>
                <a:rPr lang="en-US" sz="1800" dirty="0">
                  <a:solidFill>
                    <a:srgbClr val="1C1C1C"/>
                  </a:solidFill>
                </a:rPr>
                <a:t>In "Reason for Delay": weather / weather conditions </a:t>
              </a:r>
            </a:p>
            <a:p>
              <a:r>
                <a:rPr lang="en-US" sz="1800" dirty="0">
                  <a:solidFill>
                    <a:srgbClr val="1C1C1C"/>
                  </a:solidFill>
                </a:rPr>
                <a:t> staffing / staff shortage &amp; Signal Failure / Signal failure</a:t>
              </a:r>
            </a:p>
            <a:p>
              <a:r>
                <a:rPr lang="en-US" sz="1800" dirty="0">
                  <a:solidFill>
                    <a:srgbClr val="1C1C1C"/>
                  </a:solidFill>
                </a:rPr>
                <a:t>In "Arrival Destinations": Edinburgh / Edinburgh Waverley</a:t>
              </a:r>
            </a:p>
            <a:p>
              <a:pPr marL="0" indent="0"/>
              <a:r>
                <a:rPr lang="en-US" sz="2800" dirty="0">
                  <a:latin typeface="Crimson Pro Bold"/>
                  <a:ea typeface="Crimson Pro Bold"/>
                </a:rPr>
                <a:t> </a:t>
              </a:r>
            </a:p>
          </p:txBody>
        </p:sp>
        <p:grpSp>
          <p:nvGrpSpPr>
            <p:cNvPr id="2" name="Group 1">
              <a:extLst>
                <a:ext uri="{FF2B5EF4-FFF2-40B4-BE49-F238E27FC236}">
                  <a16:creationId xmlns:a16="http://schemas.microsoft.com/office/drawing/2014/main" id="{F3894B16-7D4D-FC7A-350F-0C11CE105185}"/>
                </a:ext>
              </a:extLst>
            </p:cNvPr>
            <p:cNvGrpSpPr/>
            <p:nvPr/>
          </p:nvGrpSpPr>
          <p:grpSpPr>
            <a:xfrm>
              <a:off x="460617" y="183192"/>
              <a:ext cx="8449758" cy="4123952"/>
              <a:chOff x="460617" y="183192"/>
              <a:chExt cx="8449758" cy="4123952"/>
            </a:xfrm>
          </p:grpSpPr>
          <p:sp>
            <p:nvSpPr>
              <p:cNvPr id="8" name="Google Shape;294;p36">
                <a:extLst>
                  <a:ext uri="{FF2B5EF4-FFF2-40B4-BE49-F238E27FC236}">
                    <a16:creationId xmlns:a16="http://schemas.microsoft.com/office/drawing/2014/main" id="{7FC6E568-5EA4-9B9F-B3F1-7AE39F0675F5}"/>
                  </a:ext>
                </a:extLst>
              </p:cNvPr>
              <p:cNvSpPr txBox="1">
                <a:spLocks/>
              </p:cNvSpPr>
              <p:nvPr/>
            </p:nvSpPr>
            <p:spPr>
              <a:xfrm>
                <a:off x="561987" y="183192"/>
                <a:ext cx="77040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eaLnBrk="1" hangingPunct="1">
                  <a:lnSpc>
                    <a:spcPct val="80000"/>
                  </a:lnSpc>
                  <a:spcBef>
                    <a:spcPts val="0"/>
                  </a:spcBef>
                  <a:spcAft>
                    <a:spcPts val="0"/>
                  </a:spcAft>
                  <a:buClr>
                    <a:schemeClr val="dk1"/>
                  </a:buClr>
                  <a:buSzPts val="5200"/>
                  <a:buFont typeface="Bakbak One"/>
                  <a:buNone/>
                  <a:defRPr sz="7000" b="0" i="0" u="none" strike="noStrike" cap="none">
                    <a:solidFill>
                      <a:schemeClr val="dk1"/>
                    </a:solidFill>
                    <a:latin typeface="Bakbak One"/>
                    <a:ea typeface="Bakbak One"/>
                    <a:cs typeface="Bakbak One"/>
                    <a:sym typeface="Bakbak One"/>
                  </a:defRPr>
                </a:lvl1pPr>
                <a:lvl2pPr marR="0" lvl="1" algn="ctr" rtl="0" eaLnBrk="1" hangingPunct="1">
                  <a:lnSpc>
                    <a:spcPct val="100000"/>
                  </a:lnSpc>
                  <a:spcBef>
                    <a:spcPts val="0"/>
                  </a:spcBef>
                  <a:spcAft>
                    <a:spcPts val="0"/>
                  </a:spcAft>
                  <a:buClr>
                    <a:schemeClr val="dk1"/>
                  </a:buClr>
                  <a:buSzPts val="5200"/>
                  <a:buFont typeface="Bakbak One"/>
                  <a:buNone/>
                  <a:defRPr sz="5200" b="0" i="0" u="none" strike="noStrike" cap="none">
                    <a:solidFill>
                      <a:schemeClr val="dk1"/>
                    </a:solidFill>
                    <a:latin typeface="Bakbak One"/>
                    <a:ea typeface="Bakbak One"/>
                    <a:cs typeface="Bakbak One"/>
                    <a:sym typeface="Bakbak One"/>
                  </a:defRPr>
                </a:lvl2pPr>
                <a:lvl3pPr marR="0" lvl="2" algn="ctr" rtl="0" eaLnBrk="1" hangingPunct="1">
                  <a:lnSpc>
                    <a:spcPct val="100000"/>
                  </a:lnSpc>
                  <a:spcBef>
                    <a:spcPts val="0"/>
                  </a:spcBef>
                  <a:spcAft>
                    <a:spcPts val="0"/>
                  </a:spcAft>
                  <a:buClr>
                    <a:schemeClr val="dk1"/>
                  </a:buClr>
                  <a:buSzPts val="5200"/>
                  <a:buFont typeface="Bakbak One"/>
                  <a:buNone/>
                  <a:defRPr sz="5200" b="0" i="0" u="none" strike="noStrike" cap="none">
                    <a:solidFill>
                      <a:schemeClr val="dk1"/>
                    </a:solidFill>
                    <a:latin typeface="Bakbak One"/>
                    <a:ea typeface="Bakbak One"/>
                    <a:cs typeface="Bakbak One"/>
                    <a:sym typeface="Bakbak One"/>
                  </a:defRPr>
                </a:lvl3pPr>
                <a:lvl4pPr marR="0" lvl="3" algn="ctr" rtl="0" eaLnBrk="1" hangingPunct="1">
                  <a:lnSpc>
                    <a:spcPct val="100000"/>
                  </a:lnSpc>
                  <a:spcBef>
                    <a:spcPts val="0"/>
                  </a:spcBef>
                  <a:spcAft>
                    <a:spcPts val="0"/>
                  </a:spcAft>
                  <a:buClr>
                    <a:schemeClr val="dk1"/>
                  </a:buClr>
                  <a:buSzPts val="5200"/>
                  <a:buFont typeface="Bakbak One"/>
                  <a:buNone/>
                  <a:defRPr sz="5200" b="0" i="0" u="none" strike="noStrike" cap="none">
                    <a:solidFill>
                      <a:schemeClr val="dk1"/>
                    </a:solidFill>
                    <a:latin typeface="Bakbak One"/>
                    <a:ea typeface="Bakbak One"/>
                    <a:cs typeface="Bakbak One"/>
                    <a:sym typeface="Bakbak One"/>
                  </a:defRPr>
                </a:lvl4pPr>
                <a:lvl5pPr marR="0" lvl="4" algn="ctr" rtl="0" eaLnBrk="1" hangingPunct="1">
                  <a:lnSpc>
                    <a:spcPct val="100000"/>
                  </a:lnSpc>
                  <a:spcBef>
                    <a:spcPts val="0"/>
                  </a:spcBef>
                  <a:spcAft>
                    <a:spcPts val="0"/>
                  </a:spcAft>
                  <a:buClr>
                    <a:schemeClr val="dk1"/>
                  </a:buClr>
                  <a:buSzPts val="5200"/>
                  <a:buFont typeface="Bakbak One"/>
                  <a:buNone/>
                  <a:defRPr sz="5200" b="0" i="0" u="none" strike="noStrike" cap="none">
                    <a:solidFill>
                      <a:schemeClr val="dk1"/>
                    </a:solidFill>
                    <a:latin typeface="Bakbak One"/>
                    <a:ea typeface="Bakbak One"/>
                    <a:cs typeface="Bakbak One"/>
                    <a:sym typeface="Bakbak One"/>
                  </a:defRPr>
                </a:lvl5pPr>
                <a:lvl6pPr marR="0" lvl="5" algn="ctr" rtl="0" eaLnBrk="1" hangingPunct="1">
                  <a:lnSpc>
                    <a:spcPct val="100000"/>
                  </a:lnSpc>
                  <a:spcBef>
                    <a:spcPts val="0"/>
                  </a:spcBef>
                  <a:spcAft>
                    <a:spcPts val="0"/>
                  </a:spcAft>
                  <a:buClr>
                    <a:schemeClr val="dk1"/>
                  </a:buClr>
                  <a:buSzPts val="5200"/>
                  <a:buFont typeface="Bakbak One"/>
                  <a:buNone/>
                  <a:defRPr sz="5200" b="0" i="0" u="none" strike="noStrike" cap="none">
                    <a:solidFill>
                      <a:schemeClr val="dk1"/>
                    </a:solidFill>
                    <a:latin typeface="Bakbak One"/>
                    <a:ea typeface="Bakbak One"/>
                    <a:cs typeface="Bakbak One"/>
                    <a:sym typeface="Bakbak One"/>
                  </a:defRPr>
                </a:lvl6pPr>
                <a:lvl7pPr marR="0" lvl="6" algn="ctr" rtl="0" eaLnBrk="1" hangingPunct="1">
                  <a:lnSpc>
                    <a:spcPct val="100000"/>
                  </a:lnSpc>
                  <a:spcBef>
                    <a:spcPts val="0"/>
                  </a:spcBef>
                  <a:spcAft>
                    <a:spcPts val="0"/>
                  </a:spcAft>
                  <a:buClr>
                    <a:schemeClr val="dk1"/>
                  </a:buClr>
                  <a:buSzPts val="5200"/>
                  <a:buFont typeface="Bakbak One"/>
                  <a:buNone/>
                  <a:defRPr sz="5200" b="0" i="0" u="none" strike="noStrike" cap="none">
                    <a:solidFill>
                      <a:schemeClr val="dk1"/>
                    </a:solidFill>
                    <a:latin typeface="Bakbak One"/>
                    <a:ea typeface="Bakbak One"/>
                    <a:cs typeface="Bakbak One"/>
                    <a:sym typeface="Bakbak One"/>
                  </a:defRPr>
                </a:lvl7pPr>
                <a:lvl8pPr marR="0" lvl="7" algn="ctr" rtl="0" eaLnBrk="1" hangingPunct="1">
                  <a:lnSpc>
                    <a:spcPct val="100000"/>
                  </a:lnSpc>
                  <a:spcBef>
                    <a:spcPts val="0"/>
                  </a:spcBef>
                  <a:spcAft>
                    <a:spcPts val="0"/>
                  </a:spcAft>
                  <a:buClr>
                    <a:schemeClr val="dk1"/>
                  </a:buClr>
                  <a:buSzPts val="5200"/>
                  <a:buFont typeface="Bakbak One"/>
                  <a:buNone/>
                  <a:defRPr sz="5200" b="0" i="0" u="none" strike="noStrike" cap="none">
                    <a:solidFill>
                      <a:schemeClr val="dk1"/>
                    </a:solidFill>
                    <a:latin typeface="Bakbak One"/>
                    <a:ea typeface="Bakbak One"/>
                    <a:cs typeface="Bakbak One"/>
                    <a:sym typeface="Bakbak One"/>
                  </a:defRPr>
                </a:lvl8pPr>
                <a:lvl9pPr marR="0" lvl="8" algn="ctr" rtl="0" eaLnBrk="1" hangingPunct="1">
                  <a:lnSpc>
                    <a:spcPct val="100000"/>
                  </a:lnSpc>
                  <a:spcBef>
                    <a:spcPts val="0"/>
                  </a:spcBef>
                  <a:spcAft>
                    <a:spcPts val="0"/>
                  </a:spcAft>
                  <a:buClr>
                    <a:schemeClr val="dk1"/>
                  </a:buClr>
                  <a:buSzPts val="5200"/>
                  <a:buFont typeface="Bakbak One"/>
                  <a:buNone/>
                  <a:defRPr sz="5200" b="0" i="0" u="none" strike="noStrike" cap="none">
                    <a:solidFill>
                      <a:schemeClr val="dk1"/>
                    </a:solidFill>
                    <a:latin typeface="Bakbak One"/>
                    <a:ea typeface="Bakbak One"/>
                    <a:cs typeface="Bakbak One"/>
                    <a:sym typeface="Bakbak One"/>
                  </a:defRPr>
                </a:lvl9pPr>
              </a:lstStyle>
              <a:p>
                <a:r>
                  <a:rPr lang="en-US" sz="2400" b="1" dirty="0">
                    <a:solidFill>
                      <a:srgbClr val="002060"/>
                    </a:solidFill>
                    <a:effectLst/>
                    <a:latin typeface="Aptos" panose="020B0004020202020204" pitchFamily="34" charset="0"/>
                    <a:ea typeface="Aptos" panose="020B0004020202020204" pitchFamily="34" charset="0"/>
                    <a:cs typeface="Arial" panose="020B0604020202020204" pitchFamily="34" charset="0"/>
                  </a:rPr>
                  <a:t>Check for Spelling errors</a:t>
                </a:r>
                <a:r>
                  <a:rPr lang="en-US" sz="2400" dirty="0">
                    <a:solidFill>
                      <a:srgbClr val="002060"/>
                    </a:solidFill>
                    <a:effectLst/>
                    <a:latin typeface="Aptos" panose="020B0004020202020204" pitchFamily="34" charset="0"/>
                    <a:ea typeface="Aptos" panose="020B0004020202020204" pitchFamily="34" charset="0"/>
                    <a:cs typeface="Arial" panose="020B0604020202020204" pitchFamily="34" charset="0"/>
                  </a:rPr>
                  <a:t> </a:t>
                </a:r>
                <a:endParaRPr lang="en-US" sz="4000" dirty="0">
                  <a:solidFill>
                    <a:srgbClr val="002060"/>
                  </a:solidFill>
                  <a:latin typeface="Congenial" panose="02000503040000020004" pitchFamily="2" charset="0"/>
                </a:endParaRPr>
              </a:p>
            </p:txBody>
          </p:sp>
          <p:pic>
            <p:nvPicPr>
              <p:cNvPr id="3" name="Picture 2">
                <a:extLst>
                  <a:ext uri="{FF2B5EF4-FFF2-40B4-BE49-F238E27FC236}">
                    <a16:creationId xmlns:a16="http://schemas.microsoft.com/office/drawing/2014/main" id="{41807D99-9A66-DE53-3949-42D3BBD09761}"/>
                  </a:ext>
                </a:extLst>
              </p:cNvPr>
              <p:cNvPicPr>
                <a:picLocks noChangeAspect="1"/>
              </p:cNvPicPr>
              <p:nvPr/>
            </p:nvPicPr>
            <p:blipFill>
              <a:blip r:embed="rId3"/>
              <a:stretch>
                <a:fillRect/>
              </a:stretch>
            </p:blipFill>
            <p:spPr>
              <a:xfrm>
                <a:off x="460617" y="1800562"/>
                <a:ext cx="5944115" cy="969348"/>
              </a:xfrm>
              <a:prstGeom prst="rect">
                <a:avLst/>
              </a:prstGeom>
            </p:spPr>
          </p:pic>
          <p:pic>
            <p:nvPicPr>
              <p:cNvPr id="4" name="Picture 3">
                <a:extLst>
                  <a:ext uri="{FF2B5EF4-FFF2-40B4-BE49-F238E27FC236}">
                    <a16:creationId xmlns:a16="http://schemas.microsoft.com/office/drawing/2014/main" id="{ABC9DF7A-56AC-9333-F6B2-AF40C69BAC39}"/>
                  </a:ext>
                </a:extLst>
              </p:cNvPr>
              <p:cNvPicPr>
                <a:picLocks noChangeAspect="1"/>
              </p:cNvPicPr>
              <p:nvPr/>
            </p:nvPicPr>
            <p:blipFill>
              <a:blip r:embed="rId4"/>
              <a:stretch>
                <a:fillRect/>
              </a:stretch>
            </p:blipFill>
            <p:spPr>
              <a:xfrm>
                <a:off x="2988675" y="2837348"/>
                <a:ext cx="5921700" cy="1469796"/>
              </a:xfrm>
              <a:prstGeom prst="rect">
                <a:avLst/>
              </a:prstGeom>
            </p:spPr>
          </p:pic>
        </p:grpSp>
      </p:grpSp>
    </p:spTree>
    <p:extLst>
      <p:ext uri="{BB962C8B-B14F-4D97-AF65-F5344CB8AC3E}">
        <p14:creationId xmlns:p14="http://schemas.microsoft.com/office/powerpoint/2010/main" val="41560116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250" fill="hold"/>
                                        <p:tgtEl>
                                          <p:spTgt spid="5"/>
                                        </p:tgtEl>
                                        <p:attrNameLst>
                                          <p:attrName>ppt_x</p:attrName>
                                        </p:attrNameLst>
                                      </p:cBhvr>
                                      <p:tavLst>
                                        <p:tav tm="0">
                                          <p:val>
                                            <p:strVal val="0-#ppt_w/2"/>
                                          </p:val>
                                        </p:tav>
                                        <p:tav tm="100000">
                                          <p:val>
                                            <p:strVal val="#ppt_x"/>
                                          </p:val>
                                        </p:tav>
                                      </p:tavLst>
                                    </p:anim>
                                    <p:anim calcmode="lin" valueType="num">
                                      <p:cBhvr additive="base">
                                        <p:cTn id="8" dur="25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94">
          <a:extLst>
            <a:ext uri="{FF2B5EF4-FFF2-40B4-BE49-F238E27FC236}">
              <a16:creationId xmlns:a16="http://schemas.microsoft.com/office/drawing/2014/main" id="{3B9C3A70-CB2B-8461-6133-F7C79E1A7A94}"/>
            </a:ext>
          </a:extLst>
        </p:cNvPr>
        <p:cNvGrpSpPr/>
        <p:nvPr/>
      </p:nvGrpSpPr>
      <p:grpSpPr>
        <a:xfrm>
          <a:off x="0" y="0"/>
          <a:ext cx="0" cy="0"/>
          <a:chOff x="0" y="0"/>
          <a:chExt cx="0" cy="0"/>
        </a:xfrm>
      </p:grpSpPr>
      <p:sp>
        <p:nvSpPr>
          <p:cNvPr id="1095" name="Google Shape;1095;p30">
            <a:extLst>
              <a:ext uri="{FF2B5EF4-FFF2-40B4-BE49-F238E27FC236}">
                <a16:creationId xmlns:a16="http://schemas.microsoft.com/office/drawing/2014/main" id="{C436FC7C-6C0F-DDDE-BC7D-BE2E3DBB7131}"/>
              </a:ext>
            </a:extLst>
          </p:cNvPr>
          <p:cNvSpPr/>
          <p:nvPr/>
        </p:nvSpPr>
        <p:spPr>
          <a:xfrm>
            <a:off x="340050" y="3140250"/>
            <a:ext cx="8867716" cy="2936625"/>
          </a:xfrm>
          <a:custGeom>
            <a:avLst/>
            <a:gdLst/>
            <a:ahLst/>
            <a:cxnLst/>
            <a:rect l="l" t="t" r="r" b="b"/>
            <a:pathLst>
              <a:path w="208861" h="117465" extrusionOk="0">
                <a:moveTo>
                  <a:pt x="183045" y="1"/>
                </a:moveTo>
                <a:cubicBezTo>
                  <a:pt x="112165" y="1"/>
                  <a:pt x="135646" y="29390"/>
                  <a:pt x="94030" y="29390"/>
                </a:cubicBezTo>
                <a:cubicBezTo>
                  <a:pt x="65942" y="29390"/>
                  <a:pt x="66005" y="6271"/>
                  <a:pt x="37023" y="6271"/>
                </a:cubicBezTo>
                <a:cubicBezTo>
                  <a:pt x="8025" y="6271"/>
                  <a:pt x="0" y="28215"/>
                  <a:pt x="0" y="28215"/>
                </a:cubicBezTo>
                <a:lnTo>
                  <a:pt x="0" y="117464"/>
                </a:lnTo>
                <a:lnTo>
                  <a:pt x="208860" y="117464"/>
                </a:lnTo>
                <a:lnTo>
                  <a:pt x="208860" y="22337"/>
                </a:lnTo>
                <a:cubicBezTo>
                  <a:pt x="208860" y="22337"/>
                  <a:pt x="208860" y="1"/>
                  <a:pt x="183045" y="1"/>
                </a:cubicBezTo>
                <a:close/>
              </a:path>
            </a:pathLst>
          </a:custGeom>
          <a:solidFill>
            <a:srgbClr val="FFFFFF">
              <a:alpha val="410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98" name="Google Shape;1098;p30">
            <a:extLst>
              <a:ext uri="{FF2B5EF4-FFF2-40B4-BE49-F238E27FC236}">
                <a16:creationId xmlns:a16="http://schemas.microsoft.com/office/drawing/2014/main" id="{2AB64163-E456-8CF8-FDA1-35B63E685744}"/>
              </a:ext>
            </a:extLst>
          </p:cNvPr>
          <p:cNvGrpSpPr/>
          <p:nvPr/>
        </p:nvGrpSpPr>
        <p:grpSpPr>
          <a:xfrm>
            <a:off x="1941675" y="4364875"/>
            <a:ext cx="853900" cy="770400"/>
            <a:chOff x="4219225" y="4330850"/>
            <a:chExt cx="853900" cy="770400"/>
          </a:xfrm>
          <a:solidFill>
            <a:srgbClr val="38761D"/>
          </a:solidFill>
        </p:grpSpPr>
        <p:grpSp>
          <p:nvGrpSpPr>
            <p:cNvPr id="1099" name="Google Shape;1099;p30">
              <a:extLst>
                <a:ext uri="{FF2B5EF4-FFF2-40B4-BE49-F238E27FC236}">
                  <a16:creationId xmlns:a16="http://schemas.microsoft.com/office/drawing/2014/main" id="{44305A7D-542E-D4D3-461D-5FDFED5AEE50}"/>
                </a:ext>
              </a:extLst>
            </p:cNvPr>
            <p:cNvGrpSpPr/>
            <p:nvPr/>
          </p:nvGrpSpPr>
          <p:grpSpPr>
            <a:xfrm>
              <a:off x="4295625" y="4330850"/>
              <a:ext cx="777500" cy="770400"/>
              <a:chOff x="4295625" y="4330850"/>
              <a:chExt cx="777500" cy="770400"/>
            </a:xfrm>
            <a:grpFill/>
          </p:grpSpPr>
          <p:sp>
            <p:nvSpPr>
              <p:cNvPr id="1100" name="Google Shape;1100;p30">
                <a:extLst>
                  <a:ext uri="{FF2B5EF4-FFF2-40B4-BE49-F238E27FC236}">
                    <a16:creationId xmlns:a16="http://schemas.microsoft.com/office/drawing/2014/main" id="{C8369F56-90E7-032F-3068-21C364A01AA9}"/>
                  </a:ext>
                </a:extLst>
              </p:cNvPr>
              <p:cNvSpPr/>
              <p:nvPr/>
            </p:nvSpPr>
            <p:spPr>
              <a:xfrm>
                <a:off x="4603250" y="4588300"/>
                <a:ext cx="408325" cy="293525"/>
              </a:xfrm>
              <a:custGeom>
                <a:avLst/>
                <a:gdLst/>
                <a:ahLst/>
                <a:cxnLst/>
                <a:rect l="l" t="t" r="r" b="b"/>
                <a:pathLst>
                  <a:path w="16333" h="11741" extrusionOk="0">
                    <a:moveTo>
                      <a:pt x="8167" y="0"/>
                    </a:moveTo>
                    <a:cubicBezTo>
                      <a:pt x="8167" y="0"/>
                      <a:pt x="5549" y="9185"/>
                      <a:pt x="0" y="9185"/>
                    </a:cubicBezTo>
                    <a:cubicBezTo>
                      <a:pt x="0" y="9185"/>
                      <a:pt x="3260" y="11740"/>
                      <a:pt x="8167" y="11740"/>
                    </a:cubicBezTo>
                    <a:cubicBezTo>
                      <a:pt x="13073" y="11740"/>
                      <a:pt x="16333" y="9185"/>
                      <a:pt x="16333" y="9185"/>
                    </a:cubicBezTo>
                    <a:cubicBezTo>
                      <a:pt x="10784" y="9185"/>
                      <a:pt x="8167" y="0"/>
                      <a:pt x="816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01" name="Google Shape;1101;p30">
                <a:extLst>
                  <a:ext uri="{FF2B5EF4-FFF2-40B4-BE49-F238E27FC236}">
                    <a16:creationId xmlns:a16="http://schemas.microsoft.com/office/drawing/2014/main" id="{FD70F031-0DEF-B604-7535-20AFAD49ED17}"/>
                  </a:ext>
                </a:extLst>
              </p:cNvPr>
              <p:cNvGrpSpPr/>
              <p:nvPr/>
            </p:nvGrpSpPr>
            <p:grpSpPr>
              <a:xfrm>
                <a:off x="4295625" y="4330850"/>
                <a:ext cx="777500" cy="770400"/>
                <a:chOff x="4295625" y="4330850"/>
                <a:chExt cx="777500" cy="770400"/>
              </a:xfrm>
              <a:grpFill/>
            </p:grpSpPr>
            <p:sp>
              <p:nvSpPr>
                <p:cNvPr id="1102" name="Google Shape;1102;p30">
                  <a:extLst>
                    <a:ext uri="{FF2B5EF4-FFF2-40B4-BE49-F238E27FC236}">
                      <a16:creationId xmlns:a16="http://schemas.microsoft.com/office/drawing/2014/main" id="{9FCD9013-5650-9507-78C2-860855291FC8}"/>
                    </a:ext>
                  </a:extLst>
                </p:cNvPr>
                <p:cNvSpPr/>
                <p:nvPr/>
              </p:nvSpPr>
              <p:spPr>
                <a:xfrm>
                  <a:off x="4637325" y="4508750"/>
                  <a:ext cx="340550" cy="244925"/>
                </a:xfrm>
                <a:custGeom>
                  <a:avLst/>
                  <a:gdLst/>
                  <a:ahLst/>
                  <a:cxnLst/>
                  <a:rect l="l" t="t" r="r" b="b"/>
                  <a:pathLst>
                    <a:path w="13622" h="9797" extrusionOk="0">
                      <a:moveTo>
                        <a:pt x="6804" y="0"/>
                      </a:moveTo>
                      <a:cubicBezTo>
                        <a:pt x="6804" y="0"/>
                        <a:pt x="4625" y="7665"/>
                        <a:pt x="1" y="7665"/>
                      </a:cubicBezTo>
                      <a:cubicBezTo>
                        <a:pt x="1" y="7665"/>
                        <a:pt x="2713" y="9797"/>
                        <a:pt x="6804" y="9797"/>
                      </a:cubicBezTo>
                      <a:cubicBezTo>
                        <a:pt x="10895" y="9797"/>
                        <a:pt x="13622" y="7665"/>
                        <a:pt x="13622" y="7665"/>
                      </a:cubicBezTo>
                      <a:cubicBezTo>
                        <a:pt x="8998" y="7665"/>
                        <a:pt x="6804" y="0"/>
                        <a:pt x="680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3" name="Google Shape;1103;p30">
                  <a:extLst>
                    <a:ext uri="{FF2B5EF4-FFF2-40B4-BE49-F238E27FC236}">
                      <a16:creationId xmlns:a16="http://schemas.microsoft.com/office/drawing/2014/main" id="{59841932-AB12-CB72-1CCC-0788F5DC47DF}"/>
                    </a:ext>
                  </a:extLst>
                </p:cNvPr>
                <p:cNvSpPr/>
                <p:nvPr/>
              </p:nvSpPr>
              <p:spPr>
                <a:xfrm>
                  <a:off x="4330900" y="4565175"/>
                  <a:ext cx="166175" cy="189675"/>
                </a:xfrm>
                <a:custGeom>
                  <a:avLst/>
                  <a:gdLst/>
                  <a:ahLst/>
                  <a:cxnLst/>
                  <a:rect l="l" t="t" r="r" b="b"/>
                  <a:pathLst>
                    <a:path w="6647" h="7587" extrusionOk="0">
                      <a:moveTo>
                        <a:pt x="3323" y="0"/>
                      </a:moveTo>
                      <a:cubicBezTo>
                        <a:pt x="3323" y="0"/>
                        <a:pt x="2461" y="6850"/>
                        <a:pt x="1" y="6850"/>
                      </a:cubicBezTo>
                      <a:cubicBezTo>
                        <a:pt x="1" y="6850"/>
                        <a:pt x="1286" y="7587"/>
                        <a:pt x="3323" y="7587"/>
                      </a:cubicBezTo>
                      <a:cubicBezTo>
                        <a:pt x="5361" y="7587"/>
                        <a:pt x="6646" y="6850"/>
                        <a:pt x="6646" y="6850"/>
                      </a:cubicBezTo>
                      <a:cubicBezTo>
                        <a:pt x="4186" y="6850"/>
                        <a:pt x="3323" y="0"/>
                        <a:pt x="3323"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04" name="Google Shape;1104;p30">
                  <a:extLst>
                    <a:ext uri="{FF2B5EF4-FFF2-40B4-BE49-F238E27FC236}">
                      <a16:creationId xmlns:a16="http://schemas.microsoft.com/office/drawing/2014/main" id="{3D21B339-6302-31BE-4D07-E1E155C9097C}"/>
                    </a:ext>
                  </a:extLst>
                </p:cNvPr>
                <p:cNvGrpSpPr/>
                <p:nvPr/>
              </p:nvGrpSpPr>
              <p:grpSpPr>
                <a:xfrm>
                  <a:off x="4295625" y="4330850"/>
                  <a:ext cx="777500" cy="770400"/>
                  <a:chOff x="4295625" y="4330850"/>
                  <a:chExt cx="777500" cy="770400"/>
                </a:xfrm>
                <a:grpFill/>
              </p:grpSpPr>
              <p:sp>
                <p:nvSpPr>
                  <p:cNvPr id="1105" name="Google Shape;1105;p30">
                    <a:extLst>
                      <a:ext uri="{FF2B5EF4-FFF2-40B4-BE49-F238E27FC236}">
                        <a16:creationId xmlns:a16="http://schemas.microsoft.com/office/drawing/2014/main" id="{E1DDA111-C2B2-6E6B-0828-F7E6E2463A4F}"/>
                      </a:ext>
                    </a:extLst>
                  </p:cNvPr>
                  <p:cNvSpPr/>
                  <p:nvPr/>
                </p:nvSpPr>
                <p:spPr>
                  <a:xfrm>
                    <a:off x="4688275" y="4330850"/>
                    <a:ext cx="238675" cy="272750"/>
                  </a:xfrm>
                  <a:custGeom>
                    <a:avLst/>
                    <a:gdLst/>
                    <a:ahLst/>
                    <a:cxnLst/>
                    <a:rect l="l" t="t" r="r" b="b"/>
                    <a:pathLst>
                      <a:path w="9547" h="10910" extrusionOk="0">
                        <a:moveTo>
                          <a:pt x="4766" y="0"/>
                        </a:moveTo>
                        <a:cubicBezTo>
                          <a:pt x="4766" y="0"/>
                          <a:pt x="3543" y="9843"/>
                          <a:pt x="1" y="9843"/>
                        </a:cubicBezTo>
                        <a:cubicBezTo>
                          <a:pt x="1" y="9843"/>
                          <a:pt x="1850" y="10909"/>
                          <a:pt x="4766" y="10909"/>
                        </a:cubicBezTo>
                        <a:cubicBezTo>
                          <a:pt x="7697" y="10909"/>
                          <a:pt x="9546" y="9843"/>
                          <a:pt x="9546" y="9843"/>
                        </a:cubicBezTo>
                        <a:cubicBezTo>
                          <a:pt x="6004" y="9843"/>
                          <a:pt x="4766" y="0"/>
                          <a:pt x="4766"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6" name="Google Shape;1106;p30">
                    <a:extLst>
                      <a:ext uri="{FF2B5EF4-FFF2-40B4-BE49-F238E27FC236}">
                        <a16:creationId xmlns:a16="http://schemas.microsoft.com/office/drawing/2014/main" id="{6952F2E1-8FE4-C86C-FC12-F4297586C7C3}"/>
                      </a:ext>
                    </a:extLst>
                  </p:cNvPr>
                  <p:cNvSpPr/>
                  <p:nvPr/>
                </p:nvSpPr>
                <p:spPr>
                  <a:xfrm>
                    <a:off x="4513550" y="4699175"/>
                    <a:ext cx="559575" cy="402075"/>
                  </a:xfrm>
                  <a:custGeom>
                    <a:avLst/>
                    <a:gdLst/>
                    <a:ahLst/>
                    <a:cxnLst/>
                    <a:rect l="l" t="t" r="r" b="b"/>
                    <a:pathLst>
                      <a:path w="22383" h="16083" extrusionOk="0">
                        <a:moveTo>
                          <a:pt x="11192" y="1"/>
                        </a:moveTo>
                        <a:cubicBezTo>
                          <a:pt x="11192" y="1"/>
                          <a:pt x="7618" y="12587"/>
                          <a:pt x="0" y="12587"/>
                        </a:cubicBezTo>
                        <a:cubicBezTo>
                          <a:pt x="0" y="12587"/>
                          <a:pt x="4483" y="16083"/>
                          <a:pt x="11192" y="16083"/>
                        </a:cubicBezTo>
                        <a:cubicBezTo>
                          <a:pt x="17916" y="16083"/>
                          <a:pt x="22383" y="12587"/>
                          <a:pt x="22383" y="12587"/>
                        </a:cubicBezTo>
                        <a:cubicBezTo>
                          <a:pt x="14781" y="12587"/>
                          <a:pt x="11192" y="1"/>
                          <a:pt x="1119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7" name="Google Shape;1107;p30">
                    <a:extLst>
                      <a:ext uri="{FF2B5EF4-FFF2-40B4-BE49-F238E27FC236}">
                        <a16:creationId xmlns:a16="http://schemas.microsoft.com/office/drawing/2014/main" id="{52FD2670-A4E6-1265-6A23-C7A12476D70E}"/>
                      </a:ext>
                    </a:extLst>
                  </p:cNvPr>
                  <p:cNvSpPr/>
                  <p:nvPr/>
                </p:nvSpPr>
                <p:spPr>
                  <a:xfrm>
                    <a:off x="4295625" y="4689000"/>
                    <a:ext cx="237100" cy="170475"/>
                  </a:xfrm>
                  <a:custGeom>
                    <a:avLst/>
                    <a:gdLst/>
                    <a:ahLst/>
                    <a:cxnLst/>
                    <a:rect l="l" t="t" r="r" b="b"/>
                    <a:pathLst>
                      <a:path w="9484" h="6819" extrusionOk="0">
                        <a:moveTo>
                          <a:pt x="4734" y="0"/>
                        </a:moveTo>
                        <a:cubicBezTo>
                          <a:pt x="4734" y="0"/>
                          <a:pt x="3214" y="5330"/>
                          <a:pt x="1" y="5330"/>
                        </a:cubicBezTo>
                        <a:cubicBezTo>
                          <a:pt x="1" y="5330"/>
                          <a:pt x="1882" y="6819"/>
                          <a:pt x="4734" y="6819"/>
                        </a:cubicBezTo>
                        <a:cubicBezTo>
                          <a:pt x="7587" y="6819"/>
                          <a:pt x="9484" y="5330"/>
                          <a:pt x="9484" y="5330"/>
                        </a:cubicBezTo>
                        <a:cubicBezTo>
                          <a:pt x="6255" y="5330"/>
                          <a:pt x="4734" y="0"/>
                          <a:pt x="473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1108" name="Google Shape;1108;p30">
              <a:extLst>
                <a:ext uri="{FF2B5EF4-FFF2-40B4-BE49-F238E27FC236}">
                  <a16:creationId xmlns:a16="http://schemas.microsoft.com/office/drawing/2014/main" id="{2DBCFA81-5B4B-94E2-F106-088711D63AF8}"/>
                </a:ext>
              </a:extLst>
            </p:cNvPr>
            <p:cNvGrpSpPr/>
            <p:nvPr/>
          </p:nvGrpSpPr>
          <p:grpSpPr>
            <a:xfrm>
              <a:off x="4219225" y="4744250"/>
              <a:ext cx="389525" cy="357000"/>
              <a:chOff x="4219225" y="4744250"/>
              <a:chExt cx="389525" cy="357000"/>
            </a:xfrm>
            <a:grpFill/>
          </p:grpSpPr>
          <p:sp>
            <p:nvSpPr>
              <p:cNvPr id="1109" name="Google Shape;1109;p30">
                <a:extLst>
                  <a:ext uri="{FF2B5EF4-FFF2-40B4-BE49-F238E27FC236}">
                    <a16:creationId xmlns:a16="http://schemas.microsoft.com/office/drawing/2014/main" id="{09124F12-31B6-6DC1-5791-80E1A6CA9AD3}"/>
                  </a:ext>
                </a:extLst>
              </p:cNvPr>
              <p:cNvSpPr/>
              <p:nvPr/>
            </p:nvSpPr>
            <p:spPr>
              <a:xfrm>
                <a:off x="4271725" y="4744250"/>
                <a:ext cx="284525" cy="204175"/>
              </a:xfrm>
              <a:custGeom>
                <a:avLst/>
                <a:gdLst/>
                <a:ahLst/>
                <a:cxnLst/>
                <a:rect l="l" t="t" r="r" b="b"/>
                <a:pathLst>
                  <a:path w="11381" h="8167" extrusionOk="0">
                    <a:moveTo>
                      <a:pt x="5690" y="0"/>
                    </a:moveTo>
                    <a:cubicBezTo>
                      <a:pt x="5690" y="0"/>
                      <a:pt x="3872" y="6396"/>
                      <a:pt x="1" y="6396"/>
                    </a:cubicBezTo>
                    <a:cubicBezTo>
                      <a:pt x="1" y="6396"/>
                      <a:pt x="2273" y="8167"/>
                      <a:pt x="5690" y="8167"/>
                    </a:cubicBezTo>
                    <a:cubicBezTo>
                      <a:pt x="9107" y="8167"/>
                      <a:pt x="11380" y="6396"/>
                      <a:pt x="11380" y="6396"/>
                    </a:cubicBezTo>
                    <a:cubicBezTo>
                      <a:pt x="7509" y="6396"/>
                      <a:pt x="5690" y="0"/>
                      <a:pt x="569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0" name="Google Shape;1110;p30">
                <a:extLst>
                  <a:ext uri="{FF2B5EF4-FFF2-40B4-BE49-F238E27FC236}">
                    <a16:creationId xmlns:a16="http://schemas.microsoft.com/office/drawing/2014/main" id="{B11FC743-D333-B135-C92C-4E63E9DF3834}"/>
                  </a:ext>
                </a:extLst>
              </p:cNvPr>
              <p:cNvSpPr/>
              <p:nvPr/>
            </p:nvSpPr>
            <p:spPr>
              <a:xfrm>
                <a:off x="4219225" y="4821450"/>
                <a:ext cx="389525" cy="279800"/>
              </a:xfrm>
              <a:custGeom>
                <a:avLst/>
                <a:gdLst/>
                <a:ahLst/>
                <a:cxnLst/>
                <a:rect l="l" t="t" r="r" b="b"/>
                <a:pathLst>
                  <a:path w="15581" h="11192" extrusionOk="0">
                    <a:moveTo>
                      <a:pt x="7790" y="0"/>
                    </a:moveTo>
                    <a:cubicBezTo>
                      <a:pt x="7790" y="0"/>
                      <a:pt x="5298" y="8762"/>
                      <a:pt x="0" y="8762"/>
                    </a:cubicBezTo>
                    <a:cubicBezTo>
                      <a:pt x="0" y="8762"/>
                      <a:pt x="3120" y="11192"/>
                      <a:pt x="7790" y="11192"/>
                    </a:cubicBezTo>
                    <a:cubicBezTo>
                      <a:pt x="12461" y="11192"/>
                      <a:pt x="15581" y="8762"/>
                      <a:pt x="15581" y="8762"/>
                    </a:cubicBezTo>
                    <a:cubicBezTo>
                      <a:pt x="10283" y="8762"/>
                      <a:pt x="7790" y="0"/>
                      <a:pt x="779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113" name="Google Shape;1113;p30">
            <a:extLst>
              <a:ext uri="{FF2B5EF4-FFF2-40B4-BE49-F238E27FC236}">
                <a16:creationId xmlns:a16="http://schemas.microsoft.com/office/drawing/2014/main" id="{927F568F-04B8-B225-7A9E-3F869A37249B}"/>
              </a:ext>
            </a:extLst>
          </p:cNvPr>
          <p:cNvGrpSpPr/>
          <p:nvPr/>
        </p:nvGrpSpPr>
        <p:grpSpPr>
          <a:xfrm flipH="1">
            <a:off x="-3947675" y="-414289"/>
            <a:ext cx="5744325" cy="5451839"/>
            <a:chOff x="4527625" y="682250"/>
            <a:chExt cx="4656075" cy="4419000"/>
          </a:xfrm>
        </p:grpSpPr>
        <p:sp>
          <p:nvSpPr>
            <p:cNvPr id="1114" name="Google Shape;1114;p30">
              <a:extLst>
                <a:ext uri="{FF2B5EF4-FFF2-40B4-BE49-F238E27FC236}">
                  <a16:creationId xmlns:a16="http://schemas.microsoft.com/office/drawing/2014/main" id="{F3F7AF5D-F54B-649F-3092-A62A5C8530AA}"/>
                </a:ext>
              </a:extLst>
            </p:cNvPr>
            <p:cNvSpPr/>
            <p:nvPr/>
          </p:nvSpPr>
          <p:spPr>
            <a:xfrm>
              <a:off x="4527625" y="682250"/>
              <a:ext cx="4656075" cy="4419000"/>
            </a:xfrm>
            <a:custGeom>
              <a:avLst/>
              <a:gdLst/>
              <a:ahLst/>
              <a:cxnLst/>
              <a:rect l="l" t="t" r="r" b="b"/>
              <a:pathLst>
                <a:path w="186243" h="176760" extrusionOk="0">
                  <a:moveTo>
                    <a:pt x="135238" y="1442"/>
                  </a:moveTo>
                  <a:lnTo>
                    <a:pt x="0" y="176760"/>
                  </a:lnTo>
                  <a:lnTo>
                    <a:pt x="186242" y="176760"/>
                  </a:lnTo>
                  <a:lnTo>
                    <a:pt x="186242" y="59359"/>
                  </a:lnTo>
                  <a:lnTo>
                    <a:pt x="141100" y="1427"/>
                  </a:lnTo>
                  <a:cubicBezTo>
                    <a:pt x="140348" y="471"/>
                    <a:pt x="139266" y="0"/>
                    <a:pt x="138169" y="0"/>
                  </a:cubicBezTo>
                  <a:lnTo>
                    <a:pt x="138169" y="0"/>
                  </a:lnTo>
                  <a:cubicBezTo>
                    <a:pt x="137072" y="0"/>
                    <a:pt x="135975" y="486"/>
                    <a:pt x="135238" y="1442"/>
                  </a:cubicBezTo>
                </a:path>
              </a:pathLst>
            </a:custGeom>
            <a:solidFill>
              <a:srgbClr val="0070C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15" name="Google Shape;1115;p30">
              <a:extLst>
                <a:ext uri="{FF2B5EF4-FFF2-40B4-BE49-F238E27FC236}">
                  <a16:creationId xmlns:a16="http://schemas.microsoft.com/office/drawing/2014/main" id="{67C55C4A-806A-43EB-0E5C-70F8F63B7560}"/>
                </a:ext>
              </a:extLst>
            </p:cNvPr>
            <p:cNvSpPr/>
            <p:nvPr/>
          </p:nvSpPr>
          <p:spPr>
            <a:xfrm>
              <a:off x="7564125" y="695575"/>
              <a:ext cx="1619575" cy="4405675"/>
            </a:xfrm>
            <a:custGeom>
              <a:avLst/>
              <a:gdLst/>
              <a:ahLst/>
              <a:cxnLst/>
              <a:rect l="l" t="t" r="r" b="b"/>
              <a:pathLst>
                <a:path w="64783" h="176227" extrusionOk="0">
                  <a:moveTo>
                    <a:pt x="21600" y="3417"/>
                  </a:moveTo>
                  <a:cubicBezTo>
                    <a:pt x="18935" y="0"/>
                    <a:pt x="13465" y="3198"/>
                    <a:pt x="15267" y="7148"/>
                  </a:cubicBezTo>
                  <a:cubicBezTo>
                    <a:pt x="15299" y="7226"/>
                    <a:pt x="15346" y="7289"/>
                    <a:pt x="15377" y="7367"/>
                  </a:cubicBezTo>
                  <a:cubicBezTo>
                    <a:pt x="17258" y="10894"/>
                    <a:pt x="21176" y="11286"/>
                    <a:pt x="21176" y="14029"/>
                  </a:cubicBezTo>
                  <a:cubicBezTo>
                    <a:pt x="21176" y="23042"/>
                    <a:pt x="1975" y="29437"/>
                    <a:pt x="1975" y="46678"/>
                  </a:cubicBezTo>
                  <a:cubicBezTo>
                    <a:pt x="1975" y="63920"/>
                    <a:pt x="41553" y="65488"/>
                    <a:pt x="41553" y="83513"/>
                  </a:cubicBezTo>
                  <a:cubicBezTo>
                    <a:pt x="41553" y="101539"/>
                    <a:pt x="0" y="98796"/>
                    <a:pt x="0" y="125442"/>
                  </a:cubicBezTo>
                  <a:cubicBezTo>
                    <a:pt x="0" y="152088"/>
                    <a:pt x="64782" y="176227"/>
                    <a:pt x="64782" y="176227"/>
                  </a:cubicBezTo>
                  <a:lnTo>
                    <a:pt x="64782" y="58826"/>
                  </a:lnTo>
                  <a:close/>
                </a:path>
              </a:pathLst>
            </a:custGeom>
            <a:solidFill>
              <a:srgbClr val="FFFFFF">
                <a:alpha val="410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37" name="Google Shape;1137;p30">
            <a:extLst>
              <a:ext uri="{FF2B5EF4-FFF2-40B4-BE49-F238E27FC236}">
                <a16:creationId xmlns:a16="http://schemas.microsoft.com/office/drawing/2014/main" id="{DC6C409D-FDBB-8770-634E-C9F36A16C1B3}"/>
              </a:ext>
            </a:extLst>
          </p:cNvPr>
          <p:cNvSpPr/>
          <p:nvPr/>
        </p:nvSpPr>
        <p:spPr>
          <a:xfrm>
            <a:off x="4305025" y="3983225"/>
            <a:ext cx="4881800" cy="1188925"/>
          </a:xfrm>
          <a:custGeom>
            <a:avLst/>
            <a:gdLst/>
            <a:ahLst/>
            <a:cxnLst/>
            <a:rect l="l" t="t" r="r" b="b"/>
            <a:pathLst>
              <a:path w="195272" h="47557" extrusionOk="0">
                <a:moveTo>
                  <a:pt x="169456" y="6161"/>
                </a:moveTo>
                <a:cubicBezTo>
                  <a:pt x="153343" y="18559"/>
                  <a:pt x="158233" y="14907"/>
                  <a:pt x="149001" y="12290"/>
                </a:cubicBezTo>
                <a:lnTo>
                  <a:pt x="149001" y="12290"/>
                </a:lnTo>
                <a:cubicBezTo>
                  <a:pt x="139753" y="9688"/>
                  <a:pt x="141070" y="6020"/>
                  <a:pt x="130489" y="13340"/>
                </a:cubicBezTo>
                <a:lnTo>
                  <a:pt x="130489" y="13340"/>
                </a:lnTo>
                <a:cubicBezTo>
                  <a:pt x="125160" y="17023"/>
                  <a:pt x="118279" y="16318"/>
                  <a:pt x="111147" y="15628"/>
                </a:cubicBezTo>
                <a:lnTo>
                  <a:pt x="111147" y="15628"/>
                </a:lnTo>
                <a:cubicBezTo>
                  <a:pt x="104125" y="14938"/>
                  <a:pt x="96868" y="14233"/>
                  <a:pt x="90645" y="17760"/>
                </a:cubicBezTo>
                <a:lnTo>
                  <a:pt x="90645" y="17760"/>
                </a:lnTo>
                <a:cubicBezTo>
                  <a:pt x="78106" y="24829"/>
                  <a:pt x="65990" y="32980"/>
                  <a:pt x="62416" y="32494"/>
                </a:cubicBezTo>
                <a:lnTo>
                  <a:pt x="62416" y="32494"/>
                </a:lnTo>
                <a:cubicBezTo>
                  <a:pt x="29515" y="28058"/>
                  <a:pt x="1" y="47557"/>
                  <a:pt x="1" y="47557"/>
                </a:cubicBezTo>
                <a:lnTo>
                  <a:pt x="1" y="47557"/>
                </a:lnTo>
                <a:lnTo>
                  <a:pt x="195271" y="47557"/>
                </a:lnTo>
                <a:lnTo>
                  <a:pt x="195271" y="3935"/>
                </a:lnTo>
                <a:cubicBezTo>
                  <a:pt x="195271" y="3935"/>
                  <a:pt x="191525" y="1"/>
                  <a:pt x="184817" y="1"/>
                </a:cubicBezTo>
                <a:lnTo>
                  <a:pt x="184817" y="1"/>
                </a:lnTo>
                <a:cubicBezTo>
                  <a:pt x="180726" y="1"/>
                  <a:pt x="175553" y="1459"/>
                  <a:pt x="169456" y="6161"/>
                </a:cubicBezTo>
                <a:close/>
              </a:path>
            </a:pathLst>
          </a:custGeom>
          <a:solidFill>
            <a:srgbClr val="638C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rgbClr val="00B0F0"/>
              </a:solidFill>
            </a:endParaRPr>
          </a:p>
        </p:txBody>
      </p:sp>
      <p:grpSp>
        <p:nvGrpSpPr>
          <p:cNvPr id="1138" name="Google Shape;1138;p30">
            <a:extLst>
              <a:ext uri="{FF2B5EF4-FFF2-40B4-BE49-F238E27FC236}">
                <a16:creationId xmlns:a16="http://schemas.microsoft.com/office/drawing/2014/main" id="{8DC1626C-1F1D-39B6-A7D4-4CC198B78211}"/>
              </a:ext>
            </a:extLst>
          </p:cNvPr>
          <p:cNvGrpSpPr/>
          <p:nvPr/>
        </p:nvGrpSpPr>
        <p:grpSpPr>
          <a:xfrm>
            <a:off x="7524150" y="4407050"/>
            <a:ext cx="559600" cy="770400"/>
            <a:chOff x="7524150" y="4330850"/>
            <a:chExt cx="559600" cy="770400"/>
          </a:xfrm>
          <a:solidFill>
            <a:srgbClr val="38761D"/>
          </a:solidFill>
        </p:grpSpPr>
        <p:sp>
          <p:nvSpPr>
            <p:cNvPr id="1139" name="Google Shape;1139;p30">
              <a:extLst>
                <a:ext uri="{FF2B5EF4-FFF2-40B4-BE49-F238E27FC236}">
                  <a16:creationId xmlns:a16="http://schemas.microsoft.com/office/drawing/2014/main" id="{FCA3D38B-0E41-93FA-12C8-3ABAF93416F4}"/>
                </a:ext>
              </a:extLst>
            </p:cNvPr>
            <p:cNvSpPr/>
            <p:nvPr/>
          </p:nvSpPr>
          <p:spPr>
            <a:xfrm>
              <a:off x="7684825" y="4330850"/>
              <a:ext cx="238275" cy="272750"/>
            </a:xfrm>
            <a:custGeom>
              <a:avLst/>
              <a:gdLst/>
              <a:ahLst/>
              <a:cxnLst/>
              <a:rect l="l" t="t" r="r" b="b"/>
              <a:pathLst>
                <a:path w="9531" h="10910" extrusionOk="0">
                  <a:moveTo>
                    <a:pt x="4765" y="0"/>
                  </a:moveTo>
                  <a:cubicBezTo>
                    <a:pt x="4765" y="0"/>
                    <a:pt x="3527" y="9843"/>
                    <a:pt x="0" y="9843"/>
                  </a:cubicBezTo>
                  <a:cubicBezTo>
                    <a:pt x="0" y="9843"/>
                    <a:pt x="1850" y="10909"/>
                    <a:pt x="4765" y="10909"/>
                  </a:cubicBezTo>
                  <a:cubicBezTo>
                    <a:pt x="7680" y="10909"/>
                    <a:pt x="9530" y="9843"/>
                    <a:pt x="9530" y="9843"/>
                  </a:cubicBezTo>
                  <a:cubicBezTo>
                    <a:pt x="5988" y="9843"/>
                    <a:pt x="4765" y="0"/>
                    <a:pt x="476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0" name="Google Shape;1140;p30">
              <a:extLst>
                <a:ext uri="{FF2B5EF4-FFF2-40B4-BE49-F238E27FC236}">
                  <a16:creationId xmlns:a16="http://schemas.microsoft.com/office/drawing/2014/main" id="{5B128469-01A6-010A-7C48-DAD0819A1410}"/>
                </a:ext>
              </a:extLst>
            </p:cNvPr>
            <p:cNvSpPr/>
            <p:nvPr/>
          </p:nvSpPr>
          <p:spPr>
            <a:xfrm>
              <a:off x="7633475" y="4508750"/>
              <a:ext cx="340950" cy="244925"/>
            </a:xfrm>
            <a:custGeom>
              <a:avLst/>
              <a:gdLst/>
              <a:ahLst/>
              <a:cxnLst/>
              <a:rect l="l" t="t" r="r" b="b"/>
              <a:pathLst>
                <a:path w="13638" h="9797" extrusionOk="0">
                  <a:moveTo>
                    <a:pt x="6819" y="0"/>
                  </a:moveTo>
                  <a:cubicBezTo>
                    <a:pt x="6819" y="0"/>
                    <a:pt x="4640" y="7665"/>
                    <a:pt x="1" y="7665"/>
                  </a:cubicBezTo>
                  <a:cubicBezTo>
                    <a:pt x="1" y="7665"/>
                    <a:pt x="2728" y="9797"/>
                    <a:pt x="6819" y="9797"/>
                  </a:cubicBezTo>
                  <a:cubicBezTo>
                    <a:pt x="10910" y="9797"/>
                    <a:pt x="13637" y="7665"/>
                    <a:pt x="13637" y="7665"/>
                  </a:cubicBezTo>
                  <a:cubicBezTo>
                    <a:pt x="8998" y="7665"/>
                    <a:pt x="6819" y="0"/>
                    <a:pt x="681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1" name="Google Shape;1141;p30">
              <a:extLst>
                <a:ext uri="{FF2B5EF4-FFF2-40B4-BE49-F238E27FC236}">
                  <a16:creationId xmlns:a16="http://schemas.microsoft.com/office/drawing/2014/main" id="{21D605CC-83EB-7EF5-8816-722CA4CFB08C}"/>
                </a:ext>
              </a:extLst>
            </p:cNvPr>
            <p:cNvSpPr/>
            <p:nvPr/>
          </p:nvSpPr>
          <p:spPr>
            <a:xfrm>
              <a:off x="7599775" y="4588300"/>
              <a:ext cx="408350" cy="293525"/>
            </a:xfrm>
            <a:custGeom>
              <a:avLst/>
              <a:gdLst/>
              <a:ahLst/>
              <a:cxnLst/>
              <a:rect l="l" t="t" r="r" b="b"/>
              <a:pathLst>
                <a:path w="16334" h="11741" extrusionOk="0">
                  <a:moveTo>
                    <a:pt x="8167" y="0"/>
                  </a:moveTo>
                  <a:cubicBezTo>
                    <a:pt x="8167" y="0"/>
                    <a:pt x="5549" y="9185"/>
                    <a:pt x="1" y="9185"/>
                  </a:cubicBezTo>
                  <a:cubicBezTo>
                    <a:pt x="1" y="9185"/>
                    <a:pt x="3261" y="11740"/>
                    <a:pt x="8167" y="11740"/>
                  </a:cubicBezTo>
                  <a:cubicBezTo>
                    <a:pt x="13073" y="11740"/>
                    <a:pt x="16333" y="9185"/>
                    <a:pt x="16333" y="9185"/>
                  </a:cubicBezTo>
                  <a:cubicBezTo>
                    <a:pt x="10785" y="9185"/>
                    <a:pt x="8167" y="0"/>
                    <a:pt x="816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2" name="Google Shape;1142;p30">
              <a:extLst>
                <a:ext uri="{FF2B5EF4-FFF2-40B4-BE49-F238E27FC236}">
                  <a16:creationId xmlns:a16="http://schemas.microsoft.com/office/drawing/2014/main" id="{C591F7CC-F076-7AD8-C010-F7EE056AB876}"/>
                </a:ext>
              </a:extLst>
            </p:cNvPr>
            <p:cNvSpPr/>
            <p:nvPr/>
          </p:nvSpPr>
          <p:spPr>
            <a:xfrm>
              <a:off x="7524150" y="4699175"/>
              <a:ext cx="559600" cy="402075"/>
            </a:xfrm>
            <a:custGeom>
              <a:avLst/>
              <a:gdLst/>
              <a:ahLst/>
              <a:cxnLst/>
              <a:rect l="l" t="t" r="r" b="b"/>
              <a:pathLst>
                <a:path w="22384" h="16083" extrusionOk="0">
                  <a:moveTo>
                    <a:pt x="11192" y="1"/>
                  </a:moveTo>
                  <a:cubicBezTo>
                    <a:pt x="11192" y="1"/>
                    <a:pt x="7603" y="12587"/>
                    <a:pt x="1" y="12587"/>
                  </a:cubicBezTo>
                  <a:cubicBezTo>
                    <a:pt x="1" y="12587"/>
                    <a:pt x="4468" y="16083"/>
                    <a:pt x="11192" y="16083"/>
                  </a:cubicBezTo>
                  <a:cubicBezTo>
                    <a:pt x="17916" y="16083"/>
                    <a:pt x="22384" y="12587"/>
                    <a:pt x="22384" y="12587"/>
                  </a:cubicBezTo>
                  <a:cubicBezTo>
                    <a:pt x="14781" y="12587"/>
                    <a:pt x="11192" y="1"/>
                    <a:pt x="1119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43" name="Google Shape;1143;p30">
            <a:extLst>
              <a:ext uri="{FF2B5EF4-FFF2-40B4-BE49-F238E27FC236}">
                <a16:creationId xmlns:a16="http://schemas.microsoft.com/office/drawing/2014/main" id="{40E71BA6-8177-5B01-57C2-75465455B854}"/>
              </a:ext>
            </a:extLst>
          </p:cNvPr>
          <p:cNvGrpSpPr/>
          <p:nvPr/>
        </p:nvGrpSpPr>
        <p:grpSpPr>
          <a:xfrm>
            <a:off x="5354825" y="4641375"/>
            <a:ext cx="389150" cy="536075"/>
            <a:chOff x="5354825" y="4565175"/>
            <a:chExt cx="389150" cy="536075"/>
          </a:xfrm>
          <a:solidFill>
            <a:srgbClr val="38761D"/>
          </a:solidFill>
        </p:grpSpPr>
        <p:sp>
          <p:nvSpPr>
            <p:cNvPr id="1144" name="Google Shape;1144;p30">
              <a:extLst>
                <a:ext uri="{FF2B5EF4-FFF2-40B4-BE49-F238E27FC236}">
                  <a16:creationId xmlns:a16="http://schemas.microsoft.com/office/drawing/2014/main" id="{46742662-DAA1-A6DF-2F9C-B8AABB3CB9C9}"/>
                </a:ext>
              </a:extLst>
            </p:cNvPr>
            <p:cNvSpPr/>
            <p:nvPr/>
          </p:nvSpPr>
          <p:spPr>
            <a:xfrm>
              <a:off x="5466500" y="4565175"/>
              <a:ext cx="165775" cy="189675"/>
            </a:xfrm>
            <a:custGeom>
              <a:avLst/>
              <a:gdLst/>
              <a:ahLst/>
              <a:cxnLst/>
              <a:rect l="l" t="t" r="r" b="b"/>
              <a:pathLst>
                <a:path w="6631" h="7587" extrusionOk="0">
                  <a:moveTo>
                    <a:pt x="3324" y="0"/>
                  </a:moveTo>
                  <a:cubicBezTo>
                    <a:pt x="3324" y="0"/>
                    <a:pt x="2462" y="6850"/>
                    <a:pt x="1" y="6850"/>
                  </a:cubicBezTo>
                  <a:cubicBezTo>
                    <a:pt x="1" y="6850"/>
                    <a:pt x="1286" y="7587"/>
                    <a:pt x="3324" y="7587"/>
                  </a:cubicBezTo>
                  <a:cubicBezTo>
                    <a:pt x="5346" y="7587"/>
                    <a:pt x="6631" y="6850"/>
                    <a:pt x="6631" y="6850"/>
                  </a:cubicBezTo>
                  <a:cubicBezTo>
                    <a:pt x="4170" y="6850"/>
                    <a:pt x="3324" y="0"/>
                    <a:pt x="332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45" name="Google Shape;1145;p30">
              <a:extLst>
                <a:ext uri="{FF2B5EF4-FFF2-40B4-BE49-F238E27FC236}">
                  <a16:creationId xmlns:a16="http://schemas.microsoft.com/office/drawing/2014/main" id="{A6495064-0C70-5EA6-967E-DC5810AA8882}"/>
                </a:ext>
              </a:extLst>
            </p:cNvPr>
            <p:cNvGrpSpPr/>
            <p:nvPr/>
          </p:nvGrpSpPr>
          <p:grpSpPr>
            <a:xfrm>
              <a:off x="5354825" y="4689000"/>
              <a:ext cx="389150" cy="412250"/>
              <a:chOff x="5354825" y="4689000"/>
              <a:chExt cx="389150" cy="412250"/>
            </a:xfrm>
            <a:grpFill/>
          </p:grpSpPr>
          <p:sp>
            <p:nvSpPr>
              <p:cNvPr id="1146" name="Google Shape;1146;p30">
                <a:extLst>
                  <a:ext uri="{FF2B5EF4-FFF2-40B4-BE49-F238E27FC236}">
                    <a16:creationId xmlns:a16="http://schemas.microsoft.com/office/drawing/2014/main" id="{0512BDCD-C852-E416-AAC8-D61FB249104A}"/>
                  </a:ext>
                </a:extLst>
              </p:cNvPr>
              <p:cNvSpPr/>
              <p:nvPr/>
            </p:nvSpPr>
            <p:spPr>
              <a:xfrm>
                <a:off x="5430850" y="4689000"/>
                <a:ext cx="237100" cy="170475"/>
              </a:xfrm>
              <a:custGeom>
                <a:avLst/>
                <a:gdLst/>
                <a:ahLst/>
                <a:cxnLst/>
                <a:rect l="l" t="t" r="r" b="b"/>
                <a:pathLst>
                  <a:path w="9484" h="6819" extrusionOk="0">
                    <a:moveTo>
                      <a:pt x="4750" y="0"/>
                    </a:moveTo>
                    <a:cubicBezTo>
                      <a:pt x="4750" y="0"/>
                      <a:pt x="3229" y="5330"/>
                      <a:pt x="0" y="5330"/>
                    </a:cubicBezTo>
                    <a:cubicBezTo>
                      <a:pt x="0" y="5330"/>
                      <a:pt x="1897" y="6819"/>
                      <a:pt x="4750" y="6819"/>
                    </a:cubicBezTo>
                    <a:cubicBezTo>
                      <a:pt x="7587" y="6819"/>
                      <a:pt x="9483" y="5330"/>
                      <a:pt x="9483" y="5330"/>
                    </a:cubicBezTo>
                    <a:cubicBezTo>
                      <a:pt x="6270" y="5330"/>
                      <a:pt x="4750" y="0"/>
                      <a:pt x="475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7" name="Google Shape;1147;p30">
                <a:extLst>
                  <a:ext uri="{FF2B5EF4-FFF2-40B4-BE49-F238E27FC236}">
                    <a16:creationId xmlns:a16="http://schemas.microsoft.com/office/drawing/2014/main" id="{AD942C2D-4097-F4E1-D749-1EC05F0EBC7F}"/>
                  </a:ext>
                </a:extLst>
              </p:cNvPr>
              <p:cNvSpPr/>
              <p:nvPr/>
            </p:nvSpPr>
            <p:spPr>
              <a:xfrm>
                <a:off x="5407325" y="4744250"/>
                <a:ext cx="284125" cy="204175"/>
              </a:xfrm>
              <a:custGeom>
                <a:avLst/>
                <a:gdLst/>
                <a:ahLst/>
                <a:cxnLst/>
                <a:rect l="l" t="t" r="r" b="b"/>
                <a:pathLst>
                  <a:path w="11365" h="8167" extrusionOk="0">
                    <a:moveTo>
                      <a:pt x="5691" y="0"/>
                    </a:moveTo>
                    <a:cubicBezTo>
                      <a:pt x="5691" y="0"/>
                      <a:pt x="3857" y="6396"/>
                      <a:pt x="1" y="6396"/>
                    </a:cubicBezTo>
                    <a:cubicBezTo>
                      <a:pt x="1" y="6396"/>
                      <a:pt x="2274" y="8167"/>
                      <a:pt x="5691" y="8167"/>
                    </a:cubicBezTo>
                    <a:cubicBezTo>
                      <a:pt x="9092" y="8167"/>
                      <a:pt x="11365" y="6396"/>
                      <a:pt x="11365" y="6396"/>
                    </a:cubicBezTo>
                    <a:cubicBezTo>
                      <a:pt x="7509" y="6396"/>
                      <a:pt x="5691" y="0"/>
                      <a:pt x="569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30">
                <a:extLst>
                  <a:ext uri="{FF2B5EF4-FFF2-40B4-BE49-F238E27FC236}">
                    <a16:creationId xmlns:a16="http://schemas.microsoft.com/office/drawing/2014/main" id="{315E2DFC-5E30-DBFA-F06E-385B6A9A4F54}"/>
                  </a:ext>
                </a:extLst>
              </p:cNvPr>
              <p:cNvSpPr/>
              <p:nvPr/>
            </p:nvSpPr>
            <p:spPr>
              <a:xfrm>
                <a:off x="5354825" y="4821450"/>
                <a:ext cx="389150" cy="279800"/>
              </a:xfrm>
              <a:custGeom>
                <a:avLst/>
                <a:gdLst/>
                <a:ahLst/>
                <a:cxnLst/>
                <a:rect l="l" t="t" r="r" b="b"/>
                <a:pathLst>
                  <a:path w="15566" h="11192" extrusionOk="0">
                    <a:moveTo>
                      <a:pt x="7791" y="0"/>
                    </a:moveTo>
                    <a:cubicBezTo>
                      <a:pt x="7791" y="0"/>
                      <a:pt x="5283" y="8762"/>
                      <a:pt x="1" y="8762"/>
                    </a:cubicBezTo>
                    <a:cubicBezTo>
                      <a:pt x="1" y="8762"/>
                      <a:pt x="3104" y="11192"/>
                      <a:pt x="7791" y="11192"/>
                    </a:cubicBezTo>
                    <a:cubicBezTo>
                      <a:pt x="12462" y="11192"/>
                      <a:pt x="15565" y="8762"/>
                      <a:pt x="15565" y="8762"/>
                    </a:cubicBezTo>
                    <a:cubicBezTo>
                      <a:pt x="10283" y="8762"/>
                      <a:pt x="7791" y="0"/>
                      <a:pt x="779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149" name="Google Shape;1149;p30">
            <a:extLst>
              <a:ext uri="{FF2B5EF4-FFF2-40B4-BE49-F238E27FC236}">
                <a16:creationId xmlns:a16="http://schemas.microsoft.com/office/drawing/2014/main" id="{D5F47ED0-881C-8D33-9F09-E08D708C6B23}"/>
              </a:ext>
            </a:extLst>
          </p:cNvPr>
          <p:cNvGrpSpPr/>
          <p:nvPr/>
        </p:nvGrpSpPr>
        <p:grpSpPr>
          <a:xfrm>
            <a:off x="4219225" y="4407050"/>
            <a:ext cx="853900" cy="770400"/>
            <a:chOff x="4219225" y="4330850"/>
            <a:chExt cx="853900" cy="770400"/>
          </a:xfrm>
          <a:solidFill>
            <a:srgbClr val="38761D"/>
          </a:solidFill>
        </p:grpSpPr>
        <p:grpSp>
          <p:nvGrpSpPr>
            <p:cNvPr id="1150" name="Google Shape;1150;p30">
              <a:extLst>
                <a:ext uri="{FF2B5EF4-FFF2-40B4-BE49-F238E27FC236}">
                  <a16:creationId xmlns:a16="http://schemas.microsoft.com/office/drawing/2014/main" id="{DC4B095D-F782-45F2-9854-FD7A5DF50208}"/>
                </a:ext>
              </a:extLst>
            </p:cNvPr>
            <p:cNvGrpSpPr/>
            <p:nvPr/>
          </p:nvGrpSpPr>
          <p:grpSpPr>
            <a:xfrm>
              <a:off x="4295625" y="4330850"/>
              <a:ext cx="777500" cy="770400"/>
              <a:chOff x="4295625" y="4330850"/>
              <a:chExt cx="777500" cy="770400"/>
            </a:xfrm>
            <a:grpFill/>
          </p:grpSpPr>
          <p:sp>
            <p:nvSpPr>
              <p:cNvPr id="1151" name="Google Shape;1151;p30">
                <a:extLst>
                  <a:ext uri="{FF2B5EF4-FFF2-40B4-BE49-F238E27FC236}">
                    <a16:creationId xmlns:a16="http://schemas.microsoft.com/office/drawing/2014/main" id="{BFA88738-9ED6-5FFF-4FC7-3C0C5352DE22}"/>
                  </a:ext>
                </a:extLst>
              </p:cNvPr>
              <p:cNvSpPr/>
              <p:nvPr/>
            </p:nvSpPr>
            <p:spPr>
              <a:xfrm>
                <a:off x="4603250" y="4588300"/>
                <a:ext cx="408325" cy="293525"/>
              </a:xfrm>
              <a:custGeom>
                <a:avLst/>
                <a:gdLst/>
                <a:ahLst/>
                <a:cxnLst/>
                <a:rect l="l" t="t" r="r" b="b"/>
                <a:pathLst>
                  <a:path w="16333" h="11741" extrusionOk="0">
                    <a:moveTo>
                      <a:pt x="8167" y="0"/>
                    </a:moveTo>
                    <a:cubicBezTo>
                      <a:pt x="8167" y="0"/>
                      <a:pt x="5549" y="9185"/>
                      <a:pt x="0" y="9185"/>
                    </a:cubicBezTo>
                    <a:cubicBezTo>
                      <a:pt x="0" y="9185"/>
                      <a:pt x="3260" y="11740"/>
                      <a:pt x="8167" y="11740"/>
                    </a:cubicBezTo>
                    <a:cubicBezTo>
                      <a:pt x="13073" y="11740"/>
                      <a:pt x="16333" y="9185"/>
                      <a:pt x="16333" y="9185"/>
                    </a:cubicBezTo>
                    <a:cubicBezTo>
                      <a:pt x="10784" y="9185"/>
                      <a:pt x="8167" y="0"/>
                      <a:pt x="816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52" name="Google Shape;1152;p30">
                <a:extLst>
                  <a:ext uri="{FF2B5EF4-FFF2-40B4-BE49-F238E27FC236}">
                    <a16:creationId xmlns:a16="http://schemas.microsoft.com/office/drawing/2014/main" id="{94CB2864-A268-9024-A296-2D8899E08011}"/>
                  </a:ext>
                </a:extLst>
              </p:cNvPr>
              <p:cNvGrpSpPr/>
              <p:nvPr/>
            </p:nvGrpSpPr>
            <p:grpSpPr>
              <a:xfrm>
                <a:off x="4295625" y="4330850"/>
                <a:ext cx="777500" cy="770400"/>
                <a:chOff x="4295625" y="4330850"/>
                <a:chExt cx="777500" cy="770400"/>
              </a:xfrm>
              <a:grpFill/>
            </p:grpSpPr>
            <p:sp>
              <p:nvSpPr>
                <p:cNvPr id="1153" name="Google Shape;1153;p30">
                  <a:extLst>
                    <a:ext uri="{FF2B5EF4-FFF2-40B4-BE49-F238E27FC236}">
                      <a16:creationId xmlns:a16="http://schemas.microsoft.com/office/drawing/2014/main" id="{12F06F39-191C-9B46-A8EE-7A6178EB7F40}"/>
                    </a:ext>
                  </a:extLst>
                </p:cNvPr>
                <p:cNvSpPr/>
                <p:nvPr/>
              </p:nvSpPr>
              <p:spPr>
                <a:xfrm>
                  <a:off x="4637325" y="4508750"/>
                  <a:ext cx="340550" cy="244925"/>
                </a:xfrm>
                <a:custGeom>
                  <a:avLst/>
                  <a:gdLst/>
                  <a:ahLst/>
                  <a:cxnLst/>
                  <a:rect l="l" t="t" r="r" b="b"/>
                  <a:pathLst>
                    <a:path w="13622" h="9797" extrusionOk="0">
                      <a:moveTo>
                        <a:pt x="6804" y="0"/>
                      </a:moveTo>
                      <a:cubicBezTo>
                        <a:pt x="6804" y="0"/>
                        <a:pt x="4625" y="7665"/>
                        <a:pt x="1" y="7665"/>
                      </a:cubicBezTo>
                      <a:cubicBezTo>
                        <a:pt x="1" y="7665"/>
                        <a:pt x="2713" y="9797"/>
                        <a:pt x="6804" y="9797"/>
                      </a:cubicBezTo>
                      <a:cubicBezTo>
                        <a:pt x="10895" y="9797"/>
                        <a:pt x="13622" y="7665"/>
                        <a:pt x="13622" y="7665"/>
                      </a:cubicBezTo>
                      <a:cubicBezTo>
                        <a:pt x="8998" y="7665"/>
                        <a:pt x="6804" y="0"/>
                        <a:pt x="680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4" name="Google Shape;1154;p30">
                  <a:extLst>
                    <a:ext uri="{FF2B5EF4-FFF2-40B4-BE49-F238E27FC236}">
                      <a16:creationId xmlns:a16="http://schemas.microsoft.com/office/drawing/2014/main" id="{11BDD223-2863-47B6-1D91-AA1B20C91F16}"/>
                    </a:ext>
                  </a:extLst>
                </p:cNvPr>
                <p:cNvSpPr/>
                <p:nvPr/>
              </p:nvSpPr>
              <p:spPr>
                <a:xfrm>
                  <a:off x="4330900" y="4565175"/>
                  <a:ext cx="166175" cy="189675"/>
                </a:xfrm>
                <a:custGeom>
                  <a:avLst/>
                  <a:gdLst/>
                  <a:ahLst/>
                  <a:cxnLst/>
                  <a:rect l="l" t="t" r="r" b="b"/>
                  <a:pathLst>
                    <a:path w="6647" h="7587" extrusionOk="0">
                      <a:moveTo>
                        <a:pt x="3323" y="0"/>
                      </a:moveTo>
                      <a:cubicBezTo>
                        <a:pt x="3323" y="0"/>
                        <a:pt x="2461" y="6850"/>
                        <a:pt x="1" y="6850"/>
                      </a:cubicBezTo>
                      <a:cubicBezTo>
                        <a:pt x="1" y="6850"/>
                        <a:pt x="1286" y="7587"/>
                        <a:pt x="3323" y="7587"/>
                      </a:cubicBezTo>
                      <a:cubicBezTo>
                        <a:pt x="5361" y="7587"/>
                        <a:pt x="6646" y="6850"/>
                        <a:pt x="6646" y="6850"/>
                      </a:cubicBezTo>
                      <a:cubicBezTo>
                        <a:pt x="4186" y="6850"/>
                        <a:pt x="3323" y="0"/>
                        <a:pt x="3323"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55" name="Google Shape;1155;p30">
                  <a:extLst>
                    <a:ext uri="{FF2B5EF4-FFF2-40B4-BE49-F238E27FC236}">
                      <a16:creationId xmlns:a16="http://schemas.microsoft.com/office/drawing/2014/main" id="{00A247BC-35E5-B10C-311B-6BB54D2E7565}"/>
                    </a:ext>
                  </a:extLst>
                </p:cNvPr>
                <p:cNvGrpSpPr/>
                <p:nvPr/>
              </p:nvGrpSpPr>
              <p:grpSpPr>
                <a:xfrm>
                  <a:off x="4295625" y="4330850"/>
                  <a:ext cx="777500" cy="770400"/>
                  <a:chOff x="4295625" y="4330850"/>
                  <a:chExt cx="777500" cy="770400"/>
                </a:xfrm>
                <a:grpFill/>
              </p:grpSpPr>
              <p:sp>
                <p:nvSpPr>
                  <p:cNvPr id="1156" name="Google Shape;1156;p30">
                    <a:extLst>
                      <a:ext uri="{FF2B5EF4-FFF2-40B4-BE49-F238E27FC236}">
                        <a16:creationId xmlns:a16="http://schemas.microsoft.com/office/drawing/2014/main" id="{8D847874-9AD4-BD3B-A6E0-06B07ED5D862}"/>
                      </a:ext>
                    </a:extLst>
                  </p:cNvPr>
                  <p:cNvSpPr/>
                  <p:nvPr/>
                </p:nvSpPr>
                <p:spPr>
                  <a:xfrm>
                    <a:off x="4688275" y="4330850"/>
                    <a:ext cx="238675" cy="272750"/>
                  </a:xfrm>
                  <a:custGeom>
                    <a:avLst/>
                    <a:gdLst/>
                    <a:ahLst/>
                    <a:cxnLst/>
                    <a:rect l="l" t="t" r="r" b="b"/>
                    <a:pathLst>
                      <a:path w="9547" h="10910" extrusionOk="0">
                        <a:moveTo>
                          <a:pt x="4766" y="0"/>
                        </a:moveTo>
                        <a:cubicBezTo>
                          <a:pt x="4766" y="0"/>
                          <a:pt x="3543" y="9843"/>
                          <a:pt x="1" y="9843"/>
                        </a:cubicBezTo>
                        <a:cubicBezTo>
                          <a:pt x="1" y="9843"/>
                          <a:pt x="1850" y="10909"/>
                          <a:pt x="4766" y="10909"/>
                        </a:cubicBezTo>
                        <a:cubicBezTo>
                          <a:pt x="7697" y="10909"/>
                          <a:pt x="9546" y="9843"/>
                          <a:pt x="9546" y="9843"/>
                        </a:cubicBezTo>
                        <a:cubicBezTo>
                          <a:pt x="6004" y="9843"/>
                          <a:pt x="4766" y="0"/>
                          <a:pt x="4766"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7" name="Google Shape;1157;p30">
                    <a:extLst>
                      <a:ext uri="{FF2B5EF4-FFF2-40B4-BE49-F238E27FC236}">
                        <a16:creationId xmlns:a16="http://schemas.microsoft.com/office/drawing/2014/main" id="{67CCD4BE-C8AA-F349-A5CF-834DB59DB189}"/>
                      </a:ext>
                    </a:extLst>
                  </p:cNvPr>
                  <p:cNvSpPr/>
                  <p:nvPr/>
                </p:nvSpPr>
                <p:spPr>
                  <a:xfrm>
                    <a:off x="4513550" y="4699175"/>
                    <a:ext cx="559575" cy="402075"/>
                  </a:xfrm>
                  <a:custGeom>
                    <a:avLst/>
                    <a:gdLst/>
                    <a:ahLst/>
                    <a:cxnLst/>
                    <a:rect l="l" t="t" r="r" b="b"/>
                    <a:pathLst>
                      <a:path w="22383" h="16083" extrusionOk="0">
                        <a:moveTo>
                          <a:pt x="11192" y="1"/>
                        </a:moveTo>
                        <a:cubicBezTo>
                          <a:pt x="11192" y="1"/>
                          <a:pt x="7618" y="12587"/>
                          <a:pt x="0" y="12587"/>
                        </a:cubicBezTo>
                        <a:cubicBezTo>
                          <a:pt x="0" y="12587"/>
                          <a:pt x="4483" y="16083"/>
                          <a:pt x="11192" y="16083"/>
                        </a:cubicBezTo>
                        <a:cubicBezTo>
                          <a:pt x="17916" y="16083"/>
                          <a:pt x="22383" y="12587"/>
                          <a:pt x="22383" y="12587"/>
                        </a:cubicBezTo>
                        <a:cubicBezTo>
                          <a:pt x="14781" y="12587"/>
                          <a:pt x="11192" y="1"/>
                          <a:pt x="1119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8" name="Google Shape;1158;p30">
                    <a:extLst>
                      <a:ext uri="{FF2B5EF4-FFF2-40B4-BE49-F238E27FC236}">
                        <a16:creationId xmlns:a16="http://schemas.microsoft.com/office/drawing/2014/main" id="{093E6163-3F61-F246-74F5-9165C219D0D0}"/>
                      </a:ext>
                    </a:extLst>
                  </p:cNvPr>
                  <p:cNvSpPr/>
                  <p:nvPr/>
                </p:nvSpPr>
                <p:spPr>
                  <a:xfrm>
                    <a:off x="4295625" y="4689000"/>
                    <a:ext cx="237100" cy="170475"/>
                  </a:xfrm>
                  <a:custGeom>
                    <a:avLst/>
                    <a:gdLst/>
                    <a:ahLst/>
                    <a:cxnLst/>
                    <a:rect l="l" t="t" r="r" b="b"/>
                    <a:pathLst>
                      <a:path w="9484" h="6819" extrusionOk="0">
                        <a:moveTo>
                          <a:pt x="4734" y="0"/>
                        </a:moveTo>
                        <a:cubicBezTo>
                          <a:pt x="4734" y="0"/>
                          <a:pt x="3214" y="5330"/>
                          <a:pt x="1" y="5330"/>
                        </a:cubicBezTo>
                        <a:cubicBezTo>
                          <a:pt x="1" y="5330"/>
                          <a:pt x="1882" y="6819"/>
                          <a:pt x="4734" y="6819"/>
                        </a:cubicBezTo>
                        <a:cubicBezTo>
                          <a:pt x="7587" y="6819"/>
                          <a:pt x="9484" y="5330"/>
                          <a:pt x="9484" y="5330"/>
                        </a:cubicBezTo>
                        <a:cubicBezTo>
                          <a:pt x="6255" y="5330"/>
                          <a:pt x="4734" y="0"/>
                          <a:pt x="473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1159" name="Google Shape;1159;p30">
              <a:extLst>
                <a:ext uri="{FF2B5EF4-FFF2-40B4-BE49-F238E27FC236}">
                  <a16:creationId xmlns:a16="http://schemas.microsoft.com/office/drawing/2014/main" id="{0B4BB5D4-E37D-C88E-85BB-D93794C572BD}"/>
                </a:ext>
              </a:extLst>
            </p:cNvPr>
            <p:cNvGrpSpPr/>
            <p:nvPr/>
          </p:nvGrpSpPr>
          <p:grpSpPr>
            <a:xfrm>
              <a:off x="4219225" y="4744250"/>
              <a:ext cx="389525" cy="357000"/>
              <a:chOff x="4219225" y="4744250"/>
              <a:chExt cx="389525" cy="357000"/>
            </a:xfrm>
            <a:grpFill/>
          </p:grpSpPr>
          <p:sp>
            <p:nvSpPr>
              <p:cNvPr id="1160" name="Google Shape;1160;p30">
                <a:extLst>
                  <a:ext uri="{FF2B5EF4-FFF2-40B4-BE49-F238E27FC236}">
                    <a16:creationId xmlns:a16="http://schemas.microsoft.com/office/drawing/2014/main" id="{AC407B95-0026-E14F-A963-1CE80ED95763}"/>
                  </a:ext>
                </a:extLst>
              </p:cNvPr>
              <p:cNvSpPr/>
              <p:nvPr/>
            </p:nvSpPr>
            <p:spPr>
              <a:xfrm>
                <a:off x="4271725" y="4744250"/>
                <a:ext cx="284525" cy="204175"/>
              </a:xfrm>
              <a:custGeom>
                <a:avLst/>
                <a:gdLst/>
                <a:ahLst/>
                <a:cxnLst/>
                <a:rect l="l" t="t" r="r" b="b"/>
                <a:pathLst>
                  <a:path w="11381" h="8167" extrusionOk="0">
                    <a:moveTo>
                      <a:pt x="5690" y="0"/>
                    </a:moveTo>
                    <a:cubicBezTo>
                      <a:pt x="5690" y="0"/>
                      <a:pt x="3872" y="6396"/>
                      <a:pt x="1" y="6396"/>
                    </a:cubicBezTo>
                    <a:cubicBezTo>
                      <a:pt x="1" y="6396"/>
                      <a:pt x="2273" y="8167"/>
                      <a:pt x="5690" y="8167"/>
                    </a:cubicBezTo>
                    <a:cubicBezTo>
                      <a:pt x="9107" y="8167"/>
                      <a:pt x="11380" y="6396"/>
                      <a:pt x="11380" y="6396"/>
                    </a:cubicBezTo>
                    <a:cubicBezTo>
                      <a:pt x="7509" y="6396"/>
                      <a:pt x="5690" y="0"/>
                      <a:pt x="569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1" name="Google Shape;1161;p30">
                <a:extLst>
                  <a:ext uri="{FF2B5EF4-FFF2-40B4-BE49-F238E27FC236}">
                    <a16:creationId xmlns:a16="http://schemas.microsoft.com/office/drawing/2014/main" id="{F797AAD9-30A8-1559-9046-C86C20DD3835}"/>
                  </a:ext>
                </a:extLst>
              </p:cNvPr>
              <p:cNvSpPr/>
              <p:nvPr/>
            </p:nvSpPr>
            <p:spPr>
              <a:xfrm>
                <a:off x="4219225" y="4821450"/>
                <a:ext cx="389525" cy="279800"/>
              </a:xfrm>
              <a:custGeom>
                <a:avLst/>
                <a:gdLst/>
                <a:ahLst/>
                <a:cxnLst/>
                <a:rect l="l" t="t" r="r" b="b"/>
                <a:pathLst>
                  <a:path w="15581" h="11192" extrusionOk="0">
                    <a:moveTo>
                      <a:pt x="7790" y="0"/>
                    </a:moveTo>
                    <a:cubicBezTo>
                      <a:pt x="7790" y="0"/>
                      <a:pt x="5298" y="8762"/>
                      <a:pt x="0" y="8762"/>
                    </a:cubicBezTo>
                    <a:cubicBezTo>
                      <a:pt x="0" y="8762"/>
                      <a:pt x="3120" y="11192"/>
                      <a:pt x="7790" y="11192"/>
                    </a:cubicBezTo>
                    <a:cubicBezTo>
                      <a:pt x="12461" y="11192"/>
                      <a:pt x="15581" y="8762"/>
                      <a:pt x="15581" y="8762"/>
                    </a:cubicBezTo>
                    <a:cubicBezTo>
                      <a:pt x="10283" y="8762"/>
                      <a:pt x="7790" y="0"/>
                      <a:pt x="779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162" name="Google Shape;1162;p30">
            <a:extLst>
              <a:ext uri="{FF2B5EF4-FFF2-40B4-BE49-F238E27FC236}">
                <a16:creationId xmlns:a16="http://schemas.microsoft.com/office/drawing/2014/main" id="{6799DEA1-B0E6-0C95-F34C-CAC3EE6F377F}"/>
              </a:ext>
            </a:extLst>
          </p:cNvPr>
          <p:cNvGrpSpPr/>
          <p:nvPr/>
        </p:nvGrpSpPr>
        <p:grpSpPr>
          <a:xfrm>
            <a:off x="7974400" y="4641375"/>
            <a:ext cx="389125" cy="536075"/>
            <a:chOff x="7974400" y="4565175"/>
            <a:chExt cx="389125" cy="536075"/>
          </a:xfrm>
          <a:solidFill>
            <a:srgbClr val="38761D"/>
          </a:solidFill>
        </p:grpSpPr>
        <p:sp>
          <p:nvSpPr>
            <p:cNvPr id="1163" name="Google Shape;1163;p30">
              <a:extLst>
                <a:ext uri="{FF2B5EF4-FFF2-40B4-BE49-F238E27FC236}">
                  <a16:creationId xmlns:a16="http://schemas.microsoft.com/office/drawing/2014/main" id="{809DCEE9-8B4C-A68B-94CA-1D4D7672112A}"/>
                </a:ext>
              </a:extLst>
            </p:cNvPr>
            <p:cNvSpPr/>
            <p:nvPr/>
          </p:nvSpPr>
          <p:spPr>
            <a:xfrm>
              <a:off x="8086075" y="4565175"/>
              <a:ext cx="165775" cy="189675"/>
            </a:xfrm>
            <a:custGeom>
              <a:avLst/>
              <a:gdLst/>
              <a:ahLst/>
              <a:cxnLst/>
              <a:rect l="l" t="t" r="r" b="b"/>
              <a:pathLst>
                <a:path w="6631" h="7587" extrusionOk="0">
                  <a:moveTo>
                    <a:pt x="3308" y="0"/>
                  </a:moveTo>
                  <a:cubicBezTo>
                    <a:pt x="3308" y="0"/>
                    <a:pt x="2461" y="6850"/>
                    <a:pt x="1" y="6850"/>
                  </a:cubicBezTo>
                  <a:cubicBezTo>
                    <a:pt x="1" y="6850"/>
                    <a:pt x="1286" y="7587"/>
                    <a:pt x="3308" y="7587"/>
                  </a:cubicBezTo>
                  <a:cubicBezTo>
                    <a:pt x="5346" y="7587"/>
                    <a:pt x="6631" y="6850"/>
                    <a:pt x="6631" y="6850"/>
                  </a:cubicBezTo>
                  <a:cubicBezTo>
                    <a:pt x="4170" y="6850"/>
                    <a:pt x="3308" y="0"/>
                    <a:pt x="330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4" name="Google Shape;1164;p30">
              <a:extLst>
                <a:ext uri="{FF2B5EF4-FFF2-40B4-BE49-F238E27FC236}">
                  <a16:creationId xmlns:a16="http://schemas.microsoft.com/office/drawing/2014/main" id="{D4B8F03B-8785-8B11-E152-0F23F453EA3C}"/>
                </a:ext>
              </a:extLst>
            </p:cNvPr>
            <p:cNvSpPr/>
            <p:nvPr/>
          </p:nvSpPr>
          <p:spPr>
            <a:xfrm>
              <a:off x="8050425" y="4689000"/>
              <a:ext cx="237100" cy="170475"/>
            </a:xfrm>
            <a:custGeom>
              <a:avLst/>
              <a:gdLst/>
              <a:ahLst/>
              <a:cxnLst/>
              <a:rect l="l" t="t" r="r" b="b"/>
              <a:pathLst>
                <a:path w="9484" h="6819" extrusionOk="0">
                  <a:moveTo>
                    <a:pt x="4734" y="0"/>
                  </a:moveTo>
                  <a:cubicBezTo>
                    <a:pt x="4734" y="0"/>
                    <a:pt x="3213" y="5330"/>
                    <a:pt x="0" y="5330"/>
                  </a:cubicBezTo>
                  <a:cubicBezTo>
                    <a:pt x="0" y="5330"/>
                    <a:pt x="1897" y="6819"/>
                    <a:pt x="4734" y="6819"/>
                  </a:cubicBezTo>
                  <a:cubicBezTo>
                    <a:pt x="7587" y="6819"/>
                    <a:pt x="9483" y="5330"/>
                    <a:pt x="9483" y="5330"/>
                  </a:cubicBezTo>
                  <a:cubicBezTo>
                    <a:pt x="6254" y="5330"/>
                    <a:pt x="4734" y="0"/>
                    <a:pt x="473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5" name="Google Shape;1165;p30">
              <a:extLst>
                <a:ext uri="{FF2B5EF4-FFF2-40B4-BE49-F238E27FC236}">
                  <a16:creationId xmlns:a16="http://schemas.microsoft.com/office/drawing/2014/main" id="{FC34B7B9-F8F6-86A8-8BF8-99A2EF265AAA}"/>
                </a:ext>
              </a:extLst>
            </p:cNvPr>
            <p:cNvSpPr/>
            <p:nvPr/>
          </p:nvSpPr>
          <p:spPr>
            <a:xfrm>
              <a:off x="8026900" y="4744250"/>
              <a:ext cx="284125" cy="204175"/>
            </a:xfrm>
            <a:custGeom>
              <a:avLst/>
              <a:gdLst/>
              <a:ahLst/>
              <a:cxnLst/>
              <a:rect l="l" t="t" r="r" b="b"/>
              <a:pathLst>
                <a:path w="11365" h="8167" extrusionOk="0">
                  <a:moveTo>
                    <a:pt x="5675" y="0"/>
                  </a:moveTo>
                  <a:cubicBezTo>
                    <a:pt x="5675" y="0"/>
                    <a:pt x="3857" y="6396"/>
                    <a:pt x="1" y="6396"/>
                  </a:cubicBezTo>
                  <a:cubicBezTo>
                    <a:pt x="1" y="6396"/>
                    <a:pt x="2274" y="8167"/>
                    <a:pt x="5675" y="8167"/>
                  </a:cubicBezTo>
                  <a:cubicBezTo>
                    <a:pt x="9092" y="8167"/>
                    <a:pt x="11365" y="6396"/>
                    <a:pt x="11365" y="6396"/>
                  </a:cubicBezTo>
                  <a:cubicBezTo>
                    <a:pt x="7509" y="6396"/>
                    <a:pt x="5675" y="0"/>
                    <a:pt x="567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6" name="Google Shape;1166;p30">
              <a:extLst>
                <a:ext uri="{FF2B5EF4-FFF2-40B4-BE49-F238E27FC236}">
                  <a16:creationId xmlns:a16="http://schemas.microsoft.com/office/drawing/2014/main" id="{50990517-0F19-7F86-A6B2-76929E46A771}"/>
                </a:ext>
              </a:extLst>
            </p:cNvPr>
            <p:cNvSpPr/>
            <p:nvPr/>
          </p:nvSpPr>
          <p:spPr>
            <a:xfrm>
              <a:off x="7974400" y="4821450"/>
              <a:ext cx="389125" cy="279800"/>
            </a:xfrm>
            <a:custGeom>
              <a:avLst/>
              <a:gdLst/>
              <a:ahLst/>
              <a:cxnLst/>
              <a:rect l="l" t="t" r="r" b="b"/>
              <a:pathLst>
                <a:path w="15565" h="11192" extrusionOk="0">
                  <a:moveTo>
                    <a:pt x="7775" y="0"/>
                  </a:moveTo>
                  <a:cubicBezTo>
                    <a:pt x="7775" y="0"/>
                    <a:pt x="5283" y="8762"/>
                    <a:pt x="0" y="8762"/>
                  </a:cubicBezTo>
                  <a:cubicBezTo>
                    <a:pt x="0" y="8762"/>
                    <a:pt x="3104" y="11192"/>
                    <a:pt x="7775" y="11192"/>
                  </a:cubicBezTo>
                  <a:cubicBezTo>
                    <a:pt x="12461" y="11192"/>
                    <a:pt x="15565" y="8762"/>
                    <a:pt x="15565" y="8762"/>
                  </a:cubicBezTo>
                  <a:cubicBezTo>
                    <a:pt x="10283" y="8762"/>
                    <a:pt x="7775" y="0"/>
                    <a:pt x="777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67" name="Google Shape;1167;p30">
            <a:extLst>
              <a:ext uri="{FF2B5EF4-FFF2-40B4-BE49-F238E27FC236}">
                <a16:creationId xmlns:a16="http://schemas.microsoft.com/office/drawing/2014/main" id="{396A46F6-0824-A5CB-6551-F491B7E034AE}"/>
              </a:ext>
            </a:extLst>
          </p:cNvPr>
          <p:cNvGrpSpPr/>
          <p:nvPr/>
        </p:nvGrpSpPr>
        <p:grpSpPr>
          <a:xfrm>
            <a:off x="6522575" y="4158200"/>
            <a:ext cx="724950" cy="1019250"/>
            <a:chOff x="6522575" y="4082000"/>
            <a:chExt cx="724950" cy="1019250"/>
          </a:xfrm>
          <a:solidFill>
            <a:srgbClr val="38761D"/>
          </a:solidFill>
        </p:grpSpPr>
        <p:sp>
          <p:nvSpPr>
            <p:cNvPr id="1168" name="Google Shape;1168;p30">
              <a:extLst>
                <a:ext uri="{FF2B5EF4-FFF2-40B4-BE49-F238E27FC236}">
                  <a16:creationId xmlns:a16="http://schemas.microsoft.com/office/drawing/2014/main" id="{2CC946B2-8686-5608-9623-3907BA2AD21E}"/>
                </a:ext>
              </a:extLst>
            </p:cNvPr>
            <p:cNvSpPr/>
            <p:nvPr/>
          </p:nvSpPr>
          <p:spPr>
            <a:xfrm>
              <a:off x="6714575" y="4259900"/>
              <a:ext cx="340550" cy="244950"/>
            </a:xfrm>
            <a:custGeom>
              <a:avLst/>
              <a:gdLst/>
              <a:ahLst/>
              <a:cxnLst/>
              <a:rect l="l" t="t" r="r" b="b"/>
              <a:pathLst>
                <a:path w="13622" h="9798" extrusionOk="0">
                  <a:moveTo>
                    <a:pt x="6819" y="1"/>
                  </a:moveTo>
                  <a:cubicBezTo>
                    <a:pt x="6819" y="1"/>
                    <a:pt x="4624" y="7666"/>
                    <a:pt x="0" y="7666"/>
                  </a:cubicBezTo>
                  <a:cubicBezTo>
                    <a:pt x="0" y="7666"/>
                    <a:pt x="2728" y="9797"/>
                    <a:pt x="6819" y="9797"/>
                  </a:cubicBezTo>
                  <a:cubicBezTo>
                    <a:pt x="10910" y="9797"/>
                    <a:pt x="13621" y="7666"/>
                    <a:pt x="13621" y="7666"/>
                  </a:cubicBezTo>
                  <a:cubicBezTo>
                    <a:pt x="8998" y="7666"/>
                    <a:pt x="6819" y="1"/>
                    <a:pt x="681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69" name="Google Shape;1169;p30">
              <a:extLst>
                <a:ext uri="{FF2B5EF4-FFF2-40B4-BE49-F238E27FC236}">
                  <a16:creationId xmlns:a16="http://schemas.microsoft.com/office/drawing/2014/main" id="{307BC021-725D-8B3F-066C-48415A5F15AD}"/>
                </a:ext>
              </a:extLst>
            </p:cNvPr>
            <p:cNvGrpSpPr/>
            <p:nvPr/>
          </p:nvGrpSpPr>
          <p:grpSpPr>
            <a:xfrm>
              <a:off x="6522575" y="4082000"/>
              <a:ext cx="724950" cy="1019250"/>
              <a:chOff x="6522575" y="4082000"/>
              <a:chExt cx="724950" cy="1019250"/>
            </a:xfrm>
            <a:grpFill/>
          </p:grpSpPr>
          <p:sp>
            <p:nvSpPr>
              <p:cNvPr id="1170" name="Google Shape;1170;p30">
                <a:extLst>
                  <a:ext uri="{FF2B5EF4-FFF2-40B4-BE49-F238E27FC236}">
                    <a16:creationId xmlns:a16="http://schemas.microsoft.com/office/drawing/2014/main" id="{A64E8E78-9816-05F8-B10E-D2AEB059B5C0}"/>
                  </a:ext>
                </a:extLst>
              </p:cNvPr>
              <p:cNvSpPr/>
              <p:nvPr/>
            </p:nvSpPr>
            <p:spPr>
              <a:xfrm>
                <a:off x="6765900" y="4082000"/>
                <a:ext cx="238275" cy="272775"/>
              </a:xfrm>
              <a:custGeom>
                <a:avLst/>
                <a:gdLst/>
                <a:ahLst/>
                <a:cxnLst/>
                <a:rect l="l" t="t" r="r" b="b"/>
                <a:pathLst>
                  <a:path w="9531" h="10911" extrusionOk="0">
                    <a:moveTo>
                      <a:pt x="4766" y="1"/>
                    </a:moveTo>
                    <a:cubicBezTo>
                      <a:pt x="4766" y="1"/>
                      <a:pt x="3527" y="9829"/>
                      <a:pt x="1" y="9829"/>
                    </a:cubicBezTo>
                    <a:cubicBezTo>
                      <a:pt x="1" y="9829"/>
                      <a:pt x="1835" y="10910"/>
                      <a:pt x="4766" y="10910"/>
                    </a:cubicBezTo>
                    <a:cubicBezTo>
                      <a:pt x="7681" y="10910"/>
                      <a:pt x="9531" y="9829"/>
                      <a:pt x="9531" y="9829"/>
                    </a:cubicBezTo>
                    <a:cubicBezTo>
                      <a:pt x="5988" y="9829"/>
                      <a:pt x="4766" y="1"/>
                      <a:pt x="4766"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1" name="Google Shape;1171;p30">
                <a:extLst>
                  <a:ext uri="{FF2B5EF4-FFF2-40B4-BE49-F238E27FC236}">
                    <a16:creationId xmlns:a16="http://schemas.microsoft.com/office/drawing/2014/main" id="{FF557ACC-37F2-DBFE-32E7-65B96D27857E}"/>
                  </a:ext>
                </a:extLst>
              </p:cNvPr>
              <p:cNvSpPr/>
              <p:nvPr/>
            </p:nvSpPr>
            <p:spPr>
              <a:xfrm>
                <a:off x="6680875" y="4339450"/>
                <a:ext cx="408350" cy="293525"/>
              </a:xfrm>
              <a:custGeom>
                <a:avLst/>
                <a:gdLst/>
                <a:ahLst/>
                <a:cxnLst/>
                <a:rect l="l" t="t" r="r" b="b"/>
                <a:pathLst>
                  <a:path w="16334" h="11741" extrusionOk="0">
                    <a:moveTo>
                      <a:pt x="8167" y="1"/>
                    </a:moveTo>
                    <a:cubicBezTo>
                      <a:pt x="8167" y="1"/>
                      <a:pt x="5549" y="9186"/>
                      <a:pt x="0" y="9186"/>
                    </a:cubicBezTo>
                    <a:cubicBezTo>
                      <a:pt x="0" y="9186"/>
                      <a:pt x="3261" y="11741"/>
                      <a:pt x="8167" y="11741"/>
                    </a:cubicBezTo>
                    <a:cubicBezTo>
                      <a:pt x="13073" y="11741"/>
                      <a:pt x="16333" y="9186"/>
                      <a:pt x="16333" y="9186"/>
                    </a:cubicBezTo>
                    <a:cubicBezTo>
                      <a:pt x="10784" y="9186"/>
                      <a:pt x="8167" y="1"/>
                      <a:pt x="816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2" name="Google Shape;1172;p30">
                <a:extLst>
                  <a:ext uri="{FF2B5EF4-FFF2-40B4-BE49-F238E27FC236}">
                    <a16:creationId xmlns:a16="http://schemas.microsoft.com/office/drawing/2014/main" id="{66D73206-60E9-3A60-DD9B-A87E011B1B30}"/>
                  </a:ext>
                </a:extLst>
              </p:cNvPr>
              <p:cNvSpPr/>
              <p:nvPr/>
            </p:nvSpPr>
            <p:spPr>
              <a:xfrm>
                <a:off x="6605250" y="4450350"/>
                <a:ext cx="559600" cy="402075"/>
              </a:xfrm>
              <a:custGeom>
                <a:avLst/>
                <a:gdLst/>
                <a:ahLst/>
                <a:cxnLst/>
                <a:rect l="l" t="t" r="r" b="b"/>
                <a:pathLst>
                  <a:path w="22384" h="16083" extrusionOk="0">
                    <a:moveTo>
                      <a:pt x="11192" y="1"/>
                    </a:moveTo>
                    <a:cubicBezTo>
                      <a:pt x="11192" y="1"/>
                      <a:pt x="7602" y="12587"/>
                      <a:pt x="0" y="12587"/>
                    </a:cubicBezTo>
                    <a:cubicBezTo>
                      <a:pt x="0" y="12587"/>
                      <a:pt x="4467" y="16083"/>
                      <a:pt x="11192" y="16083"/>
                    </a:cubicBezTo>
                    <a:cubicBezTo>
                      <a:pt x="17916" y="16083"/>
                      <a:pt x="22383" y="12587"/>
                      <a:pt x="22383" y="12587"/>
                    </a:cubicBezTo>
                    <a:cubicBezTo>
                      <a:pt x="14781" y="12587"/>
                      <a:pt x="11192" y="1"/>
                      <a:pt x="1119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3" name="Google Shape;1173;p30">
                <a:extLst>
                  <a:ext uri="{FF2B5EF4-FFF2-40B4-BE49-F238E27FC236}">
                    <a16:creationId xmlns:a16="http://schemas.microsoft.com/office/drawing/2014/main" id="{BA36B05F-7E17-B02E-C610-968B98CF91AB}"/>
                  </a:ext>
                </a:extLst>
              </p:cNvPr>
              <p:cNvSpPr/>
              <p:nvPr/>
            </p:nvSpPr>
            <p:spPr>
              <a:xfrm>
                <a:off x="6522575" y="4580450"/>
                <a:ext cx="724950" cy="520800"/>
              </a:xfrm>
              <a:custGeom>
                <a:avLst/>
                <a:gdLst/>
                <a:ahLst/>
                <a:cxnLst/>
                <a:rect l="l" t="t" r="r" b="b"/>
                <a:pathLst>
                  <a:path w="28998" h="20832" extrusionOk="0">
                    <a:moveTo>
                      <a:pt x="14499" y="1"/>
                    </a:moveTo>
                    <a:cubicBezTo>
                      <a:pt x="14499" y="1"/>
                      <a:pt x="9843" y="16302"/>
                      <a:pt x="0" y="16302"/>
                    </a:cubicBezTo>
                    <a:cubicBezTo>
                      <a:pt x="0" y="16302"/>
                      <a:pt x="5784" y="20832"/>
                      <a:pt x="14499" y="20832"/>
                    </a:cubicBezTo>
                    <a:cubicBezTo>
                      <a:pt x="23198" y="20832"/>
                      <a:pt x="28998" y="16302"/>
                      <a:pt x="28998" y="16302"/>
                    </a:cubicBezTo>
                    <a:cubicBezTo>
                      <a:pt x="19138" y="16302"/>
                      <a:pt x="14499" y="1"/>
                      <a:pt x="1449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176" name="Google Shape;1176;p30">
            <a:extLst>
              <a:ext uri="{FF2B5EF4-FFF2-40B4-BE49-F238E27FC236}">
                <a16:creationId xmlns:a16="http://schemas.microsoft.com/office/drawing/2014/main" id="{8F8FB814-37D0-8569-EEA9-3E7BBD07D5D9}"/>
              </a:ext>
            </a:extLst>
          </p:cNvPr>
          <p:cNvSpPr/>
          <p:nvPr/>
        </p:nvSpPr>
        <p:spPr>
          <a:xfrm>
            <a:off x="6525300" y="4845350"/>
            <a:ext cx="25" cy="25"/>
          </a:xfrm>
          <a:custGeom>
            <a:avLst/>
            <a:gdLst/>
            <a:ahLst/>
            <a:cxnLst/>
            <a:rect l="l" t="t" r="r" b="b"/>
            <a:pathLst>
              <a:path w="1" h="1" extrusionOk="0">
                <a:moveTo>
                  <a:pt x="1" y="0"/>
                </a:moveTo>
                <a:cubicBezTo>
                  <a:pt x="1" y="0"/>
                  <a:pt x="1" y="0"/>
                  <a:pt x="1" y="0"/>
                </a:cubicBezTo>
                <a:cubicBezTo>
                  <a:pt x="1" y="0"/>
                  <a:pt x="1" y="0"/>
                  <a:pt x="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7" name="Google Shape;1177;p30">
            <a:extLst>
              <a:ext uri="{FF2B5EF4-FFF2-40B4-BE49-F238E27FC236}">
                <a16:creationId xmlns:a16="http://schemas.microsoft.com/office/drawing/2014/main" id="{1CF95EA3-486B-9389-DCCD-C2A2F293AAAE}"/>
              </a:ext>
            </a:extLst>
          </p:cNvPr>
          <p:cNvSpPr/>
          <p:nvPr/>
        </p:nvSpPr>
        <p:spPr>
          <a:xfrm>
            <a:off x="6525300" y="4846125"/>
            <a:ext cx="825" cy="4725"/>
          </a:xfrm>
          <a:custGeom>
            <a:avLst/>
            <a:gdLst/>
            <a:ahLst/>
            <a:cxnLst/>
            <a:rect l="l" t="t" r="r" b="b"/>
            <a:pathLst>
              <a:path w="33" h="189" extrusionOk="0">
                <a:moveTo>
                  <a:pt x="32" y="189"/>
                </a:moveTo>
                <a:lnTo>
                  <a:pt x="32" y="189"/>
                </a:lnTo>
                <a:cubicBezTo>
                  <a:pt x="16" y="126"/>
                  <a:pt x="1" y="63"/>
                  <a:pt x="1" y="1"/>
                </a:cubicBezTo>
                <a:cubicBezTo>
                  <a:pt x="1" y="63"/>
                  <a:pt x="16" y="126"/>
                  <a:pt x="32" y="189"/>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8" name="Google Shape;1178;p30">
            <a:extLst>
              <a:ext uri="{FF2B5EF4-FFF2-40B4-BE49-F238E27FC236}">
                <a16:creationId xmlns:a16="http://schemas.microsoft.com/office/drawing/2014/main" id="{3543709A-D0D9-697E-A547-2B62CBC647D3}"/>
              </a:ext>
            </a:extLst>
          </p:cNvPr>
          <p:cNvSpPr/>
          <p:nvPr/>
        </p:nvSpPr>
        <p:spPr>
          <a:xfrm>
            <a:off x="6531575" y="4866125"/>
            <a:ext cx="25" cy="400"/>
          </a:xfrm>
          <a:custGeom>
            <a:avLst/>
            <a:gdLst/>
            <a:ahLst/>
            <a:cxnLst/>
            <a:rect l="l" t="t" r="r" b="b"/>
            <a:pathLst>
              <a:path w="1" h="16" extrusionOk="0">
                <a:moveTo>
                  <a:pt x="1" y="16"/>
                </a:moveTo>
                <a:cubicBezTo>
                  <a:pt x="1" y="16"/>
                  <a:pt x="1" y="0"/>
                  <a:pt x="1" y="0"/>
                </a:cubicBezTo>
                <a:cubicBezTo>
                  <a:pt x="1" y="0"/>
                  <a:pt x="1" y="16"/>
                  <a:pt x="1" y="16"/>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9" name="Google Shape;1179;p30">
            <a:extLst>
              <a:ext uri="{FF2B5EF4-FFF2-40B4-BE49-F238E27FC236}">
                <a16:creationId xmlns:a16="http://schemas.microsoft.com/office/drawing/2014/main" id="{8CF417F1-F42E-187A-8169-865CA3850C1C}"/>
              </a:ext>
            </a:extLst>
          </p:cNvPr>
          <p:cNvSpPr/>
          <p:nvPr/>
        </p:nvSpPr>
        <p:spPr>
          <a:xfrm>
            <a:off x="6530800" y="4864550"/>
            <a:ext cx="400" cy="800"/>
          </a:xfrm>
          <a:custGeom>
            <a:avLst/>
            <a:gdLst/>
            <a:ahLst/>
            <a:cxnLst/>
            <a:rect l="l" t="t" r="r" b="b"/>
            <a:pathLst>
              <a:path w="16" h="32" extrusionOk="0">
                <a:moveTo>
                  <a:pt x="16" y="32"/>
                </a:moveTo>
                <a:cubicBezTo>
                  <a:pt x="0" y="16"/>
                  <a:pt x="0" y="16"/>
                  <a:pt x="0" y="0"/>
                </a:cubicBezTo>
                <a:cubicBezTo>
                  <a:pt x="0" y="16"/>
                  <a:pt x="0" y="16"/>
                  <a:pt x="16" y="32"/>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0" name="Google Shape;1180;p30">
            <a:extLst>
              <a:ext uri="{FF2B5EF4-FFF2-40B4-BE49-F238E27FC236}">
                <a16:creationId xmlns:a16="http://schemas.microsoft.com/office/drawing/2014/main" id="{7C981DB7-D2C0-C851-AA97-F2F5B382E50F}"/>
              </a:ext>
            </a:extLst>
          </p:cNvPr>
          <p:cNvSpPr/>
          <p:nvPr/>
        </p:nvSpPr>
        <p:spPr>
          <a:xfrm>
            <a:off x="6527650" y="4856700"/>
            <a:ext cx="2775" cy="7475"/>
          </a:xfrm>
          <a:custGeom>
            <a:avLst/>
            <a:gdLst/>
            <a:ahLst/>
            <a:cxnLst/>
            <a:rect l="l" t="t" r="r" b="b"/>
            <a:pathLst>
              <a:path w="111" h="299" extrusionOk="0">
                <a:moveTo>
                  <a:pt x="1" y="1"/>
                </a:moveTo>
                <a:cubicBezTo>
                  <a:pt x="32" y="111"/>
                  <a:pt x="63" y="205"/>
                  <a:pt x="111" y="299"/>
                </a:cubicBezTo>
                <a:cubicBezTo>
                  <a:pt x="63" y="205"/>
                  <a:pt x="32" y="111"/>
                  <a:pt x="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81" name="Google Shape;1181;p30">
            <a:extLst>
              <a:ext uri="{FF2B5EF4-FFF2-40B4-BE49-F238E27FC236}">
                <a16:creationId xmlns:a16="http://schemas.microsoft.com/office/drawing/2014/main" id="{5D7FCC39-AB14-C26E-D0F8-54944F2BF66E}"/>
              </a:ext>
            </a:extLst>
          </p:cNvPr>
          <p:cNvGrpSpPr/>
          <p:nvPr/>
        </p:nvGrpSpPr>
        <p:grpSpPr>
          <a:xfrm>
            <a:off x="-613275" y="4343040"/>
            <a:ext cx="9800100" cy="1657575"/>
            <a:chOff x="-613275" y="3559275"/>
            <a:chExt cx="9800100" cy="1657575"/>
          </a:xfrm>
          <a:solidFill>
            <a:srgbClr val="002E50"/>
          </a:solidFill>
        </p:grpSpPr>
        <p:sp>
          <p:nvSpPr>
            <p:cNvPr id="1182" name="Google Shape;1182;p30">
              <a:extLst>
                <a:ext uri="{FF2B5EF4-FFF2-40B4-BE49-F238E27FC236}">
                  <a16:creationId xmlns:a16="http://schemas.microsoft.com/office/drawing/2014/main" id="{2B4D7235-7732-085D-F821-56037730A2B4}"/>
                </a:ext>
              </a:extLst>
            </p:cNvPr>
            <p:cNvSpPr/>
            <p:nvPr/>
          </p:nvSpPr>
          <p:spPr>
            <a:xfrm>
              <a:off x="8699600" y="3962263"/>
              <a:ext cx="444400" cy="1230850"/>
            </a:xfrm>
            <a:custGeom>
              <a:avLst/>
              <a:gdLst/>
              <a:ahLst/>
              <a:cxnLst/>
              <a:rect l="l" t="t" r="r" b="b"/>
              <a:pathLst>
                <a:path w="17776" h="49234" extrusionOk="0">
                  <a:moveTo>
                    <a:pt x="1" y="15017"/>
                  </a:moveTo>
                  <a:lnTo>
                    <a:pt x="1" y="49234"/>
                  </a:lnTo>
                  <a:lnTo>
                    <a:pt x="5487" y="49234"/>
                  </a:lnTo>
                  <a:lnTo>
                    <a:pt x="5487" y="15017"/>
                  </a:lnTo>
                  <a:cubicBezTo>
                    <a:pt x="5487" y="7665"/>
                    <a:pt x="10785" y="1537"/>
                    <a:pt x="17776" y="251"/>
                  </a:cubicBezTo>
                  <a:lnTo>
                    <a:pt x="17776" y="251"/>
                  </a:lnTo>
                  <a:cubicBezTo>
                    <a:pt x="16882" y="79"/>
                    <a:pt x="15957" y="1"/>
                    <a:pt x="15033" y="1"/>
                  </a:cubicBezTo>
                  <a:lnTo>
                    <a:pt x="15033" y="1"/>
                  </a:lnTo>
                  <a:cubicBezTo>
                    <a:pt x="6725" y="1"/>
                    <a:pt x="1" y="6725"/>
                    <a:pt x="1" y="15017"/>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3" name="Google Shape;1183;p30">
              <a:extLst>
                <a:ext uri="{FF2B5EF4-FFF2-40B4-BE49-F238E27FC236}">
                  <a16:creationId xmlns:a16="http://schemas.microsoft.com/office/drawing/2014/main" id="{51BC0AA3-20CD-D13F-C8E2-A12091282641}"/>
                </a:ext>
              </a:extLst>
            </p:cNvPr>
            <p:cNvSpPr/>
            <p:nvPr/>
          </p:nvSpPr>
          <p:spPr>
            <a:xfrm>
              <a:off x="7566750" y="3962263"/>
              <a:ext cx="444000" cy="1230850"/>
            </a:xfrm>
            <a:custGeom>
              <a:avLst/>
              <a:gdLst/>
              <a:ahLst/>
              <a:cxnLst/>
              <a:rect l="l" t="t" r="r" b="b"/>
              <a:pathLst>
                <a:path w="17760" h="49234" extrusionOk="0">
                  <a:moveTo>
                    <a:pt x="0" y="15017"/>
                  </a:moveTo>
                  <a:lnTo>
                    <a:pt x="0" y="49234"/>
                  </a:lnTo>
                  <a:lnTo>
                    <a:pt x="5486" y="49234"/>
                  </a:lnTo>
                  <a:lnTo>
                    <a:pt x="5486" y="15017"/>
                  </a:lnTo>
                  <a:cubicBezTo>
                    <a:pt x="5486" y="7665"/>
                    <a:pt x="10769" y="1537"/>
                    <a:pt x="17759" y="251"/>
                  </a:cubicBezTo>
                  <a:lnTo>
                    <a:pt x="17759" y="251"/>
                  </a:lnTo>
                  <a:cubicBezTo>
                    <a:pt x="16866" y="79"/>
                    <a:pt x="15957" y="1"/>
                    <a:pt x="15016" y="1"/>
                  </a:cubicBezTo>
                  <a:lnTo>
                    <a:pt x="15016" y="1"/>
                  </a:lnTo>
                  <a:cubicBezTo>
                    <a:pt x="6725" y="1"/>
                    <a:pt x="0" y="6725"/>
                    <a:pt x="0" y="15017"/>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4" name="Google Shape;1184;p30">
              <a:extLst>
                <a:ext uri="{FF2B5EF4-FFF2-40B4-BE49-F238E27FC236}">
                  <a16:creationId xmlns:a16="http://schemas.microsoft.com/office/drawing/2014/main" id="{F6D5DA8E-8320-E0D3-86C1-65008285BBC0}"/>
                </a:ext>
              </a:extLst>
            </p:cNvPr>
            <p:cNvSpPr/>
            <p:nvPr/>
          </p:nvSpPr>
          <p:spPr>
            <a:xfrm>
              <a:off x="6433500" y="3962263"/>
              <a:ext cx="444000" cy="1230850"/>
            </a:xfrm>
            <a:custGeom>
              <a:avLst/>
              <a:gdLst/>
              <a:ahLst/>
              <a:cxnLst/>
              <a:rect l="l" t="t" r="r" b="b"/>
              <a:pathLst>
                <a:path w="17760" h="49234" extrusionOk="0">
                  <a:moveTo>
                    <a:pt x="0" y="15017"/>
                  </a:moveTo>
                  <a:lnTo>
                    <a:pt x="0" y="49234"/>
                  </a:lnTo>
                  <a:lnTo>
                    <a:pt x="5486" y="49234"/>
                  </a:lnTo>
                  <a:lnTo>
                    <a:pt x="5486" y="15017"/>
                  </a:lnTo>
                  <a:cubicBezTo>
                    <a:pt x="5486" y="7665"/>
                    <a:pt x="10784" y="1537"/>
                    <a:pt x="17759" y="251"/>
                  </a:cubicBezTo>
                  <a:lnTo>
                    <a:pt x="17759" y="251"/>
                  </a:lnTo>
                  <a:cubicBezTo>
                    <a:pt x="16881" y="79"/>
                    <a:pt x="15957" y="1"/>
                    <a:pt x="15016" y="1"/>
                  </a:cubicBezTo>
                  <a:lnTo>
                    <a:pt x="15016" y="1"/>
                  </a:lnTo>
                  <a:cubicBezTo>
                    <a:pt x="6725" y="1"/>
                    <a:pt x="0" y="6725"/>
                    <a:pt x="0" y="15017"/>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5" name="Google Shape;1185;p30">
              <a:extLst>
                <a:ext uri="{FF2B5EF4-FFF2-40B4-BE49-F238E27FC236}">
                  <a16:creationId xmlns:a16="http://schemas.microsoft.com/office/drawing/2014/main" id="{51F418C9-D6A0-39B5-93D3-837F776B9949}"/>
                </a:ext>
              </a:extLst>
            </p:cNvPr>
            <p:cNvSpPr/>
            <p:nvPr/>
          </p:nvSpPr>
          <p:spPr>
            <a:xfrm>
              <a:off x="5300250" y="3962263"/>
              <a:ext cx="444375" cy="1230850"/>
            </a:xfrm>
            <a:custGeom>
              <a:avLst/>
              <a:gdLst/>
              <a:ahLst/>
              <a:cxnLst/>
              <a:rect l="l" t="t" r="r" b="b"/>
              <a:pathLst>
                <a:path w="17775" h="49234" extrusionOk="0">
                  <a:moveTo>
                    <a:pt x="0" y="15017"/>
                  </a:moveTo>
                  <a:lnTo>
                    <a:pt x="0" y="49234"/>
                  </a:lnTo>
                  <a:lnTo>
                    <a:pt x="5486" y="49234"/>
                  </a:lnTo>
                  <a:lnTo>
                    <a:pt x="5486" y="15017"/>
                  </a:lnTo>
                  <a:cubicBezTo>
                    <a:pt x="5486" y="7665"/>
                    <a:pt x="10784" y="1537"/>
                    <a:pt x="17775" y="251"/>
                  </a:cubicBezTo>
                  <a:lnTo>
                    <a:pt x="17775" y="251"/>
                  </a:lnTo>
                  <a:cubicBezTo>
                    <a:pt x="16881" y="79"/>
                    <a:pt x="15957" y="1"/>
                    <a:pt x="15032" y="1"/>
                  </a:cubicBezTo>
                  <a:lnTo>
                    <a:pt x="15032" y="1"/>
                  </a:lnTo>
                  <a:cubicBezTo>
                    <a:pt x="6724" y="1"/>
                    <a:pt x="0" y="6725"/>
                    <a:pt x="0" y="15017"/>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86" name="Google Shape;1186;p30">
              <a:extLst>
                <a:ext uri="{FF2B5EF4-FFF2-40B4-BE49-F238E27FC236}">
                  <a16:creationId xmlns:a16="http://schemas.microsoft.com/office/drawing/2014/main" id="{D8110F92-3492-7841-3131-D34ABCE3B8BD}"/>
                </a:ext>
              </a:extLst>
            </p:cNvPr>
            <p:cNvGrpSpPr/>
            <p:nvPr/>
          </p:nvGrpSpPr>
          <p:grpSpPr>
            <a:xfrm>
              <a:off x="-613275" y="3559275"/>
              <a:ext cx="9800100" cy="1657575"/>
              <a:chOff x="-613275" y="3443675"/>
              <a:chExt cx="9800100" cy="1657575"/>
            </a:xfrm>
            <a:grpFill/>
          </p:grpSpPr>
          <p:sp>
            <p:nvSpPr>
              <p:cNvPr id="1187" name="Google Shape;1187;p30">
                <a:extLst>
                  <a:ext uri="{FF2B5EF4-FFF2-40B4-BE49-F238E27FC236}">
                    <a16:creationId xmlns:a16="http://schemas.microsoft.com/office/drawing/2014/main" id="{C5191911-F76C-3DFD-CE07-EDCB72F029C9}"/>
                  </a:ext>
                </a:extLst>
              </p:cNvPr>
              <p:cNvSpPr/>
              <p:nvPr/>
            </p:nvSpPr>
            <p:spPr>
              <a:xfrm>
                <a:off x="3962175" y="3443675"/>
                <a:ext cx="5224650" cy="1657575"/>
              </a:xfrm>
              <a:custGeom>
                <a:avLst/>
                <a:gdLst/>
                <a:ahLst/>
                <a:cxnLst/>
                <a:rect l="l" t="t" r="r" b="b"/>
                <a:pathLst>
                  <a:path w="208986" h="66303" extrusionOk="0">
                    <a:moveTo>
                      <a:pt x="0" y="0"/>
                    </a:moveTo>
                    <a:lnTo>
                      <a:pt x="0" y="1207"/>
                    </a:lnTo>
                    <a:lnTo>
                      <a:pt x="5486" y="1207"/>
                    </a:lnTo>
                    <a:lnTo>
                      <a:pt x="5486" y="5439"/>
                    </a:lnTo>
                    <a:lnTo>
                      <a:pt x="0" y="5439"/>
                    </a:lnTo>
                    <a:lnTo>
                      <a:pt x="0" y="66303"/>
                    </a:lnTo>
                    <a:lnTo>
                      <a:pt x="8104" y="66303"/>
                    </a:lnTo>
                    <a:lnTo>
                      <a:pt x="8104" y="32086"/>
                    </a:lnTo>
                    <a:cubicBezTo>
                      <a:pt x="8104" y="23794"/>
                      <a:pt x="14828" y="17070"/>
                      <a:pt x="23120" y="17070"/>
                    </a:cubicBezTo>
                    <a:lnTo>
                      <a:pt x="23120" y="17070"/>
                    </a:lnTo>
                    <a:cubicBezTo>
                      <a:pt x="31411" y="17070"/>
                      <a:pt x="38136" y="23794"/>
                      <a:pt x="38136" y="32086"/>
                    </a:cubicBezTo>
                    <a:lnTo>
                      <a:pt x="38136" y="32086"/>
                    </a:lnTo>
                    <a:lnTo>
                      <a:pt x="38136" y="66303"/>
                    </a:lnTo>
                    <a:lnTo>
                      <a:pt x="53434" y="66303"/>
                    </a:lnTo>
                    <a:lnTo>
                      <a:pt x="53434" y="32086"/>
                    </a:lnTo>
                    <a:cubicBezTo>
                      <a:pt x="53434" y="23794"/>
                      <a:pt x="60158" y="17070"/>
                      <a:pt x="68450" y="17070"/>
                    </a:cubicBezTo>
                    <a:lnTo>
                      <a:pt x="68450" y="17070"/>
                    </a:lnTo>
                    <a:cubicBezTo>
                      <a:pt x="76741" y="17070"/>
                      <a:pt x="83466" y="23794"/>
                      <a:pt x="83466" y="32086"/>
                    </a:cubicBezTo>
                    <a:lnTo>
                      <a:pt x="83466" y="32086"/>
                    </a:lnTo>
                    <a:lnTo>
                      <a:pt x="83466" y="66303"/>
                    </a:lnTo>
                    <a:lnTo>
                      <a:pt x="98764" y="66303"/>
                    </a:lnTo>
                    <a:lnTo>
                      <a:pt x="98764" y="32086"/>
                    </a:lnTo>
                    <a:cubicBezTo>
                      <a:pt x="98764" y="23794"/>
                      <a:pt x="105488" y="17070"/>
                      <a:pt x="113780" y="17070"/>
                    </a:cubicBezTo>
                    <a:lnTo>
                      <a:pt x="113780" y="17070"/>
                    </a:lnTo>
                    <a:cubicBezTo>
                      <a:pt x="122072" y="17070"/>
                      <a:pt x="128796" y="23794"/>
                      <a:pt x="128796" y="32086"/>
                    </a:cubicBezTo>
                    <a:lnTo>
                      <a:pt x="128796" y="32086"/>
                    </a:lnTo>
                    <a:lnTo>
                      <a:pt x="128796" y="66303"/>
                    </a:lnTo>
                    <a:lnTo>
                      <a:pt x="144094" y="66303"/>
                    </a:lnTo>
                    <a:lnTo>
                      <a:pt x="144094" y="32086"/>
                    </a:lnTo>
                    <a:cubicBezTo>
                      <a:pt x="144094" y="23794"/>
                      <a:pt x="150818" y="17070"/>
                      <a:pt x="159110" y="17070"/>
                    </a:cubicBezTo>
                    <a:lnTo>
                      <a:pt x="159110" y="17070"/>
                    </a:lnTo>
                    <a:cubicBezTo>
                      <a:pt x="167402" y="17070"/>
                      <a:pt x="174126" y="23794"/>
                      <a:pt x="174126" y="32086"/>
                    </a:cubicBezTo>
                    <a:lnTo>
                      <a:pt x="174126" y="32086"/>
                    </a:lnTo>
                    <a:lnTo>
                      <a:pt x="174126" y="66303"/>
                    </a:lnTo>
                    <a:lnTo>
                      <a:pt x="189424" y="66303"/>
                    </a:lnTo>
                    <a:lnTo>
                      <a:pt x="189424" y="32086"/>
                    </a:lnTo>
                    <a:cubicBezTo>
                      <a:pt x="189424" y="23794"/>
                      <a:pt x="196148" y="17070"/>
                      <a:pt x="204440" y="17070"/>
                    </a:cubicBezTo>
                    <a:lnTo>
                      <a:pt x="204440" y="17070"/>
                    </a:lnTo>
                    <a:cubicBezTo>
                      <a:pt x="205976" y="17070"/>
                      <a:pt x="207591" y="17305"/>
                      <a:pt x="208986" y="17728"/>
                    </a:cubicBezTo>
                    <a:lnTo>
                      <a:pt x="208986" y="17728"/>
                    </a:lnTo>
                    <a:lnTo>
                      <a:pt x="208986" y="5439"/>
                    </a:lnTo>
                    <a:lnTo>
                      <a:pt x="205083" y="5439"/>
                    </a:lnTo>
                    <a:lnTo>
                      <a:pt x="205083" y="1207"/>
                    </a:lnTo>
                    <a:lnTo>
                      <a:pt x="208986" y="1207"/>
                    </a:lnTo>
                    <a:lnTo>
                      <a:pt x="208986" y="0"/>
                    </a:lnTo>
                    <a:close/>
                    <a:moveTo>
                      <a:pt x="189832" y="1207"/>
                    </a:moveTo>
                    <a:lnTo>
                      <a:pt x="203766" y="1207"/>
                    </a:lnTo>
                    <a:lnTo>
                      <a:pt x="203766" y="5439"/>
                    </a:lnTo>
                    <a:lnTo>
                      <a:pt x="189832" y="5439"/>
                    </a:lnTo>
                    <a:close/>
                    <a:moveTo>
                      <a:pt x="174581" y="1207"/>
                    </a:moveTo>
                    <a:lnTo>
                      <a:pt x="188515" y="1207"/>
                    </a:lnTo>
                    <a:lnTo>
                      <a:pt x="188515" y="5439"/>
                    </a:lnTo>
                    <a:lnTo>
                      <a:pt x="174581" y="5439"/>
                    </a:lnTo>
                    <a:close/>
                    <a:moveTo>
                      <a:pt x="159314" y="1207"/>
                    </a:moveTo>
                    <a:lnTo>
                      <a:pt x="173264" y="1207"/>
                    </a:lnTo>
                    <a:lnTo>
                      <a:pt x="173264" y="5439"/>
                    </a:lnTo>
                    <a:lnTo>
                      <a:pt x="159314" y="5439"/>
                    </a:lnTo>
                    <a:close/>
                    <a:moveTo>
                      <a:pt x="144063" y="1207"/>
                    </a:moveTo>
                    <a:lnTo>
                      <a:pt x="158013" y="1207"/>
                    </a:lnTo>
                    <a:lnTo>
                      <a:pt x="158013" y="5439"/>
                    </a:lnTo>
                    <a:lnTo>
                      <a:pt x="144063" y="5439"/>
                    </a:lnTo>
                    <a:close/>
                    <a:moveTo>
                      <a:pt x="128812" y="1207"/>
                    </a:moveTo>
                    <a:lnTo>
                      <a:pt x="142762" y="1207"/>
                    </a:lnTo>
                    <a:lnTo>
                      <a:pt x="142762" y="5439"/>
                    </a:lnTo>
                    <a:lnTo>
                      <a:pt x="128812" y="5439"/>
                    </a:lnTo>
                    <a:close/>
                    <a:moveTo>
                      <a:pt x="113560" y="1207"/>
                    </a:moveTo>
                    <a:lnTo>
                      <a:pt x="127511" y="1207"/>
                    </a:lnTo>
                    <a:lnTo>
                      <a:pt x="127511" y="5439"/>
                    </a:lnTo>
                    <a:lnTo>
                      <a:pt x="113560" y="5439"/>
                    </a:lnTo>
                    <a:close/>
                    <a:moveTo>
                      <a:pt x="98309" y="1207"/>
                    </a:moveTo>
                    <a:lnTo>
                      <a:pt x="112259" y="1207"/>
                    </a:lnTo>
                    <a:lnTo>
                      <a:pt x="112259" y="5439"/>
                    </a:lnTo>
                    <a:lnTo>
                      <a:pt x="98309" y="5439"/>
                    </a:lnTo>
                    <a:close/>
                    <a:moveTo>
                      <a:pt x="83058" y="1207"/>
                    </a:moveTo>
                    <a:lnTo>
                      <a:pt x="97008" y="1207"/>
                    </a:lnTo>
                    <a:lnTo>
                      <a:pt x="97008" y="5439"/>
                    </a:lnTo>
                    <a:lnTo>
                      <a:pt x="83058" y="5439"/>
                    </a:lnTo>
                    <a:close/>
                    <a:moveTo>
                      <a:pt x="67807" y="1207"/>
                    </a:moveTo>
                    <a:lnTo>
                      <a:pt x="81757" y="1207"/>
                    </a:lnTo>
                    <a:lnTo>
                      <a:pt x="81757" y="5439"/>
                    </a:lnTo>
                    <a:lnTo>
                      <a:pt x="67807" y="5439"/>
                    </a:lnTo>
                    <a:close/>
                    <a:moveTo>
                      <a:pt x="52556" y="1207"/>
                    </a:moveTo>
                    <a:lnTo>
                      <a:pt x="66490" y="1207"/>
                    </a:lnTo>
                    <a:lnTo>
                      <a:pt x="66490" y="5439"/>
                    </a:lnTo>
                    <a:lnTo>
                      <a:pt x="52556" y="5439"/>
                    </a:lnTo>
                    <a:close/>
                    <a:moveTo>
                      <a:pt x="37305" y="1207"/>
                    </a:moveTo>
                    <a:lnTo>
                      <a:pt x="51239" y="1207"/>
                    </a:lnTo>
                    <a:lnTo>
                      <a:pt x="51239" y="5439"/>
                    </a:lnTo>
                    <a:lnTo>
                      <a:pt x="37305" y="5439"/>
                    </a:lnTo>
                    <a:close/>
                    <a:moveTo>
                      <a:pt x="22038" y="1207"/>
                    </a:moveTo>
                    <a:lnTo>
                      <a:pt x="35988" y="1207"/>
                    </a:lnTo>
                    <a:lnTo>
                      <a:pt x="35988" y="5439"/>
                    </a:lnTo>
                    <a:lnTo>
                      <a:pt x="22038" y="5439"/>
                    </a:lnTo>
                    <a:close/>
                    <a:moveTo>
                      <a:pt x="6787" y="1207"/>
                    </a:moveTo>
                    <a:lnTo>
                      <a:pt x="20737" y="1207"/>
                    </a:lnTo>
                    <a:lnTo>
                      <a:pt x="20737" y="5439"/>
                    </a:lnTo>
                    <a:lnTo>
                      <a:pt x="6787" y="5439"/>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1188" name="Google Shape;1188;p30">
                <a:extLst>
                  <a:ext uri="{FF2B5EF4-FFF2-40B4-BE49-F238E27FC236}">
                    <a16:creationId xmlns:a16="http://schemas.microsoft.com/office/drawing/2014/main" id="{32D7B680-841B-7DF3-EA88-4AC40795C2F0}"/>
                  </a:ext>
                </a:extLst>
              </p:cNvPr>
              <p:cNvGrpSpPr/>
              <p:nvPr/>
            </p:nvGrpSpPr>
            <p:grpSpPr>
              <a:xfrm>
                <a:off x="-613275" y="3443675"/>
                <a:ext cx="5224650" cy="1657575"/>
                <a:chOff x="1161525" y="3805200"/>
                <a:chExt cx="5224650" cy="1657575"/>
              </a:xfrm>
              <a:grpFill/>
            </p:grpSpPr>
            <p:sp>
              <p:nvSpPr>
                <p:cNvPr id="1189" name="Google Shape;1189;p30">
                  <a:extLst>
                    <a:ext uri="{FF2B5EF4-FFF2-40B4-BE49-F238E27FC236}">
                      <a16:creationId xmlns:a16="http://schemas.microsoft.com/office/drawing/2014/main" id="{B135D11F-14E9-7FA8-E74A-D0CFD3DDAA5B}"/>
                    </a:ext>
                  </a:extLst>
                </p:cNvPr>
                <p:cNvSpPr/>
                <p:nvPr/>
              </p:nvSpPr>
              <p:spPr>
                <a:xfrm>
                  <a:off x="5896325" y="4231925"/>
                  <a:ext cx="444400" cy="1230850"/>
                </a:xfrm>
                <a:custGeom>
                  <a:avLst/>
                  <a:gdLst/>
                  <a:ahLst/>
                  <a:cxnLst/>
                  <a:rect l="l" t="t" r="r" b="b"/>
                  <a:pathLst>
                    <a:path w="17776" h="49234" extrusionOk="0">
                      <a:moveTo>
                        <a:pt x="1" y="15017"/>
                      </a:moveTo>
                      <a:lnTo>
                        <a:pt x="1" y="49234"/>
                      </a:lnTo>
                      <a:lnTo>
                        <a:pt x="5487" y="49234"/>
                      </a:lnTo>
                      <a:lnTo>
                        <a:pt x="5487" y="15017"/>
                      </a:lnTo>
                      <a:cubicBezTo>
                        <a:pt x="5487" y="7665"/>
                        <a:pt x="10785" y="1537"/>
                        <a:pt x="17776" y="251"/>
                      </a:cubicBezTo>
                      <a:lnTo>
                        <a:pt x="17776" y="251"/>
                      </a:lnTo>
                      <a:cubicBezTo>
                        <a:pt x="16882" y="79"/>
                        <a:pt x="15957" y="1"/>
                        <a:pt x="15033" y="1"/>
                      </a:cubicBezTo>
                      <a:lnTo>
                        <a:pt x="15033" y="1"/>
                      </a:lnTo>
                      <a:cubicBezTo>
                        <a:pt x="6725" y="1"/>
                        <a:pt x="1" y="6725"/>
                        <a:pt x="1" y="15017"/>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0" name="Google Shape;1190;p30">
                  <a:extLst>
                    <a:ext uri="{FF2B5EF4-FFF2-40B4-BE49-F238E27FC236}">
                      <a16:creationId xmlns:a16="http://schemas.microsoft.com/office/drawing/2014/main" id="{427A9925-C921-DC6B-7C14-6A10A47818EA}"/>
                    </a:ext>
                  </a:extLst>
                </p:cNvPr>
                <p:cNvSpPr/>
                <p:nvPr/>
              </p:nvSpPr>
              <p:spPr>
                <a:xfrm>
                  <a:off x="4763475" y="4231925"/>
                  <a:ext cx="444000" cy="1230850"/>
                </a:xfrm>
                <a:custGeom>
                  <a:avLst/>
                  <a:gdLst/>
                  <a:ahLst/>
                  <a:cxnLst/>
                  <a:rect l="l" t="t" r="r" b="b"/>
                  <a:pathLst>
                    <a:path w="17760" h="49234" extrusionOk="0">
                      <a:moveTo>
                        <a:pt x="0" y="15017"/>
                      </a:moveTo>
                      <a:lnTo>
                        <a:pt x="0" y="49234"/>
                      </a:lnTo>
                      <a:lnTo>
                        <a:pt x="5486" y="49234"/>
                      </a:lnTo>
                      <a:lnTo>
                        <a:pt x="5486" y="15017"/>
                      </a:lnTo>
                      <a:cubicBezTo>
                        <a:pt x="5486" y="7665"/>
                        <a:pt x="10769" y="1537"/>
                        <a:pt x="17759" y="251"/>
                      </a:cubicBezTo>
                      <a:lnTo>
                        <a:pt x="17759" y="251"/>
                      </a:lnTo>
                      <a:cubicBezTo>
                        <a:pt x="16866" y="79"/>
                        <a:pt x="15957" y="1"/>
                        <a:pt x="15016" y="1"/>
                      </a:cubicBezTo>
                      <a:lnTo>
                        <a:pt x="15016" y="1"/>
                      </a:lnTo>
                      <a:cubicBezTo>
                        <a:pt x="6725" y="1"/>
                        <a:pt x="0" y="6725"/>
                        <a:pt x="0" y="15017"/>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1" name="Google Shape;1191;p30">
                  <a:extLst>
                    <a:ext uri="{FF2B5EF4-FFF2-40B4-BE49-F238E27FC236}">
                      <a16:creationId xmlns:a16="http://schemas.microsoft.com/office/drawing/2014/main" id="{CE70C780-291B-36C9-8C87-7336A2EDF7DE}"/>
                    </a:ext>
                  </a:extLst>
                </p:cNvPr>
                <p:cNvSpPr/>
                <p:nvPr/>
              </p:nvSpPr>
              <p:spPr>
                <a:xfrm>
                  <a:off x="3630225" y="4231925"/>
                  <a:ext cx="444000" cy="1230850"/>
                </a:xfrm>
                <a:custGeom>
                  <a:avLst/>
                  <a:gdLst/>
                  <a:ahLst/>
                  <a:cxnLst/>
                  <a:rect l="l" t="t" r="r" b="b"/>
                  <a:pathLst>
                    <a:path w="17760" h="49234" extrusionOk="0">
                      <a:moveTo>
                        <a:pt x="0" y="15017"/>
                      </a:moveTo>
                      <a:lnTo>
                        <a:pt x="0" y="49234"/>
                      </a:lnTo>
                      <a:lnTo>
                        <a:pt x="5486" y="49234"/>
                      </a:lnTo>
                      <a:lnTo>
                        <a:pt x="5486" y="15017"/>
                      </a:lnTo>
                      <a:cubicBezTo>
                        <a:pt x="5486" y="7665"/>
                        <a:pt x="10784" y="1537"/>
                        <a:pt x="17759" y="251"/>
                      </a:cubicBezTo>
                      <a:lnTo>
                        <a:pt x="17759" y="251"/>
                      </a:lnTo>
                      <a:cubicBezTo>
                        <a:pt x="16881" y="79"/>
                        <a:pt x="15957" y="1"/>
                        <a:pt x="15016" y="1"/>
                      </a:cubicBezTo>
                      <a:lnTo>
                        <a:pt x="15016" y="1"/>
                      </a:lnTo>
                      <a:cubicBezTo>
                        <a:pt x="6725" y="1"/>
                        <a:pt x="0" y="6725"/>
                        <a:pt x="0" y="15017"/>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2" name="Google Shape;1192;p30">
                  <a:extLst>
                    <a:ext uri="{FF2B5EF4-FFF2-40B4-BE49-F238E27FC236}">
                      <a16:creationId xmlns:a16="http://schemas.microsoft.com/office/drawing/2014/main" id="{CA2CA58E-9268-2E2A-4289-8B9630AF08BC}"/>
                    </a:ext>
                  </a:extLst>
                </p:cNvPr>
                <p:cNvSpPr/>
                <p:nvPr/>
              </p:nvSpPr>
              <p:spPr>
                <a:xfrm>
                  <a:off x="2496975" y="4231925"/>
                  <a:ext cx="444375" cy="1230850"/>
                </a:xfrm>
                <a:custGeom>
                  <a:avLst/>
                  <a:gdLst/>
                  <a:ahLst/>
                  <a:cxnLst/>
                  <a:rect l="l" t="t" r="r" b="b"/>
                  <a:pathLst>
                    <a:path w="17775" h="49234" extrusionOk="0">
                      <a:moveTo>
                        <a:pt x="0" y="15017"/>
                      </a:moveTo>
                      <a:lnTo>
                        <a:pt x="0" y="49234"/>
                      </a:lnTo>
                      <a:lnTo>
                        <a:pt x="5486" y="49234"/>
                      </a:lnTo>
                      <a:lnTo>
                        <a:pt x="5486" y="15017"/>
                      </a:lnTo>
                      <a:cubicBezTo>
                        <a:pt x="5486" y="7665"/>
                        <a:pt x="10784" y="1537"/>
                        <a:pt x="17775" y="251"/>
                      </a:cubicBezTo>
                      <a:lnTo>
                        <a:pt x="17775" y="251"/>
                      </a:lnTo>
                      <a:cubicBezTo>
                        <a:pt x="16881" y="79"/>
                        <a:pt x="15957" y="1"/>
                        <a:pt x="15032" y="1"/>
                      </a:cubicBezTo>
                      <a:lnTo>
                        <a:pt x="15032" y="1"/>
                      </a:lnTo>
                      <a:cubicBezTo>
                        <a:pt x="6724" y="1"/>
                        <a:pt x="0" y="6725"/>
                        <a:pt x="0" y="15017"/>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3" name="Google Shape;1193;p30">
                  <a:extLst>
                    <a:ext uri="{FF2B5EF4-FFF2-40B4-BE49-F238E27FC236}">
                      <a16:creationId xmlns:a16="http://schemas.microsoft.com/office/drawing/2014/main" id="{DD51EBF9-E484-B9ED-9768-3811B43E4EAB}"/>
                    </a:ext>
                  </a:extLst>
                </p:cNvPr>
                <p:cNvSpPr/>
                <p:nvPr/>
              </p:nvSpPr>
              <p:spPr>
                <a:xfrm>
                  <a:off x="1364100" y="4231925"/>
                  <a:ext cx="444000" cy="1230850"/>
                </a:xfrm>
                <a:custGeom>
                  <a:avLst/>
                  <a:gdLst/>
                  <a:ahLst/>
                  <a:cxnLst/>
                  <a:rect l="l" t="t" r="r" b="b"/>
                  <a:pathLst>
                    <a:path w="17760" h="49234" extrusionOk="0">
                      <a:moveTo>
                        <a:pt x="1" y="15017"/>
                      </a:moveTo>
                      <a:lnTo>
                        <a:pt x="1" y="49234"/>
                      </a:lnTo>
                      <a:lnTo>
                        <a:pt x="5487" y="49234"/>
                      </a:lnTo>
                      <a:lnTo>
                        <a:pt x="5487" y="15017"/>
                      </a:lnTo>
                      <a:cubicBezTo>
                        <a:pt x="5487" y="7665"/>
                        <a:pt x="10769" y="1537"/>
                        <a:pt x="17760" y="251"/>
                      </a:cubicBezTo>
                      <a:lnTo>
                        <a:pt x="17760" y="251"/>
                      </a:lnTo>
                      <a:cubicBezTo>
                        <a:pt x="16866" y="79"/>
                        <a:pt x="15957" y="1"/>
                        <a:pt x="15017" y="1"/>
                      </a:cubicBezTo>
                      <a:lnTo>
                        <a:pt x="15017" y="1"/>
                      </a:lnTo>
                      <a:cubicBezTo>
                        <a:pt x="6725" y="1"/>
                        <a:pt x="1" y="6725"/>
                        <a:pt x="1" y="15017"/>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4" name="Google Shape;1194;p30">
                  <a:extLst>
                    <a:ext uri="{FF2B5EF4-FFF2-40B4-BE49-F238E27FC236}">
                      <a16:creationId xmlns:a16="http://schemas.microsoft.com/office/drawing/2014/main" id="{20CE1086-7093-F35A-5431-8F355304EA4C}"/>
                    </a:ext>
                  </a:extLst>
                </p:cNvPr>
                <p:cNvSpPr/>
                <p:nvPr/>
              </p:nvSpPr>
              <p:spPr>
                <a:xfrm>
                  <a:off x="1161525" y="3805200"/>
                  <a:ext cx="5224650" cy="1657575"/>
                </a:xfrm>
                <a:custGeom>
                  <a:avLst/>
                  <a:gdLst/>
                  <a:ahLst/>
                  <a:cxnLst/>
                  <a:rect l="l" t="t" r="r" b="b"/>
                  <a:pathLst>
                    <a:path w="208986" h="66303" extrusionOk="0">
                      <a:moveTo>
                        <a:pt x="0" y="0"/>
                      </a:moveTo>
                      <a:lnTo>
                        <a:pt x="0" y="1207"/>
                      </a:lnTo>
                      <a:lnTo>
                        <a:pt x="5486" y="1207"/>
                      </a:lnTo>
                      <a:lnTo>
                        <a:pt x="5486" y="5439"/>
                      </a:lnTo>
                      <a:lnTo>
                        <a:pt x="0" y="5439"/>
                      </a:lnTo>
                      <a:lnTo>
                        <a:pt x="0" y="66303"/>
                      </a:lnTo>
                      <a:lnTo>
                        <a:pt x="8104" y="66303"/>
                      </a:lnTo>
                      <a:lnTo>
                        <a:pt x="8104" y="32086"/>
                      </a:lnTo>
                      <a:cubicBezTo>
                        <a:pt x="8104" y="23794"/>
                        <a:pt x="14828" y="17070"/>
                        <a:pt x="23120" y="17070"/>
                      </a:cubicBezTo>
                      <a:lnTo>
                        <a:pt x="23120" y="17070"/>
                      </a:lnTo>
                      <a:cubicBezTo>
                        <a:pt x="31411" y="17070"/>
                        <a:pt x="38136" y="23794"/>
                        <a:pt x="38136" y="32086"/>
                      </a:cubicBezTo>
                      <a:lnTo>
                        <a:pt x="38136" y="32086"/>
                      </a:lnTo>
                      <a:lnTo>
                        <a:pt x="38136" y="66303"/>
                      </a:lnTo>
                      <a:lnTo>
                        <a:pt x="53434" y="66303"/>
                      </a:lnTo>
                      <a:lnTo>
                        <a:pt x="53434" y="32086"/>
                      </a:lnTo>
                      <a:cubicBezTo>
                        <a:pt x="53434" y="23794"/>
                        <a:pt x="60158" y="17070"/>
                        <a:pt x="68450" y="17070"/>
                      </a:cubicBezTo>
                      <a:lnTo>
                        <a:pt x="68450" y="17070"/>
                      </a:lnTo>
                      <a:cubicBezTo>
                        <a:pt x="76741" y="17070"/>
                        <a:pt x="83466" y="23794"/>
                        <a:pt x="83466" y="32086"/>
                      </a:cubicBezTo>
                      <a:lnTo>
                        <a:pt x="83466" y="32086"/>
                      </a:lnTo>
                      <a:lnTo>
                        <a:pt x="83466" y="66303"/>
                      </a:lnTo>
                      <a:lnTo>
                        <a:pt x="98764" y="66303"/>
                      </a:lnTo>
                      <a:lnTo>
                        <a:pt x="98764" y="32086"/>
                      </a:lnTo>
                      <a:cubicBezTo>
                        <a:pt x="98764" y="23794"/>
                        <a:pt x="105488" y="17070"/>
                        <a:pt x="113780" y="17070"/>
                      </a:cubicBezTo>
                      <a:lnTo>
                        <a:pt x="113780" y="17070"/>
                      </a:lnTo>
                      <a:cubicBezTo>
                        <a:pt x="122072" y="17070"/>
                        <a:pt x="128796" y="23794"/>
                        <a:pt x="128796" y="32086"/>
                      </a:cubicBezTo>
                      <a:lnTo>
                        <a:pt x="128796" y="32086"/>
                      </a:lnTo>
                      <a:lnTo>
                        <a:pt x="128796" y="66303"/>
                      </a:lnTo>
                      <a:lnTo>
                        <a:pt x="144094" y="66303"/>
                      </a:lnTo>
                      <a:lnTo>
                        <a:pt x="144094" y="32086"/>
                      </a:lnTo>
                      <a:cubicBezTo>
                        <a:pt x="144094" y="23794"/>
                        <a:pt x="150818" y="17070"/>
                        <a:pt x="159110" y="17070"/>
                      </a:cubicBezTo>
                      <a:lnTo>
                        <a:pt x="159110" y="17070"/>
                      </a:lnTo>
                      <a:cubicBezTo>
                        <a:pt x="167402" y="17070"/>
                        <a:pt x="174126" y="23794"/>
                        <a:pt x="174126" y="32086"/>
                      </a:cubicBezTo>
                      <a:lnTo>
                        <a:pt x="174126" y="32086"/>
                      </a:lnTo>
                      <a:lnTo>
                        <a:pt x="174126" y="66303"/>
                      </a:lnTo>
                      <a:lnTo>
                        <a:pt x="189424" y="66303"/>
                      </a:lnTo>
                      <a:lnTo>
                        <a:pt x="189424" y="32086"/>
                      </a:lnTo>
                      <a:cubicBezTo>
                        <a:pt x="189424" y="23794"/>
                        <a:pt x="196148" y="17070"/>
                        <a:pt x="204440" y="17070"/>
                      </a:cubicBezTo>
                      <a:lnTo>
                        <a:pt x="204440" y="17070"/>
                      </a:lnTo>
                      <a:cubicBezTo>
                        <a:pt x="205976" y="17070"/>
                        <a:pt x="207591" y="17305"/>
                        <a:pt x="208986" y="17728"/>
                      </a:cubicBezTo>
                      <a:lnTo>
                        <a:pt x="208986" y="17728"/>
                      </a:lnTo>
                      <a:lnTo>
                        <a:pt x="208986" y="5439"/>
                      </a:lnTo>
                      <a:lnTo>
                        <a:pt x="205083" y="5439"/>
                      </a:lnTo>
                      <a:lnTo>
                        <a:pt x="205083" y="1207"/>
                      </a:lnTo>
                      <a:lnTo>
                        <a:pt x="208986" y="1207"/>
                      </a:lnTo>
                      <a:lnTo>
                        <a:pt x="208986" y="0"/>
                      </a:lnTo>
                      <a:close/>
                      <a:moveTo>
                        <a:pt x="189832" y="1207"/>
                      </a:moveTo>
                      <a:lnTo>
                        <a:pt x="203766" y="1207"/>
                      </a:lnTo>
                      <a:lnTo>
                        <a:pt x="203766" y="5439"/>
                      </a:lnTo>
                      <a:lnTo>
                        <a:pt x="189832" y="5439"/>
                      </a:lnTo>
                      <a:close/>
                      <a:moveTo>
                        <a:pt x="174581" y="1207"/>
                      </a:moveTo>
                      <a:lnTo>
                        <a:pt x="188515" y="1207"/>
                      </a:lnTo>
                      <a:lnTo>
                        <a:pt x="188515" y="5439"/>
                      </a:lnTo>
                      <a:lnTo>
                        <a:pt x="174581" y="5439"/>
                      </a:lnTo>
                      <a:close/>
                      <a:moveTo>
                        <a:pt x="159314" y="1207"/>
                      </a:moveTo>
                      <a:lnTo>
                        <a:pt x="173264" y="1207"/>
                      </a:lnTo>
                      <a:lnTo>
                        <a:pt x="173264" y="5439"/>
                      </a:lnTo>
                      <a:lnTo>
                        <a:pt x="159314" y="5439"/>
                      </a:lnTo>
                      <a:close/>
                      <a:moveTo>
                        <a:pt x="144063" y="1207"/>
                      </a:moveTo>
                      <a:lnTo>
                        <a:pt x="158013" y="1207"/>
                      </a:lnTo>
                      <a:lnTo>
                        <a:pt x="158013" y="5439"/>
                      </a:lnTo>
                      <a:lnTo>
                        <a:pt x="144063" y="5439"/>
                      </a:lnTo>
                      <a:close/>
                      <a:moveTo>
                        <a:pt x="128812" y="1207"/>
                      </a:moveTo>
                      <a:lnTo>
                        <a:pt x="142762" y="1207"/>
                      </a:lnTo>
                      <a:lnTo>
                        <a:pt x="142762" y="5439"/>
                      </a:lnTo>
                      <a:lnTo>
                        <a:pt x="128812" y="5439"/>
                      </a:lnTo>
                      <a:close/>
                      <a:moveTo>
                        <a:pt x="113560" y="1207"/>
                      </a:moveTo>
                      <a:lnTo>
                        <a:pt x="127511" y="1207"/>
                      </a:lnTo>
                      <a:lnTo>
                        <a:pt x="127511" y="5439"/>
                      </a:lnTo>
                      <a:lnTo>
                        <a:pt x="113560" y="5439"/>
                      </a:lnTo>
                      <a:close/>
                      <a:moveTo>
                        <a:pt x="98309" y="1207"/>
                      </a:moveTo>
                      <a:lnTo>
                        <a:pt x="112259" y="1207"/>
                      </a:lnTo>
                      <a:lnTo>
                        <a:pt x="112259" y="5439"/>
                      </a:lnTo>
                      <a:lnTo>
                        <a:pt x="98309" y="5439"/>
                      </a:lnTo>
                      <a:close/>
                      <a:moveTo>
                        <a:pt x="83058" y="1207"/>
                      </a:moveTo>
                      <a:lnTo>
                        <a:pt x="97008" y="1207"/>
                      </a:lnTo>
                      <a:lnTo>
                        <a:pt x="97008" y="5439"/>
                      </a:lnTo>
                      <a:lnTo>
                        <a:pt x="83058" y="5439"/>
                      </a:lnTo>
                      <a:close/>
                      <a:moveTo>
                        <a:pt x="67807" y="1207"/>
                      </a:moveTo>
                      <a:lnTo>
                        <a:pt x="81757" y="1207"/>
                      </a:lnTo>
                      <a:lnTo>
                        <a:pt x="81757" y="5439"/>
                      </a:lnTo>
                      <a:lnTo>
                        <a:pt x="67807" y="5439"/>
                      </a:lnTo>
                      <a:close/>
                      <a:moveTo>
                        <a:pt x="52556" y="1207"/>
                      </a:moveTo>
                      <a:lnTo>
                        <a:pt x="66490" y="1207"/>
                      </a:lnTo>
                      <a:lnTo>
                        <a:pt x="66490" y="5439"/>
                      </a:lnTo>
                      <a:lnTo>
                        <a:pt x="52556" y="5439"/>
                      </a:lnTo>
                      <a:close/>
                      <a:moveTo>
                        <a:pt x="37305" y="1207"/>
                      </a:moveTo>
                      <a:lnTo>
                        <a:pt x="51239" y="1207"/>
                      </a:lnTo>
                      <a:lnTo>
                        <a:pt x="51239" y="5439"/>
                      </a:lnTo>
                      <a:lnTo>
                        <a:pt x="37305" y="5439"/>
                      </a:lnTo>
                      <a:close/>
                      <a:moveTo>
                        <a:pt x="22038" y="1207"/>
                      </a:moveTo>
                      <a:lnTo>
                        <a:pt x="35988" y="1207"/>
                      </a:lnTo>
                      <a:lnTo>
                        <a:pt x="35988" y="5439"/>
                      </a:lnTo>
                      <a:lnTo>
                        <a:pt x="22038" y="5439"/>
                      </a:lnTo>
                      <a:close/>
                      <a:moveTo>
                        <a:pt x="6787" y="1207"/>
                      </a:moveTo>
                      <a:lnTo>
                        <a:pt x="20737" y="1207"/>
                      </a:lnTo>
                      <a:lnTo>
                        <a:pt x="20737" y="5439"/>
                      </a:lnTo>
                      <a:lnTo>
                        <a:pt x="6787" y="5439"/>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
        <p:nvSpPr>
          <p:cNvPr id="8" name="Google Shape;294;p36">
            <a:extLst>
              <a:ext uri="{FF2B5EF4-FFF2-40B4-BE49-F238E27FC236}">
                <a16:creationId xmlns:a16="http://schemas.microsoft.com/office/drawing/2014/main" id="{055AD96E-B8B1-E75C-9CF8-3057FD17E5DB}"/>
              </a:ext>
            </a:extLst>
          </p:cNvPr>
          <p:cNvSpPr txBox="1">
            <a:spLocks/>
          </p:cNvSpPr>
          <p:nvPr/>
        </p:nvSpPr>
        <p:spPr>
          <a:xfrm>
            <a:off x="561987" y="30796"/>
            <a:ext cx="77040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eaLnBrk="1" hangingPunct="1">
              <a:lnSpc>
                <a:spcPct val="80000"/>
              </a:lnSpc>
              <a:spcBef>
                <a:spcPts val="0"/>
              </a:spcBef>
              <a:spcAft>
                <a:spcPts val="0"/>
              </a:spcAft>
              <a:buClr>
                <a:schemeClr val="dk1"/>
              </a:buClr>
              <a:buSzPts val="5200"/>
              <a:buFont typeface="Bakbak One"/>
              <a:buNone/>
              <a:defRPr sz="7000" b="0" i="0" u="none" strike="noStrike" cap="none">
                <a:solidFill>
                  <a:schemeClr val="dk1"/>
                </a:solidFill>
                <a:latin typeface="Bakbak One"/>
                <a:ea typeface="Bakbak One"/>
                <a:cs typeface="Bakbak One"/>
                <a:sym typeface="Bakbak One"/>
              </a:defRPr>
            </a:lvl1pPr>
            <a:lvl2pPr marR="0" lvl="1" algn="ctr" rtl="0" eaLnBrk="1" hangingPunct="1">
              <a:lnSpc>
                <a:spcPct val="100000"/>
              </a:lnSpc>
              <a:spcBef>
                <a:spcPts val="0"/>
              </a:spcBef>
              <a:spcAft>
                <a:spcPts val="0"/>
              </a:spcAft>
              <a:buClr>
                <a:schemeClr val="dk1"/>
              </a:buClr>
              <a:buSzPts val="5200"/>
              <a:buFont typeface="Bakbak One"/>
              <a:buNone/>
              <a:defRPr sz="5200" b="0" i="0" u="none" strike="noStrike" cap="none">
                <a:solidFill>
                  <a:schemeClr val="dk1"/>
                </a:solidFill>
                <a:latin typeface="Bakbak One"/>
                <a:ea typeface="Bakbak One"/>
                <a:cs typeface="Bakbak One"/>
                <a:sym typeface="Bakbak One"/>
              </a:defRPr>
            </a:lvl2pPr>
            <a:lvl3pPr marR="0" lvl="2" algn="ctr" rtl="0" eaLnBrk="1" hangingPunct="1">
              <a:lnSpc>
                <a:spcPct val="100000"/>
              </a:lnSpc>
              <a:spcBef>
                <a:spcPts val="0"/>
              </a:spcBef>
              <a:spcAft>
                <a:spcPts val="0"/>
              </a:spcAft>
              <a:buClr>
                <a:schemeClr val="dk1"/>
              </a:buClr>
              <a:buSzPts val="5200"/>
              <a:buFont typeface="Bakbak One"/>
              <a:buNone/>
              <a:defRPr sz="5200" b="0" i="0" u="none" strike="noStrike" cap="none">
                <a:solidFill>
                  <a:schemeClr val="dk1"/>
                </a:solidFill>
                <a:latin typeface="Bakbak One"/>
                <a:ea typeface="Bakbak One"/>
                <a:cs typeface="Bakbak One"/>
                <a:sym typeface="Bakbak One"/>
              </a:defRPr>
            </a:lvl3pPr>
            <a:lvl4pPr marR="0" lvl="3" algn="ctr" rtl="0" eaLnBrk="1" hangingPunct="1">
              <a:lnSpc>
                <a:spcPct val="100000"/>
              </a:lnSpc>
              <a:spcBef>
                <a:spcPts val="0"/>
              </a:spcBef>
              <a:spcAft>
                <a:spcPts val="0"/>
              </a:spcAft>
              <a:buClr>
                <a:schemeClr val="dk1"/>
              </a:buClr>
              <a:buSzPts val="5200"/>
              <a:buFont typeface="Bakbak One"/>
              <a:buNone/>
              <a:defRPr sz="5200" b="0" i="0" u="none" strike="noStrike" cap="none">
                <a:solidFill>
                  <a:schemeClr val="dk1"/>
                </a:solidFill>
                <a:latin typeface="Bakbak One"/>
                <a:ea typeface="Bakbak One"/>
                <a:cs typeface="Bakbak One"/>
                <a:sym typeface="Bakbak One"/>
              </a:defRPr>
            </a:lvl4pPr>
            <a:lvl5pPr marR="0" lvl="4" algn="ctr" rtl="0" eaLnBrk="1" hangingPunct="1">
              <a:lnSpc>
                <a:spcPct val="100000"/>
              </a:lnSpc>
              <a:spcBef>
                <a:spcPts val="0"/>
              </a:spcBef>
              <a:spcAft>
                <a:spcPts val="0"/>
              </a:spcAft>
              <a:buClr>
                <a:schemeClr val="dk1"/>
              </a:buClr>
              <a:buSzPts val="5200"/>
              <a:buFont typeface="Bakbak One"/>
              <a:buNone/>
              <a:defRPr sz="5200" b="0" i="0" u="none" strike="noStrike" cap="none">
                <a:solidFill>
                  <a:schemeClr val="dk1"/>
                </a:solidFill>
                <a:latin typeface="Bakbak One"/>
                <a:ea typeface="Bakbak One"/>
                <a:cs typeface="Bakbak One"/>
                <a:sym typeface="Bakbak One"/>
              </a:defRPr>
            </a:lvl5pPr>
            <a:lvl6pPr marR="0" lvl="5" algn="ctr" rtl="0" eaLnBrk="1" hangingPunct="1">
              <a:lnSpc>
                <a:spcPct val="100000"/>
              </a:lnSpc>
              <a:spcBef>
                <a:spcPts val="0"/>
              </a:spcBef>
              <a:spcAft>
                <a:spcPts val="0"/>
              </a:spcAft>
              <a:buClr>
                <a:schemeClr val="dk1"/>
              </a:buClr>
              <a:buSzPts val="5200"/>
              <a:buFont typeface="Bakbak One"/>
              <a:buNone/>
              <a:defRPr sz="5200" b="0" i="0" u="none" strike="noStrike" cap="none">
                <a:solidFill>
                  <a:schemeClr val="dk1"/>
                </a:solidFill>
                <a:latin typeface="Bakbak One"/>
                <a:ea typeface="Bakbak One"/>
                <a:cs typeface="Bakbak One"/>
                <a:sym typeface="Bakbak One"/>
              </a:defRPr>
            </a:lvl6pPr>
            <a:lvl7pPr marR="0" lvl="6" algn="ctr" rtl="0" eaLnBrk="1" hangingPunct="1">
              <a:lnSpc>
                <a:spcPct val="100000"/>
              </a:lnSpc>
              <a:spcBef>
                <a:spcPts val="0"/>
              </a:spcBef>
              <a:spcAft>
                <a:spcPts val="0"/>
              </a:spcAft>
              <a:buClr>
                <a:schemeClr val="dk1"/>
              </a:buClr>
              <a:buSzPts val="5200"/>
              <a:buFont typeface="Bakbak One"/>
              <a:buNone/>
              <a:defRPr sz="5200" b="0" i="0" u="none" strike="noStrike" cap="none">
                <a:solidFill>
                  <a:schemeClr val="dk1"/>
                </a:solidFill>
                <a:latin typeface="Bakbak One"/>
                <a:ea typeface="Bakbak One"/>
                <a:cs typeface="Bakbak One"/>
                <a:sym typeface="Bakbak One"/>
              </a:defRPr>
            </a:lvl7pPr>
            <a:lvl8pPr marR="0" lvl="7" algn="ctr" rtl="0" eaLnBrk="1" hangingPunct="1">
              <a:lnSpc>
                <a:spcPct val="100000"/>
              </a:lnSpc>
              <a:spcBef>
                <a:spcPts val="0"/>
              </a:spcBef>
              <a:spcAft>
                <a:spcPts val="0"/>
              </a:spcAft>
              <a:buClr>
                <a:schemeClr val="dk1"/>
              </a:buClr>
              <a:buSzPts val="5200"/>
              <a:buFont typeface="Bakbak One"/>
              <a:buNone/>
              <a:defRPr sz="5200" b="0" i="0" u="none" strike="noStrike" cap="none">
                <a:solidFill>
                  <a:schemeClr val="dk1"/>
                </a:solidFill>
                <a:latin typeface="Bakbak One"/>
                <a:ea typeface="Bakbak One"/>
                <a:cs typeface="Bakbak One"/>
                <a:sym typeface="Bakbak One"/>
              </a:defRPr>
            </a:lvl8pPr>
            <a:lvl9pPr marR="0" lvl="8" algn="ctr" rtl="0" eaLnBrk="1" hangingPunct="1">
              <a:lnSpc>
                <a:spcPct val="100000"/>
              </a:lnSpc>
              <a:spcBef>
                <a:spcPts val="0"/>
              </a:spcBef>
              <a:spcAft>
                <a:spcPts val="0"/>
              </a:spcAft>
              <a:buClr>
                <a:schemeClr val="dk1"/>
              </a:buClr>
              <a:buSzPts val="5200"/>
              <a:buFont typeface="Bakbak One"/>
              <a:buNone/>
              <a:defRPr sz="5200" b="0" i="0" u="none" strike="noStrike" cap="none">
                <a:solidFill>
                  <a:schemeClr val="dk1"/>
                </a:solidFill>
                <a:latin typeface="Bakbak One"/>
                <a:ea typeface="Bakbak One"/>
                <a:cs typeface="Bakbak One"/>
                <a:sym typeface="Bakbak One"/>
              </a:defRPr>
            </a:lvl9pPr>
          </a:lstStyle>
          <a:p>
            <a:pPr marL="0" marR="0">
              <a:lnSpc>
                <a:spcPct val="115000"/>
              </a:lnSpc>
              <a:spcAft>
                <a:spcPts val="800"/>
              </a:spcAft>
            </a:pPr>
            <a:r>
              <a:rPr lang="en-US" sz="2400" b="1" kern="100" dirty="0">
                <a:solidFill>
                  <a:srgbClr val="002060"/>
                </a:solidFill>
                <a:effectLst/>
                <a:latin typeface="Aptos" panose="020B0004020202020204" pitchFamily="34" charset="0"/>
                <a:ea typeface="Aptos" panose="020B0004020202020204" pitchFamily="34" charset="0"/>
                <a:cs typeface="Arial" panose="020B0604020202020204" pitchFamily="34" charset="0"/>
              </a:rPr>
              <a:t>Handling Spelling Errors</a:t>
            </a:r>
            <a:endParaRPr lang="en-US" sz="2400" kern="100" dirty="0">
              <a:solidFill>
                <a:srgbClr val="002060"/>
              </a:solidFill>
              <a:effectLst/>
              <a:latin typeface="Aptos" panose="020B0004020202020204" pitchFamily="34" charset="0"/>
              <a:ea typeface="Aptos" panose="020B0004020202020204" pitchFamily="34" charset="0"/>
              <a:cs typeface="Arial" panose="020B0604020202020204" pitchFamily="34" charset="0"/>
            </a:endParaRPr>
          </a:p>
        </p:txBody>
      </p:sp>
      <p:grpSp>
        <p:nvGrpSpPr>
          <p:cNvPr id="3" name="Group 2">
            <a:extLst>
              <a:ext uri="{FF2B5EF4-FFF2-40B4-BE49-F238E27FC236}">
                <a16:creationId xmlns:a16="http://schemas.microsoft.com/office/drawing/2014/main" id="{095977D7-7495-B510-2B1B-AA5F17D4FF95}"/>
              </a:ext>
            </a:extLst>
          </p:cNvPr>
          <p:cNvGrpSpPr/>
          <p:nvPr/>
        </p:nvGrpSpPr>
        <p:grpSpPr>
          <a:xfrm>
            <a:off x="534800" y="578066"/>
            <a:ext cx="8430936" cy="3156780"/>
            <a:chOff x="534800" y="578066"/>
            <a:chExt cx="8430936" cy="3156780"/>
          </a:xfrm>
        </p:grpSpPr>
        <p:sp>
          <p:nvSpPr>
            <p:cNvPr id="7" name="Google Shape;342;p37">
              <a:extLst>
                <a:ext uri="{FF2B5EF4-FFF2-40B4-BE49-F238E27FC236}">
                  <a16:creationId xmlns:a16="http://schemas.microsoft.com/office/drawing/2014/main" id="{505B52D9-CC7B-E5AE-FB12-B256D7B041A5}"/>
                </a:ext>
              </a:extLst>
            </p:cNvPr>
            <p:cNvSpPr txBox="1">
              <a:spLocks/>
            </p:cNvSpPr>
            <p:nvPr/>
          </p:nvSpPr>
          <p:spPr>
            <a:xfrm>
              <a:off x="534800" y="578066"/>
              <a:ext cx="8047213" cy="43507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1400"/>
                <a:buFont typeface="Raleway"/>
                <a:buNone/>
                <a:defRPr sz="1200" b="0" i="0" u="none" strike="noStrike" cap="none">
                  <a:solidFill>
                    <a:schemeClr val="dk1"/>
                  </a:solidFill>
                  <a:latin typeface="Raleway"/>
                  <a:ea typeface="Raleway"/>
                  <a:cs typeface="Raleway"/>
                  <a:sym typeface="Raleway"/>
                </a:defRPr>
              </a:lvl1pPr>
              <a:lvl2pPr marL="914400" marR="0" lvl="1" indent="-317500" algn="ctr" rtl="0">
                <a:lnSpc>
                  <a:spcPct val="100000"/>
                </a:lnSpc>
                <a:spcBef>
                  <a:spcPts val="0"/>
                </a:spcBef>
                <a:spcAft>
                  <a:spcPts val="0"/>
                </a:spcAft>
                <a:buClr>
                  <a:schemeClr val="dk1"/>
                </a:buClr>
                <a:buSzPts val="1400"/>
                <a:buFont typeface="Raleway"/>
                <a:buNone/>
                <a:defRPr sz="1400" b="0" i="0" u="none" strike="noStrike" cap="none">
                  <a:solidFill>
                    <a:schemeClr val="dk1"/>
                  </a:solidFill>
                  <a:latin typeface="Raleway"/>
                  <a:ea typeface="Raleway"/>
                  <a:cs typeface="Raleway"/>
                  <a:sym typeface="Raleway"/>
                </a:defRPr>
              </a:lvl2pPr>
              <a:lvl3pPr marL="1371600" marR="0" lvl="2" indent="-317500" algn="ctr" rtl="0">
                <a:lnSpc>
                  <a:spcPct val="100000"/>
                </a:lnSpc>
                <a:spcBef>
                  <a:spcPts val="1600"/>
                </a:spcBef>
                <a:spcAft>
                  <a:spcPts val="0"/>
                </a:spcAft>
                <a:buClr>
                  <a:schemeClr val="dk1"/>
                </a:buClr>
                <a:buSzPts val="1400"/>
                <a:buFont typeface="Raleway"/>
                <a:buNone/>
                <a:defRPr sz="1400" b="0" i="0" u="none" strike="noStrike" cap="none">
                  <a:solidFill>
                    <a:schemeClr val="dk1"/>
                  </a:solidFill>
                  <a:latin typeface="Raleway"/>
                  <a:ea typeface="Raleway"/>
                  <a:cs typeface="Raleway"/>
                  <a:sym typeface="Raleway"/>
                </a:defRPr>
              </a:lvl3pPr>
              <a:lvl4pPr marL="1828800" marR="0" lvl="3" indent="-317500" algn="ctr" rtl="0">
                <a:lnSpc>
                  <a:spcPct val="100000"/>
                </a:lnSpc>
                <a:spcBef>
                  <a:spcPts val="1600"/>
                </a:spcBef>
                <a:spcAft>
                  <a:spcPts val="0"/>
                </a:spcAft>
                <a:buClr>
                  <a:schemeClr val="dk1"/>
                </a:buClr>
                <a:buSzPts val="1400"/>
                <a:buFont typeface="Raleway"/>
                <a:buNone/>
                <a:defRPr sz="1400" b="0" i="0" u="none" strike="noStrike" cap="none">
                  <a:solidFill>
                    <a:schemeClr val="dk1"/>
                  </a:solidFill>
                  <a:latin typeface="Raleway"/>
                  <a:ea typeface="Raleway"/>
                  <a:cs typeface="Raleway"/>
                  <a:sym typeface="Raleway"/>
                </a:defRPr>
              </a:lvl4pPr>
              <a:lvl5pPr marL="2286000" marR="0" lvl="4" indent="-317500" algn="ctr" rtl="0">
                <a:lnSpc>
                  <a:spcPct val="100000"/>
                </a:lnSpc>
                <a:spcBef>
                  <a:spcPts val="1600"/>
                </a:spcBef>
                <a:spcAft>
                  <a:spcPts val="0"/>
                </a:spcAft>
                <a:buClr>
                  <a:schemeClr val="dk1"/>
                </a:buClr>
                <a:buSzPts val="1400"/>
                <a:buFont typeface="Raleway"/>
                <a:buNone/>
                <a:defRPr sz="1400" b="0" i="0" u="none" strike="noStrike" cap="none">
                  <a:solidFill>
                    <a:schemeClr val="dk1"/>
                  </a:solidFill>
                  <a:latin typeface="Raleway"/>
                  <a:ea typeface="Raleway"/>
                  <a:cs typeface="Raleway"/>
                  <a:sym typeface="Raleway"/>
                </a:defRPr>
              </a:lvl5pPr>
              <a:lvl6pPr marL="2743200" marR="0" lvl="5" indent="-317500" algn="ctr" rtl="0">
                <a:lnSpc>
                  <a:spcPct val="100000"/>
                </a:lnSpc>
                <a:spcBef>
                  <a:spcPts val="1600"/>
                </a:spcBef>
                <a:spcAft>
                  <a:spcPts val="0"/>
                </a:spcAft>
                <a:buClr>
                  <a:schemeClr val="dk1"/>
                </a:buClr>
                <a:buSzPts val="1400"/>
                <a:buFont typeface="Raleway"/>
                <a:buNone/>
                <a:defRPr sz="1400" b="0" i="0" u="none" strike="noStrike" cap="none">
                  <a:solidFill>
                    <a:schemeClr val="dk1"/>
                  </a:solidFill>
                  <a:latin typeface="Raleway"/>
                  <a:ea typeface="Raleway"/>
                  <a:cs typeface="Raleway"/>
                  <a:sym typeface="Raleway"/>
                </a:defRPr>
              </a:lvl6pPr>
              <a:lvl7pPr marL="3200400" marR="0" lvl="6" indent="-317500" algn="ctr" rtl="0">
                <a:lnSpc>
                  <a:spcPct val="100000"/>
                </a:lnSpc>
                <a:spcBef>
                  <a:spcPts val="1600"/>
                </a:spcBef>
                <a:spcAft>
                  <a:spcPts val="0"/>
                </a:spcAft>
                <a:buClr>
                  <a:schemeClr val="dk1"/>
                </a:buClr>
                <a:buSzPts val="1400"/>
                <a:buFont typeface="Raleway"/>
                <a:buNone/>
                <a:defRPr sz="1400" b="0" i="0" u="none" strike="noStrike" cap="none">
                  <a:solidFill>
                    <a:schemeClr val="dk1"/>
                  </a:solidFill>
                  <a:latin typeface="Raleway"/>
                  <a:ea typeface="Raleway"/>
                  <a:cs typeface="Raleway"/>
                  <a:sym typeface="Raleway"/>
                </a:defRPr>
              </a:lvl7pPr>
              <a:lvl8pPr marL="3657600" marR="0" lvl="7" indent="-317500" algn="ctr" rtl="0">
                <a:lnSpc>
                  <a:spcPct val="100000"/>
                </a:lnSpc>
                <a:spcBef>
                  <a:spcPts val="1600"/>
                </a:spcBef>
                <a:spcAft>
                  <a:spcPts val="0"/>
                </a:spcAft>
                <a:buClr>
                  <a:schemeClr val="dk1"/>
                </a:buClr>
                <a:buSzPts val="1400"/>
                <a:buFont typeface="Raleway"/>
                <a:buNone/>
                <a:defRPr sz="1400" b="0" i="0" u="none" strike="noStrike" cap="none">
                  <a:solidFill>
                    <a:schemeClr val="dk1"/>
                  </a:solidFill>
                  <a:latin typeface="Raleway"/>
                  <a:ea typeface="Raleway"/>
                  <a:cs typeface="Raleway"/>
                  <a:sym typeface="Raleway"/>
                </a:defRPr>
              </a:lvl8pPr>
              <a:lvl9pPr marL="4114800" marR="0" lvl="8" indent="-317500" algn="ctr" rtl="0">
                <a:lnSpc>
                  <a:spcPct val="100000"/>
                </a:lnSpc>
                <a:spcBef>
                  <a:spcPts val="1600"/>
                </a:spcBef>
                <a:spcAft>
                  <a:spcPts val="1600"/>
                </a:spcAft>
                <a:buClr>
                  <a:schemeClr val="dk1"/>
                </a:buClr>
                <a:buSzPts val="1400"/>
                <a:buFont typeface="Raleway"/>
                <a:buNone/>
                <a:defRPr sz="1400" b="0" i="0" u="none" strike="noStrike" cap="none">
                  <a:solidFill>
                    <a:schemeClr val="dk1"/>
                  </a:solidFill>
                  <a:latin typeface="Raleway"/>
                  <a:ea typeface="Raleway"/>
                  <a:cs typeface="Raleway"/>
                  <a:sym typeface="Raleway"/>
                </a:defRPr>
              </a:lvl9pPr>
            </a:lstStyle>
            <a:p>
              <a:r>
                <a:rPr lang="en-US" sz="1800" dirty="0">
                  <a:solidFill>
                    <a:srgbClr val="1C1C1C"/>
                  </a:solidFill>
                </a:rPr>
                <a:t>in "</a:t>
              </a:r>
              <a:r>
                <a:rPr lang="en-US" sz="1800" b="1" dirty="0">
                  <a:solidFill>
                    <a:srgbClr val="1C1C1C"/>
                  </a:solidFill>
                </a:rPr>
                <a:t>Reason for Delay</a:t>
              </a:r>
              <a:r>
                <a:rPr lang="en-US" sz="1800" dirty="0">
                  <a:solidFill>
                    <a:srgbClr val="1C1C1C"/>
                  </a:solidFill>
                </a:rPr>
                <a:t>": weather → </a:t>
              </a:r>
              <a:r>
                <a:rPr lang="en-US" sz="1800" dirty="0">
                  <a:solidFill>
                    <a:srgbClr val="002060"/>
                  </a:solidFill>
                </a:rPr>
                <a:t>weather conditions </a:t>
              </a:r>
              <a:r>
                <a:rPr lang="en-US" sz="1800" dirty="0">
                  <a:solidFill>
                    <a:srgbClr val="1C1C1C"/>
                  </a:solidFill>
                </a:rPr>
                <a:t>, staff shortage → </a:t>
              </a:r>
              <a:r>
                <a:rPr lang="en-US" sz="1800" dirty="0">
                  <a:solidFill>
                    <a:srgbClr val="002060"/>
                  </a:solidFill>
                </a:rPr>
                <a:t>staffing</a:t>
              </a:r>
              <a:r>
                <a:rPr lang="en-US" sz="1800" dirty="0">
                  <a:solidFill>
                    <a:srgbClr val="1C1C1C"/>
                  </a:solidFill>
                </a:rPr>
                <a:t> , Signals failure → </a:t>
              </a:r>
              <a:r>
                <a:rPr lang="en-US" sz="1800" dirty="0">
                  <a:solidFill>
                    <a:srgbClr val="002060"/>
                  </a:solidFill>
                </a:rPr>
                <a:t>Signal Failure</a:t>
              </a:r>
            </a:p>
            <a:p>
              <a:r>
                <a:rPr lang="en-US" sz="1800" dirty="0">
                  <a:solidFill>
                    <a:srgbClr val="1C1C1C"/>
                  </a:solidFill>
                </a:rPr>
                <a:t>In "</a:t>
              </a:r>
              <a:r>
                <a:rPr lang="en-US" sz="1800" b="1" dirty="0">
                  <a:solidFill>
                    <a:srgbClr val="1C1C1C"/>
                  </a:solidFill>
                </a:rPr>
                <a:t>Arrival Destinations</a:t>
              </a:r>
              <a:r>
                <a:rPr lang="en-US" sz="1800" dirty="0">
                  <a:solidFill>
                    <a:srgbClr val="1C1C1C"/>
                  </a:solidFill>
                </a:rPr>
                <a:t>": Edinburgh → </a:t>
              </a:r>
              <a:r>
                <a:rPr lang="en-US" sz="1800" dirty="0">
                  <a:solidFill>
                    <a:srgbClr val="002060"/>
                  </a:solidFill>
                </a:rPr>
                <a:t>Edinburgh Waverley</a:t>
              </a:r>
              <a:r>
                <a:rPr lang="en-US" sz="4000" dirty="0">
                  <a:solidFill>
                    <a:srgbClr val="002060"/>
                  </a:solidFill>
                  <a:latin typeface="Crimson Pro Bold"/>
                  <a:ea typeface="Crimson Pro Bold"/>
                </a:rPr>
                <a:t> </a:t>
              </a:r>
            </a:p>
          </p:txBody>
        </p:sp>
        <p:pic>
          <p:nvPicPr>
            <p:cNvPr id="2" name="Picture 1">
              <a:extLst>
                <a:ext uri="{FF2B5EF4-FFF2-40B4-BE49-F238E27FC236}">
                  <a16:creationId xmlns:a16="http://schemas.microsoft.com/office/drawing/2014/main" id="{13B8B31E-6499-F9F8-E536-93164840BA7F}"/>
                </a:ext>
              </a:extLst>
            </p:cNvPr>
            <p:cNvPicPr>
              <a:picLocks noChangeAspect="1"/>
            </p:cNvPicPr>
            <p:nvPr/>
          </p:nvPicPr>
          <p:blipFill>
            <a:blip r:embed="rId3"/>
            <a:stretch>
              <a:fillRect/>
            </a:stretch>
          </p:blipFill>
          <p:spPr>
            <a:xfrm>
              <a:off x="821785" y="1984971"/>
              <a:ext cx="5944115" cy="701101"/>
            </a:xfrm>
            <a:prstGeom prst="rect">
              <a:avLst/>
            </a:prstGeom>
          </p:spPr>
        </p:pic>
        <p:pic>
          <p:nvPicPr>
            <p:cNvPr id="5" name="Picture 4">
              <a:extLst>
                <a:ext uri="{FF2B5EF4-FFF2-40B4-BE49-F238E27FC236}">
                  <a16:creationId xmlns:a16="http://schemas.microsoft.com/office/drawing/2014/main" id="{240477FE-927A-48AA-F004-2F01CCC11B1B}"/>
                </a:ext>
              </a:extLst>
            </p:cNvPr>
            <p:cNvPicPr>
              <a:picLocks noChangeAspect="1"/>
            </p:cNvPicPr>
            <p:nvPr/>
          </p:nvPicPr>
          <p:blipFill>
            <a:blip r:embed="rId4"/>
            <a:stretch>
              <a:fillRect/>
            </a:stretch>
          </p:blipFill>
          <p:spPr>
            <a:xfrm>
              <a:off x="1940383" y="2971064"/>
              <a:ext cx="7025353" cy="763782"/>
            </a:xfrm>
            <a:prstGeom prst="rect">
              <a:avLst/>
            </a:prstGeom>
          </p:spPr>
        </p:pic>
      </p:grpSp>
    </p:spTree>
    <p:extLst>
      <p:ext uri="{BB962C8B-B14F-4D97-AF65-F5344CB8AC3E}">
        <p14:creationId xmlns:p14="http://schemas.microsoft.com/office/powerpoint/2010/main" val="33067759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250" fill="hold"/>
                                        <p:tgtEl>
                                          <p:spTgt spid="3"/>
                                        </p:tgtEl>
                                        <p:attrNameLst>
                                          <p:attrName>ppt_x</p:attrName>
                                        </p:attrNameLst>
                                      </p:cBhvr>
                                      <p:tavLst>
                                        <p:tav tm="0">
                                          <p:val>
                                            <p:strVal val="0-#ppt_w/2"/>
                                          </p:val>
                                        </p:tav>
                                        <p:tav tm="100000">
                                          <p:val>
                                            <p:strVal val="#ppt_x"/>
                                          </p:val>
                                        </p:tav>
                                      </p:tavLst>
                                    </p:anim>
                                    <p:anim calcmode="lin" valueType="num">
                                      <p:cBhvr additive="base">
                                        <p:cTn id="8" dur="25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94">
          <a:extLst>
            <a:ext uri="{FF2B5EF4-FFF2-40B4-BE49-F238E27FC236}">
              <a16:creationId xmlns:a16="http://schemas.microsoft.com/office/drawing/2014/main" id="{EC8E77A4-25AF-B92F-43B1-24BD9096AEDE}"/>
            </a:ext>
          </a:extLst>
        </p:cNvPr>
        <p:cNvGrpSpPr/>
        <p:nvPr/>
      </p:nvGrpSpPr>
      <p:grpSpPr>
        <a:xfrm>
          <a:off x="0" y="0"/>
          <a:ext cx="0" cy="0"/>
          <a:chOff x="0" y="0"/>
          <a:chExt cx="0" cy="0"/>
        </a:xfrm>
      </p:grpSpPr>
      <p:sp>
        <p:nvSpPr>
          <p:cNvPr id="1095" name="Google Shape;1095;p30">
            <a:extLst>
              <a:ext uri="{FF2B5EF4-FFF2-40B4-BE49-F238E27FC236}">
                <a16:creationId xmlns:a16="http://schemas.microsoft.com/office/drawing/2014/main" id="{524130F9-AD69-1468-F16A-85A26DB88739}"/>
              </a:ext>
            </a:extLst>
          </p:cNvPr>
          <p:cNvSpPr/>
          <p:nvPr/>
        </p:nvSpPr>
        <p:spPr>
          <a:xfrm>
            <a:off x="340050" y="3140250"/>
            <a:ext cx="8867716" cy="2936625"/>
          </a:xfrm>
          <a:custGeom>
            <a:avLst/>
            <a:gdLst/>
            <a:ahLst/>
            <a:cxnLst/>
            <a:rect l="l" t="t" r="r" b="b"/>
            <a:pathLst>
              <a:path w="208861" h="117465" extrusionOk="0">
                <a:moveTo>
                  <a:pt x="183045" y="1"/>
                </a:moveTo>
                <a:cubicBezTo>
                  <a:pt x="112165" y="1"/>
                  <a:pt x="135646" y="29390"/>
                  <a:pt x="94030" y="29390"/>
                </a:cubicBezTo>
                <a:cubicBezTo>
                  <a:pt x="65942" y="29390"/>
                  <a:pt x="66005" y="6271"/>
                  <a:pt x="37023" y="6271"/>
                </a:cubicBezTo>
                <a:cubicBezTo>
                  <a:pt x="8025" y="6271"/>
                  <a:pt x="0" y="28215"/>
                  <a:pt x="0" y="28215"/>
                </a:cubicBezTo>
                <a:lnTo>
                  <a:pt x="0" y="117464"/>
                </a:lnTo>
                <a:lnTo>
                  <a:pt x="208860" y="117464"/>
                </a:lnTo>
                <a:lnTo>
                  <a:pt x="208860" y="22337"/>
                </a:lnTo>
                <a:cubicBezTo>
                  <a:pt x="208860" y="22337"/>
                  <a:pt x="208860" y="1"/>
                  <a:pt x="183045" y="1"/>
                </a:cubicBezTo>
                <a:close/>
              </a:path>
            </a:pathLst>
          </a:custGeom>
          <a:solidFill>
            <a:srgbClr val="FFFFFF">
              <a:alpha val="410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98" name="Google Shape;1098;p30">
            <a:extLst>
              <a:ext uri="{FF2B5EF4-FFF2-40B4-BE49-F238E27FC236}">
                <a16:creationId xmlns:a16="http://schemas.microsoft.com/office/drawing/2014/main" id="{60A700B3-9017-682F-FBE9-F526585FB10B}"/>
              </a:ext>
            </a:extLst>
          </p:cNvPr>
          <p:cNvGrpSpPr/>
          <p:nvPr/>
        </p:nvGrpSpPr>
        <p:grpSpPr>
          <a:xfrm>
            <a:off x="1941675" y="4364875"/>
            <a:ext cx="853900" cy="770400"/>
            <a:chOff x="4219225" y="4330850"/>
            <a:chExt cx="853900" cy="770400"/>
          </a:xfrm>
          <a:solidFill>
            <a:srgbClr val="38761D"/>
          </a:solidFill>
        </p:grpSpPr>
        <p:grpSp>
          <p:nvGrpSpPr>
            <p:cNvPr id="1099" name="Google Shape;1099;p30">
              <a:extLst>
                <a:ext uri="{FF2B5EF4-FFF2-40B4-BE49-F238E27FC236}">
                  <a16:creationId xmlns:a16="http://schemas.microsoft.com/office/drawing/2014/main" id="{00CF3F9E-224C-B0DE-61B8-80EA80CC945A}"/>
                </a:ext>
              </a:extLst>
            </p:cNvPr>
            <p:cNvGrpSpPr/>
            <p:nvPr/>
          </p:nvGrpSpPr>
          <p:grpSpPr>
            <a:xfrm>
              <a:off x="4295625" y="4330850"/>
              <a:ext cx="777500" cy="770400"/>
              <a:chOff x="4295625" y="4330850"/>
              <a:chExt cx="777500" cy="770400"/>
            </a:xfrm>
            <a:grpFill/>
          </p:grpSpPr>
          <p:sp>
            <p:nvSpPr>
              <p:cNvPr id="1100" name="Google Shape;1100;p30">
                <a:extLst>
                  <a:ext uri="{FF2B5EF4-FFF2-40B4-BE49-F238E27FC236}">
                    <a16:creationId xmlns:a16="http://schemas.microsoft.com/office/drawing/2014/main" id="{AA42AB19-E56F-F5E5-0022-D90047DD6514}"/>
                  </a:ext>
                </a:extLst>
              </p:cNvPr>
              <p:cNvSpPr/>
              <p:nvPr/>
            </p:nvSpPr>
            <p:spPr>
              <a:xfrm>
                <a:off x="4603250" y="4588300"/>
                <a:ext cx="408325" cy="293525"/>
              </a:xfrm>
              <a:custGeom>
                <a:avLst/>
                <a:gdLst/>
                <a:ahLst/>
                <a:cxnLst/>
                <a:rect l="l" t="t" r="r" b="b"/>
                <a:pathLst>
                  <a:path w="16333" h="11741" extrusionOk="0">
                    <a:moveTo>
                      <a:pt x="8167" y="0"/>
                    </a:moveTo>
                    <a:cubicBezTo>
                      <a:pt x="8167" y="0"/>
                      <a:pt x="5549" y="9185"/>
                      <a:pt x="0" y="9185"/>
                    </a:cubicBezTo>
                    <a:cubicBezTo>
                      <a:pt x="0" y="9185"/>
                      <a:pt x="3260" y="11740"/>
                      <a:pt x="8167" y="11740"/>
                    </a:cubicBezTo>
                    <a:cubicBezTo>
                      <a:pt x="13073" y="11740"/>
                      <a:pt x="16333" y="9185"/>
                      <a:pt x="16333" y="9185"/>
                    </a:cubicBezTo>
                    <a:cubicBezTo>
                      <a:pt x="10784" y="9185"/>
                      <a:pt x="8167" y="0"/>
                      <a:pt x="816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01" name="Google Shape;1101;p30">
                <a:extLst>
                  <a:ext uri="{FF2B5EF4-FFF2-40B4-BE49-F238E27FC236}">
                    <a16:creationId xmlns:a16="http://schemas.microsoft.com/office/drawing/2014/main" id="{259E4556-8777-FEF2-1FF6-6B6D52BA48FD}"/>
                  </a:ext>
                </a:extLst>
              </p:cNvPr>
              <p:cNvGrpSpPr/>
              <p:nvPr/>
            </p:nvGrpSpPr>
            <p:grpSpPr>
              <a:xfrm>
                <a:off x="4295625" y="4330850"/>
                <a:ext cx="777500" cy="770400"/>
                <a:chOff x="4295625" y="4330850"/>
                <a:chExt cx="777500" cy="770400"/>
              </a:xfrm>
              <a:grpFill/>
            </p:grpSpPr>
            <p:sp>
              <p:nvSpPr>
                <p:cNvPr id="1102" name="Google Shape;1102;p30">
                  <a:extLst>
                    <a:ext uri="{FF2B5EF4-FFF2-40B4-BE49-F238E27FC236}">
                      <a16:creationId xmlns:a16="http://schemas.microsoft.com/office/drawing/2014/main" id="{457ACAB2-65DA-69F2-187F-988746711646}"/>
                    </a:ext>
                  </a:extLst>
                </p:cNvPr>
                <p:cNvSpPr/>
                <p:nvPr/>
              </p:nvSpPr>
              <p:spPr>
                <a:xfrm>
                  <a:off x="4637325" y="4508750"/>
                  <a:ext cx="340550" cy="244925"/>
                </a:xfrm>
                <a:custGeom>
                  <a:avLst/>
                  <a:gdLst/>
                  <a:ahLst/>
                  <a:cxnLst/>
                  <a:rect l="l" t="t" r="r" b="b"/>
                  <a:pathLst>
                    <a:path w="13622" h="9797" extrusionOk="0">
                      <a:moveTo>
                        <a:pt x="6804" y="0"/>
                      </a:moveTo>
                      <a:cubicBezTo>
                        <a:pt x="6804" y="0"/>
                        <a:pt x="4625" y="7665"/>
                        <a:pt x="1" y="7665"/>
                      </a:cubicBezTo>
                      <a:cubicBezTo>
                        <a:pt x="1" y="7665"/>
                        <a:pt x="2713" y="9797"/>
                        <a:pt x="6804" y="9797"/>
                      </a:cubicBezTo>
                      <a:cubicBezTo>
                        <a:pt x="10895" y="9797"/>
                        <a:pt x="13622" y="7665"/>
                        <a:pt x="13622" y="7665"/>
                      </a:cubicBezTo>
                      <a:cubicBezTo>
                        <a:pt x="8998" y="7665"/>
                        <a:pt x="6804" y="0"/>
                        <a:pt x="680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3" name="Google Shape;1103;p30">
                  <a:extLst>
                    <a:ext uri="{FF2B5EF4-FFF2-40B4-BE49-F238E27FC236}">
                      <a16:creationId xmlns:a16="http://schemas.microsoft.com/office/drawing/2014/main" id="{DC7BFF67-FE72-4F32-2C36-C8B01F993D49}"/>
                    </a:ext>
                  </a:extLst>
                </p:cNvPr>
                <p:cNvSpPr/>
                <p:nvPr/>
              </p:nvSpPr>
              <p:spPr>
                <a:xfrm>
                  <a:off x="4330900" y="4565175"/>
                  <a:ext cx="166175" cy="189675"/>
                </a:xfrm>
                <a:custGeom>
                  <a:avLst/>
                  <a:gdLst/>
                  <a:ahLst/>
                  <a:cxnLst/>
                  <a:rect l="l" t="t" r="r" b="b"/>
                  <a:pathLst>
                    <a:path w="6647" h="7587" extrusionOk="0">
                      <a:moveTo>
                        <a:pt x="3323" y="0"/>
                      </a:moveTo>
                      <a:cubicBezTo>
                        <a:pt x="3323" y="0"/>
                        <a:pt x="2461" y="6850"/>
                        <a:pt x="1" y="6850"/>
                      </a:cubicBezTo>
                      <a:cubicBezTo>
                        <a:pt x="1" y="6850"/>
                        <a:pt x="1286" y="7587"/>
                        <a:pt x="3323" y="7587"/>
                      </a:cubicBezTo>
                      <a:cubicBezTo>
                        <a:pt x="5361" y="7587"/>
                        <a:pt x="6646" y="6850"/>
                        <a:pt x="6646" y="6850"/>
                      </a:cubicBezTo>
                      <a:cubicBezTo>
                        <a:pt x="4186" y="6850"/>
                        <a:pt x="3323" y="0"/>
                        <a:pt x="3323"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04" name="Google Shape;1104;p30">
                  <a:extLst>
                    <a:ext uri="{FF2B5EF4-FFF2-40B4-BE49-F238E27FC236}">
                      <a16:creationId xmlns:a16="http://schemas.microsoft.com/office/drawing/2014/main" id="{99BFBEDB-2435-C773-F394-C9C0FB9E6726}"/>
                    </a:ext>
                  </a:extLst>
                </p:cNvPr>
                <p:cNvGrpSpPr/>
                <p:nvPr/>
              </p:nvGrpSpPr>
              <p:grpSpPr>
                <a:xfrm>
                  <a:off x="4295625" y="4330850"/>
                  <a:ext cx="777500" cy="770400"/>
                  <a:chOff x="4295625" y="4330850"/>
                  <a:chExt cx="777500" cy="770400"/>
                </a:xfrm>
                <a:grpFill/>
              </p:grpSpPr>
              <p:sp>
                <p:nvSpPr>
                  <p:cNvPr id="1105" name="Google Shape;1105;p30">
                    <a:extLst>
                      <a:ext uri="{FF2B5EF4-FFF2-40B4-BE49-F238E27FC236}">
                        <a16:creationId xmlns:a16="http://schemas.microsoft.com/office/drawing/2014/main" id="{981CEA8E-8C44-4C05-FD70-3E5E75CBBA86}"/>
                      </a:ext>
                    </a:extLst>
                  </p:cNvPr>
                  <p:cNvSpPr/>
                  <p:nvPr/>
                </p:nvSpPr>
                <p:spPr>
                  <a:xfrm>
                    <a:off x="4688275" y="4330850"/>
                    <a:ext cx="238675" cy="272750"/>
                  </a:xfrm>
                  <a:custGeom>
                    <a:avLst/>
                    <a:gdLst/>
                    <a:ahLst/>
                    <a:cxnLst/>
                    <a:rect l="l" t="t" r="r" b="b"/>
                    <a:pathLst>
                      <a:path w="9547" h="10910" extrusionOk="0">
                        <a:moveTo>
                          <a:pt x="4766" y="0"/>
                        </a:moveTo>
                        <a:cubicBezTo>
                          <a:pt x="4766" y="0"/>
                          <a:pt x="3543" y="9843"/>
                          <a:pt x="1" y="9843"/>
                        </a:cubicBezTo>
                        <a:cubicBezTo>
                          <a:pt x="1" y="9843"/>
                          <a:pt x="1850" y="10909"/>
                          <a:pt x="4766" y="10909"/>
                        </a:cubicBezTo>
                        <a:cubicBezTo>
                          <a:pt x="7697" y="10909"/>
                          <a:pt x="9546" y="9843"/>
                          <a:pt x="9546" y="9843"/>
                        </a:cubicBezTo>
                        <a:cubicBezTo>
                          <a:pt x="6004" y="9843"/>
                          <a:pt x="4766" y="0"/>
                          <a:pt x="4766"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6" name="Google Shape;1106;p30">
                    <a:extLst>
                      <a:ext uri="{FF2B5EF4-FFF2-40B4-BE49-F238E27FC236}">
                        <a16:creationId xmlns:a16="http://schemas.microsoft.com/office/drawing/2014/main" id="{DDD66991-2EEC-4F26-BB55-1359DA2973CF}"/>
                      </a:ext>
                    </a:extLst>
                  </p:cNvPr>
                  <p:cNvSpPr/>
                  <p:nvPr/>
                </p:nvSpPr>
                <p:spPr>
                  <a:xfrm>
                    <a:off x="4513550" y="4699175"/>
                    <a:ext cx="559575" cy="402075"/>
                  </a:xfrm>
                  <a:custGeom>
                    <a:avLst/>
                    <a:gdLst/>
                    <a:ahLst/>
                    <a:cxnLst/>
                    <a:rect l="l" t="t" r="r" b="b"/>
                    <a:pathLst>
                      <a:path w="22383" h="16083" extrusionOk="0">
                        <a:moveTo>
                          <a:pt x="11192" y="1"/>
                        </a:moveTo>
                        <a:cubicBezTo>
                          <a:pt x="11192" y="1"/>
                          <a:pt x="7618" y="12587"/>
                          <a:pt x="0" y="12587"/>
                        </a:cubicBezTo>
                        <a:cubicBezTo>
                          <a:pt x="0" y="12587"/>
                          <a:pt x="4483" y="16083"/>
                          <a:pt x="11192" y="16083"/>
                        </a:cubicBezTo>
                        <a:cubicBezTo>
                          <a:pt x="17916" y="16083"/>
                          <a:pt x="22383" y="12587"/>
                          <a:pt x="22383" y="12587"/>
                        </a:cubicBezTo>
                        <a:cubicBezTo>
                          <a:pt x="14781" y="12587"/>
                          <a:pt x="11192" y="1"/>
                          <a:pt x="1119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7" name="Google Shape;1107;p30">
                    <a:extLst>
                      <a:ext uri="{FF2B5EF4-FFF2-40B4-BE49-F238E27FC236}">
                        <a16:creationId xmlns:a16="http://schemas.microsoft.com/office/drawing/2014/main" id="{1FE0E07C-646B-FC63-7BE5-D12407505CA1}"/>
                      </a:ext>
                    </a:extLst>
                  </p:cNvPr>
                  <p:cNvSpPr/>
                  <p:nvPr/>
                </p:nvSpPr>
                <p:spPr>
                  <a:xfrm>
                    <a:off x="4295625" y="4689000"/>
                    <a:ext cx="237100" cy="170475"/>
                  </a:xfrm>
                  <a:custGeom>
                    <a:avLst/>
                    <a:gdLst/>
                    <a:ahLst/>
                    <a:cxnLst/>
                    <a:rect l="l" t="t" r="r" b="b"/>
                    <a:pathLst>
                      <a:path w="9484" h="6819" extrusionOk="0">
                        <a:moveTo>
                          <a:pt x="4734" y="0"/>
                        </a:moveTo>
                        <a:cubicBezTo>
                          <a:pt x="4734" y="0"/>
                          <a:pt x="3214" y="5330"/>
                          <a:pt x="1" y="5330"/>
                        </a:cubicBezTo>
                        <a:cubicBezTo>
                          <a:pt x="1" y="5330"/>
                          <a:pt x="1882" y="6819"/>
                          <a:pt x="4734" y="6819"/>
                        </a:cubicBezTo>
                        <a:cubicBezTo>
                          <a:pt x="7587" y="6819"/>
                          <a:pt x="9484" y="5330"/>
                          <a:pt x="9484" y="5330"/>
                        </a:cubicBezTo>
                        <a:cubicBezTo>
                          <a:pt x="6255" y="5330"/>
                          <a:pt x="4734" y="0"/>
                          <a:pt x="473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1108" name="Google Shape;1108;p30">
              <a:extLst>
                <a:ext uri="{FF2B5EF4-FFF2-40B4-BE49-F238E27FC236}">
                  <a16:creationId xmlns:a16="http://schemas.microsoft.com/office/drawing/2014/main" id="{5F307EE2-A69B-5C57-4FD6-2EB6226460AB}"/>
                </a:ext>
              </a:extLst>
            </p:cNvPr>
            <p:cNvGrpSpPr/>
            <p:nvPr/>
          </p:nvGrpSpPr>
          <p:grpSpPr>
            <a:xfrm>
              <a:off x="4219225" y="4744250"/>
              <a:ext cx="389525" cy="357000"/>
              <a:chOff x="4219225" y="4744250"/>
              <a:chExt cx="389525" cy="357000"/>
            </a:xfrm>
            <a:grpFill/>
          </p:grpSpPr>
          <p:sp>
            <p:nvSpPr>
              <p:cNvPr id="1109" name="Google Shape;1109;p30">
                <a:extLst>
                  <a:ext uri="{FF2B5EF4-FFF2-40B4-BE49-F238E27FC236}">
                    <a16:creationId xmlns:a16="http://schemas.microsoft.com/office/drawing/2014/main" id="{63A11865-A6AC-6CA3-3FCF-CE5CEB4FDC1F}"/>
                  </a:ext>
                </a:extLst>
              </p:cNvPr>
              <p:cNvSpPr/>
              <p:nvPr/>
            </p:nvSpPr>
            <p:spPr>
              <a:xfrm>
                <a:off x="4271725" y="4744250"/>
                <a:ext cx="284525" cy="204175"/>
              </a:xfrm>
              <a:custGeom>
                <a:avLst/>
                <a:gdLst/>
                <a:ahLst/>
                <a:cxnLst/>
                <a:rect l="l" t="t" r="r" b="b"/>
                <a:pathLst>
                  <a:path w="11381" h="8167" extrusionOk="0">
                    <a:moveTo>
                      <a:pt x="5690" y="0"/>
                    </a:moveTo>
                    <a:cubicBezTo>
                      <a:pt x="5690" y="0"/>
                      <a:pt x="3872" y="6396"/>
                      <a:pt x="1" y="6396"/>
                    </a:cubicBezTo>
                    <a:cubicBezTo>
                      <a:pt x="1" y="6396"/>
                      <a:pt x="2273" y="8167"/>
                      <a:pt x="5690" y="8167"/>
                    </a:cubicBezTo>
                    <a:cubicBezTo>
                      <a:pt x="9107" y="8167"/>
                      <a:pt x="11380" y="6396"/>
                      <a:pt x="11380" y="6396"/>
                    </a:cubicBezTo>
                    <a:cubicBezTo>
                      <a:pt x="7509" y="6396"/>
                      <a:pt x="5690" y="0"/>
                      <a:pt x="569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0" name="Google Shape;1110;p30">
                <a:extLst>
                  <a:ext uri="{FF2B5EF4-FFF2-40B4-BE49-F238E27FC236}">
                    <a16:creationId xmlns:a16="http://schemas.microsoft.com/office/drawing/2014/main" id="{88BA473D-034D-50D6-2949-184041400369}"/>
                  </a:ext>
                </a:extLst>
              </p:cNvPr>
              <p:cNvSpPr/>
              <p:nvPr/>
            </p:nvSpPr>
            <p:spPr>
              <a:xfrm>
                <a:off x="4219225" y="4821450"/>
                <a:ext cx="389525" cy="279800"/>
              </a:xfrm>
              <a:custGeom>
                <a:avLst/>
                <a:gdLst/>
                <a:ahLst/>
                <a:cxnLst/>
                <a:rect l="l" t="t" r="r" b="b"/>
                <a:pathLst>
                  <a:path w="15581" h="11192" extrusionOk="0">
                    <a:moveTo>
                      <a:pt x="7790" y="0"/>
                    </a:moveTo>
                    <a:cubicBezTo>
                      <a:pt x="7790" y="0"/>
                      <a:pt x="5298" y="8762"/>
                      <a:pt x="0" y="8762"/>
                    </a:cubicBezTo>
                    <a:cubicBezTo>
                      <a:pt x="0" y="8762"/>
                      <a:pt x="3120" y="11192"/>
                      <a:pt x="7790" y="11192"/>
                    </a:cubicBezTo>
                    <a:cubicBezTo>
                      <a:pt x="12461" y="11192"/>
                      <a:pt x="15581" y="8762"/>
                      <a:pt x="15581" y="8762"/>
                    </a:cubicBezTo>
                    <a:cubicBezTo>
                      <a:pt x="10283" y="8762"/>
                      <a:pt x="7790" y="0"/>
                      <a:pt x="779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113" name="Google Shape;1113;p30">
            <a:extLst>
              <a:ext uri="{FF2B5EF4-FFF2-40B4-BE49-F238E27FC236}">
                <a16:creationId xmlns:a16="http://schemas.microsoft.com/office/drawing/2014/main" id="{C82B3D71-8A73-10BC-2EF9-CAA7344E9325}"/>
              </a:ext>
            </a:extLst>
          </p:cNvPr>
          <p:cNvGrpSpPr/>
          <p:nvPr/>
        </p:nvGrpSpPr>
        <p:grpSpPr>
          <a:xfrm flipH="1">
            <a:off x="-3947675" y="-414289"/>
            <a:ext cx="5744325" cy="5451839"/>
            <a:chOff x="4527625" y="682250"/>
            <a:chExt cx="4656075" cy="4419000"/>
          </a:xfrm>
        </p:grpSpPr>
        <p:sp>
          <p:nvSpPr>
            <p:cNvPr id="1114" name="Google Shape;1114;p30">
              <a:extLst>
                <a:ext uri="{FF2B5EF4-FFF2-40B4-BE49-F238E27FC236}">
                  <a16:creationId xmlns:a16="http://schemas.microsoft.com/office/drawing/2014/main" id="{565AE6D5-29C7-91CB-B6A2-DADA9C5AF62A}"/>
                </a:ext>
              </a:extLst>
            </p:cNvPr>
            <p:cNvSpPr/>
            <p:nvPr/>
          </p:nvSpPr>
          <p:spPr>
            <a:xfrm>
              <a:off x="4527625" y="682250"/>
              <a:ext cx="4656075" cy="4419000"/>
            </a:xfrm>
            <a:custGeom>
              <a:avLst/>
              <a:gdLst/>
              <a:ahLst/>
              <a:cxnLst/>
              <a:rect l="l" t="t" r="r" b="b"/>
              <a:pathLst>
                <a:path w="186243" h="176760" extrusionOk="0">
                  <a:moveTo>
                    <a:pt x="135238" y="1442"/>
                  </a:moveTo>
                  <a:lnTo>
                    <a:pt x="0" y="176760"/>
                  </a:lnTo>
                  <a:lnTo>
                    <a:pt x="186242" y="176760"/>
                  </a:lnTo>
                  <a:lnTo>
                    <a:pt x="186242" y="59359"/>
                  </a:lnTo>
                  <a:lnTo>
                    <a:pt x="141100" y="1427"/>
                  </a:lnTo>
                  <a:cubicBezTo>
                    <a:pt x="140348" y="471"/>
                    <a:pt x="139266" y="0"/>
                    <a:pt x="138169" y="0"/>
                  </a:cubicBezTo>
                  <a:lnTo>
                    <a:pt x="138169" y="0"/>
                  </a:lnTo>
                  <a:cubicBezTo>
                    <a:pt x="137072" y="0"/>
                    <a:pt x="135975" y="486"/>
                    <a:pt x="135238" y="1442"/>
                  </a:cubicBezTo>
                </a:path>
              </a:pathLst>
            </a:custGeom>
            <a:solidFill>
              <a:srgbClr val="0070C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15" name="Google Shape;1115;p30">
              <a:extLst>
                <a:ext uri="{FF2B5EF4-FFF2-40B4-BE49-F238E27FC236}">
                  <a16:creationId xmlns:a16="http://schemas.microsoft.com/office/drawing/2014/main" id="{5A524A6E-32D3-070F-2275-E9336E8575D8}"/>
                </a:ext>
              </a:extLst>
            </p:cNvPr>
            <p:cNvSpPr/>
            <p:nvPr/>
          </p:nvSpPr>
          <p:spPr>
            <a:xfrm>
              <a:off x="7564125" y="695575"/>
              <a:ext cx="1619575" cy="4405675"/>
            </a:xfrm>
            <a:custGeom>
              <a:avLst/>
              <a:gdLst/>
              <a:ahLst/>
              <a:cxnLst/>
              <a:rect l="l" t="t" r="r" b="b"/>
              <a:pathLst>
                <a:path w="64783" h="176227" extrusionOk="0">
                  <a:moveTo>
                    <a:pt x="21600" y="3417"/>
                  </a:moveTo>
                  <a:cubicBezTo>
                    <a:pt x="18935" y="0"/>
                    <a:pt x="13465" y="3198"/>
                    <a:pt x="15267" y="7148"/>
                  </a:cubicBezTo>
                  <a:cubicBezTo>
                    <a:pt x="15299" y="7226"/>
                    <a:pt x="15346" y="7289"/>
                    <a:pt x="15377" y="7367"/>
                  </a:cubicBezTo>
                  <a:cubicBezTo>
                    <a:pt x="17258" y="10894"/>
                    <a:pt x="21176" y="11286"/>
                    <a:pt x="21176" y="14029"/>
                  </a:cubicBezTo>
                  <a:cubicBezTo>
                    <a:pt x="21176" y="23042"/>
                    <a:pt x="1975" y="29437"/>
                    <a:pt x="1975" y="46678"/>
                  </a:cubicBezTo>
                  <a:cubicBezTo>
                    <a:pt x="1975" y="63920"/>
                    <a:pt x="41553" y="65488"/>
                    <a:pt x="41553" y="83513"/>
                  </a:cubicBezTo>
                  <a:cubicBezTo>
                    <a:pt x="41553" y="101539"/>
                    <a:pt x="0" y="98796"/>
                    <a:pt x="0" y="125442"/>
                  </a:cubicBezTo>
                  <a:cubicBezTo>
                    <a:pt x="0" y="152088"/>
                    <a:pt x="64782" y="176227"/>
                    <a:pt x="64782" y="176227"/>
                  </a:cubicBezTo>
                  <a:lnTo>
                    <a:pt x="64782" y="58826"/>
                  </a:lnTo>
                  <a:close/>
                </a:path>
              </a:pathLst>
            </a:custGeom>
            <a:solidFill>
              <a:srgbClr val="FFFFFF">
                <a:alpha val="410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37" name="Google Shape;1137;p30">
            <a:extLst>
              <a:ext uri="{FF2B5EF4-FFF2-40B4-BE49-F238E27FC236}">
                <a16:creationId xmlns:a16="http://schemas.microsoft.com/office/drawing/2014/main" id="{5E795C40-C3BA-69E2-9D72-7B4497C12094}"/>
              </a:ext>
            </a:extLst>
          </p:cNvPr>
          <p:cNvSpPr/>
          <p:nvPr/>
        </p:nvSpPr>
        <p:spPr>
          <a:xfrm>
            <a:off x="4305025" y="3983225"/>
            <a:ext cx="4881800" cy="1188925"/>
          </a:xfrm>
          <a:custGeom>
            <a:avLst/>
            <a:gdLst/>
            <a:ahLst/>
            <a:cxnLst/>
            <a:rect l="l" t="t" r="r" b="b"/>
            <a:pathLst>
              <a:path w="195272" h="47557" extrusionOk="0">
                <a:moveTo>
                  <a:pt x="169456" y="6161"/>
                </a:moveTo>
                <a:cubicBezTo>
                  <a:pt x="153343" y="18559"/>
                  <a:pt x="158233" y="14907"/>
                  <a:pt x="149001" y="12290"/>
                </a:cubicBezTo>
                <a:lnTo>
                  <a:pt x="149001" y="12290"/>
                </a:lnTo>
                <a:cubicBezTo>
                  <a:pt x="139753" y="9688"/>
                  <a:pt x="141070" y="6020"/>
                  <a:pt x="130489" y="13340"/>
                </a:cubicBezTo>
                <a:lnTo>
                  <a:pt x="130489" y="13340"/>
                </a:lnTo>
                <a:cubicBezTo>
                  <a:pt x="125160" y="17023"/>
                  <a:pt x="118279" y="16318"/>
                  <a:pt x="111147" y="15628"/>
                </a:cubicBezTo>
                <a:lnTo>
                  <a:pt x="111147" y="15628"/>
                </a:lnTo>
                <a:cubicBezTo>
                  <a:pt x="104125" y="14938"/>
                  <a:pt x="96868" y="14233"/>
                  <a:pt x="90645" y="17760"/>
                </a:cubicBezTo>
                <a:lnTo>
                  <a:pt x="90645" y="17760"/>
                </a:lnTo>
                <a:cubicBezTo>
                  <a:pt x="78106" y="24829"/>
                  <a:pt x="65990" y="32980"/>
                  <a:pt x="62416" y="32494"/>
                </a:cubicBezTo>
                <a:lnTo>
                  <a:pt x="62416" y="32494"/>
                </a:lnTo>
                <a:cubicBezTo>
                  <a:pt x="29515" y="28058"/>
                  <a:pt x="1" y="47557"/>
                  <a:pt x="1" y="47557"/>
                </a:cubicBezTo>
                <a:lnTo>
                  <a:pt x="1" y="47557"/>
                </a:lnTo>
                <a:lnTo>
                  <a:pt x="195271" y="47557"/>
                </a:lnTo>
                <a:lnTo>
                  <a:pt x="195271" y="3935"/>
                </a:lnTo>
                <a:cubicBezTo>
                  <a:pt x="195271" y="3935"/>
                  <a:pt x="191525" y="1"/>
                  <a:pt x="184817" y="1"/>
                </a:cubicBezTo>
                <a:lnTo>
                  <a:pt x="184817" y="1"/>
                </a:lnTo>
                <a:cubicBezTo>
                  <a:pt x="180726" y="1"/>
                  <a:pt x="175553" y="1459"/>
                  <a:pt x="169456" y="6161"/>
                </a:cubicBezTo>
                <a:close/>
              </a:path>
            </a:pathLst>
          </a:custGeom>
          <a:solidFill>
            <a:srgbClr val="638C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rgbClr val="00B0F0"/>
              </a:solidFill>
            </a:endParaRPr>
          </a:p>
        </p:txBody>
      </p:sp>
      <p:grpSp>
        <p:nvGrpSpPr>
          <p:cNvPr id="1138" name="Google Shape;1138;p30">
            <a:extLst>
              <a:ext uri="{FF2B5EF4-FFF2-40B4-BE49-F238E27FC236}">
                <a16:creationId xmlns:a16="http://schemas.microsoft.com/office/drawing/2014/main" id="{F7866D9C-9E21-1CD9-D2EB-A2C2AB31FD0D}"/>
              </a:ext>
            </a:extLst>
          </p:cNvPr>
          <p:cNvGrpSpPr/>
          <p:nvPr/>
        </p:nvGrpSpPr>
        <p:grpSpPr>
          <a:xfrm>
            <a:off x="7524150" y="4407050"/>
            <a:ext cx="559600" cy="770400"/>
            <a:chOff x="7524150" y="4330850"/>
            <a:chExt cx="559600" cy="770400"/>
          </a:xfrm>
          <a:solidFill>
            <a:srgbClr val="38761D"/>
          </a:solidFill>
        </p:grpSpPr>
        <p:sp>
          <p:nvSpPr>
            <p:cNvPr id="1139" name="Google Shape;1139;p30">
              <a:extLst>
                <a:ext uri="{FF2B5EF4-FFF2-40B4-BE49-F238E27FC236}">
                  <a16:creationId xmlns:a16="http://schemas.microsoft.com/office/drawing/2014/main" id="{DA2CD47C-4942-0095-89D9-FDDDC1536DD0}"/>
                </a:ext>
              </a:extLst>
            </p:cNvPr>
            <p:cNvSpPr/>
            <p:nvPr/>
          </p:nvSpPr>
          <p:spPr>
            <a:xfrm>
              <a:off x="7684825" y="4330850"/>
              <a:ext cx="238275" cy="272750"/>
            </a:xfrm>
            <a:custGeom>
              <a:avLst/>
              <a:gdLst/>
              <a:ahLst/>
              <a:cxnLst/>
              <a:rect l="l" t="t" r="r" b="b"/>
              <a:pathLst>
                <a:path w="9531" h="10910" extrusionOk="0">
                  <a:moveTo>
                    <a:pt x="4765" y="0"/>
                  </a:moveTo>
                  <a:cubicBezTo>
                    <a:pt x="4765" y="0"/>
                    <a:pt x="3527" y="9843"/>
                    <a:pt x="0" y="9843"/>
                  </a:cubicBezTo>
                  <a:cubicBezTo>
                    <a:pt x="0" y="9843"/>
                    <a:pt x="1850" y="10909"/>
                    <a:pt x="4765" y="10909"/>
                  </a:cubicBezTo>
                  <a:cubicBezTo>
                    <a:pt x="7680" y="10909"/>
                    <a:pt x="9530" y="9843"/>
                    <a:pt x="9530" y="9843"/>
                  </a:cubicBezTo>
                  <a:cubicBezTo>
                    <a:pt x="5988" y="9843"/>
                    <a:pt x="4765" y="0"/>
                    <a:pt x="476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0" name="Google Shape;1140;p30">
              <a:extLst>
                <a:ext uri="{FF2B5EF4-FFF2-40B4-BE49-F238E27FC236}">
                  <a16:creationId xmlns:a16="http://schemas.microsoft.com/office/drawing/2014/main" id="{7578E9B9-ADD1-3BF8-5B92-79D6B1AD1E00}"/>
                </a:ext>
              </a:extLst>
            </p:cNvPr>
            <p:cNvSpPr/>
            <p:nvPr/>
          </p:nvSpPr>
          <p:spPr>
            <a:xfrm>
              <a:off x="7633475" y="4508750"/>
              <a:ext cx="340950" cy="244925"/>
            </a:xfrm>
            <a:custGeom>
              <a:avLst/>
              <a:gdLst/>
              <a:ahLst/>
              <a:cxnLst/>
              <a:rect l="l" t="t" r="r" b="b"/>
              <a:pathLst>
                <a:path w="13638" h="9797" extrusionOk="0">
                  <a:moveTo>
                    <a:pt x="6819" y="0"/>
                  </a:moveTo>
                  <a:cubicBezTo>
                    <a:pt x="6819" y="0"/>
                    <a:pt x="4640" y="7665"/>
                    <a:pt x="1" y="7665"/>
                  </a:cubicBezTo>
                  <a:cubicBezTo>
                    <a:pt x="1" y="7665"/>
                    <a:pt x="2728" y="9797"/>
                    <a:pt x="6819" y="9797"/>
                  </a:cubicBezTo>
                  <a:cubicBezTo>
                    <a:pt x="10910" y="9797"/>
                    <a:pt x="13637" y="7665"/>
                    <a:pt x="13637" y="7665"/>
                  </a:cubicBezTo>
                  <a:cubicBezTo>
                    <a:pt x="8998" y="7665"/>
                    <a:pt x="6819" y="0"/>
                    <a:pt x="681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1" name="Google Shape;1141;p30">
              <a:extLst>
                <a:ext uri="{FF2B5EF4-FFF2-40B4-BE49-F238E27FC236}">
                  <a16:creationId xmlns:a16="http://schemas.microsoft.com/office/drawing/2014/main" id="{5730E460-E665-9B25-F9B4-F790895C395F}"/>
                </a:ext>
              </a:extLst>
            </p:cNvPr>
            <p:cNvSpPr/>
            <p:nvPr/>
          </p:nvSpPr>
          <p:spPr>
            <a:xfrm>
              <a:off x="7599775" y="4588300"/>
              <a:ext cx="408350" cy="293525"/>
            </a:xfrm>
            <a:custGeom>
              <a:avLst/>
              <a:gdLst/>
              <a:ahLst/>
              <a:cxnLst/>
              <a:rect l="l" t="t" r="r" b="b"/>
              <a:pathLst>
                <a:path w="16334" h="11741" extrusionOk="0">
                  <a:moveTo>
                    <a:pt x="8167" y="0"/>
                  </a:moveTo>
                  <a:cubicBezTo>
                    <a:pt x="8167" y="0"/>
                    <a:pt x="5549" y="9185"/>
                    <a:pt x="1" y="9185"/>
                  </a:cubicBezTo>
                  <a:cubicBezTo>
                    <a:pt x="1" y="9185"/>
                    <a:pt x="3261" y="11740"/>
                    <a:pt x="8167" y="11740"/>
                  </a:cubicBezTo>
                  <a:cubicBezTo>
                    <a:pt x="13073" y="11740"/>
                    <a:pt x="16333" y="9185"/>
                    <a:pt x="16333" y="9185"/>
                  </a:cubicBezTo>
                  <a:cubicBezTo>
                    <a:pt x="10785" y="9185"/>
                    <a:pt x="8167" y="0"/>
                    <a:pt x="816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2" name="Google Shape;1142;p30">
              <a:extLst>
                <a:ext uri="{FF2B5EF4-FFF2-40B4-BE49-F238E27FC236}">
                  <a16:creationId xmlns:a16="http://schemas.microsoft.com/office/drawing/2014/main" id="{03B06FBD-0364-12A5-3534-69400C3DDFCC}"/>
                </a:ext>
              </a:extLst>
            </p:cNvPr>
            <p:cNvSpPr/>
            <p:nvPr/>
          </p:nvSpPr>
          <p:spPr>
            <a:xfrm>
              <a:off x="7524150" y="4699175"/>
              <a:ext cx="559600" cy="402075"/>
            </a:xfrm>
            <a:custGeom>
              <a:avLst/>
              <a:gdLst/>
              <a:ahLst/>
              <a:cxnLst/>
              <a:rect l="l" t="t" r="r" b="b"/>
              <a:pathLst>
                <a:path w="22384" h="16083" extrusionOk="0">
                  <a:moveTo>
                    <a:pt x="11192" y="1"/>
                  </a:moveTo>
                  <a:cubicBezTo>
                    <a:pt x="11192" y="1"/>
                    <a:pt x="7603" y="12587"/>
                    <a:pt x="1" y="12587"/>
                  </a:cubicBezTo>
                  <a:cubicBezTo>
                    <a:pt x="1" y="12587"/>
                    <a:pt x="4468" y="16083"/>
                    <a:pt x="11192" y="16083"/>
                  </a:cubicBezTo>
                  <a:cubicBezTo>
                    <a:pt x="17916" y="16083"/>
                    <a:pt x="22384" y="12587"/>
                    <a:pt x="22384" y="12587"/>
                  </a:cubicBezTo>
                  <a:cubicBezTo>
                    <a:pt x="14781" y="12587"/>
                    <a:pt x="11192" y="1"/>
                    <a:pt x="1119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43" name="Google Shape;1143;p30">
            <a:extLst>
              <a:ext uri="{FF2B5EF4-FFF2-40B4-BE49-F238E27FC236}">
                <a16:creationId xmlns:a16="http://schemas.microsoft.com/office/drawing/2014/main" id="{6FF8EE3D-4BE4-B666-DEB3-84CDC6D21E87}"/>
              </a:ext>
            </a:extLst>
          </p:cNvPr>
          <p:cNvGrpSpPr/>
          <p:nvPr/>
        </p:nvGrpSpPr>
        <p:grpSpPr>
          <a:xfrm>
            <a:off x="5354825" y="4641375"/>
            <a:ext cx="389150" cy="536075"/>
            <a:chOff x="5354825" y="4565175"/>
            <a:chExt cx="389150" cy="536075"/>
          </a:xfrm>
          <a:solidFill>
            <a:srgbClr val="38761D"/>
          </a:solidFill>
        </p:grpSpPr>
        <p:sp>
          <p:nvSpPr>
            <p:cNvPr id="1144" name="Google Shape;1144;p30">
              <a:extLst>
                <a:ext uri="{FF2B5EF4-FFF2-40B4-BE49-F238E27FC236}">
                  <a16:creationId xmlns:a16="http://schemas.microsoft.com/office/drawing/2014/main" id="{6FAF652A-E504-33CB-25DC-8023A74E87E9}"/>
                </a:ext>
              </a:extLst>
            </p:cNvPr>
            <p:cNvSpPr/>
            <p:nvPr/>
          </p:nvSpPr>
          <p:spPr>
            <a:xfrm>
              <a:off x="5466500" y="4565175"/>
              <a:ext cx="165775" cy="189675"/>
            </a:xfrm>
            <a:custGeom>
              <a:avLst/>
              <a:gdLst/>
              <a:ahLst/>
              <a:cxnLst/>
              <a:rect l="l" t="t" r="r" b="b"/>
              <a:pathLst>
                <a:path w="6631" h="7587" extrusionOk="0">
                  <a:moveTo>
                    <a:pt x="3324" y="0"/>
                  </a:moveTo>
                  <a:cubicBezTo>
                    <a:pt x="3324" y="0"/>
                    <a:pt x="2462" y="6850"/>
                    <a:pt x="1" y="6850"/>
                  </a:cubicBezTo>
                  <a:cubicBezTo>
                    <a:pt x="1" y="6850"/>
                    <a:pt x="1286" y="7587"/>
                    <a:pt x="3324" y="7587"/>
                  </a:cubicBezTo>
                  <a:cubicBezTo>
                    <a:pt x="5346" y="7587"/>
                    <a:pt x="6631" y="6850"/>
                    <a:pt x="6631" y="6850"/>
                  </a:cubicBezTo>
                  <a:cubicBezTo>
                    <a:pt x="4170" y="6850"/>
                    <a:pt x="3324" y="0"/>
                    <a:pt x="332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45" name="Google Shape;1145;p30">
              <a:extLst>
                <a:ext uri="{FF2B5EF4-FFF2-40B4-BE49-F238E27FC236}">
                  <a16:creationId xmlns:a16="http://schemas.microsoft.com/office/drawing/2014/main" id="{73DFE671-7FEA-5D16-E734-E21D295D6904}"/>
                </a:ext>
              </a:extLst>
            </p:cNvPr>
            <p:cNvGrpSpPr/>
            <p:nvPr/>
          </p:nvGrpSpPr>
          <p:grpSpPr>
            <a:xfrm>
              <a:off x="5354825" y="4689000"/>
              <a:ext cx="389150" cy="412250"/>
              <a:chOff x="5354825" y="4689000"/>
              <a:chExt cx="389150" cy="412250"/>
            </a:xfrm>
            <a:grpFill/>
          </p:grpSpPr>
          <p:sp>
            <p:nvSpPr>
              <p:cNvPr id="1146" name="Google Shape;1146;p30">
                <a:extLst>
                  <a:ext uri="{FF2B5EF4-FFF2-40B4-BE49-F238E27FC236}">
                    <a16:creationId xmlns:a16="http://schemas.microsoft.com/office/drawing/2014/main" id="{5A7DD32B-913E-8D72-8E23-7CC6B1FB3D29}"/>
                  </a:ext>
                </a:extLst>
              </p:cNvPr>
              <p:cNvSpPr/>
              <p:nvPr/>
            </p:nvSpPr>
            <p:spPr>
              <a:xfrm>
                <a:off x="5430850" y="4689000"/>
                <a:ext cx="237100" cy="170475"/>
              </a:xfrm>
              <a:custGeom>
                <a:avLst/>
                <a:gdLst/>
                <a:ahLst/>
                <a:cxnLst/>
                <a:rect l="l" t="t" r="r" b="b"/>
                <a:pathLst>
                  <a:path w="9484" h="6819" extrusionOk="0">
                    <a:moveTo>
                      <a:pt x="4750" y="0"/>
                    </a:moveTo>
                    <a:cubicBezTo>
                      <a:pt x="4750" y="0"/>
                      <a:pt x="3229" y="5330"/>
                      <a:pt x="0" y="5330"/>
                    </a:cubicBezTo>
                    <a:cubicBezTo>
                      <a:pt x="0" y="5330"/>
                      <a:pt x="1897" y="6819"/>
                      <a:pt x="4750" y="6819"/>
                    </a:cubicBezTo>
                    <a:cubicBezTo>
                      <a:pt x="7587" y="6819"/>
                      <a:pt x="9483" y="5330"/>
                      <a:pt x="9483" y="5330"/>
                    </a:cubicBezTo>
                    <a:cubicBezTo>
                      <a:pt x="6270" y="5330"/>
                      <a:pt x="4750" y="0"/>
                      <a:pt x="475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7" name="Google Shape;1147;p30">
                <a:extLst>
                  <a:ext uri="{FF2B5EF4-FFF2-40B4-BE49-F238E27FC236}">
                    <a16:creationId xmlns:a16="http://schemas.microsoft.com/office/drawing/2014/main" id="{733ABC61-7081-E6FE-FB38-E6B9FB31B1CC}"/>
                  </a:ext>
                </a:extLst>
              </p:cNvPr>
              <p:cNvSpPr/>
              <p:nvPr/>
            </p:nvSpPr>
            <p:spPr>
              <a:xfrm>
                <a:off x="5407325" y="4744250"/>
                <a:ext cx="284125" cy="204175"/>
              </a:xfrm>
              <a:custGeom>
                <a:avLst/>
                <a:gdLst/>
                <a:ahLst/>
                <a:cxnLst/>
                <a:rect l="l" t="t" r="r" b="b"/>
                <a:pathLst>
                  <a:path w="11365" h="8167" extrusionOk="0">
                    <a:moveTo>
                      <a:pt x="5691" y="0"/>
                    </a:moveTo>
                    <a:cubicBezTo>
                      <a:pt x="5691" y="0"/>
                      <a:pt x="3857" y="6396"/>
                      <a:pt x="1" y="6396"/>
                    </a:cubicBezTo>
                    <a:cubicBezTo>
                      <a:pt x="1" y="6396"/>
                      <a:pt x="2274" y="8167"/>
                      <a:pt x="5691" y="8167"/>
                    </a:cubicBezTo>
                    <a:cubicBezTo>
                      <a:pt x="9092" y="8167"/>
                      <a:pt x="11365" y="6396"/>
                      <a:pt x="11365" y="6396"/>
                    </a:cubicBezTo>
                    <a:cubicBezTo>
                      <a:pt x="7509" y="6396"/>
                      <a:pt x="5691" y="0"/>
                      <a:pt x="569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30">
                <a:extLst>
                  <a:ext uri="{FF2B5EF4-FFF2-40B4-BE49-F238E27FC236}">
                    <a16:creationId xmlns:a16="http://schemas.microsoft.com/office/drawing/2014/main" id="{2B6D4D8C-6AA6-11D0-6D97-AAF0C6FBE528}"/>
                  </a:ext>
                </a:extLst>
              </p:cNvPr>
              <p:cNvSpPr/>
              <p:nvPr/>
            </p:nvSpPr>
            <p:spPr>
              <a:xfrm>
                <a:off x="5354825" y="4821450"/>
                <a:ext cx="389150" cy="279800"/>
              </a:xfrm>
              <a:custGeom>
                <a:avLst/>
                <a:gdLst/>
                <a:ahLst/>
                <a:cxnLst/>
                <a:rect l="l" t="t" r="r" b="b"/>
                <a:pathLst>
                  <a:path w="15566" h="11192" extrusionOk="0">
                    <a:moveTo>
                      <a:pt x="7791" y="0"/>
                    </a:moveTo>
                    <a:cubicBezTo>
                      <a:pt x="7791" y="0"/>
                      <a:pt x="5283" y="8762"/>
                      <a:pt x="1" y="8762"/>
                    </a:cubicBezTo>
                    <a:cubicBezTo>
                      <a:pt x="1" y="8762"/>
                      <a:pt x="3104" y="11192"/>
                      <a:pt x="7791" y="11192"/>
                    </a:cubicBezTo>
                    <a:cubicBezTo>
                      <a:pt x="12462" y="11192"/>
                      <a:pt x="15565" y="8762"/>
                      <a:pt x="15565" y="8762"/>
                    </a:cubicBezTo>
                    <a:cubicBezTo>
                      <a:pt x="10283" y="8762"/>
                      <a:pt x="7791" y="0"/>
                      <a:pt x="779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149" name="Google Shape;1149;p30">
            <a:extLst>
              <a:ext uri="{FF2B5EF4-FFF2-40B4-BE49-F238E27FC236}">
                <a16:creationId xmlns:a16="http://schemas.microsoft.com/office/drawing/2014/main" id="{64C10BEC-663A-C58D-5DC3-2BA8FD5FF62B}"/>
              </a:ext>
            </a:extLst>
          </p:cNvPr>
          <p:cNvGrpSpPr/>
          <p:nvPr/>
        </p:nvGrpSpPr>
        <p:grpSpPr>
          <a:xfrm>
            <a:off x="4219225" y="4407050"/>
            <a:ext cx="853900" cy="770400"/>
            <a:chOff x="4219225" y="4330850"/>
            <a:chExt cx="853900" cy="770400"/>
          </a:xfrm>
          <a:solidFill>
            <a:srgbClr val="38761D"/>
          </a:solidFill>
        </p:grpSpPr>
        <p:grpSp>
          <p:nvGrpSpPr>
            <p:cNvPr id="1150" name="Google Shape;1150;p30">
              <a:extLst>
                <a:ext uri="{FF2B5EF4-FFF2-40B4-BE49-F238E27FC236}">
                  <a16:creationId xmlns:a16="http://schemas.microsoft.com/office/drawing/2014/main" id="{2ABD8F3C-6E8D-289A-F7EA-4CADC9A3B6F8}"/>
                </a:ext>
              </a:extLst>
            </p:cNvPr>
            <p:cNvGrpSpPr/>
            <p:nvPr/>
          </p:nvGrpSpPr>
          <p:grpSpPr>
            <a:xfrm>
              <a:off x="4295625" y="4330850"/>
              <a:ext cx="777500" cy="770400"/>
              <a:chOff x="4295625" y="4330850"/>
              <a:chExt cx="777500" cy="770400"/>
            </a:xfrm>
            <a:grpFill/>
          </p:grpSpPr>
          <p:sp>
            <p:nvSpPr>
              <p:cNvPr id="1151" name="Google Shape;1151;p30">
                <a:extLst>
                  <a:ext uri="{FF2B5EF4-FFF2-40B4-BE49-F238E27FC236}">
                    <a16:creationId xmlns:a16="http://schemas.microsoft.com/office/drawing/2014/main" id="{36CB010E-37AC-2381-37B8-B865BD122911}"/>
                  </a:ext>
                </a:extLst>
              </p:cNvPr>
              <p:cNvSpPr/>
              <p:nvPr/>
            </p:nvSpPr>
            <p:spPr>
              <a:xfrm>
                <a:off x="4603250" y="4588300"/>
                <a:ext cx="408325" cy="293525"/>
              </a:xfrm>
              <a:custGeom>
                <a:avLst/>
                <a:gdLst/>
                <a:ahLst/>
                <a:cxnLst/>
                <a:rect l="l" t="t" r="r" b="b"/>
                <a:pathLst>
                  <a:path w="16333" h="11741" extrusionOk="0">
                    <a:moveTo>
                      <a:pt x="8167" y="0"/>
                    </a:moveTo>
                    <a:cubicBezTo>
                      <a:pt x="8167" y="0"/>
                      <a:pt x="5549" y="9185"/>
                      <a:pt x="0" y="9185"/>
                    </a:cubicBezTo>
                    <a:cubicBezTo>
                      <a:pt x="0" y="9185"/>
                      <a:pt x="3260" y="11740"/>
                      <a:pt x="8167" y="11740"/>
                    </a:cubicBezTo>
                    <a:cubicBezTo>
                      <a:pt x="13073" y="11740"/>
                      <a:pt x="16333" y="9185"/>
                      <a:pt x="16333" y="9185"/>
                    </a:cubicBezTo>
                    <a:cubicBezTo>
                      <a:pt x="10784" y="9185"/>
                      <a:pt x="8167" y="0"/>
                      <a:pt x="816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52" name="Google Shape;1152;p30">
                <a:extLst>
                  <a:ext uri="{FF2B5EF4-FFF2-40B4-BE49-F238E27FC236}">
                    <a16:creationId xmlns:a16="http://schemas.microsoft.com/office/drawing/2014/main" id="{96E3E6FD-784A-09A3-2213-1638DBFFBA7F}"/>
                  </a:ext>
                </a:extLst>
              </p:cNvPr>
              <p:cNvGrpSpPr/>
              <p:nvPr/>
            </p:nvGrpSpPr>
            <p:grpSpPr>
              <a:xfrm>
                <a:off x="4295625" y="4330850"/>
                <a:ext cx="777500" cy="770400"/>
                <a:chOff x="4295625" y="4330850"/>
                <a:chExt cx="777500" cy="770400"/>
              </a:xfrm>
              <a:grpFill/>
            </p:grpSpPr>
            <p:sp>
              <p:nvSpPr>
                <p:cNvPr id="1153" name="Google Shape;1153;p30">
                  <a:extLst>
                    <a:ext uri="{FF2B5EF4-FFF2-40B4-BE49-F238E27FC236}">
                      <a16:creationId xmlns:a16="http://schemas.microsoft.com/office/drawing/2014/main" id="{0B97A348-3B56-0115-0CDE-DFD28C24378B}"/>
                    </a:ext>
                  </a:extLst>
                </p:cNvPr>
                <p:cNvSpPr/>
                <p:nvPr/>
              </p:nvSpPr>
              <p:spPr>
                <a:xfrm>
                  <a:off x="4637325" y="4508750"/>
                  <a:ext cx="340550" cy="244925"/>
                </a:xfrm>
                <a:custGeom>
                  <a:avLst/>
                  <a:gdLst/>
                  <a:ahLst/>
                  <a:cxnLst/>
                  <a:rect l="l" t="t" r="r" b="b"/>
                  <a:pathLst>
                    <a:path w="13622" h="9797" extrusionOk="0">
                      <a:moveTo>
                        <a:pt x="6804" y="0"/>
                      </a:moveTo>
                      <a:cubicBezTo>
                        <a:pt x="6804" y="0"/>
                        <a:pt x="4625" y="7665"/>
                        <a:pt x="1" y="7665"/>
                      </a:cubicBezTo>
                      <a:cubicBezTo>
                        <a:pt x="1" y="7665"/>
                        <a:pt x="2713" y="9797"/>
                        <a:pt x="6804" y="9797"/>
                      </a:cubicBezTo>
                      <a:cubicBezTo>
                        <a:pt x="10895" y="9797"/>
                        <a:pt x="13622" y="7665"/>
                        <a:pt x="13622" y="7665"/>
                      </a:cubicBezTo>
                      <a:cubicBezTo>
                        <a:pt x="8998" y="7665"/>
                        <a:pt x="6804" y="0"/>
                        <a:pt x="680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4" name="Google Shape;1154;p30">
                  <a:extLst>
                    <a:ext uri="{FF2B5EF4-FFF2-40B4-BE49-F238E27FC236}">
                      <a16:creationId xmlns:a16="http://schemas.microsoft.com/office/drawing/2014/main" id="{3337DD7E-93DB-3C17-0EA3-B4B16DCB6336}"/>
                    </a:ext>
                  </a:extLst>
                </p:cNvPr>
                <p:cNvSpPr/>
                <p:nvPr/>
              </p:nvSpPr>
              <p:spPr>
                <a:xfrm>
                  <a:off x="4330900" y="4565175"/>
                  <a:ext cx="166175" cy="189675"/>
                </a:xfrm>
                <a:custGeom>
                  <a:avLst/>
                  <a:gdLst/>
                  <a:ahLst/>
                  <a:cxnLst/>
                  <a:rect l="l" t="t" r="r" b="b"/>
                  <a:pathLst>
                    <a:path w="6647" h="7587" extrusionOk="0">
                      <a:moveTo>
                        <a:pt x="3323" y="0"/>
                      </a:moveTo>
                      <a:cubicBezTo>
                        <a:pt x="3323" y="0"/>
                        <a:pt x="2461" y="6850"/>
                        <a:pt x="1" y="6850"/>
                      </a:cubicBezTo>
                      <a:cubicBezTo>
                        <a:pt x="1" y="6850"/>
                        <a:pt x="1286" y="7587"/>
                        <a:pt x="3323" y="7587"/>
                      </a:cubicBezTo>
                      <a:cubicBezTo>
                        <a:pt x="5361" y="7587"/>
                        <a:pt x="6646" y="6850"/>
                        <a:pt x="6646" y="6850"/>
                      </a:cubicBezTo>
                      <a:cubicBezTo>
                        <a:pt x="4186" y="6850"/>
                        <a:pt x="3323" y="0"/>
                        <a:pt x="3323"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55" name="Google Shape;1155;p30">
                  <a:extLst>
                    <a:ext uri="{FF2B5EF4-FFF2-40B4-BE49-F238E27FC236}">
                      <a16:creationId xmlns:a16="http://schemas.microsoft.com/office/drawing/2014/main" id="{10E79A1E-AFBD-7038-F994-86010C85A234}"/>
                    </a:ext>
                  </a:extLst>
                </p:cNvPr>
                <p:cNvGrpSpPr/>
                <p:nvPr/>
              </p:nvGrpSpPr>
              <p:grpSpPr>
                <a:xfrm>
                  <a:off x="4295625" y="4330850"/>
                  <a:ext cx="777500" cy="770400"/>
                  <a:chOff x="4295625" y="4330850"/>
                  <a:chExt cx="777500" cy="770400"/>
                </a:xfrm>
                <a:grpFill/>
              </p:grpSpPr>
              <p:sp>
                <p:nvSpPr>
                  <p:cNvPr id="1156" name="Google Shape;1156;p30">
                    <a:extLst>
                      <a:ext uri="{FF2B5EF4-FFF2-40B4-BE49-F238E27FC236}">
                        <a16:creationId xmlns:a16="http://schemas.microsoft.com/office/drawing/2014/main" id="{8467C9E6-14D0-98EF-88D4-A669E6EC5AFC}"/>
                      </a:ext>
                    </a:extLst>
                  </p:cNvPr>
                  <p:cNvSpPr/>
                  <p:nvPr/>
                </p:nvSpPr>
                <p:spPr>
                  <a:xfrm>
                    <a:off x="4688275" y="4330850"/>
                    <a:ext cx="238675" cy="272750"/>
                  </a:xfrm>
                  <a:custGeom>
                    <a:avLst/>
                    <a:gdLst/>
                    <a:ahLst/>
                    <a:cxnLst/>
                    <a:rect l="l" t="t" r="r" b="b"/>
                    <a:pathLst>
                      <a:path w="9547" h="10910" extrusionOk="0">
                        <a:moveTo>
                          <a:pt x="4766" y="0"/>
                        </a:moveTo>
                        <a:cubicBezTo>
                          <a:pt x="4766" y="0"/>
                          <a:pt x="3543" y="9843"/>
                          <a:pt x="1" y="9843"/>
                        </a:cubicBezTo>
                        <a:cubicBezTo>
                          <a:pt x="1" y="9843"/>
                          <a:pt x="1850" y="10909"/>
                          <a:pt x="4766" y="10909"/>
                        </a:cubicBezTo>
                        <a:cubicBezTo>
                          <a:pt x="7697" y="10909"/>
                          <a:pt x="9546" y="9843"/>
                          <a:pt x="9546" y="9843"/>
                        </a:cubicBezTo>
                        <a:cubicBezTo>
                          <a:pt x="6004" y="9843"/>
                          <a:pt x="4766" y="0"/>
                          <a:pt x="4766"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7" name="Google Shape;1157;p30">
                    <a:extLst>
                      <a:ext uri="{FF2B5EF4-FFF2-40B4-BE49-F238E27FC236}">
                        <a16:creationId xmlns:a16="http://schemas.microsoft.com/office/drawing/2014/main" id="{559660A4-9F25-B38B-477B-E51518070A71}"/>
                      </a:ext>
                    </a:extLst>
                  </p:cNvPr>
                  <p:cNvSpPr/>
                  <p:nvPr/>
                </p:nvSpPr>
                <p:spPr>
                  <a:xfrm>
                    <a:off x="4513550" y="4699175"/>
                    <a:ext cx="559575" cy="402075"/>
                  </a:xfrm>
                  <a:custGeom>
                    <a:avLst/>
                    <a:gdLst/>
                    <a:ahLst/>
                    <a:cxnLst/>
                    <a:rect l="l" t="t" r="r" b="b"/>
                    <a:pathLst>
                      <a:path w="22383" h="16083" extrusionOk="0">
                        <a:moveTo>
                          <a:pt x="11192" y="1"/>
                        </a:moveTo>
                        <a:cubicBezTo>
                          <a:pt x="11192" y="1"/>
                          <a:pt x="7618" y="12587"/>
                          <a:pt x="0" y="12587"/>
                        </a:cubicBezTo>
                        <a:cubicBezTo>
                          <a:pt x="0" y="12587"/>
                          <a:pt x="4483" y="16083"/>
                          <a:pt x="11192" y="16083"/>
                        </a:cubicBezTo>
                        <a:cubicBezTo>
                          <a:pt x="17916" y="16083"/>
                          <a:pt x="22383" y="12587"/>
                          <a:pt x="22383" y="12587"/>
                        </a:cubicBezTo>
                        <a:cubicBezTo>
                          <a:pt x="14781" y="12587"/>
                          <a:pt x="11192" y="1"/>
                          <a:pt x="1119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8" name="Google Shape;1158;p30">
                    <a:extLst>
                      <a:ext uri="{FF2B5EF4-FFF2-40B4-BE49-F238E27FC236}">
                        <a16:creationId xmlns:a16="http://schemas.microsoft.com/office/drawing/2014/main" id="{B3D6AEFD-86DA-0696-97C3-09318694EA03}"/>
                      </a:ext>
                    </a:extLst>
                  </p:cNvPr>
                  <p:cNvSpPr/>
                  <p:nvPr/>
                </p:nvSpPr>
                <p:spPr>
                  <a:xfrm>
                    <a:off x="4295625" y="4689000"/>
                    <a:ext cx="237100" cy="170475"/>
                  </a:xfrm>
                  <a:custGeom>
                    <a:avLst/>
                    <a:gdLst/>
                    <a:ahLst/>
                    <a:cxnLst/>
                    <a:rect l="l" t="t" r="r" b="b"/>
                    <a:pathLst>
                      <a:path w="9484" h="6819" extrusionOk="0">
                        <a:moveTo>
                          <a:pt x="4734" y="0"/>
                        </a:moveTo>
                        <a:cubicBezTo>
                          <a:pt x="4734" y="0"/>
                          <a:pt x="3214" y="5330"/>
                          <a:pt x="1" y="5330"/>
                        </a:cubicBezTo>
                        <a:cubicBezTo>
                          <a:pt x="1" y="5330"/>
                          <a:pt x="1882" y="6819"/>
                          <a:pt x="4734" y="6819"/>
                        </a:cubicBezTo>
                        <a:cubicBezTo>
                          <a:pt x="7587" y="6819"/>
                          <a:pt x="9484" y="5330"/>
                          <a:pt x="9484" y="5330"/>
                        </a:cubicBezTo>
                        <a:cubicBezTo>
                          <a:pt x="6255" y="5330"/>
                          <a:pt x="4734" y="0"/>
                          <a:pt x="473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1159" name="Google Shape;1159;p30">
              <a:extLst>
                <a:ext uri="{FF2B5EF4-FFF2-40B4-BE49-F238E27FC236}">
                  <a16:creationId xmlns:a16="http://schemas.microsoft.com/office/drawing/2014/main" id="{B556A75F-CBD7-1C50-1D60-6B3E26FE459B}"/>
                </a:ext>
              </a:extLst>
            </p:cNvPr>
            <p:cNvGrpSpPr/>
            <p:nvPr/>
          </p:nvGrpSpPr>
          <p:grpSpPr>
            <a:xfrm>
              <a:off x="4219225" y="4744250"/>
              <a:ext cx="389525" cy="357000"/>
              <a:chOff x="4219225" y="4744250"/>
              <a:chExt cx="389525" cy="357000"/>
            </a:xfrm>
            <a:grpFill/>
          </p:grpSpPr>
          <p:sp>
            <p:nvSpPr>
              <p:cNvPr id="1160" name="Google Shape;1160;p30">
                <a:extLst>
                  <a:ext uri="{FF2B5EF4-FFF2-40B4-BE49-F238E27FC236}">
                    <a16:creationId xmlns:a16="http://schemas.microsoft.com/office/drawing/2014/main" id="{748C1D92-2A7A-3339-B097-0F5076452BAA}"/>
                  </a:ext>
                </a:extLst>
              </p:cNvPr>
              <p:cNvSpPr/>
              <p:nvPr/>
            </p:nvSpPr>
            <p:spPr>
              <a:xfrm>
                <a:off x="4271725" y="4744250"/>
                <a:ext cx="284525" cy="204175"/>
              </a:xfrm>
              <a:custGeom>
                <a:avLst/>
                <a:gdLst/>
                <a:ahLst/>
                <a:cxnLst/>
                <a:rect l="l" t="t" r="r" b="b"/>
                <a:pathLst>
                  <a:path w="11381" h="8167" extrusionOk="0">
                    <a:moveTo>
                      <a:pt x="5690" y="0"/>
                    </a:moveTo>
                    <a:cubicBezTo>
                      <a:pt x="5690" y="0"/>
                      <a:pt x="3872" y="6396"/>
                      <a:pt x="1" y="6396"/>
                    </a:cubicBezTo>
                    <a:cubicBezTo>
                      <a:pt x="1" y="6396"/>
                      <a:pt x="2273" y="8167"/>
                      <a:pt x="5690" y="8167"/>
                    </a:cubicBezTo>
                    <a:cubicBezTo>
                      <a:pt x="9107" y="8167"/>
                      <a:pt x="11380" y="6396"/>
                      <a:pt x="11380" y="6396"/>
                    </a:cubicBezTo>
                    <a:cubicBezTo>
                      <a:pt x="7509" y="6396"/>
                      <a:pt x="5690" y="0"/>
                      <a:pt x="569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1" name="Google Shape;1161;p30">
                <a:extLst>
                  <a:ext uri="{FF2B5EF4-FFF2-40B4-BE49-F238E27FC236}">
                    <a16:creationId xmlns:a16="http://schemas.microsoft.com/office/drawing/2014/main" id="{49868C77-FC1C-C324-8908-80EFF4FD009B}"/>
                  </a:ext>
                </a:extLst>
              </p:cNvPr>
              <p:cNvSpPr/>
              <p:nvPr/>
            </p:nvSpPr>
            <p:spPr>
              <a:xfrm>
                <a:off x="4219225" y="4821450"/>
                <a:ext cx="389525" cy="279800"/>
              </a:xfrm>
              <a:custGeom>
                <a:avLst/>
                <a:gdLst/>
                <a:ahLst/>
                <a:cxnLst/>
                <a:rect l="l" t="t" r="r" b="b"/>
                <a:pathLst>
                  <a:path w="15581" h="11192" extrusionOk="0">
                    <a:moveTo>
                      <a:pt x="7790" y="0"/>
                    </a:moveTo>
                    <a:cubicBezTo>
                      <a:pt x="7790" y="0"/>
                      <a:pt x="5298" y="8762"/>
                      <a:pt x="0" y="8762"/>
                    </a:cubicBezTo>
                    <a:cubicBezTo>
                      <a:pt x="0" y="8762"/>
                      <a:pt x="3120" y="11192"/>
                      <a:pt x="7790" y="11192"/>
                    </a:cubicBezTo>
                    <a:cubicBezTo>
                      <a:pt x="12461" y="11192"/>
                      <a:pt x="15581" y="8762"/>
                      <a:pt x="15581" y="8762"/>
                    </a:cubicBezTo>
                    <a:cubicBezTo>
                      <a:pt x="10283" y="8762"/>
                      <a:pt x="7790" y="0"/>
                      <a:pt x="779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162" name="Google Shape;1162;p30">
            <a:extLst>
              <a:ext uri="{FF2B5EF4-FFF2-40B4-BE49-F238E27FC236}">
                <a16:creationId xmlns:a16="http://schemas.microsoft.com/office/drawing/2014/main" id="{D9CA4795-E97D-FF1B-4132-E7D98DF4F8CB}"/>
              </a:ext>
            </a:extLst>
          </p:cNvPr>
          <p:cNvGrpSpPr/>
          <p:nvPr/>
        </p:nvGrpSpPr>
        <p:grpSpPr>
          <a:xfrm>
            <a:off x="7974400" y="4641375"/>
            <a:ext cx="389125" cy="536075"/>
            <a:chOff x="7974400" y="4565175"/>
            <a:chExt cx="389125" cy="536075"/>
          </a:xfrm>
          <a:solidFill>
            <a:srgbClr val="38761D"/>
          </a:solidFill>
        </p:grpSpPr>
        <p:sp>
          <p:nvSpPr>
            <p:cNvPr id="1163" name="Google Shape;1163;p30">
              <a:extLst>
                <a:ext uri="{FF2B5EF4-FFF2-40B4-BE49-F238E27FC236}">
                  <a16:creationId xmlns:a16="http://schemas.microsoft.com/office/drawing/2014/main" id="{BEF855E0-4185-DCC8-C4D7-98065721D158}"/>
                </a:ext>
              </a:extLst>
            </p:cNvPr>
            <p:cNvSpPr/>
            <p:nvPr/>
          </p:nvSpPr>
          <p:spPr>
            <a:xfrm>
              <a:off x="8086075" y="4565175"/>
              <a:ext cx="165775" cy="189675"/>
            </a:xfrm>
            <a:custGeom>
              <a:avLst/>
              <a:gdLst/>
              <a:ahLst/>
              <a:cxnLst/>
              <a:rect l="l" t="t" r="r" b="b"/>
              <a:pathLst>
                <a:path w="6631" h="7587" extrusionOk="0">
                  <a:moveTo>
                    <a:pt x="3308" y="0"/>
                  </a:moveTo>
                  <a:cubicBezTo>
                    <a:pt x="3308" y="0"/>
                    <a:pt x="2461" y="6850"/>
                    <a:pt x="1" y="6850"/>
                  </a:cubicBezTo>
                  <a:cubicBezTo>
                    <a:pt x="1" y="6850"/>
                    <a:pt x="1286" y="7587"/>
                    <a:pt x="3308" y="7587"/>
                  </a:cubicBezTo>
                  <a:cubicBezTo>
                    <a:pt x="5346" y="7587"/>
                    <a:pt x="6631" y="6850"/>
                    <a:pt x="6631" y="6850"/>
                  </a:cubicBezTo>
                  <a:cubicBezTo>
                    <a:pt x="4170" y="6850"/>
                    <a:pt x="3308" y="0"/>
                    <a:pt x="330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4" name="Google Shape;1164;p30">
              <a:extLst>
                <a:ext uri="{FF2B5EF4-FFF2-40B4-BE49-F238E27FC236}">
                  <a16:creationId xmlns:a16="http://schemas.microsoft.com/office/drawing/2014/main" id="{7283F188-B20C-8BB0-350B-A5692CA983D1}"/>
                </a:ext>
              </a:extLst>
            </p:cNvPr>
            <p:cNvSpPr/>
            <p:nvPr/>
          </p:nvSpPr>
          <p:spPr>
            <a:xfrm>
              <a:off x="8050425" y="4689000"/>
              <a:ext cx="237100" cy="170475"/>
            </a:xfrm>
            <a:custGeom>
              <a:avLst/>
              <a:gdLst/>
              <a:ahLst/>
              <a:cxnLst/>
              <a:rect l="l" t="t" r="r" b="b"/>
              <a:pathLst>
                <a:path w="9484" h="6819" extrusionOk="0">
                  <a:moveTo>
                    <a:pt x="4734" y="0"/>
                  </a:moveTo>
                  <a:cubicBezTo>
                    <a:pt x="4734" y="0"/>
                    <a:pt x="3213" y="5330"/>
                    <a:pt x="0" y="5330"/>
                  </a:cubicBezTo>
                  <a:cubicBezTo>
                    <a:pt x="0" y="5330"/>
                    <a:pt x="1897" y="6819"/>
                    <a:pt x="4734" y="6819"/>
                  </a:cubicBezTo>
                  <a:cubicBezTo>
                    <a:pt x="7587" y="6819"/>
                    <a:pt x="9483" y="5330"/>
                    <a:pt x="9483" y="5330"/>
                  </a:cubicBezTo>
                  <a:cubicBezTo>
                    <a:pt x="6254" y="5330"/>
                    <a:pt x="4734" y="0"/>
                    <a:pt x="473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5" name="Google Shape;1165;p30">
              <a:extLst>
                <a:ext uri="{FF2B5EF4-FFF2-40B4-BE49-F238E27FC236}">
                  <a16:creationId xmlns:a16="http://schemas.microsoft.com/office/drawing/2014/main" id="{0CA17685-87F6-FE3D-6EA9-7D5FBDD83137}"/>
                </a:ext>
              </a:extLst>
            </p:cNvPr>
            <p:cNvSpPr/>
            <p:nvPr/>
          </p:nvSpPr>
          <p:spPr>
            <a:xfrm>
              <a:off x="8026900" y="4744250"/>
              <a:ext cx="284125" cy="204175"/>
            </a:xfrm>
            <a:custGeom>
              <a:avLst/>
              <a:gdLst/>
              <a:ahLst/>
              <a:cxnLst/>
              <a:rect l="l" t="t" r="r" b="b"/>
              <a:pathLst>
                <a:path w="11365" h="8167" extrusionOk="0">
                  <a:moveTo>
                    <a:pt x="5675" y="0"/>
                  </a:moveTo>
                  <a:cubicBezTo>
                    <a:pt x="5675" y="0"/>
                    <a:pt x="3857" y="6396"/>
                    <a:pt x="1" y="6396"/>
                  </a:cubicBezTo>
                  <a:cubicBezTo>
                    <a:pt x="1" y="6396"/>
                    <a:pt x="2274" y="8167"/>
                    <a:pt x="5675" y="8167"/>
                  </a:cubicBezTo>
                  <a:cubicBezTo>
                    <a:pt x="9092" y="8167"/>
                    <a:pt x="11365" y="6396"/>
                    <a:pt x="11365" y="6396"/>
                  </a:cubicBezTo>
                  <a:cubicBezTo>
                    <a:pt x="7509" y="6396"/>
                    <a:pt x="5675" y="0"/>
                    <a:pt x="567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6" name="Google Shape;1166;p30">
              <a:extLst>
                <a:ext uri="{FF2B5EF4-FFF2-40B4-BE49-F238E27FC236}">
                  <a16:creationId xmlns:a16="http://schemas.microsoft.com/office/drawing/2014/main" id="{D7222B56-E56C-717E-3222-8B647CF9B46A}"/>
                </a:ext>
              </a:extLst>
            </p:cNvPr>
            <p:cNvSpPr/>
            <p:nvPr/>
          </p:nvSpPr>
          <p:spPr>
            <a:xfrm>
              <a:off x="7974400" y="4821450"/>
              <a:ext cx="389125" cy="279800"/>
            </a:xfrm>
            <a:custGeom>
              <a:avLst/>
              <a:gdLst/>
              <a:ahLst/>
              <a:cxnLst/>
              <a:rect l="l" t="t" r="r" b="b"/>
              <a:pathLst>
                <a:path w="15565" h="11192" extrusionOk="0">
                  <a:moveTo>
                    <a:pt x="7775" y="0"/>
                  </a:moveTo>
                  <a:cubicBezTo>
                    <a:pt x="7775" y="0"/>
                    <a:pt x="5283" y="8762"/>
                    <a:pt x="0" y="8762"/>
                  </a:cubicBezTo>
                  <a:cubicBezTo>
                    <a:pt x="0" y="8762"/>
                    <a:pt x="3104" y="11192"/>
                    <a:pt x="7775" y="11192"/>
                  </a:cubicBezTo>
                  <a:cubicBezTo>
                    <a:pt x="12461" y="11192"/>
                    <a:pt x="15565" y="8762"/>
                    <a:pt x="15565" y="8762"/>
                  </a:cubicBezTo>
                  <a:cubicBezTo>
                    <a:pt x="10283" y="8762"/>
                    <a:pt x="7775" y="0"/>
                    <a:pt x="777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67" name="Google Shape;1167;p30">
            <a:extLst>
              <a:ext uri="{FF2B5EF4-FFF2-40B4-BE49-F238E27FC236}">
                <a16:creationId xmlns:a16="http://schemas.microsoft.com/office/drawing/2014/main" id="{952446EA-A050-B730-90D6-E00C05FF29D1}"/>
              </a:ext>
            </a:extLst>
          </p:cNvPr>
          <p:cNvGrpSpPr/>
          <p:nvPr/>
        </p:nvGrpSpPr>
        <p:grpSpPr>
          <a:xfrm>
            <a:off x="6522575" y="4158200"/>
            <a:ext cx="724950" cy="1019250"/>
            <a:chOff x="6522575" y="4082000"/>
            <a:chExt cx="724950" cy="1019250"/>
          </a:xfrm>
          <a:solidFill>
            <a:srgbClr val="38761D"/>
          </a:solidFill>
        </p:grpSpPr>
        <p:sp>
          <p:nvSpPr>
            <p:cNvPr id="1168" name="Google Shape;1168;p30">
              <a:extLst>
                <a:ext uri="{FF2B5EF4-FFF2-40B4-BE49-F238E27FC236}">
                  <a16:creationId xmlns:a16="http://schemas.microsoft.com/office/drawing/2014/main" id="{2230FE97-F64C-8347-EF3D-9DD5822EBEB3}"/>
                </a:ext>
              </a:extLst>
            </p:cNvPr>
            <p:cNvSpPr/>
            <p:nvPr/>
          </p:nvSpPr>
          <p:spPr>
            <a:xfrm>
              <a:off x="6714575" y="4259900"/>
              <a:ext cx="340550" cy="244950"/>
            </a:xfrm>
            <a:custGeom>
              <a:avLst/>
              <a:gdLst/>
              <a:ahLst/>
              <a:cxnLst/>
              <a:rect l="l" t="t" r="r" b="b"/>
              <a:pathLst>
                <a:path w="13622" h="9798" extrusionOk="0">
                  <a:moveTo>
                    <a:pt x="6819" y="1"/>
                  </a:moveTo>
                  <a:cubicBezTo>
                    <a:pt x="6819" y="1"/>
                    <a:pt x="4624" y="7666"/>
                    <a:pt x="0" y="7666"/>
                  </a:cubicBezTo>
                  <a:cubicBezTo>
                    <a:pt x="0" y="7666"/>
                    <a:pt x="2728" y="9797"/>
                    <a:pt x="6819" y="9797"/>
                  </a:cubicBezTo>
                  <a:cubicBezTo>
                    <a:pt x="10910" y="9797"/>
                    <a:pt x="13621" y="7666"/>
                    <a:pt x="13621" y="7666"/>
                  </a:cubicBezTo>
                  <a:cubicBezTo>
                    <a:pt x="8998" y="7666"/>
                    <a:pt x="6819" y="1"/>
                    <a:pt x="681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69" name="Google Shape;1169;p30">
              <a:extLst>
                <a:ext uri="{FF2B5EF4-FFF2-40B4-BE49-F238E27FC236}">
                  <a16:creationId xmlns:a16="http://schemas.microsoft.com/office/drawing/2014/main" id="{20BEDFC6-F3BE-E9BE-76B6-33F54596585F}"/>
                </a:ext>
              </a:extLst>
            </p:cNvPr>
            <p:cNvGrpSpPr/>
            <p:nvPr/>
          </p:nvGrpSpPr>
          <p:grpSpPr>
            <a:xfrm>
              <a:off x="6522575" y="4082000"/>
              <a:ext cx="724950" cy="1019250"/>
              <a:chOff x="6522575" y="4082000"/>
              <a:chExt cx="724950" cy="1019250"/>
            </a:xfrm>
            <a:grpFill/>
          </p:grpSpPr>
          <p:sp>
            <p:nvSpPr>
              <p:cNvPr id="1170" name="Google Shape;1170;p30">
                <a:extLst>
                  <a:ext uri="{FF2B5EF4-FFF2-40B4-BE49-F238E27FC236}">
                    <a16:creationId xmlns:a16="http://schemas.microsoft.com/office/drawing/2014/main" id="{10E6755F-2F7C-2A87-841D-D91E8AB2CB9F}"/>
                  </a:ext>
                </a:extLst>
              </p:cNvPr>
              <p:cNvSpPr/>
              <p:nvPr/>
            </p:nvSpPr>
            <p:spPr>
              <a:xfrm>
                <a:off x="6765900" y="4082000"/>
                <a:ext cx="238275" cy="272775"/>
              </a:xfrm>
              <a:custGeom>
                <a:avLst/>
                <a:gdLst/>
                <a:ahLst/>
                <a:cxnLst/>
                <a:rect l="l" t="t" r="r" b="b"/>
                <a:pathLst>
                  <a:path w="9531" h="10911" extrusionOk="0">
                    <a:moveTo>
                      <a:pt x="4766" y="1"/>
                    </a:moveTo>
                    <a:cubicBezTo>
                      <a:pt x="4766" y="1"/>
                      <a:pt x="3527" y="9829"/>
                      <a:pt x="1" y="9829"/>
                    </a:cubicBezTo>
                    <a:cubicBezTo>
                      <a:pt x="1" y="9829"/>
                      <a:pt x="1835" y="10910"/>
                      <a:pt x="4766" y="10910"/>
                    </a:cubicBezTo>
                    <a:cubicBezTo>
                      <a:pt x="7681" y="10910"/>
                      <a:pt x="9531" y="9829"/>
                      <a:pt x="9531" y="9829"/>
                    </a:cubicBezTo>
                    <a:cubicBezTo>
                      <a:pt x="5988" y="9829"/>
                      <a:pt x="4766" y="1"/>
                      <a:pt x="4766"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1" name="Google Shape;1171;p30">
                <a:extLst>
                  <a:ext uri="{FF2B5EF4-FFF2-40B4-BE49-F238E27FC236}">
                    <a16:creationId xmlns:a16="http://schemas.microsoft.com/office/drawing/2014/main" id="{087C88F3-45BB-72C2-6F71-EBF12BABB6C2}"/>
                  </a:ext>
                </a:extLst>
              </p:cNvPr>
              <p:cNvSpPr/>
              <p:nvPr/>
            </p:nvSpPr>
            <p:spPr>
              <a:xfrm>
                <a:off x="6680875" y="4339450"/>
                <a:ext cx="408350" cy="293525"/>
              </a:xfrm>
              <a:custGeom>
                <a:avLst/>
                <a:gdLst/>
                <a:ahLst/>
                <a:cxnLst/>
                <a:rect l="l" t="t" r="r" b="b"/>
                <a:pathLst>
                  <a:path w="16334" h="11741" extrusionOk="0">
                    <a:moveTo>
                      <a:pt x="8167" y="1"/>
                    </a:moveTo>
                    <a:cubicBezTo>
                      <a:pt x="8167" y="1"/>
                      <a:pt x="5549" y="9186"/>
                      <a:pt x="0" y="9186"/>
                    </a:cubicBezTo>
                    <a:cubicBezTo>
                      <a:pt x="0" y="9186"/>
                      <a:pt x="3261" y="11741"/>
                      <a:pt x="8167" y="11741"/>
                    </a:cubicBezTo>
                    <a:cubicBezTo>
                      <a:pt x="13073" y="11741"/>
                      <a:pt x="16333" y="9186"/>
                      <a:pt x="16333" y="9186"/>
                    </a:cubicBezTo>
                    <a:cubicBezTo>
                      <a:pt x="10784" y="9186"/>
                      <a:pt x="8167" y="1"/>
                      <a:pt x="816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2" name="Google Shape;1172;p30">
                <a:extLst>
                  <a:ext uri="{FF2B5EF4-FFF2-40B4-BE49-F238E27FC236}">
                    <a16:creationId xmlns:a16="http://schemas.microsoft.com/office/drawing/2014/main" id="{B0B2F17A-50BC-A466-6840-5C5C1321E5B6}"/>
                  </a:ext>
                </a:extLst>
              </p:cNvPr>
              <p:cNvSpPr/>
              <p:nvPr/>
            </p:nvSpPr>
            <p:spPr>
              <a:xfrm>
                <a:off x="6605250" y="4450350"/>
                <a:ext cx="559600" cy="402075"/>
              </a:xfrm>
              <a:custGeom>
                <a:avLst/>
                <a:gdLst/>
                <a:ahLst/>
                <a:cxnLst/>
                <a:rect l="l" t="t" r="r" b="b"/>
                <a:pathLst>
                  <a:path w="22384" h="16083" extrusionOk="0">
                    <a:moveTo>
                      <a:pt x="11192" y="1"/>
                    </a:moveTo>
                    <a:cubicBezTo>
                      <a:pt x="11192" y="1"/>
                      <a:pt x="7602" y="12587"/>
                      <a:pt x="0" y="12587"/>
                    </a:cubicBezTo>
                    <a:cubicBezTo>
                      <a:pt x="0" y="12587"/>
                      <a:pt x="4467" y="16083"/>
                      <a:pt x="11192" y="16083"/>
                    </a:cubicBezTo>
                    <a:cubicBezTo>
                      <a:pt x="17916" y="16083"/>
                      <a:pt x="22383" y="12587"/>
                      <a:pt x="22383" y="12587"/>
                    </a:cubicBezTo>
                    <a:cubicBezTo>
                      <a:pt x="14781" y="12587"/>
                      <a:pt x="11192" y="1"/>
                      <a:pt x="1119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3" name="Google Shape;1173;p30">
                <a:extLst>
                  <a:ext uri="{FF2B5EF4-FFF2-40B4-BE49-F238E27FC236}">
                    <a16:creationId xmlns:a16="http://schemas.microsoft.com/office/drawing/2014/main" id="{1535DAE7-8305-352C-7178-A34E9FEE9645}"/>
                  </a:ext>
                </a:extLst>
              </p:cNvPr>
              <p:cNvSpPr/>
              <p:nvPr/>
            </p:nvSpPr>
            <p:spPr>
              <a:xfrm>
                <a:off x="6522575" y="4580450"/>
                <a:ext cx="724950" cy="520800"/>
              </a:xfrm>
              <a:custGeom>
                <a:avLst/>
                <a:gdLst/>
                <a:ahLst/>
                <a:cxnLst/>
                <a:rect l="l" t="t" r="r" b="b"/>
                <a:pathLst>
                  <a:path w="28998" h="20832" extrusionOk="0">
                    <a:moveTo>
                      <a:pt x="14499" y="1"/>
                    </a:moveTo>
                    <a:cubicBezTo>
                      <a:pt x="14499" y="1"/>
                      <a:pt x="9843" y="16302"/>
                      <a:pt x="0" y="16302"/>
                    </a:cubicBezTo>
                    <a:cubicBezTo>
                      <a:pt x="0" y="16302"/>
                      <a:pt x="5784" y="20832"/>
                      <a:pt x="14499" y="20832"/>
                    </a:cubicBezTo>
                    <a:cubicBezTo>
                      <a:pt x="23198" y="20832"/>
                      <a:pt x="28998" y="16302"/>
                      <a:pt x="28998" y="16302"/>
                    </a:cubicBezTo>
                    <a:cubicBezTo>
                      <a:pt x="19138" y="16302"/>
                      <a:pt x="14499" y="1"/>
                      <a:pt x="1449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176" name="Google Shape;1176;p30">
            <a:extLst>
              <a:ext uri="{FF2B5EF4-FFF2-40B4-BE49-F238E27FC236}">
                <a16:creationId xmlns:a16="http://schemas.microsoft.com/office/drawing/2014/main" id="{AC163821-07C1-5E2F-96E6-4F2276E5645D}"/>
              </a:ext>
            </a:extLst>
          </p:cNvPr>
          <p:cNvSpPr/>
          <p:nvPr/>
        </p:nvSpPr>
        <p:spPr>
          <a:xfrm>
            <a:off x="6525300" y="4845350"/>
            <a:ext cx="25" cy="25"/>
          </a:xfrm>
          <a:custGeom>
            <a:avLst/>
            <a:gdLst/>
            <a:ahLst/>
            <a:cxnLst/>
            <a:rect l="l" t="t" r="r" b="b"/>
            <a:pathLst>
              <a:path w="1" h="1" extrusionOk="0">
                <a:moveTo>
                  <a:pt x="1" y="0"/>
                </a:moveTo>
                <a:cubicBezTo>
                  <a:pt x="1" y="0"/>
                  <a:pt x="1" y="0"/>
                  <a:pt x="1" y="0"/>
                </a:cubicBezTo>
                <a:cubicBezTo>
                  <a:pt x="1" y="0"/>
                  <a:pt x="1" y="0"/>
                  <a:pt x="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7" name="Google Shape;1177;p30">
            <a:extLst>
              <a:ext uri="{FF2B5EF4-FFF2-40B4-BE49-F238E27FC236}">
                <a16:creationId xmlns:a16="http://schemas.microsoft.com/office/drawing/2014/main" id="{0D8BBE34-2F00-E896-8203-10F764F04CD8}"/>
              </a:ext>
            </a:extLst>
          </p:cNvPr>
          <p:cNvSpPr/>
          <p:nvPr/>
        </p:nvSpPr>
        <p:spPr>
          <a:xfrm>
            <a:off x="6525300" y="4846125"/>
            <a:ext cx="825" cy="4725"/>
          </a:xfrm>
          <a:custGeom>
            <a:avLst/>
            <a:gdLst/>
            <a:ahLst/>
            <a:cxnLst/>
            <a:rect l="l" t="t" r="r" b="b"/>
            <a:pathLst>
              <a:path w="33" h="189" extrusionOk="0">
                <a:moveTo>
                  <a:pt x="32" y="189"/>
                </a:moveTo>
                <a:lnTo>
                  <a:pt x="32" y="189"/>
                </a:lnTo>
                <a:cubicBezTo>
                  <a:pt x="16" y="126"/>
                  <a:pt x="1" y="63"/>
                  <a:pt x="1" y="1"/>
                </a:cubicBezTo>
                <a:cubicBezTo>
                  <a:pt x="1" y="63"/>
                  <a:pt x="16" y="126"/>
                  <a:pt x="32" y="189"/>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8" name="Google Shape;1178;p30">
            <a:extLst>
              <a:ext uri="{FF2B5EF4-FFF2-40B4-BE49-F238E27FC236}">
                <a16:creationId xmlns:a16="http://schemas.microsoft.com/office/drawing/2014/main" id="{87D1B920-61F4-6925-C986-7F146D3D3B59}"/>
              </a:ext>
            </a:extLst>
          </p:cNvPr>
          <p:cNvSpPr/>
          <p:nvPr/>
        </p:nvSpPr>
        <p:spPr>
          <a:xfrm>
            <a:off x="6531575" y="4866125"/>
            <a:ext cx="25" cy="400"/>
          </a:xfrm>
          <a:custGeom>
            <a:avLst/>
            <a:gdLst/>
            <a:ahLst/>
            <a:cxnLst/>
            <a:rect l="l" t="t" r="r" b="b"/>
            <a:pathLst>
              <a:path w="1" h="16" extrusionOk="0">
                <a:moveTo>
                  <a:pt x="1" y="16"/>
                </a:moveTo>
                <a:cubicBezTo>
                  <a:pt x="1" y="16"/>
                  <a:pt x="1" y="0"/>
                  <a:pt x="1" y="0"/>
                </a:cubicBezTo>
                <a:cubicBezTo>
                  <a:pt x="1" y="0"/>
                  <a:pt x="1" y="16"/>
                  <a:pt x="1" y="16"/>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9" name="Google Shape;1179;p30">
            <a:extLst>
              <a:ext uri="{FF2B5EF4-FFF2-40B4-BE49-F238E27FC236}">
                <a16:creationId xmlns:a16="http://schemas.microsoft.com/office/drawing/2014/main" id="{43796067-74B6-ABB0-19F8-6B5066B5B731}"/>
              </a:ext>
            </a:extLst>
          </p:cNvPr>
          <p:cNvSpPr/>
          <p:nvPr/>
        </p:nvSpPr>
        <p:spPr>
          <a:xfrm>
            <a:off x="6530800" y="4864550"/>
            <a:ext cx="400" cy="800"/>
          </a:xfrm>
          <a:custGeom>
            <a:avLst/>
            <a:gdLst/>
            <a:ahLst/>
            <a:cxnLst/>
            <a:rect l="l" t="t" r="r" b="b"/>
            <a:pathLst>
              <a:path w="16" h="32" extrusionOk="0">
                <a:moveTo>
                  <a:pt x="16" y="32"/>
                </a:moveTo>
                <a:cubicBezTo>
                  <a:pt x="0" y="16"/>
                  <a:pt x="0" y="16"/>
                  <a:pt x="0" y="0"/>
                </a:cubicBezTo>
                <a:cubicBezTo>
                  <a:pt x="0" y="16"/>
                  <a:pt x="0" y="16"/>
                  <a:pt x="16" y="32"/>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0" name="Google Shape;1180;p30">
            <a:extLst>
              <a:ext uri="{FF2B5EF4-FFF2-40B4-BE49-F238E27FC236}">
                <a16:creationId xmlns:a16="http://schemas.microsoft.com/office/drawing/2014/main" id="{FEE5E1F7-119C-97C4-82F5-C4B5AB57CC42}"/>
              </a:ext>
            </a:extLst>
          </p:cNvPr>
          <p:cNvSpPr/>
          <p:nvPr/>
        </p:nvSpPr>
        <p:spPr>
          <a:xfrm>
            <a:off x="6527650" y="4856700"/>
            <a:ext cx="2775" cy="7475"/>
          </a:xfrm>
          <a:custGeom>
            <a:avLst/>
            <a:gdLst/>
            <a:ahLst/>
            <a:cxnLst/>
            <a:rect l="l" t="t" r="r" b="b"/>
            <a:pathLst>
              <a:path w="111" h="299" extrusionOk="0">
                <a:moveTo>
                  <a:pt x="1" y="1"/>
                </a:moveTo>
                <a:cubicBezTo>
                  <a:pt x="32" y="111"/>
                  <a:pt x="63" y="205"/>
                  <a:pt x="111" y="299"/>
                </a:cubicBezTo>
                <a:cubicBezTo>
                  <a:pt x="63" y="205"/>
                  <a:pt x="32" y="111"/>
                  <a:pt x="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81" name="Google Shape;1181;p30">
            <a:extLst>
              <a:ext uri="{FF2B5EF4-FFF2-40B4-BE49-F238E27FC236}">
                <a16:creationId xmlns:a16="http://schemas.microsoft.com/office/drawing/2014/main" id="{C50B9D55-B11B-7B33-DD94-0D44890463FC}"/>
              </a:ext>
            </a:extLst>
          </p:cNvPr>
          <p:cNvGrpSpPr/>
          <p:nvPr/>
        </p:nvGrpSpPr>
        <p:grpSpPr>
          <a:xfrm>
            <a:off x="-613275" y="4343040"/>
            <a:ext cx="9800100" cy="1657575"/>
            <a:chOff x="-613275" y="3559275"/>
            <a:chExt cx="9800100" cy="1657575"/>
          </a:xfrm>
          <a:solidFill>
            <a:srgbClr val="002E50"/>
          </a:solidFill>
        </p:grpSpPr>
        <p:sp>
          <p:nvSpPr>
            <p:cNvPr id="1182" name="Google Shape;1182;p30">
              <a:extLst>
                <a:ext uri="{FF2B5EF4-FFF2-40B4-BE49-F238E27FC236}">
                  <a16:creationId xmlns:a16="http://schemas.microsoft.com/office/drawing/2014/main" id="{6330B08D-C859-78F2-D2F4-64D85ACB4A66}"/>
                </a:ext>
              </a:extLst>
            </p:cNvPr>
            <p:cNvSpPr/>
            <p:nvPr/>
          </p:nvSpPr>
          <p:spPr>
            <a:xfrm>
              <a:off x="8699600" y="3962263"/>
              <a:ext cx="444400" cy="1230850"/>
            </a:xfrm>
            <a:custGeom>
              <a:avLst/>
              <a:gdLst/>
              <a:ahLst/>
              <a:cxnLst/>
              <a:rect l="l" t="t" r="r" b="b"/>
              <a:pathLst>
                <a:path w="17776" h="49234" extrusionOk="0">
                  <a:moveTo>
                    <a:pt x="1" y="15017"/>
                  </a:moveTo>
                  <a:lnTo>
                    <a:pt x="1" y="49234"/>
                  </a:lnTo>
                  <a:lnTo>
                    <a:pt x="5487" y="49234"/>
                  </a:lnTo>
                  <a:lnTo>
                    <a:pt x="5487" y="15017"/>
                  </a:lnTo>
                  <a:cubicBezTo>
                    <a:pt x="5487" y="7665"/>
                    <a:pt x="10785" y="1537"/>
                    <a:pt x="17776" y="251"/>
                  </a:cubicBezTo>
                  <a:lnTo>
                    <a:pt x="17776" y="251"/>
                  </a:lnTo>
                  <a:cubicBezTo>
                    <a:pt x="16882" y="79"/>
                    <a:pt x="15957" y="1"/>
                    <a:pt x="15033" y="1"/>
                  </a:cubicBezTo>
                  <a:lnTo>
                    <a:pt x="15033" y="1"/>
                  </a:lnTo>
                  <a:cubicBezTo>
                    <a:pt x="6725" y="1"/>
                    <a:pt x="1" y="6725"/>
                    <a:pt x="1" y="15017"/>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3" name="Google Shape;1183;p30">
              <a:extLst>
                <a:ext uri="{FF2B5EF4-FFF2-40B4-BE49-F238E27FC236}">
                  <a16:creationId xmlns:a16="http://schemas.microsoft.com/office/drawing/2014/main" id="{C3DDE887-0EC4-7C8B-B20F-BA8D389D0C59}"/>
                </a:ext>
              </a:extLst>
            </p:cNvPr>
            <p:cNvSpPr/>
            <p:nvPr/>
          </p:nvSpPr>
          <p:spPr>
            <a:xfrm>
              <a:off x="7566750" y="3962263"/>
              <a:ext cx="444000" cy="1230850"/>
            </a:xfrm>
            <a:custGeom>
              <a:avLst/>
              <a:gdLst/>
              <a:ahLst/>
              <a:cxnLst/>
              <a:rect l="l" t="t" r="r" b="b"/>
              <a:pathLst>
                <a:path w="17760" h="49234" extrusionOk="0">
                  <a:moveTo>
                    <a:pt x="0" y="15017"/>
                  </a:moveTo>
                  <a:lnTo>
                    <a:pt x="0" y="49234"/>
                  </a:lnTo>
                  <a:lnTo>
                    <a:pt x="5486" y="49234"/>
                  </a:lnTo>
                  <a:lnTo>
                    <a:pt x="5486" y="15017"/>
                  </a:lnTo>
                  <a:cubicBezTo>
                    <a:pt x="5486" y="7665"/>
                    <a:pt x="10769" y="1537"/>
                    <a:pt x="17759" y="251"/>
                  </a:cubicBezTo>
                  <a:lnTo>
                    <a:pt x="17759" y="251"/>
                  </a:lnTo>
                  <a:cubicBezTo>
                    <a:pt x="16866" y="79"/>
                    <a:pt x="15957" y="1"/>
                    <a:pt x="15016" y="1"/>
                  </a:cubicBezTo>
                  <a:lnTo>
                    <a:pt x="15016" y="1"/>
                  </a:lnTo>
                  <a:cubicBezTo>
                    <a:pt x="6725" y="1"/>
                    <a:pt x="0" y="6725"/>
                    <a:pt x="0" y="15017"/>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4" name="Google Shape;1184;p30">
              <a:extLst>
                <a:ext uri="{FF2B5EF4-FFF2-40B4-BE49-F238E27FC236}">
                  <a16:creationId xmlns:a16="http://schemas.microsoft.com/office/drawing/2014/main" id="{CB06385F-56D1-034D-BA5F-E31868C295D1}"/>
                </a:ext>
              </a:extLst>
            </p:cNvPr>
            <p:cNvSpPr/>
            <p:nvPr/>
          </p:nvSpPr>
          <p:spPr>
            <a:xfrm>
              <a:off x="6433500" y="3962263"/>
              <a:ext cx="444000" cy="1230850"/>
            </a:xfrm>
            <a:custGeom>
              <a:avLst/>
              <a:gdLst/>
              <a:ahLst/>
              <a:cxnLst/>
              <a:rect l="l" t="t" r="r" b="b"/>
              <a:pathLst>
                <a:path w="17760" h="49234" extrusionOk="0">
                  <a:moveTo>
                    <a:pt x="0" y="15017"/>
                  </a:moveTo>
                  <a:lnTo>
                    <a:pt x="0" y="49234"/>
                  </a:lnTo>
                  <a:lnTo>
                    <a:pt x="5486" y="49234"/>
                  </a:lnTo>
                  <a:lnTo>
                    <a:pt x="5486" y="15017"/>
                  </a:lnTo>
                  <a:cubicBezTo>
                    <a:pt x="5486" y="7665"/>
                    <a:pt x="10784" y="1537"/>
                    <a:pt x="17759" y="251"/>
                  </a:cubicBezTo>
                  <a:lnTo>
                    <a:pt x="17759" y="251"/>
                  </a:lnTo>
                  <a:cubicBezTo>
                    <a:pt x="16881" y="79"/>
                    <a:pt x="15957" y="1"/>
                    <a:pt x="15016" y="1"/>
                  </a:cubicBezTo>
                  <a:lnTo>
                    <a:pt x="15016" y="1"/>
                  </a:lnTo>
                  <a:cubicBezTo>
                    <a:pt x="6725" y="1"/>
                    <a:pt x="0" y="6725"/>
                    <a:pt x="0" y="15017"/>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5" name="Google Shape;1185;p30">
              <a:extLst>
                <a:ext uri="{FF2B5EF4-FFF2-40B4-BE49-F238E27FC236}">
                  <a16:creationId xmlns:a16="http://schemas.microsoft.com/office/drawing/2014/main" id="{80E5D349-B6D6-D940-6F1A-FB6D2BC4CAE2}"/>
                </a:ext>
              </a:extLst>
            </p:cNvPr>
            <p:cNvSpPr/>
            <p:nvPr/>
          </p:nvSpPr>
          <p:spPr>
            <a:xfrm>
              <a:off x="5300250" y="3962263"/>
              <a:ext cx="444375" cy="1230850"/>
            </a:xfrm>
            <a:custGeom>
              <a:avLst/>
              <a:gdLst/>
              <a:ahLst/>
              <a:cxnLst/>
              <a:rect l="l" t="t" r="r" b="b"/>
              <a:pathLst>
                <a:path w="17775" h="49234" extrusionOk="0">
                  <a:moveTo>
                    <a:pt x="0" y="15017"/>
                  </a:moveTo>
                  <a:lnTo>
                    <a:pt x="0" y="49234"/>
                  </a:lnTo>
                  <a:lnTo>
                    <a:pt x="5486" y="49234"/>
                  </a:lnTo>
                  <a:lnTo>
                    <a:pt x="5486" y="15017"/>
                  </a:lnTo>
                  <a:cubicBezTo>
                    <a:pt x="5486" y="7665"/>
                    <a:pt x="10784" y="1537"/>
                    <a:pt x="17775" y="251"/>
                  </a:cubicBezTo>
                  <a:lnTo>
                    <a:pt x="17775" y="251"/>
                  </a:lnTo>
                  <a:cubicBezTo>
                    <a:pt x="16881" y="79"/>
                    <a:pt x="15957" y="1"/>
                    <a:pt x="15032" y="1"/>
                  </a:cubicBezTo>
                  <a:lnTo>
                    <a:pt x="15032" y="1"/>
                  </a:lnTo>
                  <a:cubicBezTo>
                    <a:pt x="6724" y="1"/>
                    <a:pt x="0" y="6725"/>
                    <a:pt x="0" y="15017"/>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86" name="Google Shape;1186;p30">
              <a:extLst>
                <a:ext uri="{FF2B5EF4-FFF2-40B4-BE49-F238E27FC236}">
                  <a16:creationId xmlns:a16="http://schemas.microsoft.com/office/drawing/2014/main" id="{5DB41A7D-8207-A050-786E-1EBB4371B4CB}"/>
                </a:ext>
              </a:extLst>
            </p:cNvPr>
            <p:cNvGrpSpPr/>
            <p:nvPr/>
          </p:nvGrpSpPr>
          <p:grpSpPr>
            <a:xfrm>
              <a:off x="-613275" y="3559275"/>
              <a:ext cx="9800100" cy="1657575"/>
              <a:chOff x="-613275" y="3443675"/>
              <a:chExt cx="9800100" cy="1657575"/>
            </a:xfrm>
            <a:grpFill/>
          </p:grpSpPr>
          <p:sp>
            <p:nvSpPr>
              <p:cNvPr id="1187" name="Google Shape;1187;p30">
                <a:extLst>
                  <a:ext uri="{FF2B5EF4-FFF2-40B4-BE49-F238E27FC236}">
                    <a16:creationId xmlns:a16="http://schemas.microsoft.com/office/drawing/2014/main" id="{C4DC0434-9982-4576-8EBD-CE0F9076DE8E}"/>
                  </a:ext>
                </a:extLst>
              </p:cNvPr>
              <p:cNvSpPr/>
              <p:nvPr/>
            </p:nvSpPr>
            <p:spPr>
              <a:xfrm>
                <a:off x="3962175" y="3443675"/>
                <a:ext cx="5224650" cy="1657575"/>
              </a:xfrm>
              <a:custGeom>
                <a:avLst/>
                <a:gdLst/>
                <a:ahLst/>
                <a:cxnLst/>
                <a:rect l="l" t="t" r="r" b="b"/>
                <a:pathLst>
                  <a:path w="208986" h="66303" extrusionOk="0">
                    <a:moveTo>
                      <a:pt x="0" y="0"/>
                    </a:moveTo>
                    <a:lnTo>
                      <a:pt x="0" y="1207"/>
                    </a:lnTo>
                    <a:lnTo>
                      <a:pt x="5486" y="1207"/>
                    </a:lnTo>
                    <a:lnTo>
                      <a:pt x="5486" y="5439"/>
                    </a:lnTo>
                    <a:lnTo>
                      <a:pt x="0" y="5439"/>
                    </a:lnTo>
                    <a:lnTo>
                      <a:pt x="0" y="66303"/>
                    </a:lnTo>
                    <a:lnTo>
                      <a:pt x="8104" y="66303"/>
                    </a:lnTo>
                    <a:lnTo>
                      <a:pt x="8104" y="32086"/>
                    </a:lnTo>
                    <a:cubicBezTo>
                      <a:pt x="8104" y="23794"/>
                      <a:pt x="14828" y="17070"/>
                      <a:pt x="23120" y="17070"/>
                    </a:cubicBezTo>
                    <a:lnTo>
                      <a:pt x="23120" y="17070"/>
                    </a:lnTo>
                    <a:cubicBezTo>
                      <a:pt x="31411" y="17070"/>
                      <a:pt x="38136" y="23794"/>
                      <a:pt x="38136" y="32086"/>
                    </a:cubicBezTo>
                    <a:lnTo>
                      <a:pt x="38136" y="32086"/>
                    </a:lnTo>
                    <a:lnTo>
                      <a:pt x="38136" y="66303"/>
                    </a:lnTo>
                    <a:lnTo>
                      <a:pt x="53434" y="66303"/>
                    </a:lnTo>
                    <a:lnTo>
                      <a:pt x="53434" y="32086"/>
                    </a:lnTo>
                    <a:cubicBezTo>
                      <a:pt x="53434" y="23794"/>
                      <a:pt x="60158" y="17070"/>
                      <a:pt x="68450" y="17070"/>
                    </a:cubicBezTo>
                    <a:lnTo>
                      <a:pt x="68450" y="17070"/>
                    </a:lnTo>
                    <a:cubicBezTo>
                      <a:pt x="76741" y="17070"/>
                      <a:pt x="83466" y="23794"/>
                      <a:pt x="83466" y="32086"/>
                    </a:cubicBezTo>
                    <a:lnTo>
                      <a:pt x="83466" y="32086"/>
                    </a:lnTo>
                    <a:lnTo>
                      <a:pt x="83466" y="66303"/>
                    </a:lnTo>
                    <a:lnTo>
                      <a:pt x="98764" y="66303"/>
                    </a:lnTo>
                    <a:lnTo>
                      <a:pt x="98764" y="32086"/>
                    </a:lnTo>
                    <a:cubicBezTo>
                      <a:pt x="98764" y="23794"/>
                      <a:pt x="105488" y="17070"/>
                      <a:pt x="113780" y="17070"/>
                    </a:cubicBezTo>
                    <a:lnTo>
                      <a:pt x="113780" y="17070"/>
                    </a:lnTo>
                    <a:cubicBezTo>
                      <a:pt x="122072" y="17070"/>
                      <a:pt x="128796" y="23794"/>
                      <a:pt x="128796" y="32086"/>
                    </a:cubicBezTo>
                    <a:lnTo>
                      <a:pt x="128796" y="32086"/>
                    </a:lnTo>
                    <a:lnTo>
                      <a:pt x="128796" y="66303"/>
                    </a:lnTo>
                    <a:lnTo>
                      <a:pt x="144094" y="66303"/>
                    </a:lnTo>
                    <a:lnTo>
                      <a:pt x="144094" y="32086"/>
                    </a:lnTo>
                    <a:cubicBezTo>
                      <a:pt x="144094" y="23794"/>
                      <a:pt x="150818" y="17070"/>
                      <a:pt x="159110" y="17070"/>
                    </a:cubicBezTo>
                    <a:lnTo>
                      <a:pt x="159110" y="17070"/>
                    </a:lnTo>
                    <a:cubicBezTo>
                      <a:pt x="167402" y="17070"/>
                      <a:pt x="174126" y="23794"/>
                      <a:pt x="174126" y="32086"/>
                    </a:cubicBezTo>
                    <a:lnTo>
                      <a:pt x="174126" y="32086"/>
                    </a:lnTo>
                    <a:lnTo>
                      <a:pt x="174126" y="66303"/>
                    </a:lnTo>
                    <a:lnTo>
                      <a:pt x="189424" y="66303"/>
                    </a:lnTo>
                    <a:lnTo>
                      <a:pt x="189424" y="32086"/>
                    </a:lnTo>
                    <a:cubicBezTo>
                      <a:pt x="189424" y="23794"/>
                      <a:pt x="196148" y="17070"/>
                      <a:pt x="204440" y="17070"/>
                    </a:cubicBezTo>
                    <a:lnTo>
                      <a:pt x="204440" y="17070"/>
                    </a:lnTo>
                    <a:cubicBezTo>
                      <a:pt x="205976" y="17070"/>
                      <a:pt x="207591" y="17305"/>
                      <a:pt x="208986" y="17728"/>
                    </a:cubicBezTo>
                    <a:lnTo>
                      <a:pt x="208986" y="17728"/>
                    </a:lnTo>
                    <a:lnTo>
                      <a:pt x="208986" y="5439"/>
                    </a:lnTo>
                    <a:lnTo>
                      <a:pt x="205083" y="5439"/>
                    </a:lnTo>
                    <a:lnTo>
                      <a:pt x="205083" y="1207"/>
                    </a:lnTo>
                    <a:lnTo>
                      <a:pt x="208986" y="1207"/>
                    </a:lnTo>
                    <a:lnTo>
                      <a:pt x="208986" y="0"/>
                    </a:lnTo>
                    <a:close/>
                    <a:moveTo>
                      <a:pt x="189832" y="1207"/>
                    </a:moveTo>
                    <a:lnTo>
                      <a:pt x="203766" y="1207"/>
                    </a:lnTo>
                    <a:lnTo>
                      <a:pt x="203766" y="5439"/>
                    </a:lnTo>
                    <a:lnTo>
                      <a:pt x="189832" y="5439"/>
                    </a:lnTo>
                    <a:close/>
                    <a:moveTo>
                      <a:pt x="174581" y="1207"/>
                    </a:moveTo>
                    <a:lnTo>
                      <a:pt x="188515" y="1207"/>
                    </a:lnTo>
                    <a:lnTo>
                      <a:pt x="188515" y="5439"/>
                    </a:lnTo>
                    <a:lnTo>
                      <a:pt x="174581" y="5439"/>
                    </a:lnTo>
                    <a:close/>
                    <a:moveTo>
                      <a:pt x="159314" y="1207"/>
                    </a:moveTo>
                    <a:lnTo>
                      <a:pt x="173264" y="1207"/>
                    </a:lnTo>
                    <a:lnTo>
                      <a:pt x="173264" y="5439"/>
                    </a:lnTo>
                    <a:lnTo>
                      <a:pt x="159314" y="5439"/>
                    </a:lnTo>
                    <a:close/>
                    <a:moveTo>
                      <a:pt x="144063" y="1207"/>
                    </a:moveTo>
                    <a:lnTo>
                      <a:pt x="158013" y="1207"/>
                    </a:lnTo>
                    <a:lnTo>
                      <a:pt x="158013" y="5439"/>
                    </a:lnTo>
                    <a:lnTo>
                      <a:pt x="144063" y="5439"/>
                    </a:lnTo>
                    <a:close/>
                    <a:moveTo>
                      <a:pt x="128812" y="1207"/>
                    </a:moveTo>
                    <a:lnTo>
                      <a:pt x="142762" y="1207"/>
                    </a:lnTo>
                    <a:lnTo>
                      <a:pt x="142762" y="5439"/>
                    </a:lnTo>
                    <a:lnTo>
                      <a:pt x="128812" y="5439"/>
                    </a:lnTo>
                    <a:close/>
                    <a:moveTo>
                      <a:pt x="113560" y="1207"/>
                    </a:moveTo>
                    <a:lnTo>
                      <a:pt x="127511" y="1207"/>
                    </a:lnTo>
                    <a:lnTo>
                      <a:pt x="127511" y="5439"/>
                    </a:lnTo>
                    <a:lnTo>
                      <a:pt x="113560" y="5439"/>
                    </a:lnTo>
                    <a:close/>
                    <a:moveTo>
                      <a:pt x="98309" y="1207"/>
                    </a:moveTo>
                    <a:lnTo>
                      <a:pt x="112259" y="1207"/>
                    </a:lnTo>
                    <a:lnTo>
                      <a:pt x="112259" y="5439"/>
                    </a:lnTo>
                    <a:lnTo>
                      <a:pt x="98309" y="5439"/>
                    </a:lnTo>
                    <a:close/>
                    <a:moveTo>
                      <a:pt x="83058" y="1207"/>
                    </a:moveTo>
                    <a:lnTo>
                      <a:pt x="97008" y="1207"/>
                    </a:lnTo>
                    <a:lnTo>
                      <a:pt x="97008" y="5439"/>
                    </a:lnTo>
                    <a:lnTo>
                      <a:pt x="83058" y="5439"/>
                    </a:lnTo>
                    <a:close/>
                    <a:moveTo>
                      <a:pt x="67807" y="1207"/>
                    </a:moveTo>
                    <a:lnTo>
                      <a:pt x="81757" y="1207"/>
                    </a:lnTo>
                    <a:lnTo>
                      <a:pt x="81757" y="5439"/>
                    </a:lnTo>
                    <a:lnTo>
                      <a:pt x="67807" y="5439"/>
                    </a:lnTo>
                    <a:close/>
                    <a:moveTo>
                      <a:pt x="52556" y="1207"/>
                    </a:moveTo>
                    <a:lnTo>
                      <a:pt x="66490" y="1207"/>
                    </a:lnTo>
                    <a:lnTo>
                      <a:pt x="66490" y="5439"/>
                    </a:lnTo>
                    <a:lnTo>
                      <a:pt x="52556" y="5439"/>
                    </a:lnTo>
                    <a:close/>
                    <a:moveTo>
                      <a:pt x="37305" y="1207"/>
                    </a:moveTo>
                    <a:lnTo>
                      <a:pt x="51239" y="1207"/>
                    </a:lnTo>
                    <a:lnTo>
                      <a:pt x="51239" y="5439"/>
                    </a:lnTo>
                    <a:lnTo>
                      <a:pt x="37305" y="5439"/>
                    </a:lnTo>
                    <a:close/>
                    <a:moveTo>
                      <a:pt x="22038" y="1207"/>
                    </a:moveTo>
                    <a:lnTo>
                      <a:pt x="35988" y="1207"/>
                    </a:lnTo>
                    <a:lnTo>
                      <a:pt x="35988" y="5439"/>
                    </a:lnTo>
                    <a:lnTo>
                      <a:pt x="22038" y="5439"/>
                    </a:lnTo>
                    <a:close/>
                    <a:moveTo>
                      <a:pt x="6787" y="1207"/>
                    </a:moveTo>
                    <a:lnTo>
                      <a:pt x="20737" y="1207"/>
                    </a:lnTo>
                    <a:lnTo>
                      <a:pt x="20737" y="5439"/>
                    </a:lnTo>
                    <a:lnTo>
                      <a:pt x="6787" y="5439"/>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1188" name="Google Shape;1188;p30">
                <a:extLst>
                  <a:ext uri="{FF2B5EF4-FFF2-40B4-BE49-F238E27FC236}">
                    <a16:creationId xmlns:a16="http://schemas.microsoft.com/office/drawing/2014/main" id="{49D2827B-2BA5-A65E-A616-89F2F73889D4}"/>
                  </a:ext>
                </a:extLst>
              </p:cNvPr>
              <p:cNvGrpSpPr/>
              <p:nvPr/>
            </p:nvGrpSpPr>
            <p:grpSpPr>
              <a:xfrm>
                <a:off x="-613275" y="3443675"/>
                <a:ext cx="5224650" cy="1657575"/>
                <a:chOff x="1161525" y="3805200"/>
                <a:chExt cx="5224650" cy="1657575"/>
              </a:xfrm>
              <a:grpFill/>
            </p:grpSpPr>
            <p:sp>
              <p:nvSpPr>
                <p:cNvPr id="1189" name="Google Shape;1189;p30">
                  <a:extLst>
                    <a:ext uri="{FF2B5EF4-FFF2-40B4-BE49-F238E27FC236}">
                      <a16:creationId xmlns:a16="http://schemas.microsoft.com/office/drawing/2014/main" id="{F56038F0-A7C0-8D4B-F710-D97955B27EBF}"/>
                    </a:ext>
                  </a:extLst>
                </p:cNvPr>
                <p:cNvSpPr/>
                <p:nvPr/>
              </p:nvSpPr>
              <p:spPr>
                <a:xfrm>
                  <a:off x="5896325" y="4231925"/>
                  <a:ext cx="444400" cy="1230850"/>
                </a:xfrm>
                <a:custGeom>
                  <a:avLst/>
                  <a:gdLst/>
                  <a:ahLst/>
                  <a:cxnLst/>
                  <a:rect l="l" t="t" r="r" b="b"/>
                  <a:pathLst>
                    <a:path w="17776" h="49234" extrusionOk="0">
                      <a:moveTo>
                        <a:pt x="1" y="15017"/>
                      </a:moveTo>
                      <a:lnTo>
                        <a:pt x="1" y="49234"/>
                      </a:lnTo>
                      <a:lnTo>
                        <a:pt x="5487" y="49234"/>
                      </a:lnTo>
                      <a:lnTo>
                        <a:pt x="5487" y="15017"/>
                      </a:lnTo>
                      <a:cubicBezTo>
                        <a:pt x="5487" y="7665"/>
                        <a:pt x="10785" y="1537"/>
                        <a:pt x="17776" y="251"/>
                      </a:cubicBezTo>
                      <a:lnTo>
                        <a:pt x="17776" y="251"/>
                      </a:lnTo>
                      <a:cubicBezTo>
                        <a:pt x="16882" y="79"/>
                        <a:pt x="15957" y="1"/>
                        <a:pt x="15033" y="1"/>
                      </a:cubicBezTo>
                      <a:lnTo>
                        <a:pt x="15033" y="1"/>
                      </a:lnTo>
                      <a:cubicBezTo>
                        <a:pt x="6725" y="1"/>
                        <a:pt x="1" y="6725"/>
                        <a:pt x="1" y="15017"/>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0" name="Google Shape;1190;p30">
                  <a:extLst>
                    <a:ext uri="{FF2B5EF4-FFF2-40B4-BE49-F238E27FC236}">
                      <a16:creationId xmlns:a16="http://schemas.microsoft.com/office/drawing/2014/main" id="{A95FDAC9-3927-AEAC-FEDF-0D1F4741F0BD}"/>
                    </a:ext>
                  </a:extLst>
                </p:cNvPr>
                <p:cNvSpPr/>
                <p:nvPr/>
              </p:nvSpPr>
              <p:spPr>
                <a:xfrm>
                  <a:off x="4763475" y="4231925"/>
                  <a:ext cx="444000" cy="1230850"/>
                </a:xfrm>
                <a:custGeom>
                  <a:avLst/>
                  <a:gdLst/>
                  <a:ahLst/>
                  <a:cxnLst/>
                  <a:rect l="l" t="t" r="r" b="b"/>
                  <a:pathLst>
                    <a:path w="17760" h="49234" extrusionOk="0">
                      <a:moveTo>
                        <a:pt x="0" y="15017"/>
                      </a:moveTo>
                      <a:lnTo>
                        <a:pt x="0" y="49234"/>
                      </a:lnTo>
                      <a:lnTo>
                        <a:pt x="5486" y="49234"/>
                      </a:lnTo>
                      <a:lnTo>
                        <a:pt x="5486" y="15017"/>
                      </a:lnTo>
                      <a:cubicBezTo>
                        <a:pt x="5486" y="7665"/>
                        <a:pt x="10769" y="1537"/>
                        <a:pt x="17759" y="251"/>
                      </a:cubicBezTo>
                      <a:lnTo>
                        <a:pt x="17759" y="251"/>
                      </a:lnTo>
                      <a:cubicBezTo>
                        <a:pt x="16866" y="79"/>
                        <a:pt x="15957" y="1"/>
                        <a:pt x="15016" y="1"/>
                      </a:cubicBezTo>
                      <a:lnTo>
                        <a:pt x="15016" y="1"/>
                      </a:lnTo>
                      <a:cubicBezTo>
                        <a:pt x="6725" y="1"/>
                        <a:pt x="0" y="6725"/>
                        <a:pt x="0" y="15017"/>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1" name="Google Shape;1191;p30">
                  <a:extLst>
                    <a:ext uri="{FF2B5EF4-FFF2-40B4-BE49-F238E27FC236}">
                      <a16:creationId xmlns:a16="http://schemas.microsoft.com/office/drawing/2014/main" id="{E243A181-CA67-941F-61F6-34B3916D617F}"/>
                    </a:ext>
                  </a:extLst>
                </p:cNvPr>
                <p:cNvSpPr/>
                <p:nvPr/>
              </p:nvSpPr>
              <p:spPr>
                <a:xfrm>
                  <a:off x="3630225" y="4231925"/>
                  <a:ext cx="444000" cy="1230850"/>
                </a:xfrm>
                <a:custGeom>
                  <a:avLst/>
                  <a:gdLst/>
                  <a:ahLst/>
                  <a:cxnLst/>
                  <a:rect l="l" t="t" r="r" b="b"/>
                  <a:pathLst>
                    <a:path w="17760" h="49234" extrusionOk="0">
                      <a:moveTo>
                        <a:pt x="0" y="15017"/>
                      </a:moveTo>
                      <a:lnTo>
                        <a:pt x="0" y="49234"/>
                      </a:lnTo>
                      <a:lnTo>
                        <a:pt x="5486" y="49234"/>
                      </a:lnTo>
                      <a:lnTo>
                        <a:pt x="5486" y="15017"/>
                      </a:lnTo>
                      <a:cubicBezTo>
                        <a:pt x="5486" y="7665"/>
                        <a:pt x="10784" y="1537"/>
                        <a:pt x="17759" y="251"/>
                      </a:cubicBezTo>
                      <a:lnTo>
                        <a:pt x="17759" y="251"/>
                      </a:lnTo>
                      <a:cubicBezTo>
                        <a:pt x="16881" y="79"/>
                        <a:pt x="15957" y="1"/>
                        <a:pt x="15016" y="1"/>
                      </a:cubicBezTo>
                      <a:lnTo>
                        <a:pt x="15016" y="1"/>
                      </a:lnTo>
                      <a:cubicBezTo>
                        <a:pt x="6725" y="1"/>
                        <a:pt x="0" y="6725"/>
                        <a:pt x="0" y="15017"/>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2" name="Google Shape;1192;p30">
                  <a:extLst>
                    <a:ext uri="{FF2B5EF4-FFF2-40B4-BE49-F238E27FC236}">
                      <a16:creationId xmlns:a16="http://schemas.microsoft.com/office/drawing/2014/main" id="{B52B1EB9-7809-594D-2597-06C77FA5CB22}"/>
                    </a:ext>
                  </a:extLst>
                </p:cNvPr>
                <p:cNvSpPr/>
                <p:nvPr/>
              </p:nvSpPr>
              <p:spPr>
                <a:xfrm>
                  <a:off x="2496975" y="4231925"/>
                  <a:ext cx="444375" cy="1230850"/>
                </a:xfrm>
                <a:custGeom>
                  <a:avLst/>
                  <a:gdLst/>
                  <a:ahLst/>
                  <a:cxnLst/>
                  <a:rect l="l" t="t" r="r" b="b"/>
                  <a:pathLst>
                    <a:path w="17775" h="49234" extrusionOk="0">
                      <a:moveTo>
                        <a:pt x="0" y="15017"/>
                      </a:moveTo>
                      <a:lnTo>
                        <a:pt x="0" y="49234"/>
                      </a:lnTo>
                      <a:lnTo>
                        <a:pt x="5486" y="49234"/>
                      </a:lnTo>
                      <a:lnTo>
                        <a:pt x="5486" y="15017"/>
                      </a:lnTo>
                      <a:cubicBezTo>
                        <a:pt x="5486" y="7665"/>
                        <a:pt x="10784" y="1537"/>
                        <a:pt x="17775" y="251"/>
                      </a:cubicBezTo>
                      <a:lnTo>
                        <a:pt x="17775" y="251"/>
                      </a:lnTo>
                      <a:cubicBezTo>
                        <a:pt x="16881" y="79"/>
                        <a:pt x="15957" y="1"/>
                        <a:pt x="15032" y="1"/>
                      </a:cubicBezTo>
                      <a:lnTo>
                        <a:pt x="15032" y="1"/>
                      </a:lnTo>
                      <a:cubicBezTo>
                        <a:pt x="6724" y="1"/>
                        <a:pt x="0" y="6725"/>
                        <a:pt x="0" y="15017"/>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3" name="Google Shape;1193;p30">
                  <a:extLst>
                    <a:ext uri="{FF2B5EF4-FFF2-40B4-BE49-F238E27FC236}">
                      <a16:creationId xmlns:a16="http://schemas.microsoft.com/office/drawing/2014/main" id="{28921311-F1F7-44BB-D88E-5F14CC2690C6}"/>
                    </a:ext>
                  </a:extLst>
                </p:cNvPr>
                <p:cNvSpPr/>
                <p:nvPr/>
              </p:nvSpPr>
              <p:spPr>
                <a:xfrm>
                  <a:off x="1364100" y="4231925"/>
                  <a:ext cx="444000" cy="1230850"/>
                </a:xfrm>
                <a:custGeom>
                  <a:avLst/>
                  <a:gdLst/>
                  <a:ahLst/>
                  <a:cxnLst/>
                  <a:rect l="l" t="t" r="r" b="b"/>
                  <a:pathLst>
                    <a:path w="17760" h="49234" extrusionOk="0">
                      <a:moveTo>
                        <a:pt x="1" y="15017"/>
                      </a:moveTo>
                      <a:lnTo>
                        <a:pt x="1" y="49234"/>
                      </a:lnTo>
                      <a:lnTo>
                        <a:pt x="5487" y="49234"/>
                      </a:lnTo>
                      <a:lnTo>
                        <a:pt x="5487" y="15017"/>
                      </a:lnTo>
                      <a:cubicBezTo>
                        <a:pt x="5487" y="7665"/>
                        <a:pt x="10769" y="1537"/>
                        <a:pt x="17760" y="251"/>
                      </a:cubicBezTo>
                      <a:lnTo>
                        <a:pt x="17760" y="251"/>
                      </a:lnTo>
                      <a:cubicBezTo>
                        <a:pt x="16866" y="79"/>
                        <a:pt x="15957" y="1"/>
                        <a:pt x="15017" y="1"/>
                      </a:cubicBezTo>
                      <a:lnTo>
                        <a:pt x="15017" y="1"/>
                      </a:lnTo>
                      <a:cubicBezTo>
                        <a:pt x="6725" y="1"/>
                        <a:pt x="1" y="6725"/>
                        <a:pt x="1" y="15017"/>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4" name="Google Shape;1194;p30">
                  <a:extLst>
                    <a:ext uri="{FF2B5EF4-FFF2-40B4-BE49-F238E27FC236}">
                      <a16:creationId xmlns:a16="http://schemas.microsoft.com/office/drawing/2014/main" id="{9BC5C5C0-E1EA-86D0-EB36-BBC9E5BAC672}"/>
                    </a:ext>
                  </a:extLst>
                </p:cNvPr>
                <p:cNvSpPr/>
                <p:nvPr/>
              </p:nvSpPr>
              <p:spPr>
                <a:xfrm>
                  <a:off x="1161525" y="3805200"/>
                  <a:ext cx="5224650" cy="1657575"/>
                </a:xfrm>
                <a:custGeom>
                  <a:avLst/>
                  <a:gdLst/>
                  <a:ahLst/>
                  <a:cxnLst/>
                  <a:rect l="l" t="t" r="r" b="b"/>
                  <a:pathLst>
                    <a:path w="208986" h="66303" extrusionOk="0">
                      <a:moveTo>
                        <a:pt x="0" y="0"/>
                      </a:moveTo>
                      <a:lnTo>
                        <a:pt x="0" y="1207"/>
                      </a:lnTo>
                      <a:lnTo>
                        <a:pt x="5486" y="1207"/>
                      </a:lnTo>
                      <a:lnTo>
                        <a:pt x="5486" y="5439"/>
                      </a:lnTo>
                      <a:lnTo>
                        <a:pt x="0" y="5439"/>
                      </a:lnTo>
                      <a:lnTo>
                        <a:pt x="0" y="66303"/>
                      </a:lnTo>
                      <a:lnTo>
                        <a:pt x="8104" y="66303"/>
                      </a:lnTo>
                      <a:lnTo>
                        <a:pt x="8104" y="32086"/>
                      </a:lnTo>
                      <a:cubicBezTo>
                        <a:pt x="8104" y="23794"/>
                        <a:pt x="14828" y="17070"/>
                        <a:pt x="23120" y="17070"/>
                      </a:cubicBezTo>
                      <a:lnTo>
                        <a:pt x="23120" y="17070"/>
                      </a:lnTo>
                      <a:cubicBezTo>
                        <a:pt x="31411" y="17070"/>
                        <a:pt x="38136" y="23794"/>
                        <a:pt x="38136" y="32086"/>
                      </a:cubicBezTo>
                      <a:lnTo>
                        <a:pt x="38136" y="32086"/>
                      </a:lnTo>
                      <a:lnTo>
                        <a:pt x="38136" y="66303"/>
                      </a:lnTo>
                      <a:lnTo>
                        <a:pt x="53434" y="66303"/>
                      </a:lnTo>
                      <a:lnTo>
                        <a:pt x="53434" y="32086"/>
                      </a:lnTo>
                      <a:cubicBezTo>
                        <a:pt x="53434" y="23794"/>
                        <a:pt x="60158" y="17070"/>
                        <a:pt x="68450" y="17070"/>
                      </a:cubicBezTo>
                      <a:lnTo>
                        <a:pt x="68450" y="17070"/>
                      </a:lnTo>
                      <a:cubicBezTo>
                        <a:pt x="76741" y="17070"/>
                        <a:pt x="83466" y="23794"/>
                        <a:pt x="83466" y="32086"/>
                      </a:cubicBezTo>
                      <a:lnTo>
                        <a:pt x="83466" y="32086"/>
                      </a:lnTo>
                      <a:lnTo>
                        <a:pt x="83466" y="66303"/>
                      </a:lnTo>
                      <a:lnTo>
                        <a:pt x="98764" y="66303"/>
                      </a:lnTo>
                      <a:lnTo>
                        <a:pt x="98764" y="32086"/>
                      </a:lnTo>
                      <a:cubicBezTo>
                        <a:pt x="98764" y="23794"/>
                        <a:pt x="105488" y="17070"/>
                        <a:pt x="113780" y="17070"/>
                      </a:cubicBezTo>
                      <a:lnTo>
                        <a:pt x="113780" y="17070"/>
                      </a:lnTo>
                      <a:cubicBezTo>
                        <a:pt x="122072" y="17070"/>
                        <a:pt x="128796" y="23794"/>
                        <a:pt x="128796" y="32086"/>
                      </a:cubicBezTo>
                      <a:lnTo>
                        <a:pt x="128796" y="32086"/>
                      </a:lnTo>
                      <a:lnTo>
                        <a:pt x="128796" y="66303"/>
                      </a:lnTo>
                      <a:lnTo>
                        <a:pt x="144094" y="66303"/>
                      </a:lnTo>
                      <a:lnTo>
                        <a:pt x="144094" y="32086"/>
                      </a:lnTo>
                      <a:cubicBezTo>
                        <a:pt x="144094" y="23794"/>
                        <a:pt x="150818" y="17070"/>
                        <a:pt x="159110" y="17070"/>
                      </a:cubicBezTo>
                      <a:lnTo>
                        <a:pt x="159110" y="17070"/>
                      </a:lnTo>
                      <a:cubicBezTo>
                        <a:pt x="167402" y="17070"/>
                        <a:pt x="174126" y="23794"/>
                        <a:pt x="174126" y="32086"/>
                      </a:cubicBezTo>
                      <a:lnTo>
                        <a:pt x="174126" y="32086"/>
                      </a:lnTo>
                      <a:lnTo>
                        <a:pt x="174126" y="66303"/>
                      </a:lnTo>
                      <a:lnTo>
                        <a:pt x="189424" y="66303"/>
                      </a:lnTo>
                      <a:lnTo>
                        <a:pt x="189424" y="32086"/>
                      </a:lnTo>
                      <a:cubicBezTo>
                        <a:pt x="189424" y="23794"/>
                        <a:pt x="196148" y="17070"/>
                        <a:pt x="204440" y="17070"/>
                      </a:cubicBezTo>
                      <a:lnTo>
                        <a:pt x="204440" y="17070"/>
                      </a:lnTo>
                      <a:cubicBezTo>
                        <a:pt x="205976" y="17070"/>
                        <a:pt x="207591" y="17305"/>
                        <a:pt x="208986" y="17728"/>
                      </a:cubicBezTo>
                      <a:lnTo>
                        <a:pt x="208986" y="17728"/>
                      </a:lnTo>
                      <a:lnTo>
                        <a:pt x="208986" y="5439"/>
                      </a:lnTo>
                      <a:lnTo>
                        <a:pt x="205083" y="5439"/>
                      </a:lnTo>
                      <a:lnTo>
                        <a:pt x="205083" y="1207"/>
                      </a:lnTo>
                      <a:lnTo>
                        <a:pt x="208986" y="1207"/>
                      </a:lnTo>
                      <a:lnTo>
                        <a:pt x="208986" y="0"/>
                      </a:lnTo>
                      <a:close/>
                      <a:moveTo>
                        <a:pt x="189832" y="1207"/>
                      </a:moveTo>
                      <a:lnTo>
                        <a:pt x="203766" y="1207"/>
                      </a:lnTo>
                      <a:lnTo>
                        <a:pt x="203766" y="5439"/>
                      </a:lnTo>
                      <a:lnTo>
                        <a:pt x="189832" y="5439"/>
                      </a:lnTo>
                      <a:close/>
                      <a:moveTo>
                        <a:pt x="174581" y="1207"/>
                      </a:moveTo>
                      <a:lnTo>
                        <a:pt x="188515" y="1207"/>
                      </a:lnTo>
                      <a:lnTo>
                        <a:pt x="188515" y="5439"/>
                      </a:lnTo>
                      <a:lnTo>
                        <a:pt x="174581" y="5439"/>
                      </a:lnTo>
                      <a:close/>
                      <a:moveTo>
                        <a:pt x="159314" y="1207"/>
                      </a:moveTo>
                      <a:lnTo>
                        <a:pt x="173264" y="1207"/>
                      </a:lnTo>
                      <a:lnTo>
                        <a:pt x="173264" y="5439"/>
                      </a:lnTo>
                      <a:lnTo>
                        <a:pt x="159314" y="5439"/>
                      </a:lnTo>
                      <a:close/>
                      <a:moveTo>
                        <a:pt x="144063" y="1207"/>
                      </a:moveTo>
                      <a:lnTo>
                        <a:pt x="158013" y="1207"/>
                      </a:lnTo>
                      <a:lnTo>
                        <a:pt x="158013" y="5439"/>
                      </a:lnTo>
                      <a:lnTo>
                        <a:pt x="144063" y="5439"/>
                      </a:lnTo>
                      <a:close/>
                      <a:moveTo>
                        <a:pt x="128812" y="1207"/>
                      </a:moveTo>
                      <a:lnTo>
                        <a:pt x="142762" y="1207"/>
                      </a:lnTo>
                      <a:lnTo>
                        <a:pt x="142762" y="5439"/>
                      </a:lnTo>
                      <a:lnTo>
                        <a:pt x="128812" y="5439"/>
                      </a:lnTo>
                      <a:close/>
                      <a:moveTo>
                        <a:pt x="113560" y="1207"/>
                      </a:moveTo>
                      <a:lnTo>
                        <a:pt x="127511" y="1207"/>
                      </a:lnTo>
                      <a:lnTo>
                        <a:pt x="127511" y="5439"/>
                      </a:lnTo>
                      <a:lnTo>
                        <a:pt x="113560" y="5439"/>
                      </a:lnTo>
                      <a:close/>
                      <a:moveTo>
                        <a:pt x="98309" y="1207"/>
                      </a:moveTo>
                      <a:lnTo>
                        <a:pt x="112259" y="1207"/>
                      </a:lnTo>
                      <a:lnTo>
                        <a:pt x="112259" y="5439"/>
                      </a:lnTo>
                      <a:lnTo>
                        <a:pt x="98309" y="5439"/>
                      </a:lnTo>
                      <a:close/>
                      <a:moveTo>
                        <a:pt x="83058" y="1207"/>
                      </a:moveTo>
                      <a:lnTo>
                        <a:pt x="97008" y="1207"/>
                      </a:lnTo>
                      <a:lnTo>
                        <a:pt x="97008" y="5439"/>
                      </a:lnTo>
                      <a:lnTo>
                        <a:pt x="83058" y="5439"/>
                      </a:lnTo>
                      <a:close/>
                      <a:moveTo>
                        <a:pt x="67807" y="1207"/>
                      </a:moveTo>
                      <a:lnTo>
                        <a:pt x="81757" y="1207"/>
                      </a:lnTo>
                      <a:lnTo>
                        <a:pt x="81757" y="5439"/>
                      </a:lnTo>
                      <a:lnTo>
                        <a:pt x="67807" y="5439"/>
                      </a:lnTo>
                      <a:close/>
                      <a:moveTo>
                        <a:pt x="52556" y="1207"/>
                      </a:moveTo>
                      <a:lnTo>
                        <a:pt x="66490" y="1207"/>
                      </a:lnTo>
                      <a:lnTo>
                        <a:pt x="66490" y="5439"/>
                      </a:lnTo>
                      <a:lnTo>
                        <a:pt x="52556" y="5439"/>
                      </a:lnTo>
                      <a:close/>
                      <a:moveTo>
                        <a:pt x="37305" y="1207"/>
                      </a:moveTo>
                      <a:lnTo>
                        <a:pt x="51239" y="1207"/>
                      </a:lnTo>
                      <a:lnTo>
                        <a:pt x="51239" y="5439"/>
                      </a:lnTo>
                      <a:lnTo>
                        <a:pt x="37305" y="5439"/>
                      </a:lnTo>
                      <a:close/>
                      <a:moveTo>
                        <a:pt x="22038" y="1207"/>
                      </a:moveTo>
                      <a:lnTo>
                        <a:pt x="35988" y="1207"/>
                      </a:lnTo>
                      <a:lnTo>
                        <a:pt x="35988" y="5439"/>
                      </a:lnTo>
                      <a:lnTo>
                        <a:pt x="22038" y="5439"/>
                      </a:lnTo>
                      <a:close/>
                      <a:moveTo>
                        <a:pt x="6787" y="1207"/>
                      </a:moveTo>
                      <a:lnTo>
                        <a:pt x="20737" y="1207"/>
                      </a:lnTo>
                      <a:lnTo>
                        <a:pt x="20737" y="5439"/>
                      </a:lnTo>
                      <a:lnTo>
                        <a:pt x="6787" y="5439"/>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
        <p:nvSpPr>
          <p:cNvPr id="8" name="Google Shape;294;p36">
            <a:extLst>
              <a:ext uri="{FF2B5EF4-FFF2-40B4-BE49-F238E27FC236}">
                <a16:creationId xmlns:a16="http://schemas.microsoft.com/office/drawing/2014/main" id="{854BDC9A-9189-6061-036A-960B0C6D0CE5}"/>
              </a:ext>
            </a:extLst>
          </p:cNvPr>
          <p:cNvSpPr txBox="1">
            <a:spLocks/>
          </p:cNvSpPr>
          <p:nvPr/>
        </p:nvSpPr>
        <p:spPr>
          <a:xfrm>
            <a:off x="561987" y="30796"/>
            <a:ext cx="77040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eaLnBrk="1" hangingPunct="1">
              <a:lnSpc>
                <a:spcPct val="80000"/>
              </a:lnSpc>
              <a:spcBef>
                <a:spcPts val="0"/>
              </a:spcBef>
              <a:spcAft>
                <a:spcPts val="0"/>
              </a:spcAft>
              <a:buClr>
                <a:schemeClr val="dk1"/>
              </a:buClr>
              <a:buSzPts val="5200"/>
              <a:buFont typeface="Bakbak One"/>
              <a:buNone/>
              <a:defRPr sz="7000" b="0" i="0" u="none" strike="noStrike" cap="none">
                <a:solidFill>
                  <a:schemeClr val="dk1"/>
                </a:solidFill>
                <a:latin typeface="Bakbak One"/>
                <a:ea typeface="Bakbak One"/>
                <a:cs typeface="Bakbak One"/>
                <a:sym typeface="Bakbak One"/>
              </a:defRPr>
            </a:lvl1pPr>
            <a:lvl2pPr marR="0" lvl="1" algn="ctr" rtl="0" eaLnBrk="1" hangingPunct="1">
              <a:lnSpc>
                <a:spcPct val="100000"/>
              </a:lnSpc>
              <a:spcBef>
                <a:spcPts val="0"/>
              </a:spcBef>
              <a:spcAft>
                <a:spcPts val="0"/>
              </a:spcAft>
              <a:buClr>
                <a:schemeClr val="dk1"/>
              </a:buClr>
              <a:buSzPts val="5200"/>
              <a:buFont typeface="Bakbak One"/>
              <a:buNone/>
              <a:defRPr sz="5200" b="0" i="0" u="none" strike="noStrike" cap="none">
                <a:solidFill>
                  <a:schemeClr val="dk1"/>
                </a:solidFill>
                <a:latin typeface="Bakbak One"/>
                <a:ea typeface="Bakbak One"/>
                <a:cs typeface="Bakbak One"/>
                <a:sym typeface="Bakbak One"/>
              </a:defRPr>
            </a:lvl2pPr>
            <a:lvl3pPr marR="0" lvl="2" algn="ctr" rtl="0" eaLnBrk="1" hangingPunct="1">
              <a:lnSpc>
                <a:spcPct val="100000"/>
              </a:lnSpc>
              <a:spcBef>
                <a:spcPts val="0"/>
              </a:spcBef>
              <a:spcAft>
                <a:spcPts val="0"/>
              </a:spcAft>
              <a:buClr>
                <a:schemeClr val="dk1"/>
              </a:buClr>
              <a:buSzPts val="5200"/>
              <a:buFont typeface="Bakbak One"/>
              <a:buNone/>
              <a:defRPr sz="5200" b="0" i="0" u="none" strike="noStrike" cap="none">
                <a:solidFill>
                  <a:schemeClr val="dk1"/>
                </a:solidFill>
                <a:latin typeface="Bakbak One"/>
                <a:ea typeface="Bakbak One"/>
                <a:cs typeface="Bakbak One"/>
                <a:sym typeface="Bakbak One"/>
              </a:defRPr>
            </a:lvl3pPr>
            <a:lvl4pPr marR="0" lvl="3" algn="ctr" rtl="0" eaLnBrk="1" hangingPunct="1">
              <a:lnSpc>
                <a:spcPct val="100000"/>
              </a:lnSpc>
              <a:spcBef>
                <a:spcPts val="0"/>
              </a:spcBef>
              <a:spcAft>
                <a:spcPts val="0"/>
              </a:spcAft>
              <a:buClr>
                <a:schemeClr val="dk1"/>
              </a:buClr>
              <a:buSzPts val="5200"/>
              <a:buFont typeface="Bakbak One"/>
              <a:buNone/>
              <a:defRPr sz="5200" b="0" i="0" u="none" strike="noStrike" cap="none">
                <a:solidFill>
                  <a:schemeClr val="dk1"/>
                </a:solidFill>
                <a:latin typeface="Bakbak One"/>
                <a:ea typeface="Bakbak One"/>
                <a:cs typeface="Bakbak One"/>
                <a:sym typeface="Bakbak One"/>
              </a:defRPr>
            </a:lvl4pPr>
            <a:lvl5pPr marR="0" lvl="4" algn="ctr" rtl="0" eaLnBrk="1" hangingPunct="1">
              <a:lnSpc>
                <a:spcPct val="100000"/>
              </a:lnSpc>
              <a:spcBef>
                <a:spcPts val="0"/>
              </a:spcBef>
              <a:spcAft>
                <a:spcPts val="0"/>
              </a:spcAft>
              <a:buClr>
                <a:schemeClr val="dk1"/>
              </a:buClr>
              <a:buSzPts val="5200"/>
              <a:buFont typeface="Bakbak One"/>
              <a:buNone/>
              <a:defRPr sz="5200" b="0" i="0" u="none" strike="noStrike" cap="none">
                <a:solidFill>
                  <a:schemeClr val="dk1"/>
                </a:solidFill>
                <a:latin typeface="Bakbak One"/>
                <a:ea typeface="Bakbak One"/>
                <a:cs typeface="Bakbak One"/>
                <a:sym typeface="Bakbak One"/>
              </a:defRPr>
            </a:lvl5pPr>
            <a:lvl6pPr marR="0" lvl="5" algn="ctr" rtl="0" eaLnBrk="1" hangingPunct="1">
              <a:lnSpc>
                <a:spcPct val="100000"/>
              </a:lnSpc>
              <a:spcBef>
                <a:spcPts val="0"/>
              </a:spcBef>
              <a:spcAft>
                <a:spcPts val="0"/>
              </a:spcAft>
              <a:buClr>
                <a:schemeClr val="dk1"/>
              </a:buClr>
              <a:buSzPts val="5200"/>
              <a:buFont typeface="Bakbak One"/>
              <a:buNone/>
              <a:defRPr sz="5200" b="0" i="0" u="none" strike="noStrike" cap="none">
                <a:solidFill>
                  <a:schemeClr val="dk1"/>
                </a:solidFill>
                <a:latin typeface="Bakbak One"/>
                <a:ea typeface="Bakbak One"/>
                <a:cs typeface="Bakbak One"/>
                <a:sym typeface="Bakbak One"/>
              </a:defRPr>
            </a:lvl6pPr>
            <a:lvl7pPr marR="0" lvl="6" algn="ctr" rtl="0" eaLnBrk="1" hangingPunct="1">
              <a:lnSpc>
                <a:spcPct val="100000"/>
              </a:lnSpc>
              <a:spcBef>
                <a:spcPts val="0"/>
              </a:spcBef>
              <a:spcAft>
                <a:spcPts val="0"/>
              </a:spcAft>
              <a:buClr>
                <a:schemeClr val="dk1"/>
              </a:buClr>
              <a:buSzPts val="5200"/>
              <a:buFont typeface="Bakbak One"/>
              <a:buNone/>
              <a:defRPr sz="5200" b="0" i="0" u="none" strike="noStrike" cap="none">
                <a:solidFill>
                  <a:schemeClr val="dk1"/>
                </a:solidFill>
                <a:latin typeface="Bakbak One"/>
                <a:ea typeface="Bakbak One"/>
                <a:cs typeface="Bakbak One"/>
                <a:sym typeface="Bakbak One"/>
              </a:defRPr>
            </a:lvl7pPr>
            <a:lvl8pPr marR="0" lvl="7" algn="ctr" rtl="0" eaLnBrk="1" hangingPunct="1">
              <a:lnSpc>
                <a:spcPct val="100000"/>
              </a:lnSpc>
              <a:spcBef>
                <a:spcPts val="0"/>
              </a:spcBef>
              <a:spcAft>
                <a:spcPts val="0"/>
              </a:spcAft>
              <a:buClr>
                <a:schemeClr val="dk1"/>
              </a:buClr>
              <a:buSzPts val="5200"/>
              <a:buFont typeface="Bakbak One"/>
              <a:buNone/>
              <a:defRPr sz="5200" b="0" i="0" u="none" strike="noStrike" cap="none">
                <a:solidFill>
                  <a:schemeClr val="dk1"/>
                </a:solidFill>
                <a:latin typeface="Bakbak One"/>
                <a:ea typeface="Bakbak One"/>
                <a:cs typeface="Bakbak One"/>
                <a:sym typeface="Bakbak One"/>
              </a:defRPr>
            </a:lvl8pPr>
            <a:lvl9pPr marR="0" lvl="8" algn="ctr" rtl="0" eaLnBrk="1" hangingPunct="1">
              <a:lnSpc>
                <a:spcPct val="100000"/>
              </a:lnSpc>
              <a:spcBef>
                <a:spcPts val="0"/>
              </a:spcBef>
              <a:spcAft>
                <a:spcPts val="0"/>
              </a:spcAft>
              <a:buClr>
                <a:schemeClr val="dk1"/>
              </a:buClr>
              <a:buSzPts val="5200"/>
              <a:buFont typeface="Bakbak One"/>
              <a:buNone/>
              <a:defRPr sz="5200" b="0" i="0" u="none" strike="noStrike" cap="none">
                <a:solidFill>
                  <a:schemeClr val="dk1"/>
                </a:solidFill>
                <a:latin typeface="Bakbak One"/>
                <a:ea typeface="Bakbak One"/>
                <a:cs typeface="Bakbak One"/>
                <a:sym typeface="Bakbak One"/>
              </a:defRPr>
            </a:lvl9pPr>
          </a:lstStyle>
          <a:p>
            <a:pPr marL="0" marR="0">
              <a:lnSpc>
                <a:spcPct val="115000"/>
              </a:lnSpc>
              <a:spcAft>
                <a:spcPts val="800"/>
              </a:spcAft>
            </a:pPr>
            <a:r>
              <a:rPr lang="en-US" sz="2400" b="1" kern="100" dirty="0">
                <a:solidFill>
                  <a:srgbClr val="002060"/>
                </a:solidFill>
                <a:effectLst/>
                <a:latin typeface="Aptos" panose="020B0004020202020204" pitchFamily="34" charset="0"/>
                <a:ea typeface="Aptos" panose="020B0004020202020204" pitchFamily="34" charset="0"/>
                <a:cs typeface="Arial" panose="020B0604020202020204" pitchFamily="34" charset="0"/>
              </a:rPr>
              <a:t>Add Columns</a:t>
            </a:r>
            <a:endParaRPr lang="en-US" sz="2400" kern="100" dirty="0">
              <a:solidFill>
                <a:srgbClr val="002060"/>
              </a:solidFill>
              <a:effectLst/>
              <a:latin typeface="Aptos" panose="020B0004020202020204" pitchFamily="34" charset="0"/>
              <a:ea typeface="Aptos" panose="020B0004020202020204" pitchFamily="34" charset="0"/>
              <a:cs typeface="Arial" panose="020B0604020202020204" pitchFamily="34" charset="0"/>
            </a:endParaRPr>
          </a:p>
        </p:txBody>
      </p:sp>
      <p:grpSp>
        <p:nvGrpSpPr>
          <p:cNvPr id="2" name="Group 1">
            <a:extLst>
              <a:ext uri="{FF2B5EF4-FFF2-40B4-BE49-F238E27FC236}">
                <a16:creationId xmlns:a16="http://schemas.microsoft.com/office/drawing/2014/main" id="{7349F230-8D7E-43F8-F489-0DF29DD72C1C}"/>
              </a:ext>
            </a:extLst>
          </p:cNvPr>
          <p:cNvGrpSpPr/>
          <p:nvPr/>
        </p:nvGrpSpPr>
        <p:grpSpPr>
          <a:xfrm>
            <a:off x="534800" y="578066"/>
            <a:ext cx="8047213" cy="3633534"/>
            <a:chOff x="534800" y="578066"/>
            <a:chExt cx="8047213" cy="3633534"/>
          </a:xfrm>
        </p:grpSpPr>
        <p:sp>
          <p:nvSpPr>
            <p:cNvPr id="7" name="Google Shape;342;p37">
              <a:extLst>
                <a:ext uri="{FF2B5EF4-FFF2-40B4-BE49-F238E27FC236}">
                  <a16:creationId xmlns:a16="http://schemas.microsoft.com/office/drawing/2014/main" id="{1F3F8F89-B360-05CE-5CBF-F340AEAC6C25}"/>
                </a:ext>
              </a:extLst>
            </p:cNvPr>
            <p:cNvSpPr txBox="1">
              <a:spLocks/>
            </p:cNvSpPr>
            <p:nvPr/>
          </p:nvSpPr>
          <p:spPr>
            <a:xfrm>
              <a:off x="534800" y="578066"/>
              <a:ext cx="8047213" cy="43507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1400"/>
                <a:buFont typeface="Raleway"/>
                <a:buNone/>
                <a:defRPr sz="1200" b="0" i="0" u="none" strike="noStrike" cap="none">
                  <a:solidFill>
                    <a:schemeClr val="dk1"/>
                  </a:solidFill>
                  <a:latin typeface="Raleway"/>
                  <a:ea typeface="Raleway"/>
                  <a:cs typeface="Raleway"/>
                  <a:sym typeface="Raleway"/>
                </a:defRPr>
              </a:lvl1pPr>
              <a:lvl2pPr marL="914400" marR="0" lvl="1" indent="-317500" algn="ctr" rtl="0">
                <a:lnSpc>
                  <a:spcPct val="100000"/>
                </a:lnSpc>
                <a:spcBef>
                  <a:spcPts val="0"/>
                </a:spcBef>
                <a:spcAft>
                  <a:spcPts val="0"/>
                </a:spcAft>
                <a:buClr>
                  <a:schemeClr val="dk1"/>
                </a:buClr>
                <a:buSzPts val="1400"/>
                <a:buFont typeface="Raleway"/>
                <a:buNone/>
                <a:defRPr sz="1400" b="0" i="0" u="none" strike="noStrike" cap="none">
                  <a:solidFill>
                    <a:schemeClr val="dk1"/>
                  </a:solidFill>
                  <a:latin typeface="Raleway"/>
                  <a:ea typeface="Raleway"/>
                  <a:cs typeface="Raleway"/>
                  <a:sym typeface="Raleway"/>
                </a:defRPr>
              </a:lvl2pPr>
              <a:lvl3pPr marL="1371600" marR="0" lvl="2" indent="-317500" algn="ctr" rtl="0">
                <a:lnSpc>
                  <a:spcPct val="100000"/>
                </a:lnSpc>
                <a:spcBef>
                  <a:spcPts val="1600"/>
                </a:spcBef>
                <a:spcAft>
                  <a:spcPts val="0"/>
                </a:spcAft>
                <a:buClr>
                  <a:schemeClr val="dk1"/>
                </a:buClr>
                <a:buSzPts val="1400"/>
                <a:buFont typeface="Raleway"/>
                <a:buNone/>
                <a:defRPr sz="1400" b="0" i="0" u="none" strike="noStrike" cap="none">
                  <a:solidFill>
                    <a:schemeClr val="dk1"/>
                  </a:solidFill>
                  <a:latin typeface="Raleway"/>
                  <a:ea typeface="Raleway"/>
                  <a:cs typeface="Raleway"/>
                  <a:sym typeface="Raleway"/>
                </a:defRPr>
              </a:lvl3pPr>
              <a:lvl4pPr marL="1828800" marR="0" lvl="3" indent="-317500" algn="ctr" rtl="0">
                <a:lnSpc>
                  <a:spcPct val="100000"/>
                </a:lnSpc>
                <a:spcBef>
                  <a:spcPts val="1600"/>
                </a:spcBef>
                <a:spcAft>
                  <a:spcPts val="0"/>
                </a:spcAft>
                <a:buClr>
                  <a:schemeClr val="dk1"/>
                </a:buClr>
                <a:buSzPts val="1400"/>
                <a:buFont typeface="Raleway"/>
                <a:buNone/>
                <a:defRPr sz="1400" b="0" i="0" u="none" strike="noStrike" cap="none">
                  <a:solidFill>
                    <a:schemeClr val="dk1"/>
                  </a:solidFill>
                  <a:latin typeface="Raleway"/>
                  <a:ea typeface="Raleway"/>
                  <a:cs typeface="Raleway"/>
                  <a:sym typeface="Raleway"/>
                </a:defRPr>
              </a:lvl4pPr>
              <a:lvl5pPr marL="2286000" marR="0" lvl="4" indent="-317500" algn="ctr" rtl="0">
                <a:lnSpc>
                  <a:spcPct val="100000"/>
                </a:lnSpc>
                <a:spcBef>
                  <a:spcPts val="1600"/>
                </a:spcBef>
                <a:spcAft>
                  <a:spcPts val="0"/>
                </a:spcAft>
                <a:buClr>
                  <a:schemeClr val="dk1"/>
                </a:buClr>
                <a:buSzPts val="1400"/>
                <a:buFont typeface="Raleway"/>
                <a:buNone/>
                <a:defRPr sz="1400" b="0" i="0" u="none" strike="noStrike" cap="none">
                  <a:solidFill>
                    <a:schemeClr val="dk1"/>
                  </a:solidFill>
                  <a:latin typeface="Raleway"/>
                  <a:ea typeface="Raleway"/>
                  <a:cs typeface="Raleway"/>
                  <a:sym typeface="Raleway"/>
                </a:defRPr>
              </a:lvl5pPr>
              <a:lvl6pPr marL="2743200" marR="0" lvl="5" indent="-317500" algn="ctr" rtl="0">
                <a:lnSpc>
                  <a:spcPct val="100000"/>
                </a:lnSpc>
                <a:spcBef>
                  <a:spcPts val="1600"/>
                </a:spcBef>
                <a:spcAft>
                  <a:spcPts val="0"/>
                </a:spcAft>
                <a:buClr>
                  <a:schemeClr val="dk1"/>
                </a:buClr>
                <a:buSzPts val="1400"/>
                <a:buFont typeface="Raleway"/>
                <a:buNone/>
                <a:defRPr sz="1400" b="0" i="0" u="none" strike="noStrike" cap="none">
                  <a:solidFill>
                    <a:schemeClr val="dk1"/>
                  </a:solidFill>
                  <a:latin typeface="Raleway"/>
                  <a:ea typeface="Raleway"/>
                  <a:cs typeface="Raleway"/>
                  <a:sym typeface="Raleway"/>
                </a:defRPr>
              </a:lvl6pPr>
              <a:lvl7pPr marL="3200400" marR="0" lvl="6" indent="-317500" algn="ctr" rtl="0">
                <a:lnSpc>
                  <a:spcPct val="100000"/>
                </a:lnSpc>
                <a:spcBef>
                  <a:spcPts val="1600"/>
                </a:spcBef>
                <a:spcAft>
                  <a:spcPts val="0"/>
                </a:spcAft>
                <a:buClr>
                  <a:schemeClr val="dk1"/>
                </a:buClr>
                <a:buSzPts val="1400"/>
                <a:buFont typeface="Raleway"/>
                <a:buNone/>
                <a:defRPr sz="1400" b="0" i="0" u="none" strike="noStrike" cap="none">
                  <a:solidFill>
                    <a:schemeClr val="dk1"/>
                  </a:solidFill>
                  <a:latin typeface="Raleway"/>
                  <a:ea typeface="Raleway"/>
                  <a:cs typeface="Raleway"/>
                  <a:sym typeface="Raleway"/>
                </a:defRPr>
              </a:lvl7pPr>
              <a:lvl8pPr marL="3657600" marR="0" lvl="7" indent="-317500" algn="ctr" rtl="0">
                <a:lnSpc>
                  <a:spcPct val="100000"/>
                </a:lnSpc>
                <a:spcBef>
                  <a:spcPts val="1600"/>
                </a:spcBef>
                <a:spcAft>
                  <a:spcPts val="0"/>
                </a:spcAft>
                <a:buClr>
                  <a:schemeClr val="dk1"/>
                </a:buClr>
                <a:buSzPts val="1400"/>
                <a:buFont typeface="Raleway"/>
                <a:buNone/>
                <a:defRPr sz="1400" b="0" i="0" u="none" strike="noStrike" cap="none">
                  <a:solidFill>
                    <a:schemeClr val="dk1"/>
                  </a:solidFill>
                  <a:latin typeface="Raleway"/>
                  <a:ea typeface="Raleway"/>
                  <a:cs typeface="Raleway"/>
                  <a:sym typeface="Raleway"/>
                </a:defRPr>
              </a:lvl8pPr>
              <a:lvl9pPr marL="4114800" marR="0" lvl="8" indent="-317500" algn="ctr" rtl="0">
                <a:lnSpc>
                  <a:spcPct val="100000"/>
                </a:lnSpc>
                <a:spcBef>
                  <a:spcPts val="1600"/>
                </a:spcBef>
                <a:spcAft>
                  <a:spcPts val="1600"/>
                </a:spcAft>
                <a:buClr>
                  <a:schemeClr val="dk1"/>
                </a:buClr>
                <a:buSzPts val="1400"/>
                <a:buFont typeface="Raleway"/>
                <a:buNone/>
                <a:defRPr sz="1400" b="0" i="0" u="none" strike="noStrike" cap="none">
                  <a:solidFill>
                    <a:schemeClr val="dk1"/>
                  </a:solidFill>
                  <a:latin typeface="Raleway"/>
                  <a:ea typeface="Raleway"/>
                  <a:cs typeface="Raleway"/>
                  <a:sym typeface="Raleway"/>
                </a:defRPr>
              </a:lvl9pPr>
            </a:lstStyle>
            <a:p>
              <a:r>
                <a:rPr lang="en-US" sz="1800" b="1" dirty="0">
                  <a:solidFill>
                    <a:srgbClr val="1C1C1C"/>
                  </a:solidFill>
                </a:rPr>
                <a:t>Added essential key columns </a:t>
              </a:r>
              <a:r>
                <a:rPr lang="en-US" sz="1800" dirty="0">
                  <a:solidFill>
                    <a:srgbClr val="1C1C1C"/>
                  </a:solidFill>
                </a:rPr>
                <a:t>to ensure each record can be uniquely identified and properly linked. These key columns include:</a:t>
              </a:r>
            </a:p>
            <a:p>
              <a:pPr>
                <a:lnSpc>
                  <a:spcPct val="150000"/>
                </a:lnSpc>
                <a:buClr>
                  <a:schemeClr val="bg2">
                    <a:lumMod val="25000"/>
                  </a:schemeClr>
                </a:buClr>
                <a:buFont typeface="Wingdings" panose="05000000000000000000" pitchFamily="2" charset="2"/>
                <a:buChar char="q"/>
              </a:pPr>
              <a:r>
                <a:rPr lang="en-US" sz="1800" b="1" dirty="0">
                  <a:solidFill>
                    <a:srgbClr val="1C1C1C"/>
                  </a:solidFill>
                </a:rPr>
                <a:t>Journey ID: </a:t>
              </a:r>
              <a:r>
                <a:rPr lang="en-US" sz="1800" dirty="0">
                  <a:solidFill>
                    <a:srgbClr val="1C1C1C"/>
                  </a:solidFill>
                </a:rPr>
                <a:t>A unique identifier for each journey.</a:t>
              </a:r>
            </a:p>
            <a:p>
              <a:pPr>
                <a:lnSpc>
                  <a:spcPct val="150000"/>
                </a:lnSpc>
                <a:buClr>
                  <a:schemeClr val="bg2">
                    <a:lumMod val="25000"/>
                  </a:schemeClr>
                </a:buClr>
                <a:buFont typeface="Wingdings" panose="05000000000000000000" pitchFamily="2" charset="2"/>
                <a:buChar char="q"/>
              </a:pPr>
              <a:r>
                <a:rPr lang="en-US" sz="1800" b="1" dirty="0">
                  <a:solidFill>
                    <a:srgbClr val="1C1C1C"/>
                  </a:solidFill>
                </a:rPr>
                <a:t>Station Code: </a:t>
              </a:r>
              <a:r>
                <a:rPr lang="en-US" sz="1800" dirty="0">
                  <a:solidFill>
                    <a:srgbClr val="1C1C1C"/>
                  </a:solidFill>
                </a:rPr>
                <a:t>A unique identifier for each station</a:t>
              </a:r>
            </a:p>
            <a:p>
              <a:pPr>
                <a:lnSpc>
                  <a:spcPct val="150000"/>
                </a:lnSpc>
                <a:buClr>
                  <a:schemeClr val="bg2">
                    <a:lumMod val="25000"/>
                  </a:schemeClr>
                </a:buClr>
                <a:buFont typeface="Wingdings" panose="05000000000000000000" pitchFamily="2" charset="2"/>
                <a:buChar char="q"/>
              </a:pPr>
              <a:r>
                <a:rPr lang="en-US" sz="1800" b="1" dirty="0">
                  <a:solidFill>
                    <a:srgbClr val="1C1C1C"/>
                  </a:solidFill>
                </a:rPr>
                <a:t>Route Code: </a:t>
              </a:r>
              <a:r>
                <a:rPr lang="en-US" sz="1800" dirty="0">
                  <a:solidFill>
                    <a:srgbClr val="1C1C1C"/>
                  </a:solidFill>
                </a:rPr>
                <a:t>A unique identifier for each route.</a:t>
              </a:r>
              <a:endParaRPr lang="en-US" sz="4000" dirty="0">
                <a:solidFill>
                  <a:srgbClr val="002060"/>
                </a:solidFill>
                <a:latin typeface="Crimson Pro Bold"/>
                <a:ea typeface="Crimson Pro Bold"/>
              </a:endParaRPr>
            </a:p>
          </p:txBody>
        </p:sp>
        <p:pic>
          <p:nvPicPr>
            <p:cNvPr id="4" name="Picture 3">
              <a:extLst>
                <a:ext uri="{FF2B5EF4-FFF2-40B4-BE49-F238E27FC236}">
                  <a16:creationId xmlns:a16="http://schemas.microsoft.com/office/drawing/2014/main" id="{6ECC8E0B-0D1B-982A-CA12-AC967013C912}"/>
                </a:ext>
              </a:extLst>
            </p:cNvPr>
            <p:cNvPicPr>
              <a:picLocks noChangeAspect="1"/>
            </p:cNvPicPr>
            <p:nvPr/>
          </p:nvPicPr>
          <p:blipFill>
            <a:blip r:embed="rId3"/>
            <a:stretch>
              <a:fillRect/>
            </a:stretch>
          </p:blipFill>
          <p:spPr>
            <a:xfrm>
              <a:off x="1411274" y="2676093"/>
              <a:ext cx="2237176" cy="1503288"/>
            </a:xfrm>
            <a:prstGeom prst="rect">
              <a:avLst/>
            </a:prstGeom>
          </p:spPr>
        </p:pic>
        <p:pic>
          <p:nvPicPr>
            <p:cNvPr id="9" name="Picture 8">
              <a:extLst>
                <a:ext uri="{FF2B5EF4-FFF2-40B4-BE49-F238E27FC236}">
                  <a16:creationId xmlns:a16="http://schemas.microsoft.com/office/drawing/2014/main" id="{7C25D311-ADF7-9742-7E36-7EA84FFF1C85}"/>
                </a:ext>
              </a:extLst>
            </p:cNvPr>
            <p:cNvPicPr>
              <a:picLocks noChangeAspect="1"/>
            </p:cNvPicPr>
            <p:nvPr/>
          </p:nvPicPr>
          <p:blipFill>
            <a:blip r:embed="rId4"/>
            <a:stretch>
              <a:fillRect/>
            </a:stretch>
          </p:blipFill>
          <p:spPr>
            <a:xfrm>
              <a:off x="4402881" y="2611649"/>
              <a:ext cx="1341094" cy="1579233"/>
            </a:xfrm>
            <a:prstGeom prst="rect">
              <a:avLst/>
            </a:prstGeom>
          </p:spPr>
        </p:pic>
        <p:pic>
          <p:nvPicPr>
            <p:cNvPr id="11" name="Picture 10">
              <a:extLst>
                <a:ext uri="{FF2B5EF4-FFF2-40B4-BE49-F238E27FC236}">
                  <a16:creationId xmlns:a16="http://schemas.microsoft.com/office/drawing/2014/main" id="{851578F7-A7F4-DC58-3E9C-A825FC687847}"/>
                </a:ext>
              </a:extLst>
            </p:cNvPr>
            <p:cNvPicPr>
              <a:picLocks noChangeAspect="1"/>
            </p:cNvPicPr>
            <p:nvPr/>
          </p:nvPicPr>
          <p:blipFill>
            <a:blip r:embed="rId5"/>
            <a:stretch>
              <a:fillRect/>
            </a:stretch>
          </p:blipFill>
          <p:spPr>
            <a:xfrm>
              <a:off x="6771650" y="2568272"/>
              <a:ext cx="1329716" cy="1643328"/>
            </a:xfrm>
            <a:prstGeom prst="rect">
              <a:avLst/>
            </a:prstGeom>
          </p:spPr>
        </p:pic>
      </p:grpSp>
    </p:spTree>
    <p:extLst>
      <p:ext uri="{BB962C8B-B14F-4D97-AF65-F5344CB8AC3E}">
        <p14:creationId xmlns:p14="http://schemas.microsoft.com/office/powerpoint/2010/main" val="26878010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250" fill="hold"/>
                                        <p:tgtEl>
                                          <p:spTgt spid="2"/>
                                        </p:tgtEl>
                                        <p:attrNameLst>
                                          <p:attrName>ppt_x</p:attrName>
                                        </p:attrNameLst>
                                      </p:cBhvr>
                                      <p:tavLst>
                                        <p:tav tm="0">
                                          <p:val>
                                            <p:strVal val="0-#ppt_w/2"/>
                                          </p:val>
                                        </p:tav>
                                        <p:tav tm="100000">
                                          <p:val>
                                            <p:strVal val="#ppt_x"/>
                                          </p:val>
                                        </p:tav>
                                      </p:tavLst>
                                    </p:anim>
                                    <p:anim calcmode="lin" valueType="num">
                                      <p:cBhvr additive="base">
                                        <p:cTn id="8" dur="25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255"/>
        <p:cNvGrpSpPr/>
        <p:nvPr/>
      </p:nvGrpSpPr>
      <p:grpSpPr>
        <a:xfrm>
          <a:off x="0" y="0"/>
          <a:ext cx="0" cy="0"/>
          <a:chOff x="0" y="0"/>
          <a:chExt cx="0" cy="0"/>
        </a:xfrm>
      </p:grpSpPr>
      <p:sp>
        <p:nvSpPr>
          <p:cNvPr id="1256" name="Google Shape;1256;p34"/>
          <p:cNvSpPr/>
          <p:nvPr/>
        </p:nvSpPr>
        <p:spPr>
          <a:xfrm>
            <a:off x="-94225" y="3782425"/>
            <a:ext cx="4442125" cy="1160325"/>
          </a:xfrm>
          <a:custGeom>
            <a:avLst/>
            <a:gdLst/>
            <a:ahLst/>
            <a:cxnLst/>
            <a:rect l="l" t="t" r="r" b="b"/>
            <a:pathLst>
              <a:path w="177685" h="46413" extrusionOk="0">
                <a:moveTo>
                  <a:pt x="53027" y="1"/>
                </a:moveTo>
                <a:cubicBezTo>
                  <a:pt x="53027" y="1"/>
                  <a:pt x="79109" y="2070"/>
                  <a:pt x="70927" y="2540"/>
                </a:cubicBezTo>
                <a:cubicBezTo>
                  <a:pt x="62761" y="3026"/>
                  <a:pt x="21224" y="5706"/>
                  <a:pt x="20644" y="7838"/>
                </a:cubicBezTo>
                <a:cubicBezTo>
                  <a:pt x="20064" y="9969"/>
                  <a:pt x="61977" y="9076"/>
                  <a:pt x="62369" y="12462"/>
                </a:cubicBezTo>
                <a:cubicBezTo>
                  <a:pt x="62761" y="15847"/>
                  <a:pt x="1" y="12462"/>
                  <a:pt x="1458" y="16098"/>
                </a:cubicBezTo>
                <a:cubicBezTo>
                  <a:pt x="2932" y="19750"/>
                  <a:pt x="51851" y="19202"/>
                  <a:pt x="51459" y="21380"/>
                </a:cubicBezTo>
                <a:cubicBezTo>
                  <a:pt x="51295" y="22331"/>
                  <a:pt x="42835" y="22437"/>
                  <a:pt x="33312" y="22437"/>
                </a:cubicBezTo>
                <a:cubicBezTo>
                  <a:pt x="30561" y="22437"/>
                  <a:pt x="27722" y="22428"/>
                  <a:pt x="24968" y="22428"/>
                </a:cubicBezTo>
                <a:cubicBezTo>
                  <a:pt x="15398" y="22428"/>
                  <a:pt x="6865" y="22536"/>
                  <a:pt x="6694" y="23496"/>
                </a:cubicBezTo>
                <a:cubicBezTo>
                  <a:pt x="6302" y="25691"/>
                  <a:pt x="55362" y="31240"/>
                  <a:pt x="52635" y="32964"/>
                </a:cubicBezTo>
                <a:cubicBezTo>
                  <a:pt x="51598" y="33619"/>
                  <a:pt x="46686" y="33692"/>
                  <a:pt x="40946" y="33692"/>
                </a:cubicBezTo>
                <a:cubicBezTo>
                  <a:pt x="39300" y="33692"/>
                  <a:pt x="37585" y="33686"/>
                  <a:pt x="35874" y="33686"/>
                </a:cubicBezTo>
                <a:cubicBezTo>
                  <a:pt x="27866" y="33686"/>
                  <a:pt x="19940" y="33818"/>
                  <a:pt x="19468" y="35315"/>
                </a:cubicBezTo>
                <a:cubicBezTo>
                  <a:pt x="18559" y="38246"/>
                  <a:pt x="53811" y="46412"/>
                  <a:pt x="53811" y="46412"/>
                </a:cubicBezTo>
                <a:lnTo>
                  <a:pt x="123875" y="46412"/>
                </a:lnTo>
                <a:cubicBezTo>
                  <a:pt x="123875" y="46412"/>
                  <a:pt x="159126" y="38246"/>
                  <a:pt x="158202" y="35315"/>
                </a:cubicBezTo>
                <a:cubicBezTo>
                  <a:pt x="157729" y="33818"/>
                  <a:pt x="149803" y="33686"/>
                  <a:pt x="141795" y="33686"/>
                </a:cubicBezTo>
                <a:cubicBezTo>
                  <a:pt x="140085" y="33686"/>
                  <a:pt x="138370" y="33692"/>
                  <a:pt x="136724" y="33692"/>
                </a:cubicBezTo>
                <a:cubicBezTo>
                  <a:pt x="130984" y="33692"/>
                  <a:pt x="126072" y="33619"/>
                  <a:pt x="125035" y="32964"/>
                </a:cubicBezTo>
                <a:cubicBezTo>
                  <a:pt x="122307" y="31240"/>
                  <a:pt x="171368" y="25691"/>
                  <a:pt x="170976" y="23496"/>
                </a:cubicBezTo>
                <a:cubicBezTo>
                  <a:pt x="170811" y="22536"/>
                  <a:pt x="162283" y="22428"/>
                  <a:pt x="152713" y="22428"/>
                </a:cubicBezTo>
                <a:cubicBezTo>
                  <a:pt x="149960" y="22428"/>
                  <a:pt x="147120" y="22437"/>
                  <a:pt x="144369" y="22437"/>
                </a:cubicBezTo>
                <a:cubicBezTo>
                  <a:pt x="134846" y="22437"/>
                  <a:pt x="126381" y="22331"/>
                  <a:pt x="126210" y="21380"/>
                </a:cubicBezTo>
                <a:cubicBezTo>
                  <a:pt x="125818" y="19202"/>
                  <a:pt x="174738" y="19750"/>
                  <a:pt x="176211" y="16098"/>
                </a:cubicBezTo>
                <a:cubicBezTo>
                  <a:pt x="177685" y="12462"/>
                  <a:pt x="114909" y="15847"/>
                  <a:pt x="115301" y="12462"/>
                </a:cubicBezTo>
                <a:cubicBezTo>
                  <a:pt x="115693" y="9076"/>
                  <a:pt x="157622" y="9969"/>
                  <a:pt x="157026" y="7838"/>
                </a:cubicBezTo>
                <a:cubicBezTo>
                  <a:pt x="156446" y="5706"/>
                  <a:pt x="114909" y="3026"/>
                  <a:pt x="106743" y="2540"/>
                </a:cubicBezTo>
                <a:cubicBezTo>
                  <a:pt x="98561" y="2070"/>
                  <a:pt x="124643" y="1"/>
                  <a:pt x="124643" y="1"/>
                </a:cubicBezTo>
                <a:close/>
              </a:path>
            </a:pathLst>
          </a:custGeom>
          <a:solidFill>
            <a:srgbClr val="FFFFFF">
              <a:alpha val="410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7" name="Google Shape;1257;p34"/>
          <p:cNvSpPr/>
          <p:nvPr/>
        </p:nvSpPr>
        <p:spPr>
          <a:xfrm>
            <a:off x="-838450" y="4242475"/>
            <a:ext cx="5219975" cy="901025"/>
          </a:xfrm>
          <a:custGeom>
            <a:avLst/>
            <a:gdLst/>
            <a:ahLst/>
            <a:cxnLst/>
            <a:rect l="l" t="t" r="r" b="b"/>
            <a:pathLst>
              <a:path w="208799" h="36041" extrusionOk="0">
                <a:moveTo>
                  <a:pt x="11178" y="0"/>
                </a:moveTo>
                <a:lnTo>
                  <a:pt x="0" y="8522"/>
                </a:lnTo>
                <a:lnTo>
                  <a:pt x="0" y="36041"/>
                </a:lnTo>
                <a:lnTo>
                  <a:pt x="208798" y="36041"/>
                </a:lnTo>
                <a:lnTo>
                  <a:pt x="208798" y="19925"/>
                </a:lnTo>
                <a:lnTo>
                  <a:pt x="161254" y="27018"/>
                </a:lnTo>
                <a:lnTo>
                  <a:pt x="129800" y="19925"/>
                </a:lnTo>
                <a:lnTo>
                  <a:pt x="113259" y="16166"/>
                </a:lnTo>
                <a:lnTo>
                  <a:pt x="98021" y="23284"/>
                </a:lnTo>
                <a:lnTo>
                  <a:pt x="71955" y="3735"/>
                </a:lnTo>
                <a:lnTo>
                  <a:pt x="48472" y="23108"/>
                </a:lnTo>
                <a:lnTo>
                  <a:pt x="11178" y="0"/>
                </a:lnTo>
                <a:close/>
              </a:path>
            </a:pathLst>
          </a:custGeom>
          <a:solidFill>
            <a:srgbClr val="274E13"/>
          </a:solidFill>
          <a:ln>
            <a:solidFill>
              <a:srgbClr val="274E13"/>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58" name="Google Shape;1258;p34"/>
          <p:cNvGrpSpPr/>
          <p:nvPr/>
        </p:nvGrpSpPr>
        <p:grpSpPr>
          <a:xfrm>
            <a:off x="4766341" y="1416933"/>
            <a:ext cx="1530872" cy="2106828"/>
            <a:chOff x="4219225" y="4565175"/>
            <a:chExt cx="389525" cy="536075"/>
          </a:xfrm>
          <a:solidFill>
            <a:srgbClr val="38761D"/>
          </a:solidFill>
        </p:grpSpPr>
        <p:grpSp>
          <p:nvGrpSpPr>
            <p:cNvPr id="1259" name="Google Shape;1259;p34"/>
            <p:cNvGrpSpPr/>
            <p:nvPr/>
          </p:nvGrpSpPr>
          <p:grpSpPr>
            <a:xfrm>
              <a:off x="4295625" y="4565175"/>
              <a:ext cx="237100" cy="294300"/>
              <a:chOff x="4295625" y="4565175"/>
              <a:chExt cx="237100" cy="294300"/>
            </a:xfrm>
            <a:grpFill/>
          </p:grpSpPr>
          <p:sp>
            <p:nvSpPr>
              <p:cNvPr id="1260" name="Google Shape;1260;p34"/>
              <p:cNvSpPr/>
              <p:nvPr/>
            </p:nvSpPr>
            <p:spPr>
              <a:xfrm>
                <a:off x="4330900" y="4565175"/>
                <a:ext cx="166175" cy="189675"/>
              </a:xfrm>
              <a:custGeom>
                <a:avLst/>
                <a:gdLst/>
                <a:ahLst/>
                <a:cxnLst/>
                <a:rect l="l" t="t" r="r" b="b"/>
                <a:pathLst>
                  <a:path w="6647" h="7587" extrusionOk="0">
                    <a:moveTo>
                      <a:pt x="3323" y="0"/>
                    </a:moveTo>
                    <a:cubicBezTo>
                      <a:pt x="3323" y="0"/>
                      <a:pt x="2461" y="6850"/>
                      <a:pt x="1" y="6850"/>
                    </a:cubicBezTo>
                    <a:cubicBezTo>
                      <a:pt x="1" y="6850"/>
                      <a:pt x="1286" y="7587"/>
                      <a:pt x="3323" y="7587"/>
                    </a:cubicBezTo>
                    <a:cubicBezTo>
                      <a:pt x="5361" y="7587"/>
                      <a:pt x="6646" y="6850"/>
                      <a:pt x="6646" y="6850"/>
                    </a:cubicBezTo>
                    <a:cubicBezTo>
                      <a:pt x="4186" y="6850"/>
                      <a:pt x="3323" y="0"/>
                      <a:pt x="3323"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1" name="Google Shape;1261;p34"/>
              <p:cNvSpPr/>
              <p:nvPr/>
            </p:nvSpPr>
            <p:spPr>
              <a:xfrm>
                <a:off x="4295625" y="4689000"/>
                <a:ext cx="237100" cy="170475"/>
              </a:xfrm>
              <a:custGeom>
                <a:avLst/>
                <a:gdLst/>
                <a:ahLst/>
                <a:cxnLst/>
                <a:rect l="l" t="t" r="r" b="b"/>
                <a:pathLst>
                  <a:path w="9484" h="6819" extrusionOk="0">
                    <a:moveTo>
                      <a:pt x="4734" y="0"/>
                    </a:moveTo>
                    <a:cubicBezTo>
                      <a:pt x="4734" y="0"/>
                      <a:pt x="3214" y="5330"/>
                      <a:pt x="1" y="5330"/>
                    </a:cubicBezTo>
                    <a:cubicBezTo>
                      <a:pt x="1" y="5330"/>
                      <a:pt x="1882" y="6819"/>
                      <a:pt x="4734" y="6819"/>
                    </a:cubicBezTo>
                    <a:cubicBezTo>
                      <a:pt x="7587" y="6819"/>
                      <a:pt x="9484" y="5330"/>
                      <a:pt x="9484" y="5330"/>
                    </a:cubicBezTo>
                    <a:cubicBezTo>
                      <a:pt x="6255" y="5330"/>
                      <a:pt x="4734" y="0"/>
                      <a:pt x="473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62" name="Google Shape;1262;p34"/>
            <p:cNvGrpSpPr/>
            <p:nvPr/>
          </p:nvGrpSpPr>
          <p:grpSpPr>
            <a:xfrm>
              <a:off x="4219225" y="4744250"/>
              <a:ext cx="389525" cy="357000"/>
              <a:chOff x="4219225" y="4744250"/>
              <a:chExt cx="389525" cy="357000"/>
            </a:xfrm>
            <a:grpFill/>
          </p:grpSpPr>
          <p:sp>
            <p:nvSpPr>
              <p:cNvPr id="1263" name="Google Shape;1263;p34"/>
              <p:cNvSpPr/>
              <p:nvPr/>
            </p:nvSpPr>
            <p:spPr>
              <a:xfrm>
                <a:off x="4271725" y="4744250"/>
                <a:ext cx="284525" cy="204175"/>
              </a:xfrm>
              <a:custGeom>
                <a:avLst/>
                <a:gdLst/>
                <a:ahLst/>
                <a:cxnLst/>
                <a:rect l="l" t="t" r="r" b="b"/>
                <a:pathLst>
                  <a:path w="11381" h="8167" extrusionOk="0">
                    <a:moveTo>
                      <a:pt x="5690" y="0"/>
                    </a:moveTo>
                    <a:cubicBezTo>
                      <a:pt x="5690" y="0"/>
                      <a:pt x="3872" y="6396"/>
                      <a:pt x="1" y="6396"/>
                    </a:cubicBezTo>
                    <a:cubicBezTo>
                      <a:pt x="1" y="6396"/>
                      <a:pt x="2273" y="8167"/>
                      <a:pt x="5690" y="8167"/>
                    </a:cubicBezTo>
                    <a:cubicBezTo>
                      <a:pt x="9107" y="8167"/>
                      <a:pt x="11380" y="6396"/>
                      <a:pt x="11380" y="6396"/>
                    </a:cubicBezTo>
                    <a:cubicBezTo>
                      <a:pt x="7509" y="6396"/>
                      <a:pt x="5690" y="0"/>
                      <a:pt x="569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4" name="Google Shape;1264;p34"/>
              <p:cNvSpPr/>
              <p:nvPr/>
            </p:nvSpPr>
            <p:spPr>
              <a:xfrm>
                <a:off x="4219225" y="4821450"/>
                <a:ext cx="389525" cy="279800"/>
              </a:xfrm>
              <a:custGeom>
                <a:avLst/>
                <a:gdLst/>
                <a:ahLst/>
                <a:cxnLst/>
                <a:rect l="l" t="t" r="r" b="b"/>
                <a:pathLst>
                  <a:path w="15581" h="11192" extrusionOk="0">
                    <a:moveTo>
                      <a:pt x="7790" y="0"/>
                    </a:moveTo>
                    <a:cubicBezTo>
                      <a:pt x="7790" y="0"/>
                      <a:pt x="5298" y="8762"/>
                      <a:pt x="0" y="8762"/>
                    </a:cubicBezTo>
                    <a:cubicBezTo>
                      <a:pt x="0" y="8762"/>
                      <a:pt x="3120" y="11192"/>
                      <a:pt x="7790" y="11192"/>
                    </a:cubicBezTo>
                    <a:cubicBezTo>
                      <a:pt x="12461" y="11192"/>
                      <a:pt x="15581" y="8762"/>
                      <a:pt x="15581" y="8762"/>
                    </a:cubicBezTo>
                    <a:cubicBezTo>
                      <a:pt x="10283" y="8762"/>
                      <a:pt x="7790" y="0"/>
                      <a:pt x="779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265" name="Google Shape;1265;p34"/>
          <p:cNvGrpSpPr/>
          <p:nvPr/>
        </p:nvGrpSpPr>
        <p:grpSpPr>
          <a:xfrm>
            <a:off x="4293618" y="1788397"/>
            <a:ext cx="945961" cy="1301858"/>
            <a:chOff x="4219225" y="4565175"/>
            <a:chExt cx="389525" cy="536075"/>
          </a:xfrm>
          <a:solidFill>
            <a:srgbClr val="38761D"/>
          </a:solidFill>
        </p:grpSpPr>
        <p:grpSp>
          <p:nvGrpSpPr>
            <p:cNvPr id="1266" name="Google Shape;1266;p34"/>
            <p:cNvGrpSpPr/>
            <p:nvPr/>
          </p:nvGrpSpPr>
          <p:grpSpPr>
            <a:xfrm>
              <a:off x="4295625" y="4565175"/>
              <a:ext cx="237100" cy="294300"/>
              <a:chOff x="4295625" y="4565175"/>
              <a:chExt cx="237100" cy="294300"/>
            </a:xfrm>
            <a:grpFill/>
          </p:grpSpPr>
          <p:sp>
            <p:nvSpPr>
              <p:cNvPr id="1267" name="Google Shape;1267;p34"/>
              <p:cNvSpPr/>
              <p:nvPr/>
            </p:nvSpPr>
            <p:spPr>
              <a:xfrm>
                <a:off x="4330900" y="4565175"/>
                <a:ext cx="166175" cy="189675"/>
              </a:xfrm>
              <a:custGeom>
                <a:avLst/>
                <a:gdLst/>
                <a:ahLst/>
                <a:cxnLst/>
                <a:rect l="l" t="t" r="r" b="b"/>
                <a:pathLst>
                  <a:path w="6647" h="7587" extrusionOk="0">
                    <a:moveTo>
                      <a:pt x="3323" y="0"/>
                    </a:moveTo>
                    <a:cubicBezTo>
                      <a:pt x="3323" y="0"/>
                      <a:pt x="2461" y="6850"/>
                      <a:pt x="1" y="6850"/>
                    </a:cubicBezTo>
                    <a:cubicBezTo>
                      <a:pt x="1" y="6850"/>
                      <a:pt x="1286" y="7587"/>
                      <a:pt x="3323" y="7587"/>
                    </a:cubicBezTo>
                    <a:cubicBezTo>
                      <a:pt x="5361" y="7587"/>
                      <a:pt x="6646" y="6850"/>
                      <a:pt x="6646" y="6850"/>
                    </a:cubicBezTo>
                    <a:cubicBezTo>
                      <a:pt x="4186" y="6850"/>
                      <a:pt x="3323" y="0"/>
                      <a:pt x="3323"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8" name="Google Shape;1268;p34"/>
              <p:cNvSpPr/>
              <p:nvPr/>
            </p:nvSpPr>
            <p:spPr>
              <a:xfrm>
                <a:off x="4295625" y="4689000"/>
                <a:ext cx="237100" cy="170475"/>
              </a:xfrm>
              <a:custGeom>
                <a:avLst/>
                <a:gdLst/>
                <a:ahLst/>
                <a:cxnLst/>
                <a:rect l="l" t="t" r="r" b="b"/>
                <a:pathLst>
                  <a:path w="9484" h="6819" extrusionOk="0">
                    <a:moveTo>
                      <a:pt x="4734" y="0"/>
                    </a:moveTo>
                    <a:cubicBezTo>
                      <a:pt x="4734" y="0"/>
                      <a:pt x="3214" y="5330"/>
                      <a:pt x="1" y="5330"/>
                    </a:cubicBezTo>
                    <a:cubicBezTo>
                      <a:pt x="1" y="5330"/>
                      <a:pt x="1882" y="6819"/>
                      <a:pt x="4734" y="6819"/>
                    </a:cubicBezTo>
                    <a:cubicBezTo>
                      <a:pt x="7587" y="6819"/>
                      <a:pt x="9484" y="5330"/>
                      <a:pt x="9484" y="5330"/>
                    </a:cubicBezTo>
                    <a:cubicBezTo>
                      <a:pt x="6255" y="5330"/>
                      <a:pt x="4734" y="0"/>
                      <a:pt x="473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69" name="Google Shape;1269;p34"/>
            <p:cNvGrpSpPr/>
            <p:nvPr/>
          </p:nvGrpSpPr>
          <p:grpSpPr>
            <a:xfrm>
              <a:off x="4219225" y="4744250"/>
              <a:ext cx="389525" cy="357000"/>
              <a:chOff x="4219225" y="4744250"/>
              <a:chExt cx="389525" cy="357000"/>
            </a:xfrm>
            <a:grpFill/>
          </p:grpSpPr>
          <p:sp>
            <p:nvSpPr>
              <p:cNvPr id="1270" name="Google Shape;1270;p34"/>
              <p:cNvSpPr/>
              <p:nvPr/>
            </p:nvSpPr>
            <p:spPr>
              <a:xfrm>
                <a:off x="4271725" y="4744250"/>
                <a:ext cx="284525" cy="204175"/>
              </a:xfrm>
              <a:custGeom>
                <a:avLst/>
                <a:gdLst/>
                <a:ahLst/>
                <a:cxnLst/>
                <a:rect l="l" t="t" r="r" b="b"/>
                <a:pathLst>
                  <a:path w="11381" h="8167" extrusionOk="0">
                    <a:moveTo>
                      <a:pt x="5690" y="0"/>
                    </a:moveTo>
                    <a:cubicBezTo>
                      <a:pt x="5690" y="0"/>
                      <a:pt x="3872" y="6396"/>
                      <a:pt x="1" y="6396"/>
                    </a:cubicBezTo>
                    <a:cubicBezTo>
                      <a:pt x="1" y="6396"/>
                      <a:pt x="2273" y="8167"/>
                      <a:pt x="5690" y="8167"/>
                    </a:cubicBezTo>
                    <a:cubicBezTo>
                      <a:pt x="9107" y="8167"/>
                      <a:pt x="11380" y="6396"/>
                      <a:pt x="11380" y="6396"/>
                    </a:cubicBezTo>
                    <a:cubicBezTo>
                      <a:pt x="7509" y="6396"/>
                      <a:pt x="5690" y="0"/>
                      <a:pt x="569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1" name="Google Shape;1271;p34"/>
              <p:cNvSpPr/>
              <p:nvPr/>
            </p:nvSpPr>
            <p:spPr>
              <a:xfrm>
                <a:off x="4219225" y="4821450"/>
                <a:ext cx="389525" cy="279800"/>
              </a:xfrm>
              <a:custGeom>
                <a:avLst/>
                <a:gdLst/>
                <a:ahLst/>
                <a:cxnLst/>
                <a:rect l="l" t="t" r="r" b="b"/>
                <a:pathLst>
                  <a:path w="15581" h="11192" extrusionOk="0">
                    <a:moveTo>
                      <a:pt x="7790" y="0"/>
                    </a:moveTo>
                    <a:cubicBezTo>
                      <a:pt x="7790" y="0"/>
                      <a:pt x="5298" y="8762"/>
                      <a:pt x="0" y="8762"/>
                    </a:cubicBezTo>
                    <a:cubicBezTo>
                      <a:pt x="0" y="8762"/>
                      <a:pt x="3120" y="11192"/>
                      <a:pt x="7790" y="11192"/>
                    </a:cubicBezTo>
                    <a:cubicBezTo>
                      <a:pt x="12461" y="11192"/>
                      <a:pt x="15581" y="8762"/>
                      <a:pt x="15581" y="8762"/>
                    </a:cubicBezTo>
                    <a:cubicBezTo>
                      <a:pt x="10283" y="8762"/>
                      <a:pt x="7790" y="0"/>
                      <a:pt x="779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272" name="Google Shape;1272;p34"/>
          <p:cNvSpPr/>
          <p:nvPr/>
        </p:nvSpPr>
        <p:spPr>
          <a:xfrm flipH="1">
            <a:off x="-1057094" y="1098231"/>
            <a:ext cx="8629070" cy="2684190"/>
          </a:xfrm>
          <a:custGeom>
            <a:avLst/>
            <a:gdLst/>
            <a:ahLst/>
            <a:cxnLst/>
            <a:rect l="l" t="t" r="r" b="b"/>
            <a:pathLst>
              <a:path w="195272" h="47557" extrusionOk="0">
                <a:moveTo>
                  <a:pt x="169456" y="6161"/>
                </a:moveTo>
                <a:cubicBezTo>
                  <a:pt x="153343" y="18559"/>
                  <a:pt x="158233" y="14907"/>
                  <a:pt x="149001" y="12290"/>
                </a:cubicBezTo>
                <a:lnTo>
                  <a:pt x="149001" y="12290"/>
                </a:lnTo>
                <a:cubicBezTo>
                  <a:pt x="139753" y="9688"/>
                  <a:pt x="141070" y="6020"/>
                  <a:pt x="130489" y="13340"/>
                </a:cubicBezTo>
                <a:lnTo>
                  <a:pt x="130489" y="13340"/>
                </a:lnTo>
                <a:cubicBezTo>
                  <a:pt x="125160" y="17023"/>
                  <a:pt x="118279" y="16318"/>
                  <a:pt x="111147" y="15628"/>
                </a:cubicBezTo>
                <a:lnTo>
                  <a:pt x="111147" y="15628"/>
                </a:lnTo>
                <a:cubicBezTo>
                  <a:pt x="104125" y="14938"/>
                  <a:pt x="96868" y="14233"/>
                  <a:pt x="90645" y="17760"/>
                </a:cubicBezTo>
                <a:lnTo>
                  <a:pt x="90645" y="17760"/>
                </a:lnTo>
                <a:cubicBezTo>
                  <a:pt x="78106" y="24829"/>
                  <a:pt x="65990" y="32980"/>
                  <a:pt x="62416" y="32494"/>
                </a:cubicBezTo>
                <a:lnTo>
                  <a:pt x="62416" y="32494"/>
                </a:lnTo>
                <a:cubicBezTo>
                  <a:pt x="29515" y="28058"/>
                  <a:pt x="1" y="47557"/>
                  <a:pt x="1" y="47557"/>
                </a:cubicBezTo>
                <a:lnTo>
                  <a:pt x="1" y="47557"/>
                </a:lnTo>
                <a:lnTo>
                  <a:pt x="195271" y="47557"/>
                </a:lnTo>
                <a:lnTo>
                  <a:pt x="195271" y="3935"/>
                </a:lnTo>
                <a:cubicBezTo>
                  <a:pt x="195271" y="3935"/>
                  <a:pt x="191525" y="1"/>
                  <a:pt x="184817" y="1"/>
                </a:cubicBezTo>
                <a:lnTo>
                  <a:pt x="184817" y="1"/>
                </a:lnTo>
                <a:cubicBezTo>
                  <a:pt x="180726" y="1"/>
                  <a:pt x="175553" y="1459"/>
                  <a:pt x="169456" y="6161"/>
                </a:cubicBezTo>
                <a:close/>
              </a:path>
            </a:pathLst>
          </a:custGeom>
          <a:solidFill>
            <a:srgbClr val="7A9E6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3" name="Google Shape;1273;p34"/>
          <p:cNvSpPr txBox="1">
            <a:spLocks noGrp="1"/>
          </p:cNvSpPr>
          <p:nvPr>
            <p:ph type="title"/>
          </p:nvPr>
        </p:nvSpPr>
        <p:spPr>
          <a:xfrm>
            <a:off x="738352" y="2105101"/>
            <a:ext cx="3957000" cy="1118400"/>
          </a:xfrm>
          <a:prstGeom prst="rect">
            <a:avLst/>
          </a:prstGeom>
        </p:spPr>
        <p:txBody>
          <a:bodyPr spcFirstLastPara="1" wrap="square" lIns="91425" tIns="91425" rIns="91425" bIns="91425" anchor="ctr" anchorCtr="0">
            <a:noAutofit/>
          </a:bodyPr>
          <a:lstStyle/>
          <a:p>
            <a:pPr lvl="0"/>
            <a:r>
              <a:rPr lang="en-US" dirty="0"/>
              <a:t>Data Modeling</a:t>
            </a:r>
            <a:endParaRPr i="1" dirty="0"/>
          </a:p>
        </p:txBody>
      </p:sp>
      <p:sp>
        <p:nvSpPr>
          <p:cNvPr id="1274" name="Google Shape;1274;p34"/>
          <p:cNvSpPr txBox="1">
            <a:spLocks noGrp="1"/>
          </p:cNvSpPr>
          <p:nvPr>
            <p:ph type="title" idx="2"/>
          </p:nvPr>
        </p:nvSpPr>
        <p:spPr>
          <a:xfrm>
            <a:off x="726494" y="478031"/>
            <a:ext cx="1510174" cy="1334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03</a:t>
            </a:r>
            <a:endParaRPr dirty="0"/>
          </a:p>
        </p:txBody>
      </p:sp>
      <p:sp>
        <p:nvSpPr>
          <p:cNvPr id="1275" name="Google Shape;1275;p34"/>
          <p:cNvSpPr txBox="1">
            <a:spLocks noGrp="1"/>
          </p:cNvSpPr>
          <p:nvPr>
            <p:ph type="subTitle" idx="1"/>
          </p:nvPr>
        </p:nvSpPr>
        <p:spPr>
          <a:xfrm>
            <a:off x="713225" y="3426518"/>
            <a:ext cx="3740400" cy="380100"/>
          </a:xfrm>
          <a:prstGeom prst="rect">
            <a:avLst/>
          </a:prstGeom>
        </p:spPr>
        <p:txBody>
          <a:bodyPr spcFirstLastPara="1" wrap="square" lIns="91425" tIns="91425" rIns="91425" bIns="91425" anchor="b" anchorCtr="0">
            <a:noAutofit/>
          </a:bodyPr>
          <a:lstStyle/>
          <a:p>
            <a:pPr marL="0" lvl="0" indent="0"/>
            <a:r>
              <a:rPr lang="en-US" dirty="0"/>
              <a:t>Will the data provide good result ?</a:t>
            </a:r>
          </a:p>
        </p:txBody>
      </p:sp>
      <p:sp>
        <p:nvSpPr>
          <p:cNvPr id="1277" name="Google Shape;1277;p34"/>
          <p:cNvSpPr/>
          <p:nvPr/>
        </p:nvSpPr>
        <p:spPr>
          <a:xfrm>
            <a:off x="4017683" y="3121844"/>
            <a:ext cx="2362528" cy="1915658"/>
          </a:xfrm>
          <a:custGeom>
            <a:avLst/>
            <a:gdLst/>
            <a:ahLst/>
            <a:cxnLst/>
            <a:rect l="l" t="t" r="r" b="b"/>
            <a:pathLst>
              <a:path w="96067" h="77896" extrusionOk="0">
                <a:moveTo>
                  <a:pt x="93685" y="0"/>
                </a:moveTo>
                <a:lnTo>
                  <a:pt x="1" y="77895"/>
                </a:lnTo>
                <a:lnTo>
                  <a:pt x="13434" y="77895"/>
                </a:lnTo>
                <a:lnTo>
                  <a:pt x="96066" y="3634"/>
                </a:lnTo>
                <a:lnTo>
                  <a:pt x="93685" y="0"/>
                </a:lnTo>
                <a:close/>
              </a:path>
            </a:pathLst>
          </a:custGeom>
          <a:solidFill>
            <a:schemeClr val="bg1">
              <a:lumMod val="6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 name="Google Shape;1278;p34"/>
          <p:cNvSpPr/>
          <p:nvPr/>
        </p:nvSpPr>
        <p:spPr>
          <a:xfrm>
            <a:off x="4012765" y="5033763"/>
            <a:ext cx="339008" cy="102354"/>
          </a:xfrm>
          <a:custGeom>
            <a:avLst/>
            <a:gdLst/>
            <a:ahLst/>
            <a:cxnLst/>
            <a:rect l="l" t="t" r="r" b="b"/>
            <a:pathLst>
              <a:path w="13785" h="4162" extrusionOk="0">
                <a:moveTo>
                  <a:pt x="0" y="1"/>
                </a:moveTo>
                <a:lnTo>
                  <a:pt x="0" y="4161"/>
                </a:lnTo>
                <a:lnTo>
                  <a:pt x="13785" y="4161"/>
                </a:lnTo>
                <a:lnTo>
                  <a:pt x="13785" y="1"/>
                </a:lnTo>
                <a:close/>
              </a:path>
            </a:pathLst>
          </a:custGeom>
          <a:solidFill>
            <a:schemeClr val="bg1">
              <a:lumMod val="5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 name="Google Shape;1279;p34"/>
          <p:cNvSpPr/>
          <p:nvPr/>
        </p:nvSpPr>
        <p:spPr>
          <a:xfrm>
            <a:off x="4341272" y="3491641"/>
            <a:ext cx="1725828" cy="1644476"/>
          </a:xfrm>
          <a:custGeom>
            <a:avLst/>
            <a:gdLst/>
            <a:ahLst/>
            <a:cxnLst/>
            <a:rect l="l" t="t" r="r" b="b"/>
            <a:pathLst>
              <a:path w="70177" h="66869" extrusionOk="0">
                <a:moveTo>
                  <a:pt x="70176" y="1"/>
                </a:moveTo>
                <a:lnTo>
                  <a:pt x="0" y="62658"/>
                </a:lnTo>
                <a:lnTo>
                  <a:pt x="0" y="66868"/>
                </a:lnTo>
                <a:lnTo>
                  <a:pt x="1680" y="66868"/>
                </a:lnTo>
                <a:lnTo>
                  <a:pt x="70176" y="1"/>
                </a:lnTo>
                <a:close/>
              </a:path>
            </a:pathLst>
          </a:custGeom>
          <a:solidFill>
            <a:schemeClr val="bg1">
              <a:lumMod val="5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 name="Google Shape;1280;p34"/>
          <p:cNvSpPr/>
          <p:nvPr/>
        </p:nvSpPr>
        <p:spPr>
          <a:xfrm>
            <a:off x="4538503" y="3092874"/>
            <a:ext cx="2400744" cy="2615216"/>
          </a:xfrm>
          <a:custGeom>
            <a:avLst/>
            <a:gdLst/>
            <a:ahLst/>
            <a:cxnLst/>
            <a:rect l="l" t="t" r="r" b="b"/>
            <a:pathLst>
              <a:path w="97621" h="106342" fill="none" extrusionOk="0">
                <a:moveTo>
                  <a:pt x="1" y="106342"/>
                </a:moveTo>
                <a:lnTo>
                  <a:pt x="97620" y="0"/>
                </a:lnTo>
              </a:path>
            </a:pathLst>
          </a:custGeom>
          <a:solidFill>
            <a:schemeClr val="lt2"/>
          </a:solidFill>
          <a:ln w="73300" cap="flat" cmpd="sng">
            <a:solidFill>
              <a:schemeClr val="bg1">
                <a:lumMod val="65000"/>
              </a:schemeClr>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1" name="Google Shape;1281;p34"/>
          <p:cNvSpPr/>
          <p:nvPr/>
        </p:nvSpPr>
        <p:spPr>
          <a:xfrm>
            <a:off x="4593984" y="3144026"/>
            <a:ext cx="2397031" cy="2611527"/>
          </a:xfrm>
          <a:custGeom>
            <a:avLst/>
            <a:gdLst/>
            <a:ahLst/>
            <a:cxnLst/>
            <a:rect l="l" t="t" r="r" b="b"/>
            <a:pathLst>
              <a:path w="97470" h="106192" fill="none" extrusionOk="0">
                <a:moveTo>
                  <a:pt x="0" y="106191"/>
                </a:moveTo>
                <a:lnTo>
                  <a:pt x="97469" y="0"/>
                </a:lnTo>
              </a:path>
            </a:pathLst>
          </a:custGeom>
          <a:solidFill>
            <a:schemeClr val="dk1"/>
          </a:solidFill>
          <a:ln w="73300" cap="flat" cmpd="sng">
            <a:solidFill>
              <a:schemeClr val="bg1">
                <a:lumMod val="50000"/>
              </a:schemeClr>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82" name="Google Shape;1282;p34"/>
          <p:cNvSpPr/>
          <p:nvPr/>
        </p:nvSpPr>
        <p:spPr>
          <a:xfrm>
            <a:off x="5648560" y="3720942"/>
            <a:ext cx="1700547" cy="2090068"/>
          </a:xfrm>
          <a:custGeom>
            <a:avLst/>
            <a:gdLst/>
            <a:ahLst/>
            <a:cxnLst/>
            <a:rect l="l" t="t" r="r" b="b"/>
            <a:pathLst>
              <a:path w="69149" h="84988" fill="none" extrusionOk="0">
                <a:moveTo>
                  <a:pt x="1" y="84988"/>
                </a:moveTo>
                <a:lnTo>
                  <a:pt x="69149" y="0"/>
                </a:lnTo>
              </a:path>
            </a:pathLst>
          </a:custGeom>
          <a:solidFill>
            <a:schemeClr val="lt2"/>
          </a:solidFill>
          <a:ln w="73300" cap="flat" cmpd="sng">
            <a:solidFill>
              <a:schemeClr val="bg1">
                <a:lumMod val="65000"/>
              </a:schemeClr>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 name="Google Shape;1283;p34"/>
          <p:cNvSpPr/>
          <p:nvPr/>
        </p:nvSpPr>
        <p:spPr>
          <a:xfrm>
            <a:off x="5703426" y="3850987"/>
            <a:ext cx="1622269" cy="2007486"/>
          </a:xfrm>
          <a:custGeom>
            <a:avLst/>
            <a:gdLst/>
            <a:ahLst/>
            <a:cxnLst/>
            <a:rect l="l" t="t" r="r" b="b"/>
            <a:pathLst>
              <a:path w="65966" h="81630" fill="none" extrusionOk="0">
                <a:moveTo>
                  <a:pt x="0" y="81630"/>
                </a:moveTo>
                <a:lnTo>
                  <a:pt x="65966" y="0"/>
                </a:lnTo>
              </a:path>
            </a:pathLst>
          </a:custGeom>
          <a:solidFill>
            <a:schemeClr val="dk1"/>
          </a:solidFill>
          <a:ln w="73300" cap="flat" cmpd="sng">
            <a:solidFill>
              <a:schemeClr val="bg1">
                <a:lumMod val="50000"/>
              </a:schemeClr>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 name="Google Shape;1284;p34"/>
          <p:cNvSpPr/>
          <p:nvPr/>
        </p:nvSpPr>
        <p:spPr>
          <a:xfrm>
            <a:off x="5153021" y="4402621"/>
            <a:ext cx="271821" cy="271846"/>
          </a:xfrm>
          <a:custGeom>
            <a:avLst/>
            <a:gdLst/>
            <a:ahLst/>
            <a:cxnLst/>
            <a:rect l="l" t="t" r="r" b="b"/>
            <a:pathLst>
              <a:path w="11053" h="11054" fill="none" extrusionOk="0">
                <a:moveTo>
                  <a:pt x="0" y="11053"/>
                </a:moveTo>
                <a:lnTo>
                  <a:pt x="11053" y="1"/>
                </a:lnTo>
              </a:path>
            </a:pathLst>
          </a:custGeom>
          <a:noFill/>
          <a:ln w="20675" cap="rnd" cmpd="sng">
            <a:solidFill>
              <a:schemeClr val="bg1">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a:spcBef>
                <a:spcPts val="0"/>
              </a:spcBef>
              <a:spcAft>
                <a:spcPts val="0"/>
              </a:spcAft>
              <a:buNone/>
            </a:pPr>
            <a:endParaRPr/>
          </a:p>
        </p:txBody>
      </p:sp>
      <p:sp>
        <p:nvSpPr>
          <p:cNvPr id="1285" name="Google Shape;1285;p34"/>
          <p:cNvSpPr/>
          <p:nvPr/>
        </p:nvSpPr>
        <p:spPr>
          <a:xfrm>
            <a:off x="6200809" y="4166558"/>
            <a:ext cx="271845" cy="271846"/>
          </a:xfrm>
          <a:custGeom>
            <a:avLst/>
            <a:gdLst/>
            <a:ahLst/>
            <a:cxnLst/>
            <a:rect l="l" t="t" r="r" b="b"/>
            <a:pathLst>
              <a:path w="11054" h="11054" fill="none" extrusionOk="0">
                <a:moveTo>
                  <a:pt x="1" y="11053"/>
                </a:moveTo>
                <a:lnTo>
                  <a:pt x="11054" y="0"/>
                </a:lnTo>
              </a:path>
            </a:pathLst>
          </a:custGeom>
          <a:noFill/>
          <a:ln w="20675" cap="rnd" cmpd="sng">
            <a:solidFill>
              <a:schemeClr val="bg1">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a:spcBef>
                <a:spcPts val="0"/>
              </a:spcBef>
              <a:spcAft>
                <a:spcPts val="0"/>
              </a:spcAft>
              <a:buNone/>
            </a:pPr>
            <a:endParaRPr/>
          </a:p>
        </p:txBody>
      </p:sp>
      <p:sp>
        <p:nvSpPr>
          <p:cNvPr id="1286" name="Google Shape;1286;p34"/>
          <p:cNvSpPr/>
          <p:nvPr/>
        </p:nvSpPr>
        <p:spPr>
          <a:xfrm>
            <a:off x="4598288" y="4669499"/>
            <a:ext cx="271845" cy="271846"/>
          </a:xfrm>
          <a:custGeom>
            <a:avLst/>
            <a:gdLst/>
            <a:ahLst/>
            <a:cxnLst/>
            <a:rect l="l" t="t" r="r" b="b"/>
            <a:pathLst>
              <a:path w="11054" h="11054" fill="none" extrusionOk="0">
                <a:moveTo>
                  <a:pt x="1" y="11053"/>
                </a:moveTo>
                <a:lnTo>
                  <a:pt x="11053" y="1"/>
                </a:lnTo>
              </a:path>
            </a:pathLst>
          </a:custGeom>
          <a:noFill/>
          <a:ln w="20675" cap="rnd" cmpd="sng">
            <a:solidFill>
              <a:schemeClr val="bg1">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a:spcBef>
                <a:spcPts val="0"/>
              </a:spcBef>
              <a:spcAft>
                <a:spcPts val="0"/>
              </a:spcAft>
              <a:buNone/>
            </a:pPr>
            <a:endParaRPr/>
          </a:p>
        </p:txBody>
      </p:sp>
      <p:sp>
        <p:nvSpPr>
          <p:cNvPr id="1287" name="Google Shape;1287;p34"/>
          <p:cNvSpPr/>
          <p:nvPr/>
        </p:nvSpPr>
        <p:spPr>
          <a:xfrm>
            <a:off x="6076322" y="4681205"/>
            <a:ext cx="252713" cy="289724"/>
          </a:xfrm>
          <a:custGeom>
            <a:avLst/>
            <a:gdLst/>
            <a:ahLst/>
            <a:cxnLst/>
            <a:rect l="l" t="t" r="r" b="b"/>
            <a:pathLst>
              <a:path w="10276" h="11781" fill="none" extrusionOk="0">
                <a:moveTo>
                  <a:pt x="0" y="11780"/>
                </a:moveTo>
                <a:lnTo>
                  <a:pt x="10276" y="1"/>
                </a:lnTo>
              </a:path>
            </a:pathLst>
          </a:custGeom>
          <a:noFill/>
          <a:ln w="20675" cap="rnd" cmpd="sng">
            <a:solidFill>
              <a:schemeClr val="bg1">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a:spcBef>
                <a:spcPts val="0"/>
              </a:spcBef>
              <a:spcAft>
                <a:spcPts val="0"/>
              </a:spcAft>
              <a:buNone/>
            </a:pPr>
            <a:endParaRPr/>
          </a:p>
        </p:txBody>
      </p:sp>
      <p:sp>
        <p:nvSpPr>
          <p:cNvPr id="1288" name="Google Shape;1288;p34"/>
          <p:cNvSpPr/>
          <p:nvPr/>
        </p:nvSpPr>
        <p:spPr>
          <a:xfrm>
            <a:off x="7116117" y="4093838"/>
            <a:ext cx="248409" cy="293389"/>
          </a:xfrm>
          <a:custGeom>
            <a:avLst/>
            <a:gdLst/>
            <a:ahLst/>
            <a:cxnLst/>
            <a:rect l="l" t="t" r="r" b="b"/>
            <a:pathLst>
              <a:path w="10101" h="11930" fill="none" extrusionOk="0">
                <a:moveTo>
                  <a:pt x="0" y="11930"/>
                </a:moveTo>
                <a:lnTo>
                  <a:pt x="10100" y="0"/>
                </a:lnTo>
              </a:path>
            </a:pathLst>
          </a:custGeom>
          <a:noFill/>
          <a:ln w="20675" cap="rnd" cmpd="sng">
            <a:solidFill>
              <a:schemeClr val="bg1">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a:spcBef>
                <a:spcPts val="0"/>
              </a:spcBef>
              <a:spcAft>
                <a:spcPts val="0"/>
              </a:spcAft>
              <a:buNone/>
            </a:pPr>
            <a:endParaRPr/>
          </a:p>
        </p:txBody>
      </p:sp>
      <p:sp>
        <p:nvSpPr>
          <p:cNvPr id="1289" name="Google Shape;1289;p34"/>
          <p:cNvSpPr/>
          <p:nvPr/>
        </p:nvSpPr>
        <p:spPr>
          <a:xfrm>
            <a:off x="6766633" y="3939741"/>
            <a:ext cx="249024" cy="293413"/>
          </a:xfrm>
          <a:custGeom>
            <a:avLst/>
            <a:gdLst/>
            <a:ahLst/>
            <a:cxnLst/>
            <a:rect l="l" t="t" r="r" b="b"/>
            <a:pathLst>
              <a:path w="10126" h="11931" fill="none" extrusionOk="0">
                <a:moveTo>
                  <a:pt x="1" y="11930"/>
                </a:moveTo>
                <a:lnTo>
                  <a:pt x="10126" y="0"/>
                </a:lnTo>
              </a:path>
            </a:pathLst>
          </a:custGeom>
          <a:noFill/>
          <a:ln w="20675" cap="rnd" cmpd="sng">
            <a:solidFill>
              <a:schemeClr val="bg1">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a:spcBef>
                <a:spcPts val="0"/>
              </a:spcBef>
              <a:spcAft>
                <a:spcPts val="0"/>
              </a:spcAft>
              <a:buNone/>
            </a:pPr>
            <a:endParaRPr/>
          </a:p>
        </p:txBody>
      </p:sp>
      <p:sp>
        <p:nvSpPr>
          <p:cNvPr id="1292" name="Google Shape;1292;p34"/>
          <p:cNvSpPr/>
          <p:nvPr/>
        </p:nvSpPr>
        <p:spPr>
          <a:xfrm>
            <a:off x="8821558" y="2543920"/>
            <a:ext cx="227481" cy="210586"/>
          </a:xfrm>
          <a:custGeom>
            <a:avLst/>
            <a:gdLst/>
            <a:ahLst/>
            <a:cxnLst/>
            <a:rect l="l" t="t" r="r" b="b"/>
            <a:pathLst>
              <a:path w="9250" h="8563" extrusionOk="0">
                <a:moveTo>
                  <a:pt x="8900" y="1"/>
                </a:moveTo>
                <a:cubicBezTo>
                  <a:pt x="8029" y="1"/>
                  <a:pt x="7085" y="257"/>
                  <a:pt x="6215" y="257"/>
                </a:cubicBezTo>
                <a:cubicBezTo>
                  <a:pt x="6097" y="257"/>
                  <a:pt x="5980" y="252"/>
                  <a:pt x="5866" y="242"/>
                </a:cubicBezTo>
                <a:lnTo>
                  <a:pt x="26" y="442"/>
                </a:lnTo>
                <a:lnTo>
                  <a:pt x="1" y="8563"/>
                </a:lnTo>
                <a:cubicBezTo>
                  <a:pt x="3059" y="7861"/>
                  <a:pt x="5540" y="7836"/>
                  <a:pt x="9149" y="7786"/>
                </a:cubicBezTo>
                <a:lnTo>
                  <a:pt x="9249" y="16"/>
                </a:lnTo>
                <a:cubicBezTo>
                  <a:pt x="9134" y="6"/>
                  <a:pt x="9018" y="1"/>
                  <a:pt x="890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 name="Group 3">
            <a:extLst>
              <a:ext uri="{FF2B5EF4-FFF2-40B4-BE49-F238E27FC236}">
                <a16:creationId xmlns:a16="http://schemas.microsoft.com/office/drawing/2014/main" id="{4F6F8EC1-7C75-CA10-5AE4-3AE4B2039C6A}"/>
              </a:ext>
            </a:extLst>
          </p:cNvPr>
          <p:cNvGrpSpPr/>
          <p:nvPr/>
        </p:nvGrpSpPr>
        <p:grpSpPr>
          <a:xfrm>
            <a:off x="9148044" y="1145272"/>
            <a:ext cx="3436827" cy="2055883"/>
            <a:chOff x="5609113" y="2041668"/>
            <a:chExt cx="3436827" cy="2055883"/>
          </a:xfrm>
        </p:grpSpPr>
        <p:sp>
          <p:nvSpPr>
            <p:cNvPr id="1301" name="Google Shape;1301;p34"/>
            <p:cNvSpPr/>
            <p:nvPr/>
          </p:nvSpPr>
          <p:spPr>
            <a:xfrm>
              <a:off x="5613442" y="3685184"/>
              <a:ext cx="1792375" cy="412367"/>
            </a:xfrm>
            <a:custGeom>
              <a:avLst/>
              <a:gdLst/>
              <a:ahLst/>
              <a:cxnLst/>
              <a:rect l="l" t="t" r="r" b="b"/>
              <a:pathLst>
                <a:path w="72883" h="16768" extrusionOk="0">
                  <a:moveTo>
                    <a:pt x="72883" y="0"/>
                  </a:moveTo>
                  <a:lnTo>
                    <a:pt x="0" y="51"/>
                  </a:lnTo>
                  <a:lnTo>
                    <a:pt x="25" y="12281"/>
                  </a:lnTo>
                  <a:cubicBezTo>
                    <a:pt x="25" y="15962"/>
                    <a:pt x="6438" y="16370"/>
                    <a:pt x="8711" y="16370"/>
                  </a:cubicBezTo>
                  <a:cubicBezTo>
                    <a:pt x="9209" y="16370"/>
                    <a:pt x="9508" y="16350"/>
                    <a:pt x="9499" y="16341"/>
                  </a:cubicBezTo>
                  <a:lnTo>
                    <a:pt x="62908" y="16341"/>
                  </a:lnTo>
                  <a:cubicBezTo>
                    <a:pt x="62958" y="16266"/>
                    <a:pt x="72256" y="16767"/>
                    <a:pt x="72256" y="12281"/>
                  </a:cubicBezTo>
                  <a:lnTo>
                    <a:pt x="7288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3" name="Group 2">
              <a:extLst>
                <a:ext uri="{FF2B5EF4-FFF2-40B4-BE49-F238E27FC236}">
                  <a16:creationId xmlns:a16="http://schemas.microsoft.com/office/drawing/2014/main" id="{9B302239-9634-6D34-1935-9A2113F407B4}"/>
                </a:ext>
              </a:extLst>
            </p:cNvPr>
            <p:cNvGrpSpPr/>
            <p:nvPr/>
          </p:nvGrpSpPr>
          <p:grpSpPr>
            <a:xfrm>
              <a:off x="5609113" y="2041668"/>
              <a:ext cx="3436827" cy="2046096"/>
              <a:chOff x="5609113" y="2041668"/>
              <a:chExt cx="3436827" cy="2046096"/>
            </a:xfrm>
          </p:grpSpPr>
          <p:sp>
            <p:nvSpPr>
              <p:cNvPr id="1291" name="Google Shape;1291;p34"/>
              <p:cNvSpPr/>
              <p:nvPr/>
            </p:nvSpPr>
            <p:spPr>
              <a:xfrm>
                <a:off x="6489279" y="2041668"/>
                <a:ext cx="2556661" cy="2031267"/>
              </a:xfrm>
              <a:custGeom>
                <a:avLst/>
                <a:gdLst/>
                <a:ahLst/>
                <a:cxnLst/>
                <a:rect l="l" t="t" r="r" b="b"/>
                <a:pathLst>
                  <a:path w="103961" h="82597" extrusionOk="0">
                    <a:moveTo>
                      <a:pt x="1611" y="0"/>
                    </a:moveTo>
                    <a:cubicBezTo>
                      <a:pt x="524" y="0"/>
                      <a:pt x="0" y="63"/>
                      <a:pt x="0" y="63"/>
                    </a:cubicBezTo>
                    <a:lnTo>
                      <a:pt x="15088" y="76079"/>
                    </a:lnTo>
                    <a:cubicBezTo>
                      <a:pt x="15088" y="76079"/>
                      <a:pt x="23905" y="82597"/>
                      <a:pt x="30841" y="82597"/>
                    </a:cubicBezTo>
                    <a:cubicBezTo>
                      <a:pt x="33009" y="82597"/>
                      <a:pt x="34993" y="81960"/>
                      <a:pt x="36467" y="80289"/>
                    </a:cubicBezTo>
                    <a:cubicBezTo>
                      <a:pt x="45640" y="69913"/>
                      <a:pt x="83660" y="37958"/>
                      <a:pt x="88196" y="34174"/>
                    </a:cubicBezTo>
                    <a:cubicBezTo>
                      <a:pt x="91892" y="31097"/>
                      <a:pt x="97933" y="30614"/>
                      <a:pt x="101365" y="30614"/>
                    </a:cubicBezTo>
                    <a:cubicBezTo>
                      <a:pt x="102937" y="30614"/>
                      <a:pt x="103961" y="30715"/>
                      <a:pt x="103961" y="30715"/>
                    </a:cubicBezTo>
                    <a:lnTo>
                      <a:pt x="103585" y="12695"/>
                    </a:lnTo>
                    <a:cubicBezTo>
                      <a:pt x="103585" y="12695"/>
                      <a:pt x="91065" y="14257"/>
                      <a:pt x="76115" y="14257"/>
                    </a:cubicBezTo>
                    <a:cubicBezTo>
                      <a:pt x="63887" y="14257"/>
                      <a:pt x="50033" y="13212"/>
                      <a:pt x="40076" y="9412"/>
                    </a:cubicBezTo>
                    <a:cubicBezTo>
                      <a:pt x="17828" y="893"/>
                      <a:pt x="5712" y="0"/>
                      <a:pt x="1611" y="0"/>
                    </a:cubicBezTo>
                    <a:close/>
                  </a:path>
                </a:pathLst>
              </a:custGeom>
              <a:solidFill>
                <a:srgbClr val="002E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8" name="Google Shape;1298;p34"/>
              <p:cNvSpPr/>
              <p:nvPr/>
            </p:nvSpPr>
            <p:spPr>
              <a:xfrm>
                <a:off x="5609113" y="2043217"/>
                <a:ext cx="1789916" cy="2044547"/>
              </a:xfrm>
              <a:custGeom>
                <a:avLst/>
                <a:gdLst/>
                <a:ahLst/>
                <a:cxnLst/>
                <a:rect l="l" t="t" r="r" b="b"/>
                <a:pathLst>
                  <a:path w="72783" h="83137" extrusionOk="0">
                    <a:moveTo>
                      <a:pt x="36392" y="0"/>
                    </a:moveTo>
                    <a:cubicBezTo>
                      <a:pt x="16291" y="0"/>
                      <a:pt x="1" y="16291"/>
                      <a:pt x="1" y="36391"/>
                    </a:cubicBezTo>
                    <a:lnTo>
                      <a:pt x="201" y="79048"/>
                    </a:lnTo>
                    <a:cubicBezTo>
                      <a:pt x="201" y="82729"/>
                      <a:pt x="6614" y="83137"/>
                      <a:pt x="8887" y="83137"/>
                    </a:cubicBezTo>
                    <a:cubicBezTo>
                      <a:pt x="9385" y="83137"/>
                      <a:pt x="9684" y="83117"/>
                      <a:pt x="9675" y="83108"/>
                    </a:cubicBezTo>
                    <a:lnTo>
                      <a:pt x="63084" y="83108"/>
                    </a:lnTo>
                    <a:cubicBezTo>
                      <a:pt x="63134" y="83033"/>
                      <a:pt x="72432" y="76843"/>
                      <a:pt x="72432" y="72356"/>
                    </a:cubicBezTo>
                    <a:lnTo>
                      <a:pt x="72783" y="36391"/>
                    </a:lnTo>
                    <a:cubicBezTo>
                      <a:pt x="72783" y="16291"/>
                      <a:pt x="56492" y="0"/>
                      <a:pt x="36392" y="0"/>
                    </a:cubicBezTo>
                    <a:close/>
                  </a:path>
                </a:pathLst>
              </a:custGeom>
              <a:solidFill>
                <a:srgbClr val="002E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2" name="Group 1">
                <a:extLst>
                  <a:ext uri="{FF2B5EF4-FFF2-40B4-BE49-F238E27FC236}">
                    <a16:creationId xmlns:a16="http://schemas.microsoft.com/office/drawing/2014/main" id="{F380EC50-1F2C-D430-95D8-317B4C495B44}"/>
                  </a:ext>
                </a:extLst>
              </p:cNvPr>
              <p:cNvGrpSpPr/>
              <p:nvPr/>
            </p:nvGrpSpPr>
            <p:grpSpPr>
              <a:xfrm>
                <a:off x="5758267" y="2217627"/>
                <a:ext cx="3202017" cy="1751724"/>
                <a:chOff x="5758267" y="2217627"/>
                <a:chExt cx="3202017" cy="1751724"/>
              </a:xfrm>
            </p:grpSpPr>
            <p:sp>
              <p:nvSpPr>
                <p:cNvPr id="1293" name="Google Shape;1293;p34"/>
                <p:cNvSpPr/>
                <p:nvPr/>
              </p:nvSpPr>
              <p:spPr>
                <a:xfrm>
                  <a:off x="8522636" y="2565881"/>
                  <a:ext cx="228071" cy="291569"/>
                </a:xfrm>
                <a:custGeom>
                  <a:avLst/>
                  <a:gdLst/>
                  <a:ahLst/>
                  <a:cxnLst/>
                  <a:rect l="l" t="t" r="r" b="b"/>
                  <a:pathLst>
                    <a:path w="9274" h="11856" extrusionOk="0">
                      <a:moveTo>
                        <a:pt x="51" y="0"/>
                      </a:moveTo>
                      <a:lnTo>
                        <a:pt x="0" y="11855"/>
                      </a:lnTo>
                      <a:cubicBezTo>
                        <a:pt x="3083" y="10702"/>
                        <a:pt x="6141" y="9725"/>
                        <a:pt x="9224" y="8898"/>
                      </a:cubicBezTo>
                      <a:lnTo>
                        <a:pt x="9274" y="101"/>
                      </a:lnTo>
                      <a:lnTo>
                        <a:pt x="5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4" name="Google Shape;1294;p34"/>
                <p:cNvSpPr/>
                <p:nvPr/>
              </p:nvSpPr>
              <p:spPr>
                <a:xfrm>
                  <a:off x="7882247" y="2533837"/>
                  <a:ext cx="232989" cy="676786"/>
                </a:xfrm>
                <a:custGeom>
                  <a:avLst/>
                  <a:gdLst/>
                  <a:ahLst/>
                  <a:cxnLst/>
                  <a:rect l="l" t="t" r="r" b="b"/>
                  <a:pathLst>
                    <a:path w="9474" h="27520" extrusionOk="0">
                      <a:moveTo>
                        <a:pt x="301" y="0"/>
                      </a:moveTo>
                      <a:lnTo>
                        <a:pt x="0" y="27519"/>
                      </a:lnTo>
                      <a:cubicBezTo>
                        <a:pt x="2958" y="25238"/>
                        <a:pt x="6316" y="22707"/>
                        <a:pt x="9449" y="21003"/>
                      </a:cubicBezTo>
                      <a:lnTo>
                        <a:pt x="9474" y="1128"/>
                      </a:lnTo>
                      <a:lnTo>
                        <a:pt x="30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5" name="Google Shape;1295;p34"/>
                <p:cNvSpPr/>
                <p:nvPr/>
              </p:nvSpPr>
              <p:spPr>
                <a:xfrm>
                  <a:off x="8210139" y="2546773"/>
                  <a:ext cx="231169" cy="449969"/>
                </a:xfrm>
                <a:custGeom>
                  <a:avLst/>
                  <a:gdLst/>
                  <a:ahLst/>
                  <a:cxnLst/>
                  <a:rect l="l" t="t" r="r" b="b"/>
                  <a:pathLst>
                    <a:path w="9400" h="18297" extrusionOk="0">
                      <a:moveTo>
                        <a:pt x="201" y="0"/>
                      </a:moveTo>
                      <a:lnTo>
                        <a:pt x="1" y="18296"/>
                      </a:lnTo>
                      <a:cubicBezTo>
                        <a:pt x="2532" y="16993"/>
                        <a:pt x="5063" y="15740"/>
                        <a:pt x="7620" y="14612"/>
                      </a:cubicBezTo>
                      <a:cubicBezTo>
                        <a:pt x="8171" y="14361"/>
                        <a:pt x="8697" y="14136"/>
                        <a:pt x="9249" y="13910"/>
                      </a:cubicBezTo>
                      <a:lnTo>
                        <a:pt x="9399" y="602"/>
                      </a:lnTo>
                      <a:lnTo>
                        <a:pt x="20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6" name="Google Shape;1296;p34"/>
                <p:cNvSpPr/>
                <p:nvPr/>
              </p:nvSpPr>
              <p:spPr>
                <a:xfrm>
                  <a:off x="7505638" y="2432123"/>
                  <a:ext cx="286650" cy="1020097"/>
                </a:xfrm>
                <a:custGeom>
                  <a:avLst/>
                  <a:gdLst/>
                  <a:ahLst/>
                  <a:cxnLst/>
                  <a:rect l="l" t="t" r="r" b="b"/>
                  <a:pathLst>
                    <a:path w="11656" h="41480" extrusionOk="0">
                      <a:moveTo>
                        <a:pt x="1" y="1"/>
                      </a:moveTo>
                      <a:lnTo>
                        <a:pt x="2056" y="41480"/>
                      </a:lnTo>
                      <a:cubicBezTo>
                        <a:pt x="5615" y="38522"/>
                        <a:pt x="8071" y="36417"/>
                        <a:pt x="11329" y="34136"/>
                      </a:cubicBezTo>
                      <a:lnTo>
                        <a:pt x="11655" y="3359"/>
                      </a:lnTo>
                      <a:lnTo>
                        <a:pt x="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7" name="Google Shape;1297;p34"/>
                <p:cNvSpPr/>
                <p:nvPr/>
              </p:nvSpPr>
              <p:spPr>
                <a:xfrm>
                  <a:off x="7505638" y="2353845"/>
                  <a:ext cx="1454646" cy="109683"/>
                </a:xfrm>
                <a:custGeom>
                  <a:avLst/>
                  <a:gdLst/>
                  <a:ahLst/>
                  <a:cxnLst/>
                  <a:rect l="l" t="t" r="r" b="b"/>
                  <a:pathLst>
                    <a:path w="59150" h="4460" extrusionOk="0">
                      <a:moveTo>
                        <a:pt x="1" y="1"/>
                      </a:moveTo>
                      <a:cubicBezTo>
                        <a:pt x="1" y="1"/>
                        <a:pt x="201" y="101"/>
                        <a:pt x="627" y="251"/>
                      </a:cubicBezTo>
                      <a:cubicBezTo>
                        <a:pt x="1028" y="377"/>
                        <a:pt x="1630" y="577"/>
                        <a:pt x="2432" y="828"/>
                      </a:cubicBezTo>
                      <a:cubicBezTo>
                        <a:pt x="3209" y="1053"/>
                        <a:pt x="4161" y="1329"/>
                        <a:pt x="5264" y="1580"/>
                      </a:cubicBezTo>
                      <a:cubicBezTo>
                        <a:pt x="6367" y="1855"/>
                        <a:pt x="7620" y="2156"/>
                        <a:pt x="8998" y="2407"/>
                      </a:cubicBezTo>
                      <a:cubicBezTo>
                        <a:pt x="9675" y="2532"/>
                        <a:pt x="10402" y="2683"/>
                        <a:pt x="11129" y="2808"/>
                      </a:cubicBezTo>
                      <a:cubicBezTo>
                        <a:pt x="11881" y="2908"/>
                        <a:pt x="12658" y="3058"/>
                        <a:pt x="13460" y="3159"/>
                      </a:cubicBezTo>
                      <a:cubicBezTo>
                        <a:pt x="14237" y="3284"/>
                        <a:pt x="15064" y="3384"/>
                        <a:pt x="15891" y="3510"/>
                      </a:cubicBezTo>
                      <a:cubicBezTo>
                        <a:pt x="16718" y="3610"/>
                        <a:pt x="17595" y="3685"/>
                        <a:pt x="18447" y="3785"/>
                      </a:cubicBezTo>
                      <a:cubicBezTo>
                        <a:pt x="19324" y="3886"/>
                        <a:pt x="20201" y="3936"/>
                        <a:pt x="21104" y="4011"/>
                      </a:cubicBezTo>
                      <a:cubicBezTo>
                        <a:pt x="22006" y="4086"/>
                        <a:pt x="22908" y="4161"/>
                        <a:pt x="23836" y="4211"/>
                      </a:cubicBezTo>
                      <a:cubicBezTo>
                        <a:pt x="24738" y="4261"/>
                        <a:pt x="25665" y="4312"/>
                        <a:pt x="26592" y="4362"/>
                      </a:cubicBezTo>
                      <a:cubicBezTo>
                        <a:pt x="27520" y="4387"/>
                        <a:pt x="28447" y="4412"/>
                        <a:pt x="29400" y="4437"/>
                      </a:cubicBezTo>
                      <a:cubicBezTo>
                        <a:pt x="30018" y="4454"/>
                        <a:pt x="30639" y="4459"/>
                        <a:pt x="31260" y="4459"/>
                      </a:cubicBezTo>
                      <a:cubicBezTo>
                        <a:pt x="32502" y="4459"/>
                        <a:pt x="33744" y="4437"/>
                        <a:pt x="34963" y="4437"/>
                      </a:cubicBezTo>
                      <a:cubicBezTo>
                        <a:pt x="36793" y="4412"/>
                        <a:pt x="38598" y="4312"/>
                        <a:pt x="40352" y="4261"/>
                      </a:cubicBezTo>
                      <a:cubicBezTo>
                        <a:pt x="42081" y="4136"/>
                        <a:pt x="43786" y="4011"/>
                        <a:pt x="45365" y="3911"/>
                      </a:cubicBezTo>
                      <a:cubicBezTo>
                        <a:pt x="46969" y="3810"/>
                        <a:pt x="48472" y="3660"/>
                        <a:pt x="49876" y="3560"/>
                      </a:cubicBezTo>
                      <a:cubicBezTo>
                        <a:pt x="51279" y="3434"/>
                        <a:pt x="52532" y="3309"/>
                        <a:pt x="53685" y="3184"/>
                      </a:cubicBezTo>
                      <a:cubicBezTo>
                        <a:pt x="54813" y="3084"/>
                        <a:pt x="55791" y="2983"/>
                        <a:pt x="56593" y="2883"/>
                      </a:cubicBezTo>
                      <a:cubicBezTo>
                        <a:pt x="58221" y="2708"/>
                        <a:pt x="59149" y="2607"/>
                        <a:pt x="59149" y="2607"/>
                      </a:cubicBezTo>
                      <a:lnTo>
                        <a:pt x="59149" y="2607"/>
                      </a:lnTo>
                      <a:cubicBezTo>
                        <a:pt x="59149" y="2607"/>
                        <a:pt x="58221" y="2683"/>
                        <a:pt x="56593" y="2808"/>
                      </a:cubicBezTo>
                      <a:cubicBezTo>
                        <a:pt x="55791" y="2883"/>
                        <a:pt x="54788" y="2958"/>
                        <a:pt x="53660" y="3058"/>
                      </a:cubicBezTo>
                      <a:cubicBezTo>
                        <a:pt x="52532" y="3159"/>
                        <a:pt x="51254" y="3234"/>
                        <a:pt x="49851" y="3334"/>
                      </a:cubicBezTo>
                      <a:cubicBezTo>
                        <a:pt x="48472" y="3434"/>
                        <a:pt x="46969" y="3560"/>
                        <a:pt x="45365" y="3635"/>
                      </a:cubicBezTo>
                      <a:cubicBezTo>
                        <a:pt x="43760" y="3710"/>
                        <a:pt x="42081" y="3810"/>
                        <a:pt x="40327" y="3911"/>
                      </a:cubicBezTo>
                      <a:cubicBezTo>
                        <a:pt x="38598" y="3936"/>
                        <a:pt x="36793" y="4036"/>
                        <a:pt x="34963" y="4036"/>
                      </a:cubicBezTo>
                      <a:cubicBezTo>
                        <a:pt x="33904" y="4036"/>
                        <a:pt x="32844" y="4052"/>
                        <a:pt x="31784" y="4052"/>
                      </a:cubicBezTo>
                      <a:cubicBezTo>
                        <a:pt x="30989" y="4052"/>
                        <a:pt x="30194" y="4043"/>
                        <a:pt x="29400" y="4011"/>
                      </a:cubicBezTo>
                      <a:cubicBezTo>
                        <a:pt x="28472" y="3986"/>
                        <a:pt x="27545" y="3961"/>
                        <a:pt x="26618" y="3936"/>
                      </a:cubicBezTo>
                      <a:cubicBezTo>
                        <a:pt x="25690" y="3911"/>
                        <a:pt x="24763" y="3860"/>
                        <a:pt x="23861" y="3810"/>
                      </a:cubicBezTo>
                      <a:cubicBezTo>
                        <a:pt x="22933" y="3785"/>
                        <a:pt x="22031" y="3710"/>
                        <a:pt x="21129" y="3635"/>
                      </a:cubicBezTo>
                      <a:cubicBezTo>
                        <a:pt x="20252" y="3560"/>
                        <a:pt x="19349" y="3510"/>
                        <a:pt x="18497" y="3409"/>
                      </a:cubicBezTo>
                      <a:cubicBezTo>
                        <a:pt x="17620" y="3334"/>
                        <a:pt x="16768" y="3234"/>
                        <a:pt x="15941" y="3159"/>
                      </a:cubicBezTo>
                      <a:cubicBezTo>
                        <a:pt x="15089" y="3058"/>
                        <a:pt x="14287" y="2958"/>
                        <a:pt x="13485" y="2858"/>
                      </a:cubicBezTo>
                      <a:cubicBezTo>
                        <a:pt x="12708" y="2758"/>
                        <a:pt x="11931" y="2632"/>
                        <a:pt x="11179" y="2532"/>
                      </a:cubicBezTo>
                      <a:cubicBezTo>
                        <a:pt x="10452" y="2407"/>
                        <a:pt x="9725" y="2282"/>
                        <a:pt x="9049" y="2156"/>
                      </a:cubicBezTo>
                      <a:cubicBezTo>
                        <a:pt x="8347" y="2056"/>
                        <a:pt x="7695" y="1931"/>
                        <a:pt x="7069" y="1805"/>
                      </a:cubicBezTo>
                      <a:cubicBezTo>
                        <a:pt x="6442" y="1680"/>
                        <a:pt x="5840" y="1555"/>
                        <a:pt x="5289" y="1429"/>
                      </a:cubicBezTo>
                      <a:cubicBezTo>
                        <a:pt x="4186" y="1179"/>
                        <a:pt x="3234" y="953"/>
                        <a:pt x="2457" y="753"/>
                      </a:cubicBezTo>
                      <a:cubicBezTo>
                        <a:pt x="1655" y="527"/>
                        <a:pt x="1053" y="352"/>
                        <a:pt x="627" y="226"/>
                      </a:cubicBezTo>
                      <a:cubicBezTo>
                        <a:pt x="202" y="76"/>
                        <a:pt x="1" y="1"/>
                        <a:pt x="1" y="1"/>
                      </a:cubicBezTo>
                      <a:close/>
                    </a:path>
                  </a:pathLst>
                </a:custGeom>
                <a:solidFill>
                  <a:srgbClr val="CBE5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9" name="Google Shape;1299;p34"/>
                <p:cNvSpPr/>
                <p:nvPr/>
              </p:nvSpPr>
              <p:spPr>
                <a:xfrm>
                  <a:off x="5783548" y="2217627"/>
                  <a:ext cx="1440456" cy="1696243"/>
                </a:xfrm>
                <a:custGeom>
                  <a:avLst/>
                  <a:gdLst/>
                  <a:ahLst/>
                  <a:cxnLst/>
                  <a:rect l="l" t="t" r="r" b="b"/>
                  <a:pathLst>
                    <a:path w="58573" h="68974" extrusionOk="0">
                      <a:moveTo>
                        <a:pt x="29299" y="1"/>
                      </a:moveTo>
                      <a:cubicBezTo>
                        <a:pt x="13133" y="1"/>
                        <a:pt x="0" y="13159"/>
                        <a:pt x="0" y="29274"/>
                      </a:cubicBezTo>
                      <a:lnTo>
                        <a:pt x="201" y="65239"/>
                      </a:lnTo>
                      <a:cubicBezTo>
                        <a:pt x="928" y="66167"/>
                        <a:pt x="2757" y="67721"/>
                        <a:pt x="4612" y="68974"/>
                      </a:cubicBezTo>
                      <a:lnTo>
                        <a:pt x="53635" y="68974"/>
                      </a:lnTo>
                      <a:cubicBezTo>
                        <a:pt x="56692" y="66467"/>
                        <a:pt x="57870" y="65114"/>
                        <a:pt x="58246" y="64538"/>
                      </a:cubicBezTo>
                      <a:lnTo>
                        <a:pt x="58572" y="29274"/>
                      </a:lnTo>
                      <a:cubicBezTo>
                        <a:pt x="58572" y="13134"/>
                        <a:pt x="45439" y="1"/>
                        <a:pt x="29299" y="1"/>
                      </a:cubicBezTo>
                      <a:close/>
                    </a:path>
                  </a:pathLst>
                </a:custGeom>
                <a:solidFill>
                  <a:srgbClr val="0070C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02" name="Google Shape;1302;p34"/>
                <p:cNvSpPr/>
                <p:nvPr/>
              </p:nvSpPr>
              <p:spPr>
                <a:xfrm>
                  <a:off x="5758267" y="3773939"/>
                  <a:ext cx="195412" cy="195412"/>
                </a:xfrm>
                <a:custGeom>
                  <a:avLst/>
                  <a:gdLst/>
                  <a:ahLst/>
                  <a:cxnLst/>
                  <a:rect l="l" t="t" r="r" b="b"/>
                  <a:pathLst>
                    <a:path w="7946" h="7946" extrusionOk="0">
                      <a:moveTo>
                        <a:pt x="3961" y="0"/>
                      </a:moveTo>
                      <a:cubicBezTo>
                        <a:pt x="1780" y="0"/>
                        <a:pt x="1" y="1780"/>
                        <a:pt x="1" y="3960"/>
                      </a:cubicBezTo>
                      <a:cubicBezTo>
                        <a:pt x="1" y="6166"/>
                        <a:pt x="1780" y="7945"/>
                        <a:pt x="3961" y="7945"/>
                      </a:cubicBezTo>
                      <a:cubicBezTo>
                        <a:pt x="6166" y="7945"/>
                        <a:pt x="7946" y="6166"/>
                        <a:pt x="7946" y="3960"/>
                      </a:cubicBezTo>
                      <a:cubicBezTo>
                        <a:pt x="7946" y="1780"/>
                        <a:pt x="6166" y="0"/>
                        <a:pt x="3961" y="0"/>
                      </a:cubicBezTo>
                      <a:close/>
                    </a:path>
                  </a:pathLst>
                </a:custGeom>
                <a:solidFill>
                  <a:srgbClr val="FCFC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3" name="Google Shape;1303;p34"/>
                <p:cNvSpPr/>
                <p:nvPr/>
              </p:nvSpPr>
              <p:spPr>
                <a:xfrm>
                  <a:off x="5768743" y="3785030"/>
                  <a:ext cx="173844" cy="173230"/>
                </a:xfrm>
                <a:custGeom>
                  <a:avLst/>
                  <a:gdLst/>
                  <a:ahLst/>
                  <a:cxnLst/>
                  <a:rect l="l" t="t" r="r" b="b"/>
                  <a:pathLst>
                    <a:path w="7069" h="7044" extrusionOk="0">
                      <a:moveTo>
                        <a:pt x="3535" y="1"/>
                      </a:moveTo>
                      <a:cubicBezTo>
                        <a:pt x="1580" y="1"/>
                        <a:pt x="1" y="1580"/>
                        <a:pt x="1" y="3509"/>
                      </a:cubicBezTo>
                      <a:cubicBezTo>
                        <a:pt x="1" y="5464"/>
                        <a:pt x="1580" y="7043"/>
                        <a:pt x="3535" y="7043"/>
                      </a:cubicBezTo>
                      <a:cubicBezTo>
                        <a:pt x="5490" y="7043"/>
                        <a:pt x="7069" y="5464"/>
                        <a:pt x="7069" y="3509"/>
                      </a:cubicBezTo>
                      <a:cubicBezTo>
                        <a:pt x="7069" y="1580"/>
                        <a:pt x="5490" y="1"/>
                        <a:pt x="353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4" name="Google Shape;1304;p34"/>
                <p:cNvSpPr/>
                <p:nvPr/>
              </p:nvSpPr>
              <p:spPr>
                <a:xfrm>
                  <a:off x="7042143" y="3773939"/>
                  <a:ext cx="195412" cy="195412"/>
                </a:xfrm>
                <a:custGeom>
                  <a:avLst/>
                  <a:gdLst/>
                  <a:ahLst/>
                  <a:cxnLst/>
                  <a:rect l="l" t="t" r="r" b="b"/>
                  <a:pathLst>
                    <a:path w="7946" h="7946" extrusionOk="0">
                      <a:moveTo>
                        <a:pt x="3961" y="0"/>
                      </a:moveTo>
                      <a:cubicBezTo>
                        <a:pt x="1780" y="0"/>
                        <a:pt x="1" y="1780"/>
                        <a:pt x="1" y="3960"/>
                      </a:cubicBezTo>
                      <a:cubicBezTo>
                        <a:pt x="1" y="6166"/>
                        <a:pt x="1780" y="7945"/>
                        <a:pt x="3961" y="7945"/>
                      </a:cubicBezTo>
                      <a:cubicBezTo>
                        <a:pt x="6166" y="7945"/>
                        <a:pt x="7946" y="6166"/>
                        <a:pt x="7946" y="3960"/>
                      </a:cubicBezTo>
                      <a:cubicBezTo>
                        <a:pt x="7946" y="1780"/>
                        <a:pt x="6166" y="0"/>
                        <a:pt x="3961" y="0"/>
                      </a:cubicBezTo>
                      <a:close/>
                    </a:path>
                  </a:pathLst>
                </a:custGeom>
                <a:solidFill>
                  <a:srgbClr val="FCFC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5" name="Google Shape;1305;p34"/>
                <p:cNvSpPr/>
                <p:nvPr/>
              </p:nvSpPr>
              <p:spPr>
                <a:xfrm>
                  <a:off x="7053234" y="3785030"/>
                  <a:ext cx="173230" cy="173230"/>
                </a:xfrm>
                <a:custGeom>
                  <a:avLst/>
                  <a:gdLst/>
                  <a:ahLst/>
                  <a:cxnLst/>
                  <a:rect l="l" t="t" r="r" b="b"/>
                  <a:pathLst>
                    <a:path w="7044" h="7044" extrusionOk="0">
                      <a:moveTo>
                        <a:pt x="3510" y="1"/>
                      </a:moveTo>
                      <a:cubicBezTo>
                        <a:pt x="1580" y="1"/>
                        <a:pt x="1" y="1580"/>
                        <a:pt x="1" y="3509"/>
                      </a:cubicBezTo>
                      <a:cubicBezTo>
                        <a:pt x="1" y="5464"/>
                        <a:pt x="1580" y="7043"/>
                        <a:pt x="3510" y="7043"/>
                      </a:cubicBezTo>
                      <a:cubicBezTo>
                        <a:pt x="5464" y="7043"/>
                        <a:pt x="7043" y="5464"/>
                        <a:pt x="7043" y="3509"/>
                      </a:cubicBezTo>
                      <a:cubicBezTo>
                        <a:pt x="7043" y="1580"/>
                        <a:pt x="5464" y="1"/>
                        <a:pt x="351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6" name="Google Shape;1306;p34"/>
                <p:cNvSpPr/>
                <p:nvPr/>
              </p:nvSpPr>
              <p:spPr>
                <a:xfrm>
                  <a:off x="6026399" y="3780111"/>
                  <a:ext cx="944893" cy="20977"/>
                </a:xfrm>
                <a:custGeom>
                  <a:avLst/>
                  <a:gdLst/>
                  <a:ahLst/>
                  <a:cxnLst/>
                  <a:rect l="l" t="t" r="r" b="b"/>
                  <a:pathLst>
                    <a:path w="38422" h="853" extrusionOk="0">
                      <a:moveTo>
                        <a:pt x="401" y="0"/>
                      </a:moveTo>
                      <a:cubicBezTo>
                        <a:pt x="176" y="0"/>
                        <a:pt x="0" y="176"/>
                        <a:pt x="0" y="401"/>
                      </a:cubicBezTo>
                      <a:lnTo>
                        <a:pt x="0" y="451"/>
                      </a:lnTo>
                      <a:cubicBezTo>
                        <a:pt x="0" y="677"/>
                        <a:pt x="176" y="852"/>
                        <a:pt x="401" y="852"/>
                      </a:cubicBezTo>
                      <a:lnTo>
                        <a:pt x="38020" y="852"/>
                      </a:lnTo>
                      <a:cubicBezTo>
                        <a:pt x="38246" y="852"/>
                        <a:pt x="38421" y="677"/>
                        <a:pt x="38421" y="451"/>
                      </a:cubicBezTo>
                      <a:lnTo>
                        <a:pt x="38421" y="401"/>
                      </a:lnTo>
                      <a:cubicBezTo>
                        <a:pt x="38421" y="176"/>
                        <a:pt x="38246" y="0"/>
                        <a:pt x="38020" y="0"/>
                      </a:cubicBezTo>
                      <a:close/>
                    </a:path>
                  </a:pathLst>
                </a:custGeom>
                <a:solidFill>
                  <a:srgbClr val="E8E8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7" name="Google Shape;1307;p34"/>
                <p:cNvSpPr/>
                <p:nvPr/>
              </p:nvSpPr>
              <p:spPr>
                <a:xfrm>
                  <a:off x="6026399" y="3862693"/>
                  <a:ext cx="944893" cy="20363"/>
                </a:xfrm>
                <a:custGeom>
                  <a:avLst/>
                  <a:gdLst/>
                  <a:ahLst/>
                  <a:cxnLst/>
                  <a:rect l="l" t="t" r="r" b="b"/>
                  <a:pathLst>
                    <a:path w="38422" h="828" extrusionOk="0">
                      <a:moveTo>
                        <a:pt x="401" y="1"/>
                      </a:moveTo>
                      <a:cubicBezTo>
                        <a:pt x="176" y="1"/>
                        <a:pt x="0" y="176"/>
                        <a:pt x="0" y="402"/>
                      </a:cubicBezTo>
                      <a:lnTo>
                        <a:pt x="0" y="427"/>
                      </a:lnTo>
                      <a:cubicBezTo>
                        <a:pt x="0" y="652"/>
                        <a:pt x="176" y="828"/>
                        <a:pt x="401" y="828"/>
                      </a:cubicBezTo>
                      <a:lnTo>
                        <a:pt x="38020" y="828"/>
                      </a:lnTo>
                      <a:cubicBezTo>
                        <a:pt x="38246" y="828"/>
                        <a:pt x="38421" y="652"/>
                        <a:pt x="38421" y="427"/>
                      </a:cubicBezTo>
                      <a:lnTo>
                        <a:pt x="38421" y="402"/>
                      </a:lnTo>
                      <a:cubicBezTo>
                        <a:pt x="38421" y="176"/>
                        <a:pt x="38246" y="1"/>
                        <a:pt x="38020" y="1"/>
                      </a:cubicBezTo>
                      <a:close/>
                    </a:path>
                  </a:pathLst>
                </a:custGeom>
                <a:solidFill>
                  <a:srgbClr val="E8E8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8" name="Google Shape;1308;p34"/>
                <p:cNvSpPr/>
                <p:nvPr/>
              </p:nvSpPr>
              <p:spPr>
                <a:xfrm>
                  <a:off x="6026399" y="3944660"/>
                  <a:ext cx="944893" cy="20363"/>
                </a:xfrm>
                <a:custGeom>
                  <a:avLst/>
                  <a:gdLst/>
                  <a:ahLst/>
                  <a:cxnLst/>
                  <a:rect l="l" t="t" r="r" b="b"/>
                  <a:pathLst>
                    <a:path w="38422" h="828" extrusionOk="0">
                      <a:moveTo>
                        <a:pt x="401" y="1"/>
                      </a:moveTo>
                      <a:cubicBezTo>
                        <a:pt x="176" y="1"/>
                        <a:pt x="0" y="176"/>
                        <a:pt x="0" y="402"/>
                      </a:cubicBezTo>
                      <a:lnTo>
                        <a:pt x="0" y="427"/>
                      </a:lnTo>
                      <a:cubicBezTo>
                        <a:pt x="0" y="653"/>
                        <a:pt x="176" y="828"/>
                        <a:pt x="401" y="828"/>
                      </a:cubicBezTo>
                      <a:lnTo>
                        <a:pt x="38020" y="828"/>
                      </a:lnTo>
                      <a:cubicBezTo>
                        <a:pt x="38246" y="828"/>
                        <a:pt x="38421" y="653"/>
                        <a:pt x="38421" y="427"/>
                      </a:cubicBezTo>
                      <a:lnTo>
                        <a:pt x="38421" y="402"/>
                      </a:lnTo>
                      <a:cubicBezTo>
                        <a:pt x="38421" y="176"/>
                        <a:pt x="38246" y="1"/>
                        <a:pt x="38020" y="1"/>
                      </a:cubicBezTo>
                      <a:close/>
                    </a:path>
                  </a:pathLst>
                </a:custGeom>
                <a:solidFill>
                  <a:srgbClr val="E8E8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9" name="Google Shape;1309;p34"/>
                <p:cNvSpPr/>
                <p:nvPr/>
              </p:nvSpPr>
              <p:spPr>
                <a:xfrm>
                  <a:off x="5923455" y="2742775"/>
                  <a:ext cx="1181596" cy="636724"/>
                </a:xfrm>
                <a:custGeom>
                  <a:avLst/>
                  <a:gdLst/>
                  <a:ahLst/>
                  <a:cxnLst/>
                  <a:rect l="l" t="t" r="r" b="b"/>
                  <a:pathLst>
                    <a:path w="48047" h="25891" extrusionOk="0">
                      <a:moveTo>
                        <a:pt x="1329" y="0"/>
                      </a:moveTo>
                      <a:cubicBezTo>
                        <a:pt x="602" y="0"/>
                        <a:pt x="1" y="602"/>
                        <a:pt x="1" y="1329"/>
                      </a:cubicBezTo>
                      <a:lnTo>
                        <a:pt x="1" y="24562"/>
                      </a:lnTo>
                      <a:cubicBezTo>
                        <a:pt x="1" y="25314"/>
                        <a:pt x="602" y="25890"/>
                        <a:pt x="1329" y="25890"/>
                      </a:cubicBezTo>
                      <a:lnTo>
                        <a:pt x="46718" y="25890"/>
                      </a:lnTo>
                      <a:cubicBezTo>
                        <a:pt x="47445" y="25890"/>
                        <a:pt x="48046" y="25314"/>
                        <a:pt x="48046" y="24562"/>
                      </a:cubicBezTo>
                      <a:lnTo>
                        <a:pt x="48046" y="1329"/>
                      </a:lnTo>
                      <a:cubicBezTo>
                        <a:pt x="48046" y="602"/>
                        <a:pt x="47445" y="0"/>
                        <a:pt x="4671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0" name="Google Shape;1310;p34"/>
                <p:cNvSpPr/>
                <p:nvPr/>
              </p:nvSpPr>
              <p:spPr>
                <a:xfrm>
                  <a:off x="6149656" y="2454945"/>
                  <a:ext cx="667539" cy="195387"/>
                </a:xfrm>
                <a:custGeom>
                  <a:avLst/>
                  <a:gdLst/>
                  <a:ahLst/>
                  <a:cxnLst/>
                  <a:rect l="l" t="t" r="r" b="b"/>
                  <a:pathLst>
                    <a:path w="27144" h="7945" extrusionOk="0">
                      <a:moveTo>
                        <a:pt x="1580" y="0"/>
                      </a:moveTo>
                      <a:cubicBezTo>
                        <a:pt x="803" y="0"/>
                        <a:pt x="1" y="652"/>
                        <a:pt x="1" y="1479"/>
                      </a:cubicBezTo>
                      <a:lnTo>
                        <a:pt x="1" y="6441"/>
                      </a:lnTo>
                      <a:cubicBezTo>
                        <a:pt x="1" y="7268"/>
                        <a:pt x="803" y="7945"/>
                        <a:pt x="1580" y="7945"/>
                      </a:cubicBezTo>
                      <a:lnTo>
                        <a:pt x="25565" y="7945"/>
                      </a:lnTo>
                      <a:cubicBezTo>
                        <a:pt x="26342" y="7945"/>
                        <a:pt x="27144" y="7268"/>
                        <a:pt x="27144" y="6441"/>
                      </a:cubicBezTo>
                      <a:lnTo>
                        <a:pt x="27144" y="1479"/>
                      </a:lnTo>
                      <a:cubicBezTo>
                        <a:pt x="27144" y="652"/>
                        <a:pt x="26342" y="0"/>
                        <a:pt x="2556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1" name="Google Shape;1311;p34"/>
                <p:cNvSpPr/>
                <p:nvPr/>
              </p:nvSpPr>
              <p:spPr>
                <a:xfrm>
                  <a:off x="6190332" y="2485759"/>
                  <a:ext cx="20977" cy="123282"/>
                </a:xfrm>
                <a:custGeom>
                  <a:avLst/>
                  <a:gdLst/>
                  <a:ahLst/>
                  <a:cxnLst/>
                  <a:rect l="l" t="t" r="r" b="b"/>
                  <a:pathLst>
                    <a:path w="853" h="5013" extrusionOk="0">
                      <a:moveTo>
                        <a:pt x="427" y="0"/>
                      </a:moveTo>
                      <a:cubicBezTo>
                        <a:pt x="201" y="0"/>
                        <a:pt x="1" y="201"/>
                        <a:pt x="1" y="426"/>
                      </a:cubicBezTo>
                      <a:lnTo>
                        <a:pt x="1" y="4612"/>
                      </a:lnTo>
                      <a:cubicBezTo>
                        <a:pt x="1" y="4837"/>
                        <a:pt x="201" y="5013"/>
                        <a:pt x="427" y="5013"/>
                      </a:cubicBezTo>
                      <a:cubicBezTo>
                        <a:pt x="652" y="5013"/>
                        <a:pt x="853" y="4837"/>
                        <a:pt x="853" y="4612"/>
                      </a:cubicBezTo>
                      <a:lnTo>
                        <a:pt x="853" y="426"/>
                      </a:lnTo>
                      <a:cubicBezTo>
                        <a:pt x="853" y="201"/>
                        <a:pt x="652" y="0"/>
                        <a:pt x="427" y="0"/>
                      </a:cubicBezTo>
                      <a:close/>
                    </a:path>
                  </a:pathLst>
                </a:custGeom>
                <a:solidFill>
                  <a:srgbClr val="FCFC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2" name="Google Shape;1312;p34"/>
                <p:cNvSpPr/>
                <p:nvPr/>
              </p:nvSpPr>
              <p:spPr>
                <a:xfrm>
                  <a:off x="6242124" y="2485759"/>
                  <a:ext cx="20363" cy="123282"/>
                </a:xfrm>
                <a:custGeom>
                  <a:avLst/>
                  <a:gdLst/>
                  <a:ahLst/>
                  <a:cxnLst/>
                  <a:rect l="l" t="t" r="r" b="b"/>
                  <a:pathLst>
                    <a:path w="828" h="5013" extrusionOk="0">
                      <a:moveTo>
                        <a:pt x="401" y="0"/>
                      </a:moveTo>
                      <a:cubicBezTo>
                        <a:pt x="176" y="0"/>
                        <a:pt x="0" y="201"/>
                        <a:pt x="0" y="426"/>
                      </a:cubicBezTo>
                      <a:lnTo>
                        <a:pt x="0" y="4612"/>
                      </a:lnTo>
                      <a:cubicBezTo>
                        <a:pt x="0" y="4837"/>
                        <a:pt x="176" y="5013"/>
                        <a:pt x="401" y="5013"/>
                      </a:cubicBezTo>
                      <a:cubicBezTo>
                        <a:pt x="652" y="5013"/>
                        <a:pt x="827" y="4837"/>
                        <a:pt x="827" y="4612"/>
                      </a:cubicBezTo>
                      <a:lnTo>
                        <a:pt x="827" y="426"/>
                      </a:lnTo>
                      <a:cubicBezTo>
                        <a:pt x="827" y="201"/>
                        <a:pt x="652" y="0"/>
                        <a:pt x="401" y="0"/>
                      </a:cubicBezTo>
                      <a:close/>
                    </a:path>
                  </a:pathLst>
                </a:custGeom>
                <a:solidFill>
                  <a:srgbClr val="FCFC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3" name="Google Shape;1313;p34"/>
                <p:cNvSpPr/>
                <p:nvPr/>
              </p:nvSpPr>
              <p:spPr>
                <a:xfrm>
                  <a:off x="6293277" y="2485759"/>
                  <a:ext cx="20363" cy="123282"/>
                </a:xfrm>
                <a:custGeom>
                  <a:avLst/>
                  <a:gdLst/>
                  <a:ahLst/>
                  <a:cxnLst/>
                  <a:rect l="l" t="t" r="r" b="b"/>
                  <a:pathLst>
                    <a:path w="828" h="5013" extrusionOk="0">
                      <a:moveTo>
                        <a:pt x="426" y="0"/>
                      </a:moveTo>
                      <a:cubicBezTo>
                        <a:pt x="176" y="0"/>
                        <a:pt x="0" y="201"/>
                        <a:pt x="0" y="426"/>
                      </a:cubicBezTo>
                      <a:lnTo>
                        <a:pt x="0" y="4612"/>
                      </a:lnTo>
                      <a:cubicBezTo>
                        <a:pt x="0" y="4837"/>
                        <a:pt x="176" y="5013"/>
                        <a:pt x="426" y="5013"/>
                      </a:cubicBezTo>
                      <a:cubicBezTo>
                        <a:pt x="652" y="5013"/>
                        <a:pt x="827" y="4837"/>
                        <a:pt x="827" y="4612"/>
                      </a:cubicBezTo>
                      <a:lnTo>
                        <a:pt x="827" y="426"/>
                      </a:lnTo>
                      <a:cubicBezTo>
                        <a:pt x="827" y="201"/>
                        <a:pt x="652" y="0"/>
                        <a:pt x="426" y="0"/>
                      </a:cubicBezTo>
                      <a:close/>
                    </a:path>
                  </a:pathLst>
                </a:custGeom>
                <a:solidFill>
                  <a:srgbClr val="FCFC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4" name="Google Shape;1314;p34"/>
                <p:cNvSpPr/>
                <p:nvPr/>
              </p:nvSpPr>
              <p:spPr>
                <a:xfrm>
                  <a:off x="6344429" y="2485759"/>
                  <a:ext cx="20977" cy="123282"/>
                </a:xfrm>
                <a:custGeom>
                  <a:avLst/>
                  <a:gdLst/>
                  <a:ahLst/>
                  <a:cxnLst/>
                  <a:rect l="l" t="t" r="r" b="b"/>
                  <a:pathLst>
                    <a:path w="853" h="5013" extrusionOk="0">
                      <a:moveTo>
                        <a:pt x="427" y="0"/>
                      </a:moveTo>
                      <a:cubicBezTo>
                        <a:pt x="201" y="0"/>
                        <a:pt x="1" y="201"/>
                        <a:pt x="1" y="426"/>
                      </a:cubicBezTo>
                      <a:lnTo>
                        <a:pt x="1" y="4612"/>
                      </a:lnTo>
                      <a:cubicBezTo>
                        <a:pt x="1" y="4837"/>
                        <a:pt x="201" y="5013"/>
                        <a:pt x="427" y="5013"/>
                      </a:cubicBezTo>
                      <a:cubicBezTo>
                        <a:pt x="652" y="5013"/>
                        <a:pt x="853" y="4837"/>
                        <a:pt x="853" y="4612"/>
                      </a:cubicBezTo>
                      <a:lnTo>
                        <a:pt x="853" y="426"/>
                      </a:lnTo>
                      <a:cubicBezTo>
                        <a:pt x="853" y="201"/>
                        <a:pt x="652" y="0"/>
                        <a:pt x="427" y="0"/>
                      </a:cubicBezTo>
                      <a:close/>
                    </a:path>
                  </a:pathLst>
                </a:custGeom>
                <a:solidFill>
                  <a:srgbClr val="FCFC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5" name="Google Shape;1315;p34"/>
                <p:cNvSpPr/>
                <p:nvPr/>
              </p:nvSpPr>
              <p:spPr>
                <a:xfrm>
                  <a:off x="6396196" y="2485759"/>
                  <a:ext cx="20363" cy="123282"/>
                </a:xfrm>
                <a:custGeom>
                  <a:avLst/>
                  <a:gdLst/>
                  <a:ahLst/>
                  <a:cxnLst/>
                  <a:rect l="l" t="t" r="r" b="b"/>
                  <a:pathLst>
                    <a:path w="828" h="5013" extrusionOk="0">
                      <a:moveTo>
                        <a:pt x="402" y="0"/>
                      </a:moveTo>
                      <a:cubicBezTo>
                        <a:pt x="176" y="0"/>
                        <a:pt x="1" y="201"/>
                        <a:pt x="1" y="426"/>
                      </a:cubicBezTo>
                      <a:lnTo>
                        <a:pt x="1" y="4612"/>
                      </a:lnTo>
                      <a:cubicBezTo>
                        <a:pt x="1" y="4837"/>
                        <a:pt x="176" y="5013"/>
                        <a:pt x="402" y="5013"/>
                      </a:cubicBezTo>
                      <a:cubicBezTo>
                        <a:pt x="652" y="5013"/>
                        <a:pt x="828" y="4837"/>
                        <a:pt x="828" y="4612"/>
                      </a:cubicBezTo>
                      <a:lnTo>
                        <a:pt x="828" y="426"/>
                      </a:lnTo>
                      <a:cubicBezTo>
                        <a:pt x="828" y="201"/>
                        <a:pt x="652" y="0"/>
                        <a:pt x="402" y="0"/>
                      </a:cubicBezTo>
                      <a:close/>
                    </a:path>
                  </a:pathLst>
                </a:custGeom>
                <a:solidFill>
                  <a:srgbClr val="FCFC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6" name="Google Shape;1316;p34"/>
                <p:cNvSpPr/>
                <p:nvPr/>
              </p:nvSpPr>
              <p:spPr>
                <a:xfrm>
                  <a:off x="6447373" y="2485759"/>
                  <a:ext cx="20363" cy="123282"/>
                </a:xfrm>
                <a:custGeom>
                  <a:avLst/>
                  <a:gdLst/>
                  <a:ahLst/>
                  <a:cxnLst/>
                  <a:rect l="l" t="t" r="r" b="b"/>
                  <a:pathLst>
                    <a:path w="828" h="5013" extrusionOk="0">
                      <a:moveTo>
                        <a:pt x="426" y="0"/>
                      </a:moveTo>
                      <a:cubicBezTo>
                        <a:pt x="175" y="0"/>
                        <a:pt x="0" y="201"/>
                        <a:pt x="0" y="426"/>
                      </a:cubicBezTo>
                      <a:lnTo>
                        <a:pt x="0" y="4612"/>
                      </a:lnTo>
                      <a:cubicBezTo>
                        <a:pt x="0" y="4837"/>
                        <a:pt x="175" y="5013"/>
                        <a:pt x="426" y="5013"/>
                      </a:cubicBezTo>
                      <a:cubicBezTo>
                        <a:pt x="652" y="5013"/>
                        <a:pt x="827" y="4837"/>
                        <a:pt x="827" y="4612"/>
                      </a:cubicBezTo>
                      <a:lnTo>
                        <a:pt x="827" y="426"/>
                      </a:lnTo>
                      <a:cubicBezTo>
                        <a:pt x="827" y="201"/>
                        <a:pt x="652" y="0"/>
                        <a:pt x="426" y="0"/>
                      </a:cubicBezTo>
                      <a:close/>
                    </a:path>
                  </a:pathLst>
                </a:custGeom>
                <a:solidFill>
                  <a:srgbClr val="FCFC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7" name="Google Shape;1317;p34"/>
                <p:cNvSpPr/>
                <p:nvPr/>
              </p:nvSpPr>
              <p:spPr>
                <a:xfrm>
                  <a:off x="6498526" y="2485759"/>
                  <a:ext cx="20977" cy="123282"/>
                </a:xfrm>
                <a:custGeom>
                  <a:avLst/>
                  <a:gdLst/>
                  <a:ahLst/>
                  <a:cxnLst/>
                  <a:rect l="l" t="t" r="r" b="b"/>
                  <a:pathLst>
                    <a:path w="853" h="5013" extrusionOk="0">
                      <a:moveTo>
                        <a:pt x="426" y="0"/>
                      </a:moveTo>
                      <a:cubicBezTo>
                        <a:pt x="201" y="0"/>
                        <a:pt x="0" y="201"/>
                        <a:pt x="0" y="426"/>
                      </a:cubicBezTo>
                      <a:lnTo>
                        <a:pt x="0" y="4612"/>
                      </a:lnTo>
                      <a:cubicBezTo>
                        <a:pt x="0" y="4837"/>
                        <a:pt x="201" y="5013"/>
                        <a:pt x="426" y="5013"/>
                      </a:cubicBezTo>
                      <a:cubicBezTo>
                        <a:pt x="652" y="5013"/>
                        <a:pt x="852" y="4837"/>
                        <a:pt x="852" y="4612"/>
                      </a:cubicBezTo>
                      <a:lnTo>
                        <a:pt x="852" y="426"/>
                      </a:lnTo>
                      <a:cubicBezTo>
                        <a:pt x="852" y="201"/>
                        <a:pt x="652" y="0"/>
                        <a:pt x="426" y="0"/>
                      </a:cubicBezTo>
                      <a:close/>
                    </a:path>
                  </a:pathLst>
                </a:custGeom>
                <a:solidFill>
                  <a:srgbClr val="FCFC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8" name="Google Shape;1318;p34"/>
                <p:cNvSpPr/>
                <p:nvPr/>
              </p:nvSpPr>
              <p:spPr>
                <a:xfrm>
                  <a:off x="6550293" y="2485759"/>
                  <a:ext cx="20363" cy="123282"/>
                </a:xfrm>
                <a:custGeom>
                  <a:avLst/>
                  <a:gdLst/>
                  <a:ahLst/>
                  <a:cxnLst/>
                  <a:rect l="l" t="t" r="r" b="b"/>
                  <a:pathLst>
                    <a:path w="828" h="5013" extrusionOk="0">
                      <a:moveTo>
                        <a:pt x="402" y="0"/>
                      </a:moveTo>
                      <a:cubicBezTo>
                        <a:pt x="176" y="0"/>
                        <a:pt x="1" y="201"/>
                        <a:pt x="1" y="426"/>
                      </a:cubicBezTo>
                      <a:lnTo>
                        <a:pt x="1" y="4612"/>
                      </a:lnTo>
                      <a:cubicBezTo>
                        <a:pt x="1" y="4837"/>
                        <a:pt x="176" y="5013"/>
                        <a:pt x="402" y="5013"/>
                      </a:cubicBezTo>
                      <a:cubicBezTo>
                        <a:pt x="652" y="5013"/>
                        <a:pt x="828" y="4837"/>
                        <a:pt x="828" y="4612"/>
                      </a:cubicBezTo>
                      <a:lnTo>
                        <a:pt x="828" y="426"/>
                      </a:lnTo>
                      <a:cubicBezTo>
                        <a:pt x="828" y="201"/>
                        <a:pt x="652" y="0"/>
                        <a:pt x="402" y="0"/>
                      </a:cubicBezTo>
                      <a:close/>
                    </a:path>
                  </a:pathLst>
                </a:custGeom>
                <a:solidFill>
                  <a:srgbClr val="FCFC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9" name="Google Shape;1319;p34"/>
                <p:cNvSpPr/>
                <p:nvPr/>
              </p:nvSpPr>
              <p:spPr>
                <a:xfrm>
                  <a:off x="6601445" y="2485759"/>
                  <a:ext cx="20363" cy="123282"/>
                </a:xfrm>
                <a:custGeom>
                  <a:avLst/>
                  <a:gdLst/>
                  <a:ahLst/>
                  <a:cxnLst/>
                  <a:rect l="l" t="t" r="r" b="b"/>
                  <a:pathLst>
                    <a:path w="828" h="5013" extrusionOk="0">
                      <a:moveTo>
                        <a:pt x="427" y="0"/>
                      </a:moveTo>
                      <a:cubicBezTo>
                        <a:pt x="176" y="0"/>
                        <a:pt x="1" y="201"/>
                        <a:pt x="1" y="426"/>
                      </a:cubicBezTo>
                      <a:lnTo>
                        <a:pt x="1" y="4612"/>
                      </a:lnTo>
                      <a:cubicBezTo>
                        <a:pt x="1" y="4837"/>
                        <a:pt x="176" y="5013"/>
                        <a:pt x="427" y="5013"/>
                      </a:cubicBezTo>
                      <a:cubicBezTo>
                        <a:pt x="652" y="5013"/>
                        <a:pt x="828" y="4837"/>
                        <a:pt x="828" y="4612"/>
                      </a:cubicBezTo>
                      <a:lnTo>
                        <a:pt x="828" y="426"/>
                      </a:lnTo>
                      <a:cubicBezTo>
                        <a:pt x="828" y="201"/>
                        <a:pt x="652" y="0"/>
                        <a:pt x="427" y="0"/>
                      </a:cubicBezTo>
                      <a:close/>
                    </a:path>
                  </a:pathLst>
                </a:custGeom>
                <a:solidFill>
                  <a:srgbClr val="FCFC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0" name="Google Shape;1320;p34"/>
                <p:cNvSpPr/>
                <p:nvPr/>
              </p:nvSpPr>
              <p:spPr>
                <a:xfrm>
                  <a:off x="6652598" y="2485759"/>
                  <a:ext cx="21002" cy="123282"/>
                </a:xfrm>
                <a:custGeom>
                  <a:avLst/>
                  <a:gdLst/>
                  <a:ahLst/>
                  <a:cxnLst/>
                  <a:rect l="l" t="t" r="r" b="b"/>
                  <a:pathLst>
                    <a:path w="854" h="5013" extrusionOk="0">
                      <a:moveTo>
                        <a:pt x="427" y="0"/>
                      </a:moveTo>
                      <a:cubicBezTo>
                        <a:pt x="201" y="0"/>
                        <a:pt x="1" y="201"/>
                        <a:pt x="1" y="426"/>
                      </a:cubicBezTo>
                      <a:lnTo>
                        <a:pt x="1" y="4612"/>
                      </a:lnTo>
                      <a:cubicBezTo>
                        <a:pt x="1" y="4837"/>
                        <a:pt x="201" y="5013"/>
                        <a:pt x="427" y="5013"/>
                      </a:cubicBezTo>
                      <a:cubicBezTo>
                        <a:pt x="653" y="5013"/>
                        <a:pt x="853" y="4837"/>
                        <a:pt x="853" y="4612"/>
                      </a:cubicBezTo>
                      <a:lnTo>
                        <a:pt x="853" y="426"/>
                      </a:lnTo>
                      <a:cubicBezTo>
                        <a:pt x="853" y="201"/>
                        <a:pt x="653" y="0"/>
                        <a:pt x="427" y="0"/>
                      </a:cubicBezTo>
                      <a:close/>
                    </a:path>
                  </a:pathLst>
                </a:custGeom>
                <a:solidFill>
                  <a:srgbClr val="FCFC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1" name="Google Shape;1321;p34"/>
                <p:cNvSpPr/>
                <p:nvPr/>
              </p:nvSpPr>
              <p:spPr>
                <a:xfrm>
                  <a:off x="6704390" y="2485759"/>
                  <a:ext cx="20363" cy="123282"/>
                </a:xfrm>
                <a:custGeom>
                  <a:avLst/>
                  <a:gdLst/>
                  <a:ahLst/>
                  <a:cxnLst/>
                  <a:rect l="l" t="t" r="r" b="b"/>
                  <a:pathLst>
                    <a:path w="828" h="5013" extrusionOk="0">
                      <a:moveTo>
                        <a:pt x="401" y="0"/>
                      </a:moveTo>
                      <a:cubicBezTo>
                        <a:pt x="176" y="0"/>
                        <a:pt x="0" y="201"/>
                        <a:pt x="0" y="426"/>
                      </a:cubicBezTo>
                      <a:lnTo>
                        <a:pt x="0" y="4612"/>
                      </a:lnTo>
                      <a:cubicBezTo>
                        <a:pt x="0" y="4837"/>
                        <a:pt x="176" y="5013"/>
                        <a:pt x="401" y="5013"/>
                      </a:cubicBezTo>
                      <a:cubicBezTo>
                        <a:pt x="652" y="5013"/>
                        <a:pt x="827" y="4837"/>
                        <a:pt x="827" y="4612"/>
                      </a:cubicBezTo>
                      <a:lnTo>
                        <a:pt x="827" y="426"/>
                      </a:lnTo>
                      <a:cubicBezTo>
                        <a:pt x="827" y="201"/>
                        <a:pt x="652" y="0"/>
                        <a:pt x="401" y="0"/>
                      </a:cubicBezTo>
                      <a:close/>
                    </a:path>
                  </a:pathLst>
                </a:custGeom>
                <a:solidFill>
                  <a:srgbClr val="FCFC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2" name="Google Shape;1322;p34"/>
                <p:cNvSpPr/>
                <p:nvPr/>
              </p:nvSpPr>
              <p:spPr>
                <a:xfrm>
                  <a:off x="6755542" y="2485759"/>
                  <a:ext cx="20363" cy="123282"/>
                </a:xfrm>
                <a:custGeom>
                  <a:avLst/>
                  <a:gdLst/>
                  <a:ahLst/>
                  <a:cxnLst/>
                  <a:rect l="l" t="t" r="r" b="b"/>
                  <a:pathLst>
                    <a:path w="828" h="5013" extrusionOk="0">
                      <a:moveTo>
                        <a:pt x="426" y="0"/>
                      </a:moveTo>
                      <a:cubicBezTo>
                        <a:pt x="176" y="0"/>
                        <a:pt x="0" y="201"/>
                        <a:pt x="0" y="426"/>
                      </a:cubicBezTo>
                      <a:lnTo>
                        <a:pt x="0" y="4612"/>
                      </a:lnTo>
                      <a:cubicBezTo>
                        <a:pt x="0" y="4837"/>
                        <a:pt x="176" y="5013"/>
                        <a:pt x="426" y="5013"/>
                      </a:cubicBezTo>
                      <a:cubicBezTo>
                        <a:pt x="652" y="5013"/>
                        <a:pt x="828" y="4837"/>
                        <a:pt x="828" y="4612"/>
                      </a:cubicBezTo>
                      <a:lnTo>
                        <a:pt x="828" y="426"/>
                      </a:lnTo>
                      <a:cubicBezTo>
                        <a:pt x="828" y="201"/>
                        <a:pt x="652" y="0"/>
                        <a:pt x="426" y="0"/>
                      </a:cubicBezTo>
                      <a:close/>
                    </a:path>
                  </a:pathLst>
                </a:custGeom>
                <a:solidFill>
                  <a:srgbClr val="FCFC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3" name="Google Shape;1323;p34"/>
                <p:cNvSpPr/>
                <p:nvPr/>
              </p:nvSpPr>
              <p:spPr>
                <a:xfrm>
                  <a:off x="6131163" y="2985626"/>
                  <a:ext cx="190494" cy="190469"/>
                </a:xfrm>
                <a:custGeom>
                  <a:avLst/>
                  <a:gdLst/>
                  <a:ahLst/>
                  <a:cxnLst/>
                  <a:rect l="l" t="t" r="r" b="b"/>
                  <a:pathLst>
                    <a:path w="7746" h="7745" fill="none" extrusionOk="0">
                      <a:moveTo>
                        <a:pt x="1" y="0"/>
                      </a:moveTo>
                      <a:lnTo>
                        <a:pt x="7745" y="7745"/>
                      </a:lnTo>
                    </a:path>
                  </a:pathLst>
                </a:custGeom>
                <a:noFill/>
                <a:ln w="20675" cap="flat" cmpd="sng">
                  <a:solidFill>
                    <a:srgbClr val="FCFCFC"/>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4" name="Google Shape;1324;p34"/>
                <p:cNvSpPr/>
                <p:nvPr/>
              </p:nvSpPr>
              <p:spPr>
                <a:xfrm>
                  <a:off x="6338871" y="2905504"/>
                  <a:ext cx="350123" cy="350099"/>
                </a:xfrm>
                <a:custGeom>
                  <a:avLst/>
                  <a:gdLst/>
                  <a:ahLst/>
                  <a:cxnLst/>
                  <a:rect l="l" t="t" r="r" b="b"/>
                  <a:pathLst>
                    <a:path w="14237" h="14236" fill="none" extrusionOk="0">
                      <a:moveTo>
                        <a:pt x="1" y="0"/>
                      </a:moveTo>
                      <a:lnTo>
                        <a:pt x="14237" y="14236"/>
                      </a:lnTo>
                    </a:path>
                  </a:pathLst>
                </a:custGeom>
                <a:noFill/>
                <a:ln w="20675" cap="flat" cmpd="sng">
                  <a:solidFill>
                    <a:srgbClr val="FCFCFC"/>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5" name="Google Shape;1325;p34"/>
                <p:cNvSpPr/>
                <p:nvPr/>
              </p:nvSpPr>
              <p:spPr>
                <a:xfrm>
                  <a:off x="6706234" y="2985626"/>
                  <a:ext cx="191084" cy="190469"/>
                </a:xfrm>
                <a:custGeom>
                  <a:avLst/>
                  <a:gdLst/>
                  <a:ahLst/>
                  <a:cxnLst/>
                  <a:rect l="l" t="t" r="r" b="b"/>
                  <a:pathLst>
                    <a:path w="7770" h="7745" fill="none" extrusionOk="0">
                      <a:moveTo>
                        <a:pt x="0" y="0"/>
                      </a:moveTo>
                      <a:lnTo>
                        <a:pt x="7770" y="7745"/>
                      </a:lnTo>
                    </a:path>
                  </a:pathLst>
                </a:custGeom>
                <a:noFill/>
                <a:ln w="20675" cap="flat" cmpd="sng">
                  <a:solidFill>
                    <a:srgbClr val="FCFCFC"/>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26" name="Google Shape;1326;p34"/>
                <p:cNvSpPr/>
                <p:nvPr/>
              </p:nvSpPr>
              <p:spPr>
                <a:xfrm>
                  <a:off x="5923455" y="3492871"/>
                  <a:ext cx="174459" cy="92492"/>
                </a:xfrm>
                <a:custGeom>
                  <a:avLst/>
                  <a:gdLst/>
                  <a:ahLst/>
                  <a:cxnLst/>
                  <a:rect l="l" t="t" r="r" b="b"/>
                  <a:pathLst>
                    <a:path w="7094" h="3761" extrusionOk="0">
                      <a:moveTo>
                        <a:pt x="1254" y="1"/>
                      </a:moveTo>
                      <a:cubicBezTo>
                        <a:pt x="552" y="1"/>
                        <a:pt x="1" y="552"/>
                        <a:pt x="1" y="1254"/>
                      </a:cubicBezTo>
                      <a:lnTo>
                        <a:pt x="1" y="2507"/>
                      </a:lnTo>
                      <a:cubicBezTo>
                        <a:pt x="1" y="3184"/>
                        <a:pt x="552" y="3760"/>
                        <a:pt x="1254" y="3760"/>
                      </a:cubicBezTo>
                      <a:lnTo>
                        <a:pt x="5840" y="3760"/>
                      </a:lnTo>
                      <a:cubicBezTo>
                        <a:pt x="6542" y="3760"/>
                        <a:pt x="7093" y="3184"/>
                        <a:pt x="7093" y="2507"/>
                      </a:cubicBezTo>
                      <a:lnTo>
                        <a:pt x="7093" y="1254"/>
                      </a:lnTo>
                      <a:cubicBezTo>
                        <a:pt x="7093" y="552"/>
                        <a:pt x="6542" y="1"/>
                        <a:pt x="584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7" name="Google Shape;1327;p34"/>
                <p:cNvSpPr/>
                <p:nvPr/>
              </p:nvSpPr>
              <p:spPr>
                <a:xfrm>
                  <a:off x="6929977" y="3492871"/>
                  <a:ext cx="175074" cy="92492"/>
                </a:xfrm>
                <a:custGeom>
                  <a:avLst/>
                  <a:gdLst/>
                  <a:ahLst/>
                  <a:cxnLst/>
                  <a:rect l="l" t="t" r="r" b="b"/>
                  <a:pathLst>
                    <a:path w="7119" h="3761" extrusionOk="0">
                      <a:moveTo>
                        <a:pt x="1253" y="1"/>
                      </a:moveTo>
                      <a:cubicBezTo>
                        <a:pt x="577" y="1"/>
                        <a:pt x="0" y="552"/>
                        <a:pt x="0" y="1254"/>
                      </a:cubicBezTo>
                      <a:lnTo>
                        <a:pt x="0" y="2507"/>
                      </a:lnTo>
                      <a:cubicBezTo>
                        <a:pt x="0" y="3184"/>
                        <a:pt x="577" y="3760"/>
                        <a:pt x="1253" y="3760"/>
                      </a:cubicBezTo>
                      <a:lnTo>
                        <a:pt x="5865" y="3760"/>
                      </a:lnTo>
                      <a:cubicBezTo>
                        <a:pt x="6542" y="3760"/>
                        <a:pt x="7118" y="3184"/>
                        <a:pt x="7118" y="2507"/>
                      </a:cubicBezTo>
                      <a:lnTo>
                        <a:pt x="7118" y="1254"/>
                      </a:lnTo>
                      <a:cubicBezTo>
                        <a:pt x="7118" y="552"/>
                        <a:pt x="6542" y="1"/>
                        <a:pt x="586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8" name="Google Shape;1328;p34"/>
                <p:cNvSpPr/>
                <p:nvPr/>
              </p:nvSpPr>
              <p:spPr>
                <a:xfrm>
                  <a:off x="6128704" y="3502733"/>
                  <a:ext cx="770483" cy="20977"/>
                </a:xfrm>
                <a:custGeom>
                  <a:avLst/>
                  <a:gdLst/>
                  <a:ahLst/>
                  <a:cxnLst/>
                  <a:rect l="l" t="t" r="r" b="b"/>
                  <a:pathLst>
                    <a:path w="31330" h="853" extrusionOk="0">
                      <a:moveTo>
                        <a:pt x="427" y="1"/>
                      </a:moveTo>
                      <a:cubicBezTo>
                        <a:pt x="201" y="1"/>
                        <a:pt x="1" y="201"/>
                        <a:pt x="1" y="427"/>
                      </a:cubicBezTo>
                      <a:cubicBezTo>
                        <a:pt x="1" y="652"/>
                        <a:pt x="201" y="853"/>
                        <a:pt x="427" y="853"/>
                      </a:cubicBezTo>
                      <a:lnTo>
                        <a:pt x="30928" y="853"/>
                      </a:lnTo>
                      <a:cubicBezTo>
                        <a:pt x="31154" y="853"/>
                        <a:pt x="31329" y="652"/>
                        <a:pt x="31329" y="427"/>
                      </a:cubicBezTo>
                      <a:cubicBezTo>
                        <a:pt x="31329" y="201"/>
                        <a:pt x="31154" y="1"/>
                        <a:pt x="309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9" name="Google Shape;1329;p34"/>
                <p:cNvSpPr/>
                <p:nvPr/>
              </p:nvSpPr>
              <p:spPr>
                <a:xfrm>
                  <a:off x="6128704" y="3554524"/>
                  <a:ext cx="770483" cy="20363"/>
                </a:xfrm>
                <a:custGeom>
                  <a:avLst/>
                  <a:gdLst/>
                  <a:ahLst/>
                  <a:cxnLst/>
                  <a:rect l="l" t="t" r="r" b="b"/>
                  <a:pathLst>
                    <a:path w="31330" h="828" extrusionOk="0">
                      <a:moveTo>
                        <a:pt x="427" y="0"/>
                      </a:moveTo>
                      <a:cubicBezTo>
                        <a:pt x="201" y="0"/>
                        <a:pt x="1" y="176"/>
                        <a:pt x="1" y="401"/>
                      </a:cubicBezTo>
                      <a:cubicBezTo>
                        <a:pt x="1" y="652"/>
                        <a:pt x="201" y="827"/>
                        <a:pt x="427" y="827"/>
                      </a:cubicBezTo>
                      <a:lnTo>
                        <a:pt x="30928" y="827"/>
                      </a:lnTo>
                      <a:cubicBezTo>
                        <a:pt x="31154" y="827"/>
                        <a:pt x="31329" y="652"/>
                        <a:pt x="31329" y="401"/>
                      </a:cubicBezTo>
                      <a:cubicBezTo>
                        <a:pt x="31329" y="176"/>
                        <a:pt x="31154" y="0"/>
                        <a:pt x="3092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1330" name="Google Shape;1330;p34"/>
          <p:cNvGrpSpPr/>
          <p:nvPr/>
        </p:nvGrpSpPr>
        <p:grpSpPr>
          <a:xfrm>
            <a:off x="6533942" y="79309"/>
            <a:ext cx="2619544" cy="5139808"/>
            <a:chOff x="3748900" y="238125"/>
            <a:chExt cx="2662950" cy="5224975"/>
          </a:xfrm>
        </p:grpSpPr>
        <p:sp>
          <p:nvSpPr>
            <p:cNvPr id="1331" name="Google Shape;1331;p34"/>
            <p:cNvSpPr/>
            <p:nvPr/>
          </p:nvSpPr>
          <p:spPr>
            <a:xfrm>
              <a:off x="4036500" y="1009425"/>
              <a:ext cx="400400" cy="188625"/>
            </a:xfrm>
            <a:custGeom>
              <a:avLst/>
              <a:gdLst/>
              <a:ahLst/>
              <a:cxnLst/>
              <a:rect l="l" t="t" r="r" b="b"/>
              <a:pathLst>
                <a:path w="16016" h="7545" extrusionOk="0">
                  <a:moveTo>
                    <a:pt x="8020" y="0"/>
                  </a:moveTo>
                  <a:cubicBezTo>
                    <a:pt x="3735" y="0"/>
                    <a:pt x="251" y="3334"/>
                    <a:pt x="0" y="7544"/>
                  </a:cubicBezTo>
                  <a:lnTo>
                    <a:pt x="16015" y="7544"/>
                  </a:lnTo>
                  <a:cubicBezTo>
                    <a:pt x="15765" y="3334"/>
                    <a:pt x="12281" y="0"/>
                    <a:pt x="8020" y="0"/>
                  </a:cubicBezTo>
                  <a:close/>
                </a:path>
              </a:pathLst>
            </a:custGeom>
            <a:solidFill>
              <a:srgbClr val="CBE5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2" name="Google Shape;1332;p34"/>
            <p:cNvSpPr/>
            <p:nvPr/>
          </p:nvSpPr>
          <p:spPr>
            <a:xfrm>
              <a:off x="3748900" y="238125"/>
              <a:ext cx="2662950" cy="1755025"/>
            </a:xfrm>
            <a:custGeom>
              <a:avLst/>
              <a:gdLst/>
              <a:ahLst/>
              <a:cxnLst/>
              <a:rect l="l" t="t" r="r" b="b"/>
              <a:pathLst>
                <a:path w="106518" h="70201" extrusionOk="0">
                  <a:moveTo>
                    <a:pt x="0" y="0"/>
                  </a:moveTo>
                  <a:lnTo>
                    <a:pt x="89023" y="70201"/>
                  </a:lnTo>
                  <a:lnTo>
                    <a:pt x="106517" y="70201"/>
                  </a:lnTo>
                  <a:lnTo>
                    <a:pt x="106517" y="0"/>
                  </a:lnTo>
                  <a:close/>
                </a:path>
              </a:pathLst>
            </a:custGeom>
            <a:solidFill>
              <a:srgbClr val="3399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3" name="Google Shape;1333;p34"/>
            <p:cNvSpPr/>
            <p:nvPr/>
          </p:nvSpPr>
          <p:spPr>
            <a:xfrm>
              <a:off x="3790875" y="394750"/>
              <a:ext cx="2381000" cy="981875"/>
            </a:xfrm>
            <a:custGeom>
              <a:avLst/>
              <a:gdLst/>
              <a:ahLst/>
              <a:cxnLst/>
              <a:rect l="l" t="t" r="r" b="b"/>
              <a:pathLst>
                <a:path w="95240" h="39275" extrusionOk="0">
                  <a:moveTo>
                    <a:pt x="1" y="1"/>
                  </a:moveTo>
                  <a:lnTo>
                    <a:pt x="1" y="39274"/>
                  </a:lnTo>
                  <a:lnTo>
                    <a:pt x="95239" y="39274"/>
                  </a:lnTo>
                  <a:lnTo>
                    <a:pt x="9523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4" name="Google Shape;1334;p34"/>
            <p:cNvSpPr/>
            <p:nvPr/>
          </p:nvSpPr>
          <p:spPr>
            <a:xfrm>
              <a:off x="4124850" y="248775"/>
              <a:ext cx="94000" cy="448650"/>
            </a:xfrm>
            <a:custGeom>
              <a:avLst/>
              <a:gdLst/>
              <a:ahLst/>
              <a:cxnLst/>
              <a:rect l="l" t="t" r="r" b="b"/>
              <a:pathLst>
                <a:path w="3760" h="17946" extrusionOk="0">
                  <a:moveTo>
                    <a:pt x="0" y="0"/>
                  </a:moveTo>
                  <a:lnTo>
                    <a:pt x="0" y="17945"/>
                  </a:lnTo>
                  <a:lnTo>
                    <a:pt x="3759" y="17945"/>
                  </a:lnTo>
                  <a:lnTo>
                    <a:pt x="375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5" name="Google Shape;1335;p34"/>
            <p:cNvSpPr/>
            <p:nvPr/>
          </p:nvSpPr>
          <p:spPr>
            <a:xfrm>
              <a:off x="5659925" y="248775"/>
              <a:ext cx="94025" cy="448650"/>
            </a:xfrm>
            <a:custGeom>
              <a:avLst/>
              <a:gdLst/>
              <a:ahLst/>
              <a:cxnLst/>
              <a:rect l="l" t="t" r="r" b="b"/>
              <a:pathLst>
                <a:path w="3761" h="17946" extrusionOk="0">
                  <a:moveTo>
                    <a:pt x="1" y="0"/>
                  </a:moveTo>
                  <a:lnTo>
                    <a:pt x="1" y="17945"/>
                  </a:lnTo>
                  <a:lnTo>
                    <a:pt x="3760" y="17945"/>
                  </a:lnTo>
                  <a:lnTo>
                    <a:pt x="376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6" name="Google Shape;1336;p34"/>
            <p:cNvSpPr/>
            <p:nvPr/>
          </p:nvSpPr>
          <p:spPr>
            <a:xfrm>
              <a:off x="3895525" y="501275"/>
              <a:ext cx="2171700" cy="770075"/>
            </a:xfrm>
            <a:custGeom>
              <a:avLst/>
              <a:gdLst/>
              <a:ahLst/>
              <a:cxnLst/>
              <a:rect l="l" t="t" r="r" b="b"/>
              <a:pathLst>
                <a:path w="86868" h="30803" extrusionOk="0">
                  <a:moveTo>
                    <a:pt x="0" y="0"/>
                  </a:moveTo>
                  <a:lnTo>
                    <a:pt x="0" y="30803"/>
                  </a:lnTo>
                  <a:lnTo>
                    <a:pt x="86868" y="30803"/>
                  </a:lnTo>
                  <a:lnTo>
                    <a:pt x="8686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37" name="Google Shape;1337;p34"/>
            <p:cNvSpPr/>
            <p:nvPr/>
          </p:nvSpPr>
          <p:spPr>
            <a:xfrm>
              <a:off x="4452525" y="666675"/>
              <a:ext cx="133500" cy="151050"/>
            </a:xfrm>
            <a:custGeom>
              <a:avLst/>
              <a:gdLst/>
              <a:ahLst/>
              <a:cxnLst/>
              <a:rect l="l" t="t" r="r" b="b"/>
              <a:pathLst>
                <a:path w="5340" h="6042" extrusionOk="0">
                  <a:moveTo>
                    <a:pt x="2933" y="1"/>
                  </a:moveTo>
                  <a:cubicBezTo>
                    <a:pt x="2457" y="1"/>
                    <a:pt x="2056" y="101"/>
                    <a:pt x="1680" y="277"/>
                  </a:cubicBezTo>
                  <a:cubicBezTo>
                    <a:pt x="1329" y="452"/>
                    <a:pt x="1028" y="678"/>
                    <a:pt x="778" y="953"/>
                  </a:cubicBezTo>
                  <a:cubicBezTo>
                    <a:pt x="527" y="1229"/>
                    <a:pt x="327" y="1555"/>
                    <a:pt x="201" y="1906"/>
                  </a:cubicBezTo>
                  <a:cubicBezTo>
                    <a:pt x="51" y="2257"/>
                    <a:pt x="1" y="2607"/>
                    <a:pt x="1" y="2983"/>
                  </a:cubicBezTo>
                  <a:cubicBezTo>
                    <a:pt x="1" y="3359"/>
                    <a:pt x="76" y="3735"/>
                    <a:pt x="201" y="4086"/>
                  </a:cubicBezTo>
                  <a:cubicBezTo>
                    <a:pt x="352" y="4462"/>
                    <a:pt x="552" y="4788"/>
                    <a:pt x="803" y="5089"/>
                  </a:cubicBezTo>
                  <a:cubicBezTo>
                    <a:pt x="1054" y="5364"/>
                    <a:pt x="1354" y="5590"/>
                    <a:pt x="1705" y="5765"/>
                  </a:cubicBezTo>
                  <a:cubicBezTo>
                    <a:pt x="2056" y="5941"/>
                    <a:pt x="2457" y="6041"/>
                    <a:pt x="2883" y="6041"/>
                  </a:cubicBezTo>
                  <a:cubicBezTo>
                    <a:pt x="3134" y="6041"/>
                    <a:pt x="3359" y="6016"/>
                    <a:pt x="3610" y="5941"/>
                  </a:cubicBezTo>
                  <a:cubicBezTo>
                    <a:pt x="3861" y="5891"/>
                    <a:pt x="4111" y="5790"/>
                    <a:pt x="4312" y="5690"/>
                  </a:cubicBezTo>
                  <a:cubicBezTo>
                    <a:pt x="4537" y="5565"/>
                    <a:pt x="4738" y="5415"/>
                    <a:pt x="4913" y="5264"/>
                  </a:cubicBezTo>
                  <a:cubicBezTo>
                    <a:pt x="5089" y="5089"/>
                    <a:pt x="5239" y="4888"/>
                    <a:pt x="5339" y="4663"/>
                  </a:cubicBezTo>
                  <a:lnTo>
                    <a:pt x="4387" y="4111"/>
                  </a:lnTo>
                  <a:cubicBezTo>
                    <a:pt x="4312" y="4287"/>
                    <a:pt x="4237" y="4412"/>
                    <a:pt x="4111" y="4537"/>
                  </a:cubicBezTo>
                  <a:cubicBezTo>
                    <a:pt x="4011" y="4638"/>
                    <a:pt x="3886" y="4738"/>
                    <a:pt x="3735" y="4813"/>
                  </a:cubicBezTo>
                  <a:cubicBezTo>
                    <a:pt x="3610" y="4888"/>
                    <a:pt x="3485" y="4938"/>
                    <a:pt x="3334" y="4963"/>
                  </a:cubicBezTo>
                  <a:cubicBezTo>
                    <a:pt x="3184" y="5014"/>
                    <a:pt x="3059" y="5014"/>
                    <a:pt x="2908" y="5014"/>
                  </a:cubicBezTo>
                  <a:cubicBezTo>
                    <a:pt x="2658" y="5014"/>
                    <a:pt x="2432" y="4963"/>
                    <a:pt x="2206" y="4863"/>
                  </a:cubicBezTo>
                  <a:cubicBezTo>
                    <a:pt x="1981" y="4738"/>
                    <a:pt x="1805" y="4587"/>
                    <a:pt x="1655" y="4412"/>
                  </a:cubicBezTo>
                  <a:cubicBezTo>
                    <a:pt x="1505" y="4211"/>
                    <a:pt x="1379" y="4011"/>
                    <a:pt x="1304" y="3760"/>
                  </a:cubicBezTo>
                  <a:cubicBezTo>
                    <a:pt x="1204" y="3535"/>
                    <a:pt x="1179" y="3259"/>
                    <a:pt x="1179" y="3008"/>
                  </a:cubicBezTo>
                  <a:cubicBezTo>
                    <a:pt x="1179" y="2783"/>
                    <a:pt x="1204" y="2532"/>
                    <a:pt x="1279" y="2307"/>
                  </a:cubicBezTo>
                  <a:cubicBezTo>
                    <a:pt x="1354" y="2056"/>
                    <a:pt x="1455" y="1856"/>
                    <a:pt x="1605" y="1655"/>
                  </a:cubicBezTo>
                  <a:cubicBezTo>
                    <a:pt x="1755" y="1480"/>
                    <a:pt x="1931" y="1329"/>
                    <a:pt x="2131" y="1204"/>
                  </a:cubicBezTo>
                  <a:cubicBezTo>
                    <a:pt x="2357" y="1079"/>
                    <a:pt x="2607" y="1029"/>
                    <a:pt x="2908" y="1029"/>
                  </a:cubicBezTo>
                  <a:cubicBezTo>
                    <a:pt x="3033" y="1029"/>
                    <a:pt x="3159" y="1054"/>
                    <a:pt x="3309" y="1079"/>
                  </a:cubicBezTo>
                  <a:cubicBezTo>
                    <a:pt x="3460" y="1104"/>
                    <a:pt x="3585" y="1154"/>
                    <a:pt x="3710" y="1229"/>
                  </a:cubicBezTo>
                  <a:cubicBezTo>
                    <a:pt x="3836" y="1279"/>
                    <a:pt x="3961" y="1379"/>
                    <a:pt x="4061" y="1505"/>
                  </a:cubicBezTo>
                  <a:cubicBezTo>
                    <a:pt x="4186" y="1605"/>
                    <a:pt x="4287" y="1755"/>
                    <a:pt x="4362" y="1931"/>
                  </a:cubicBezTo>
                  <a:lnTo>
                    <a:pt x="5239" y="1304"/>
                  </a:lnTo>
                  <a:cubicBezTo>
                    <a:pt x="5039" y="928"/>
                    <a:pt x="4738" y="602"/>
                    <a:pt x="4337" y="377"/>
                  </a:cubicBezTo>
                  <a:cubicBezTo>
                    <a:pt x="3961" y="126"/>
                    <a:pt x="3485" y="1"/>
                    <a:pt x="293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8" name="Google Shape;1338;p34"/>
            <p:cNvSpPr/>
            <p:nvPr/>
          </p:nvSpPr>
          <p:spPr>
            <a:xfrm>
              <a:off x="4621700" y="667950"/>
              <a:ext cx="103425" cy="148500"/>
            </a:xfrm>
            <a:custGeom>
              <a:avLst/>
              <a:gdLst/>
              <a:ahLst/>
              <a:cxnLst/>
              <a:rect l="l" t="t" r="r" b="b"/>
              <a:pathLst>
                <a:path w="4137" h="5940" extrusionOk="0">
                  <a:moveTo>
                    <a:pt x="1" y="0"/>
                  </a:moveTo>
                  <a:lnTo>
                    <a:pt x="1" y="5940"/>
                  </a:lnTo>
                  <a:lnTo>
                    <a:pt x="4136" y="5940"/>
                  </a:lnTo>
                  <a:lnTo>
                    <a:pt x="4136" y="4937"/>
                  </a:lnTo>
                  <a:lnTo>
                    <a:pt x="1179" y="4937"/>
                  </a:lnTo>
                  <a:lnTo>
                    <a:pt x="1179" y="3384"/>
                  </a:lnTo>
                  <a:lnTo>
                    <a:pt x="3660" y="3384"/>
                  </a:lnTo>
                  <a:lnTo>
                    <a:pt x="3660" y="2431"/>
                  </a:lnTo>
                  <a:lnTo>
                    <a:pt x="1179" y="2431"/>
                  </a:lnTo>
                  <a:lnTo>
                    <a:pt x="1179" y="1003"/>
                  </a:lnTo>
                  <a:lnTo>
                    <a:pt x="4061" y="1003"/>
                  </a:lnTo>
                  <a:lnTo>
                    <a:pt x="406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9" name="Google Shape;1339;p34"/>
            <p:cNvSpPr/>
            <p:nvPr/>
          </p:nvSpPr>
          <p:spPr>
            <a:xfrm>
              <a:off x="4764575" y="667950"/>
              <a:ext cx="129100" cy="148500"/>
            </a:xfrm>
            <a:custGeom>
              <a:avLst/>
              <a:gdLst/>
              <a:ahLst/>
              <a:cxnLst/>
              <a:rect l="l" t="t" r="r" b="b"/>
              <a:pathLst>
                <a:path w="5164" h="5940" extrusionOk="0">
                  <a:moveTo>
                    <a:pt x="0" y="0"/>
                  </a:moveTo>
                  <a:lnTo>
                    <a:pt x="0" y="5940"/>
                  </a:lnTo>
                  <a:lnTo>
                    <a:pt x="1153" y="5940"/>
                  </a:lnTo>
                  <a:lnTo>
                    <a:pt x="1153" y="2130"/>
                  </a:lnTo>
                  <a:lnTo>
                    <a:pt x="4211" y="5940"/>
                  </a:lnTo>
                  <a:lnTo>
                    <a:pt x="5163" y="5940"/>
                  </a:lnTo>
                  <a:lnTo>
                    <a:pt x="5163" y="0"/>
                  </a:lnTo>
                  <a:lnTo>
                    <a:pt x="3985" y="0"/>
                  </a:lnTo>
                  <a:lnTo>
                    <a:pt x="3985" y="3885"/>
                  </a:lnTo>
                  <a:lnTo>
                    <a:pt x="9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0" name="Google Shape;1340;p34"/>
            <p:cNvSpPr/>
            <p:nvPr/>
          </p:nvSpPr>
          <p:spPr>
            <a:xfrm>
              <a:off x="4928725" y="667950"/>
              <a:ext cx="123450" cy="148500"/>
            </a:xfrm>
            <a:custGeom>
              <a:avLst/>
              <a:gdLst/>
              <a:ahLst/>
              <a:cxnLst/>
              <a:rect l="l" t="t" r="r" b="b"/>
              <a:pathLst>
                <a:path w="4938" h="5940" extrusionOk="0">
                  <a:moveTo>
                    <a:pt x="1" y="0"/>
                  </a:moveTo>
                  <a:lnTo>
                    <a:pt x="1" y="1003"/>
                  </a:lnTo>
                  <a:lnTo>
                    <a:pt x="1905" y="1003"/>
                  </a:lnTo>
                  <a:lnTo>
                    <a:pt x="1905" y="5940"/>
                  </a:lnTo>
                  <a:lnTo>
                    <a:pt x="3033" y="5940"/>
                  </a:lnTo>
                  <a:lnTo>
                    <a:pt x="3033" y="1003"/>
                  </a:lnTo>
                  <a:lnTo>
                    <a:pt x="4938" y="1003"/>
                  </a:lnTo>
                  <a:lnTo>
                    <a:pt x="493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1" name="Google Shape;1341;p34"/>
            <p:cNvSpPr/>
            <p:nvPr/>
          </p:nvSpPr>
          <p:spPr>
            <a:xfrm>
              <a:off x="5087875" y="667950"/>
              <a:ext cx="119700" cy="148500"/>
            </a:xfrm>
            <a:custGeom>
              <a:avLst/>
              <a:gdLst/>
              <a:ahLst/>
              <a:cxnLst/>
              <a:rect l="l" t="t" r="r" b="b"/>
              <a:pathLst>
                <a:path w="4788" h="5940" extrusionOk="0">
                  <a:moveTo>
                    <a:pt x="2532" y="1003"/>
                  </a:moveTo>
                  <a:cubicBezTo>
                    <a:pt x="2632" y="1003"/>
                    <a:pt x="2732" y="1028"/>
                    <a:pt x="2833" y="1078"/>
                  </a:cubicBezTo>
                  <a:cubicBezTo>
                    <a:pt x="2933" y="1128"/>
                    <a:pt x="3033" y="1203"/>
                    <a:pt x="3108" y="1278"/>
                  </a:cubicBezTo>
                  <a:cubicBezTo>
                    <a:pt x="3184" y="1353"/>
                    <a:pt x="3234" y="1454"/>
                    <a:pt x="3284" y="1579"/>
                  </a:cubicBezTo>
                  <a:cubicBezTo>
                    <a:pt x="3334" y="1704"/>
                    <a:pt x="3359" y="1830"/>
                    <a:pt x="3359" y="1980"/>
                  </a:cubicBezTo>
                  <a:cubicBezTo>
                    <a:pt x="3359" y="2105"/>
                    <a:pt x="3334" y="2231"/>
                    <a:pt x="3284" y="2356"/>
                  </a:cubicBezTo>
                  <a:cubicBezTo>
                    <a:pt x="3259" y="2456"/>
                    <a:pt x="3209" y="2556"/>
                    <a:pt x="3133" y="2657"/>
                  </a:cubicBezTo>
                  <a:cubicBezTo>
                    <a:pt x="3058" y="2732"/>
                    <a:pt x="2983" y="2807"/>
                    <a:pt x="2883" y="2857"/>
                  </a:cubicBezTo>
                  <a:cubicBezTo>
                    <a:pt x="2808" y="2907"/>
                    <a:pt x="2707" y="2932"/>
                    <a:pt x="2582" y="2932"/>
                  </a:cubicBezTo>
                  <a:lnTo>
                    <a:pt x="1153" y="2932"/>
                  </a:lnTo>
                  <a:lnTo>
                    <a:pt x="1153" y="1003"/>
                  </a:lnTo>
                  <a:close/>
                  <a:moveTo>
                    <a:pt x="1" y="0"/>
                  </a:moveTo>
                  <a:lnTo>
                    <a:pt x="1" y="5940"/>
                  </a:lnTo>
                  <a:lnTo>
                    <a:pt x="1153" y="5940"/>
                  </a:lnTo>
                  <a:lnTo>
                    <a:pt x="1153" y="3935"/>
                  </a:lnTo>
                  <a:lnTo>
                    <a:pt x="2281" y="3935"/>
                  </a:lnTo>
                  <a:lnTo>
                    <a:pt x="3509" y="5940"/>
                  </a:lnTo>
                  <a:lnTo>
                    <a:pt x="4788" y="5940"/>
                  </a:lnTo>
                  <a:lnTo>
                    <a:pt x="3434" y="3709"/>
                  </a:lnTo>
                  <a:cubicBezTo>
                    <a:pt x="3760" y="3559"/>
                    <a:pt x="4036" y="3333"/>
                    <a:pt x="4211" y="3033"/>
                  </a:cubicBezTo>
                  <a:cubicBezTo>
                    <a:pt x="4412" y="2707"/>
                    <a:pt x="4512" y="2356"/>
                    <a:pt x="4512" y="1980"/>
                  </a:cubicBezTo>
                  <a:cubicBezTo>
                    <a:pt x="4512" y="1729"/>
                    <a:pt x="4462" y="1479"/>
                    <a:pt x="4361" y="1253"/>
                  </a:cubicBezTo>
                  <a:cubicBezTo>
                    <a:pt x="4286" y="1028"/>
                    <a:pt x="4136" y="802"/>
                    <a:pt x="3986" y="627"/>
                  </a:cubicBezTo>
                  <a:cubicBezTo>
                    <a:pt x="3810" y="426"/>
                    <a:pt x="3610" y="276"/>
                    <a:pt x="3384" y="176"/>
                  </a:cubicBezTo>
                  <a:cubicBezTo>
                    <a:pt x="3133" y="50"/>
                    <a:pt x="2883" y="0"/>
                    <a:pt x="260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2" name="Google Shape;1342;p34"/>
            <p:cNvSpPr/>
            <p:nvPr/>
          </p:nvSpPr>
          <p:spPr>
            <a:xfrm>
              <a:off x="5226975" y="667950"/>
              <a:ext cx="138500" cy="148500"/>
            </a:xfrm>
            <a:custGeom>
              <a:avLst/>
              <a:gdLst/>
              <a:ahLst/>
              <a:cxnLst/>
              <a:rect l="l" t="t" r="r" b="b"/>
              <a:pathLst>
                <a:path w="5540" h="5940" extrusionOk="0">
                  <a:moveTo>
                    <a:pt x="2782" y="1303"/>
                  </a:moveTo>
                  <a:lnTo>
                    <a:pt x="3610" y="3634"/>
                  </a:lnTo>
                  <a:lnTo>
                    <a:pt x="1930" y="3634"/>
                  </a:lnTo>
                  <a:lnTo>
                    <a:pt x="2782" y="1303"/>
                  </a:lnTo>
                  <a:close/>
                  <a:moveTo>
                    <a:pt x="2256" y="0"/>
                  </a:moveTo>
                  <a:lnTo>
                    <a:pt x="1" y="5940"/>
                  </a:lnTo>
                  <a:lnTo>
                    <a:pt x="1178" y="5940"/>
                  </a:lnTo>
                  <a:lnTo>
                    <a:pt x="1730" y="4461"/>
                  </a:lnTo>
                  <a:lnTo>
                    <a:pt x="3810" y="4461"/>
                  </a:lnTo>
                  <a:lnTo>
                    <a:pt x="4361" y="5940"/>
                  </a:lnTo>
                  <a:lnTo>
                    <a:pt x="5539" y="5940"/>
                  </a:lnTo>
                  <a:lnTo>
                    <a:pt x="328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3" name="Google Shape;1343;p34"/>
            <p:cNvSpPr/>
            <p:nvPr/>
          </p:nvSpPr>
          <p:spPr>
            <a:xfrm>
              <a:off x="5398650" y="667950"/>
              <a:ext cx="104675" cy="148500"/>
            </a:xfrm>
            <a:custGeom>
              <a:avLst/>
              <a:gdLst/>
              <a:ahLst/>
              <a:cxnLst/>
              <a:rect l="l" t="t" r="r" b="b"/>
              <a:pathLst>
                <a:path w="4187" h="5940" extrusionOk="0">
                  <a:moveTo>
                    <a:pt x="1" y="0"/>
                  </a:moveTo>
                  <a:lnTo>
                    <a:pt x="1" y="5940"/>
                  </a:lnTo>
                  <a:lnTo>
                    <a:pt x="4186" y="5940"/>
                  </a:lnTo>
                  <a:lnTo>
                    <a:pt x="4186" y="4937"/>
                  </a:lnTo>
                  <a:lnTo>
                    <a:pt x="1154" y="4937"/>
                  </a:lnTo>
                  <a:lnTo>
                    <a:pt x="115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4" name="Google Shape;1344;p34"/>
            <p:cNvSpPr/>
            <p:nvPr/>
          </p:nvSpPr>
          <p:spPr>
            <a:xfrm>
              <a:off x="4235125" y="885350"/>
              <a:ext cx="177950" cy="229350"/>
            </a:xfrm>
            <a:custGeom>
              <a:avLst/>
              <a:gdLst/>
              <a:ahLst/>
              <a:cxnLst/>
              <a:rect l="l" t="t" r="r" b="b"/>
              <a:pathLst>
                <a:path w="7118" h="9174" extrusionOk="0">
                  <a:moveTo>
                    <a:pt x="3659" y="1"/>
                  </a:moveTo>
                  <a:cubicBezTo>
                    <a:pt x="3183" y="1"/>
                    <a:pt x="2757" y="51"/>
                    <a:pt x="2356" y="176"/>
                  </a:cubicBezTo>
                  <a:cubicBezTo>
                    <a:pt x="1980" y="302"/>
                    <a:pt x="1604" y="477"/>
                    <a:pt x="1303" y="703"/>
                  </a:cubicBezTo>
                  <a:cubicBezTo>
                    <a:pt x="1003" y="953"/>
                    <a:pt x="777" y="1254"/>
                    <a:pt x="602" y="1605"/>
                  </a:cubicBezTo>
                  <a:cubicBezTo>
                    <a:pt x="451" y="1956"/>
                    <a:pt x="351" y="2357"/>
                    <a:pt x="351" y="2833"/>
                  </a:cubicBezTo>
                  <a:cubicBezTo>
                    <a:pt x="351" y="3159"/>
                    <a:pt x="401" y="3460"/>
                    <a:pt x="501" y="3735"/>
                  </a:cubicBezTo>
                  <a:cubicBezTo>
                    <a:pt x="627" y="3961"/>
                    <a:pt x="777" y="4186"/>
                    <a:pt x="1003" y="4387"/>
                  </a:cubicBezTo>
                  <a:cubicBezTo>
                    <a:pt x="1203" y="4562"/>
                    <a:pt x="1479" y="4738"/>
                    <a:pt x="1780" y="4888"/>
                  </a:cubicBezTo>
                  <a:cubicBezTo>
                    <a:pt x="2105" y="5013"/>
                    <a:pt x="2481" y="5139"/>
                    <a:pt x="2907" y="5264"/>
                  </a:cubicBezTo>
                  <a:cubicBezTo>
                    <a:pt x="3258" y="5364"/>
                    <a:pt x="3584" y="5465"/>
                    <a:pt x="3885" y="5540"/>
                  </a:cubicBezTo>
                  <a:cubicBezTo>
                    <a:pt x="4161" y="5640"/>
                    <a:pt x="4411" y="5715"/>
                    <a:pt x="4612" y="5815"/>
                  </a:cubicBezTo>
                  <a:cubicBezTo>
                    <a:pt x="4812" y="5916"/>
                    <a:pt x="4988" y="6041"/>
                    <a:pt x="5088" y="6166"/>
                  </a:cubicBezTo>
                  <a:cubicBezTo>
                    <a:pt x="5188" y="6317"/>
                    <a:pt x="5263" y="6467"/>
                    <a:pt x="5263" y="6668"/>
                  </a:cubicBezTo>
                  <a:cubicBezTo>
                    <a:pt x="5263" y="7294"/>
                    <a:pt x="4762" y="7595"/>
                    <a:pt x="3810" y="7595"/>
                  </a:cubicBezTo>
                  <a:cubicBezTo>
                    <a:pt x="3459" y="7595"/>
                    <a:pt x="3108" y="7570"/>
                    <a:pt x="2782" y="7470"/>
                  </a:cubicBezTo>
                  <a:cubicBezTo>
                    <a:pt x="2456" y="7394"/>
                    <a:pt x="2156" y="7294"/>
                    <a:pt x="1880" y="7169"/>
                  </a:cubicBezTo>
                  <a:cubicBezTo>
                    <a:pt x="1604" y="7044"/>
                    <a:pt x="1379" y="6918"/>
                    <a:pt x="1178" y="6793"/>
                  </a:cubicBezTo>
                  <a:cubicBezTo>
                    <a:pt x="978" y="6668"/>
                    <a:pt x="852" y="6567"/>
                    <a:pt x="777" y="6492"/>
                  </a:cubicBezTo>
                  <a:lnTo>
                    <a:pt x="0" y="8021"/>
                  </a:lnTo>
                  <a:cubicBezTo>
                    <a:pt x="526" y="8372"/>
                    <a:pt x="1103" y="8673"/>
                    <a:pt x="1780" y="8873"/>
                  </a:cubicBezTo>
                  <a:cubicBezTo>
                    <a:pt x="2431" y="9074"/>
                    <a:pt x="3108" y="9174"/>
                    <a:pt x="3785" y="9174"/>
                  </a:cubicBezTo>
                  <a:cubicBezTo>
                    <a:pt x="4211" y="9174"/>
                    <a:pt x="4637" y="9124"/>
                    <a:pt x="5038" y="9049"/>
                  </a:cubicBezTo>
                  <a:cubicBezTo>
                    <a:pt x="5439" y="8948"/>
                    <a:pt x="5790" y="8773"/>
                    <a:pt x="6115" y="8572"/>
                  </a:cubicBezTo>
                  <a:cubicBezTo>
                    <a:pt x="6416" y="8347"/>
                    <a:pt x="6667" y="8071"/>
                    <a:pt x="6842" y="7745"/>
                  </a:cubicBezTo>
                  <a:cubicBezTo>
                    <a:pt x="7018" y="7394"/>
                    <a:pt x="7118" y="6968"/>
                    <a:pt x="7118" y="6492"/>
                  </a:cubicBezTo>
                  <a:cubicBezTo>
                    <a:pt x="7118" y="6091"/>
                    <a:pt x="7043" y="5740"/>
                    <a:pt x="6917" y="5465"/>
                  </a:cubicBezTo>
                  <a:cubicBezTo>
                    <a:pt x="6792" y="5164"/>
                    <a:pt x="6592" y="4913"/>
                    <a:pt x="6341" y="4713"/>
                  </a:cubicBezTo>
                  <a:cubicBezTo>
                    <a:pt x="6090" y="4512"/>
                    <a:pt x="5790" y="4337"/>
                    <a:pt x="5414" y="4211"/>
                  </a:cubicBezTo>
                  <a:cubicBezTo>
                    <a:pt x="5063" y="4061"/>
                    <a:pt x="4662" y="3936"/>
                    <a:pt x="4211" y="3835"/>
                  </a:cubicBezTo>
                  <a:cubicBezTo>
                    <a:pt x="3885" y="3735"/>
                    <a:pt x="3584" y="3660"/>
                    <a:pt x="3308" y="3585"/>
                  </a:cubicBezTo>
                  <a:cubicBezTo>
                    <a:pt x="3058" y="3510"/>
                    <a:pt x="2857" y="3434"/>
                    <a:pt x="2682" y="3334"/>
                  </a:cubicBezTo>
                  <a:cubicBezTo>
                    <a:pt x="2506" y="3234"/>
                    <a:pt x="2381" y="3134"/>
                    <a:pt x="2281" y="3008"/>
                  </a:cubicBezTo>
                  <a:cubicBezTo>
                    <a:pt x="2206" y="2883"/>
                    <a:pt x="2156" y="2733"/>
                    <a:pt x="2156" y="2532"/>
                  </a:cubicBezTo>
                  <a:cubicBezTo>
                    <a:pt x="2156" y="2231"/>
                    <a:pt x="2281" y="1981"/>
                    <a:pt x="2506" y="1805"/>
                  </a:cubicBezTo>
                  <a:cubicBezTo>
                    <a:pt x="2757" y="1605"/>
                    <a:pt x="3108" y="1530"/>
                    <a:pt x="3609" y="1530"/>
                  </a:cubicBezTo>
                  <a:cubicBezTo>
                    <a:pt x="3860" y="1530"/>
                    <a:pt x="4135" y="1555"/>
                    <a:pt x="4411" y="1630"/>
                  </a:cubicBezTo>
                  <a:cubicBezTo>
                    <a:pt x="4662" y="1705"/>
                    <a:pt x="4912" y="1780"/>
                    <a:pt x="5113" y="1881"/>
                  </a:cubicBezTo>
                  <a:cubicBezTo>
                    <a:pt x="5364" y="1981"/>
                    <a:pt x="5539" y="2081"/>
                    <a:pt x="5689" y="2181"/>
                  </a:cubicBezTo>
                  <a:cubicBezTo>
                    <a:pt x="5865" y="2282"/>
                    <a:pt x="5965" y="2357"/>
                    <a:pt x="6015" y="2407"/>
                  </a:cubicBezTo>
                  <a:lnTo>
                    <a:pt x="6792" y="1003"/>
                  </a:lnTo>
                  <a:cubicBezTo>
                    <a:pt x="6416" y="728"/>
                    <a:pt x="5940" y="477"/>
                    <a:pt x="5414" y="302"/>
                  </a:cubicBezTo>
                  <a:cubicBezTo>
                    <a:pt x="4862" y="101"/>
                    <a:pt x="4286" y="1"/>
                    <a:pt x="365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5" name="Google Shape;1345;p34"/>
            <p:cNvSpPr/>
            <p:nvPr/>
          </p:nvSpPr>
          <p:spPr>
            <a:xfrm>
              <a:off x="4450650" y="886600"/>
              <a:ext cx="188000" cy="225600"/>
            </a:xfrm>
            <a:custGeom>
              <a:avLst/>
              <a:gdLst/>
              <a:ahLst/>
              <a:cxnLst/>
              <a:rect l="l" t="t" r="r" b="b"/>
              <a:pathLst>
                <a:path w="7520" h="9024" extrusionOk="0">
                  <a:moveTo>
                    <a:pt x="1" y="1"/>
                  </a:moveTo>
                  <a:lnTo>
                    <a:pt x="1" y="1530"/>
                  </a:lnTo>
                  <a:lnTo>
                    <a:pt x="2908" y="1530"/>
                  </a:lnTo>
                  <a:lnTo>
                    <a:pt x="2908" y="9024"/>
                  </a:lnTo>
                  <a:lnTo>
                    <a:pt x="4637" y="9024"/>
                  </a:lnTo>
                  <a:lnTo>
                    <a:pt x="4637" y="1530"/>
                  </a:lnTo>
                  <a:lnTo>
                    <a:pt x="7520" y="1530"/>
                  </a:lnTo>
                  <a:lnTo>
                    <a:pt x="752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6" name="Google Shape;1346;p34"/>
            <p:cNvSpPr/>
            <p:nvPr/>
          </p:nvSpPr>
          <p:spPr>
            <a:xfrm>
              <a:off x="4648025" y="886600"/>
              <a:ext cx="210550" cy="225600"/>
            </a:xfrm>
            <a:custGeom>
              <a:avLst/>
              <a:gdLst/>
              <a:ahLst/>
              <a:cxnLst/>
              <a:rect l="l" t="t" r="r" b="b"/>
              <a:pathLst>
                <a:path w="8422" h="9024" extrusionOk="0">
                  <a:moveTo>
                    <a:pt x="4211" y="2006"/>
                  </a:moveTo>
                  <a:lnTo>
                    <a:pt x="5464" y="5540"/>
                  </a:lnTo>
                  <a:lnTo>
                    <a:pt x="2908" y="5540"/>
                  </a:lnTo>
                  <a:lnTo>
                    <a:pt x="4211" y="2006"/>
                  </a:lnTo>
                  <a:close/>
                  <a:moveTo>
                    <a:pt x="3434" y="1"/>
                  </a:moveTo>
                  <a:lnTo>
                    <a:pt x="0" y="9024"/>
                  </a:lnTo>
                  <a:lnTo>
                    <a:pt x="1805" y="9024"/>
                  </a:lnTo>
                  <a:lnTo>
                    <a:pt x="2632" y="6768"/>
                  </a:lnTo>
                  <a:lnTo>
                    <a:pt x="5790" y="6768"/>
                  </a:lnTo>
                  <a:lnTo>
                    <a:pt x="6617" y="9024"/>
                  </a:lnTo>
                  <a:lnTo>
                    <a:pt x="8422" y="9024"/>
                  </a:lnTo>
                  <a:lnTo>
                    <a:pt x="498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7" name="Google Shape;1347;p34"/>
            <p:cNvSpPr/>
            <p:nvPr/>
          </p:nvSpPr>
          <p:spPr>
            <a:xfrm>
              <a:off x="4867325" y="886600"/>
              <a:ext cx="188000" cy="225600"/>
            </a:xfrm>
            <a:custGeom>
              <a:avLst/>
              <a:gdLst/>
              <a:ahLst/>
              <a:cxnLst/>
              <a:rect l="l" t="t" r="r" b="b"/>
              <a:pathLst>
                <a:path w="7520" h="9024" extrusionOk="0">
                  <a:moveTo>
                    <a:pt x="0" y="1"/>
                  </a:moveTo>
                  <a:lnTo>
                    <a:pt x="0" y="1530"/>
                  </a:lnTo>
                  <a:lnTo>
                    <a:pt x="2883" y="1530"/>
                  </a:lnTo>
                  <a:lnTo>
                    <a:pt x="2883" y="9024"/>
                  </a:lnTo>
                  <a:lnTo>
                    <a:pt x="4637" y="9024"/>
                  </a:lnTo>
                  <a:lnTo>
                    <a:pt x="4637" y="1530"/>
                  </a:lnTo>
                  <a:lnTo>
                    <a:pt x="7519" y="1530"/>
                  </a:lnTo>
                  <a:lnTo>
                    <a:pt x="751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8" name="Google Shape;1348;p34"/>
            <p:cNvSpPr/>
            <p:nvPr/>
          </p:nvSpPr>
          <p:spPr>
            <a:xfrm>
              <a:off x="5108550" y="886600"/>
              <a:ext cx="43900" cy="225600"/>
            </a:xfrm>
            <a:custGeom>
              <a:avLst/>
              <a:gdLst/>
              <a:ahLst/>
              <a:cxnLst/>
              <a:rect l="l" t="t" r="r" b="b"/>
              <a:pathLst>
                <a:path w="1756" h="9024" extrusionOk="0">
                  <a:moveTo>
                    <a:pt x="1" y="1"/>
                  </a:moveTo>
                  <a:lnTo>
                    <a:pt x="1" y="9024"/>
                  </a:lnTo>
                  <a:lnTo>
                    <a:pt x="1755" y="9024"/>
                  </a:lnTo>
                  <a:lnTo>
                    <a:pt x="175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9" name="Google Shape;1349;p34"/>
            <p:cNvSpPr/>
            <p:nvPr/>
          </p:nvSpPr>
          <p:spPr>
            <a:xfrm>
              <a:off x="5211300" y="885350"/>
              <a:ext cx="219950" cy="228725"/>
            </a:xfrm>
            <a:custGeom>
              <a:avLst/>
              <a:gdLst/>
              <a:ahLst/>
              <a:cxnLst/>
              <a:rect l="l" t="t" r="r" b="b"/>
              <a:pathLst>
                <a:path w="8798" h="9149" extrusionOk="0">
                  <a:moveTo>
                    <a:pt x="4412" y="1555"/>
                  </a:moveTo>
                  <a:cubicBezTo>
                    <a:pt x="4813" y="1555"/>
                    <a:pt x="5189" y="1630"/>
                    <a:pt x="5490" y="1805"/>
                  </a:cubicBezTo>
                  <a:cubicBezTo>
                    <a:pt x="5841" y="1956"/>
                    <a:pt x="6116" y="2181"/>
                    <a:pt x="6317" y="2457"/>
                  </a:cubicBezTo>
                  <a:cubicBezTo>
                    <a:pt x="6567" y="2758"/>
                    <a:pt x="6743" y="3059"/>
                    <a:pt x="6843" y="3434"/>
                  </a:cubicBezTo>
                  <a:cubicBezTo>
                    <a:pt x="6968" y="3785"/>
                    <a:pt x="7044" y="4186"/>
                    <a:pt x="7044" y="4562"/>
                  </a:cubicBezTo>
                  <a:cubicBezTo>
                    <a:pt x="7044" y="4938"/>
                    <a:pt x="6968" y="5314"/>
                    <a:pt x="6868" y="5665"/>
                  </a:cubicBezTo>
                  <a:cubicBezTo>
                    <a:pt x="6743" y="6016"/>
                    <a:pt x="6592" y="6342"/>
                    <a:pt x="6342" y="6643"/>
                  </a:cubicBezTo>
                  <a:cubicBezTo>
                    <a:pt x="6141" y="6918"/>
                    <a:pt x="5866" y="7169"/>
                    <a:pt x="5540" y="7344"/>
                  </a:cubicBezTo>
                  <a:cubicBezTo>
                    <a:pt x="5214" y="7495"/>
                    <a:pt x="4838" y="7595"/>
                    <a:pt x="4412" y="7595"/>
                  </a:cubicBezTo>
                  <a:cubicBezTo>
                    <a:pt x="3986" y="7595"/>
                    <a:pt x="3610" y="7495"/>
                    <a:pt x="3284" y="7344"/>
                  </a:cubicBezTo>
                  <a:cubicBezTo>
                    <a:pt x="2958" y="7169"/>
                    <a:pt x="2683" y="6943"/>
                    <a:pt x="2457" y="6668"/>
                  </a:cubicBezTo>
                  <a:cubicBezTo>
                    <a:pt x="2257" y="6392"/>
                    <a:pt x="2081" y="6066"/>
                    <a:pt x="1956" y="5690"/>
                  </a:cubicBezTo>
                  <a:cubicBezTo>
                    <a:pt x="1831" y="5339"/>
                    <a:pt x="1780" y="4963"/>
                    <a:pt x="1780" y="4562"/>
                  </a:cubicBezTo>
                  <a:cubicBezTo>
                    <a:pt x="1780" y="4186"/>
                    <a:pt x="1831" y="3835"/>
                    <a:pt x="1931" y="3460"/>
                  </a:cubicBezTo>
                  <a:cubicBezTo>
                    <a:pt x="2056" y="3109"/>
                    <a:pt x="2232" y="2783"/>
                    <a:pt x="2457" y="2507"/>
                  </a:cubicBezTo>
                  <a:cubicBezTo>
                    <a:pt x="2683" y="2206"/>
                    <a:pt x="2958" y="1981"/>
                    <a:pt x="3284" y="1830"/>
                  </a:cubicBezTo>
                  <a:cubicBezTo>
                    <a:pt x="3610" y="1630"/>
                    <a:pt x="3986" y="1555"/>
                    <a:pt x="4412" y="1555"/>
                  </a:cubicBezTo>
                  <a:close/>
                  <a:moveTo>
                    <a:pt x="4437" y="1"/>
                  </a:moveTo>
                  <a:cubicBezTo>
                    <a:pt x="3810" y="1"/>
                    <a:pt x="3209" y="126"/>
                    <a:pt x="2658" y="377"/>
                  </a:cubicBezTo>
                  <a:cubicBezTo>
                    <a:pt x="2131" y="627"/>
                    <a:pt x="1655" y="953"/>
                    <a:pt x="1254" y="1379"/>
                  </a:cubicBezTo>
                  <a:cubicBezTo>
                    <a:pt x="878" y="1805"/>
                    <a:pt x="552" y="2282"/>
                    <a:pt x="327" y="2833"/>
                  </a:cubicBezTo>
                  <a:cubicBezTo>
                    <a:pt x="101" y="3384"/>
                    <a:pt x="1" y="3961"/>
                    <a:pt x="1" y="4562"/>
                  </a:cubicBezTo>
                  <a:cubicBezTo>
                    <a:pt x="1" y="5139"/>
                    <a:pt x="101" y="5715"/>
                    <a:pt x="327" y="6267"/>
                  </a:cubicBezTo>
                  <a:cubicBezTo>
                    <a:pt x="527" y="6793"/>
                    <a:pt x="828" y="7294"/>
                    <a:pt x="1204" y="7720"/>
                  </a:cubicBezTo>
                  <a:cubicBezTo>
                    <a:pt x="1605" y="8146"/>
                    <a:pt x="2056" y="8497"/>
                    <a:pt x="2582" y="8748"/>
                  </a:cubicBezTo>
                  <a:cubicBezTo>
                    <a:pt x="3134" y="9023"/>
                    <a:pt x="3735" y="9149"/>
                    <a:pt x="4387" y="9149"/>
                  </a:cubicBezTo>
                  <a:cubicBezTo>
                    <a:pt x="5039" y="9149"/>
                    <a:pt x="5615" y="9023"/>
                    <a:pt x="6166" y="8773"/>
                  </a:cubicBezTo>
                  <a:cubicBezTo>
                    <a:pt x="6693" y="8522"/>
                    <a:pt x="7169" y="8171"/>
                    <a:pt x="7570" y="7770"/>
                  </a:cubicBezTo>
                  <a:cubicBezTo>
                    <a:pt x="7946" y="7344"/>
                    <a:pt x="8247" y="6868"/>
                    <a:pt x="8472" y="6317"/>
                  </a:cubicBezTo>
                  <a:cubicBezTo>
                    <a:pt x="8698" y="5765"/>
                    <a:pt x="8798" y="5189"/>
                    <a:pt x="8798" y="4587"/>
                  </a:cubicBezTo>
                  <a:cubicBezTo>
                    <a:pt x="8798" y="4011"/>
                    <a:pt x="8698" y="3460"/>
                    <a:pt x="8497" y="2908"/>
                  </a:cubicBezTo>
                  <a:cubicBezTo>
                    <a:pt x="8272" y="2357"/>
                    <a:pt x="7971" y="1881"/>
                    <a:pt x="7595" y="1429"/>
                  </a:cubicBezTo>
                  <a:cubicBezTo>
                    <a:pt x="7219" y="1003"/>
                    <a:pt x="6768" y="652"/>
                    <a:pt x="6217" y="402"/>
                  </a:cubicBezTo>
                  <a:cubicBezTo>
                    <a:pt x="5690" y="126"/>
                    <a:pt x="5089" y="1"/>
                    <a:pt x="443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0" name="Google Shape;1350;p34"/>
            <p:cNvSpPr/>
            <p:nvPr/>
          </p:nvSpPr>
          <p:spPr>
            <a:xfrm>
              <a:off x="5490750" y="886600"/>
              <a:ext cx="195525" cy="225600"/>
            </a:xfrm>
            <a:custGeom>
              <a:avLst/>
              <a:gdLst/>
              <a:ahLst/>
              <a:cxnLst/>
              <a:rect l="l" t="t" r="r" b="b"/>
              <a:pathLst>
                <a:path w="7821" h="9024" extrusionOk="0">
                  <a:moveTo>
                    <a:pt x="1" y="1"/>
                  </a:moveTo>
                  <a:lnTo>
                    <a:pt x="1" y="9024"/>
                  </a:lnTo>
                  <a:lnTo>
                    <a:pt x="1755" y="9024"/>
                  </a:lnTo>
                  <a:lnTo>
                    <a:pt x="1755" y="3234"/>
                  </a:lnTo>
                  <a:lnTo>
                    <a:pt x="6392" y="9024"/>
                  </a:lnTo>
                  <a:lnTo>
                    <a:pt x="7821" y="9024"/>
                  </a:lnTo>
                  <a:lnTo>
                    <a:pt x="7821" y="26"/>
                  </a:lnTo>
                  <a:lnTo>
                    <a:pt x="6066" y="26"/>
                  </a:lnTo>
                  <a:lnTo>
                    <a:pt x="6066" y="5916"/>
                  </a:lnTo>
                  <a:lnTo>
                    <a:pt x="135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1" name="Google Shape;1351;p34"/>
            <p:cNvSpPr/>
            <p:nvPr/>
          </p:nvSpPr>
          <p:spPr>
            <a:xfrm>
              <a:off x="6297150" y="1991250"/>
              <a:ext cx="114700" cy="1138500"/>
            </a:xfrm>
            <a:custGeom>
              <a:avLst/>
              <a:gdLst/>
              <a:ahLst/>
              <a:cxnLst/>
              <a:rect l="l" t="t" r="r" b="b"/>
              <a:pathLst>
                <a:path w="4588" h="45540" extrusionOk="0">
                  <a:moveTo>
                    <a:pt x="1" y="1"/>
                  </a:moveTo>
                  <a:lnTo>
                    <a:pt x="1" y="45540"/>
                  </a:lnTo>
                  <a:lnTo>
                    <a:pt x="4587" y="45540"/>
                  </a:lnTo>
                  <a:lnTo>
                    <a:pt x="458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 name="Google Shape;1352;p34"/>
            <p:cNvSpPr/>
            <p:nvPr/>
          </p:nvSpPr>
          <p:spPr>
            <a:xfrm>
              <a:off x="4166825" y="5218725"/>
              <a:ext cx="2245025" cy="244375"/>
            </a:xfrm>
            <a:custGeom>
              <a:avLst/>
              <a:gdLst/>
              <a:ahLst/>
              <a:cxnLst/>
              <a:rect l="l" t="t" r="r" b="b"/>
              <a:pathLst>
                <a:path w="89801" h="9775" extrusionOk="0">
                  <a:moveTo>
                    <a:pt x="89800" y="0"/>
                  </a:moveTo>
                  <a:lnTo>
                    <a:pt x="0" y="401"/>
                  </a:lnTo>
                  <a:lnTo>
                    <a:pt x="0" y="9775"/>
                  </a:lnTo>
                  <a:lnTo>
                    <a:pt x="89800" y="9775"/>
                  </a:lnTo>
                  <a:lnTo>
                    <a:pt x="89800" y="0"/>
                  </a:lnTo>
                  <a:close/>
                </a:path>
              </a:pathLst>
            </a:custGeom>
            <a:solidFill>
              <a:srgbClr val="0070C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 name="Google Shape;1353;p34"/>
            <p:cNvSpPr/>
            <p:nvPr/>
          </p:nvSpPr>
          <p:spPr>
            <a:xfrm>
              <a:off x="4166825" y="3055800"/>
              <a:ext cx="2245025" cy="2172975"/>
            </a:xfrm>
            <a:custGeom>
              <a:avLst/>
              <a:gdLst/>
              <a:ahLst/>
              <a:cxnLst/>
              <a:rect l="l" t="t" r="r" b="b"/>
              <a:pathLst>
                <a:path w="89801" h="86919" extrusionOk="0">
                  <a:moveTo>
                    <a:pt x="72306" y="0"/>
                  </a:moveTo>
                  <a:lnTo>
                    <a:pt x="0" y="86918"/>
                  </a:lnTo>
                  <a:lnTo>
                    <a:pt x="89800" y="86918"/>
                  </a:lnTo>
                  <a:lnTo>
                    <a:pt x="89800" y="0"/>
                  </a:lnTo>
                  <a:close/>
                </a:path>
              </a:pathLst>
            </a:custGeom>
            <a:solidFill>
              <a:schemeClr val="accent4">
                <a:lumMod val="5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54" name="Google Shape;1354;p34"/>
            <p:cNvSpPr/>
            <p:nvPr/>
          </p:nvSpPr>
          <p:spPr>
            <a:xfrm>
              <a:off x="4741375" y="4978125"/>
              <a:ext cx="1599675" cy="25"/>
            </a:xfrm>
            <a:custGeom>
              <a:avLst/>
              <a:gdLst/>
              <a:ahLst/>
              <a:cxnLst/>
              <a:rect l="l" t="t" r="r" b="b"/>
              <a:pathLst>
                <a:path w="63987" h="1" fill="none" extrusionOk="0">
                  <a:moveTo>
                    <a:pt x="1" y="0"/>
                  </a:moveTo>
                  <a:lnTo>
                    <a:pt x="63986" y="0"/>
                  </a:lnTo>
                </a:path>
              </a:pathLst>
            </a:custGeom>
            <a:noFill/>
            <a:ln w="20675" cap="flat" cmpd="sng">
              <a:solidFill>
                <a:srgbClr val="FCFCFC"/>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5" name="Google Shape;1355;p34"/>
            <p:cNvSpPr/>
            <p:nvPr/>
          </p:nvSpPr>
          <p:spPr>
            <a:xfrm>
              <a:off x="5002025" y="4716825"/>
              <a:ext cx="1338400" cy="25"/>
            </a:xfrm>
            <a:custGeom>
              <a:avLst/>
              <a:gdLst/>
              <a:ahLst/>
              <a:cxnLst/>
              <a:rect l="l" t="t" r="r" b="b"/>
              <a:pathLst>
                <a:path w="53536" h="1" fill="none" extrusionOk="0">
                  <a:moveTo>
                    <a:pt x="1" y="1"/>
                  </a:moveTo>
                  <a:lnTo>
                    <a:pt x="53535" y="1"/>
                  </a:lnTo>
                </a:path>
              </a:pathLst>
            </a:custGeom>
            <a:noFill/>
            <a:ln w="20675" cap="flat" cmpd="sng">
              <a:solidFill>
                <a:srgbClr val="FCFCFC"/>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6" name="Google Shape;1356;p34"/>
            <p:cNvSpPr/>
            <p:nvPr/>
          </p:nvSpPr>
          <p:spPr>
            <a:xfrm>
              <a:off x="5263325" y="4455550"/>
              <a:ext cx="1074575" cy="25"/>
            </a:xfrm>
            <a:custGeom>
              <a:avLst/>
              <a:gdLst/>
              <a:ahLst/>
              <a:cxnLst/>
              <a:rect l="l" t="t" r="r" b="b"/>
              <a:pathLst>
                <a:path w="42983" h="1" fill="none" extrusionOk="0">
                  <a:moveTo>
                    <a:pt x="0" y="1"/>
                  </a:moveTo>
                  <a:lnTo>
                    <a:pt x="42983" y="1"/>
                  </a:lnTo>
                </a:path>
              </a:pathLst>
            </a:custGeom>
            <a:noFill/>
            <a:ln w="20675" cap="flat" cmpd="sng">
              <a:solidFill>
                <a:srgbClr val="FCFCFC"/>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 name="Google Shape;1357;p34"/>
            <p:cNvSpPr/>
            <p:nvPr/>
          </p:nvSpPr>
          <p:spPr>
            <a:xfrm>
              <a:off x="5482625" y="4194900"/>
              <a:ext cx="855900" cy="25"/>
            </a:xfrm>
            <a:custGeom>
              <a:avLst/>
              <a:gdLst/>
              <a:ahLst/>
              <a:cxnLst/>
              <a:rect l="l" t="t" r="r" b="b"/>
              <a:pathLst>
                <a:path w="34236" h="1" fill="none" extrusionOk="0">
                  <a:moveTo>
                    <a:pt x="0" y="1"/>
                  </a:moveTo>
                  <a:lnTo>
                    <a:pt x="34236" y="1"/>
                  </a:lnTo>
                </a:path>
              </a:pathLst>
            </a:custGeom>
            <a:noFill/>
            <a:ln w="20675" cap="flat" cmpd="sng">
              <a:solidFill>
                <a:srgbClr val="FCFCFC"/>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 name="Google Shape;1358;p34"/>
            <p:cNvSpPr/>
            <p:nvPr/>
          </p:nvSpPr>
          <p:spPr>
            <a:xfrm>
              <a:off x="5659925" y="3933625"/>
              <a:ext cx="677350" cy="25"/>
            </a:xfrm>
            <a:custGeom>
              <a:avLst/>
              <a:gdLst/>
              <a:ahLst/>
              <a:cxnLst/>
              <a:rect l="l" t="t" r="r" b="b"/>
              <a:pathLst>
                <a:path w="27094" h="1" fill="none" extrusionOk="0">
                  <a:moveTo>
                    <a:pt x="1" y="0"/>
                  </a:moveTo>
                  <a:lnTo>
                    <a:pt x="27094" y="0"/>
                  </a:lnTo>
                </a:path>
              </a:pathLst>
            </a:custGeom>
            <a:noFill/>
            <a:ln w="20675" cap="flat" cmpd="sng">
              <a:solidFill>
                <a:srgbClr val="FCFCFC"/>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 name="Google Shape;1359;p34"/>
            <p:cNvSpPr/>
            <p:nvPr/>
          </p:nvSpPr>
          <p:spPr>
            <a:xfrm>
              <a:off x="5921225" y="3672350"/>
              <a:ext cx="420450" cy="25"/>
            </a:xfrm>
            <a:custGeom>
              <a:avLst/>
              <a:gdLst/>
              <a:ahLst/>
              <a:cxnLst/>
              <a:rect l="l" t="t" r="r" b="b"/>
              <a:pathLst>
                <a:path w="16818" h="1" fill="none" extrusionOk="0">
                  <a:moveTo>
                    <a:pt x="0" y="0"/>
                  </a:moveTo>
                  <a:lnTo>
                    <a:pt x="16817" y="0"/>
                  </a:lnTo>
                </a:path>
              </a:pathLst>
            </a:custGeom>
            <a:noFill/>
            <a:ln w="20675" cap="flat" cmpd="sng">
              <a:solidFill>
                <a:srgbClr val="FCFCFC"/>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0" name="Google Shape;1360;p34"/>
            <p:cNvSpPr/>
            <p:nvPr/>
          </p:nvSpPr>
          <p:spPr>
            <a:xfrm>
              <a:off x="6098525" y="3411700"/>
              <a:ext cx="243150" cy="25"/>
            </a:xfrm>
            <a:custGeom>
              <a:avLst/>
              <a:gdLst/>
              <a:ahLst/>
              <a:cxnLst/>
              <a:rect l="l" t="t" r="r" b="b"/>
              <a:pathLst>
                <a:path w="9726" h="1" fill="none" extrusionOk="0">
                  <a:moveTo>
                    <a:pt x="1" y="0"/>
                  </a:moveTo>
                  <a:lnTo>
                    <a:pt x="9725" y="0"/>
                  </a:lnTo>
                </a:path>
              </a:pathLst>
            </a:custGeom>
            <a:noFill/>
            <a:ln w="20675" cap="flat" cmpd="sng">
              <a:solidFill>
                <a:srgbClr val="FCFCFC"/>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1" name="Google Shape;1361;p34"/>
            <p:cNvSpPr/>
            <p:nvPr/>
          </p:nvSpPr>
          <p:spPr>
            <a:xfrm>
              <a:off x="6216325" y="3228725"/>
              <a:ext cx="125350" cy="25"/>
            </a:xfrm>
            <a:custGeom>
              <a:avLst/>
              <a:gdLst/>
              <a:ahLst/>
              <a:cxnLst/>
              <a:rect l="l" t="t" r="r" b="b"/>
              <a:pathLst>
                <a:path w="5014" h="1" fill="none" extrusionOk="0">
                  <a:moveTo>
                    <a:pt x="1" y="1"/>
                  </a:moveTo>
                  <a:lnTo>
                    <a:pt x="5013" y="1"/>
                  </a:lnTo>
                </a:path>
              </a:pathLst>
            </a:custGeom>
            <a:noFill/>
            <a:ln w="20675" cap="flat" cmpd="sng">
              <a:solidFill>
                <a:srgbClr val="FCFCFC"/>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62" name="Google Shape;1362;p34"/>
          <p:cNvSpPr/>
          <p:nvPr/>
        </p:nvSpPr>
        <p:spPr>
          <a:xfrm>
            <a:off x="3743350" y="359025"/>
            <a:ext cx="1149750" cy="1149725"/>
          </a:xfrm>
          <a:custGeom>
            <a:avLst/>
            <a:gdLst/>
            <a:ahLst/>
            <a:cxnLst/>
            <a:rect l="l" t="t" r="r" b="b"/>
            <a:pathLst>
              <a:path w="45990" h="45989" extrusionOk="0">
                <a:moveTo>
                  <a:pt x="1" y="22995"/>
                </a:moveTo>
                <a:cubicBezTo>
                  <a:pt x="1" y="35691"/>
                  <a:pt x="10299" y="45989"/>
                  <a:pt x="22995" y="45989"/>
                </a:cubicBezTo>
                <a:lnTo>
                  <a:pt x="22995" y="45989"/>
                </a:lnTo>
                <a:cubicBezTo>
                  <a:pt x="35691" y="45989"/>
                  <a:pt x="45989" y="35691"/>
                  <a:pt x="45989" y="22995"/>
                </a:cubicBezTo>
                <a:lnTo>
                  <a:pt x="45989" y="22995"/>
                </a:lnTo>
                <a:cubicBezTo>
                  <a:pt x="45989" y="10298"/>
                  <a:pt x="35691" y="0"/>
                  <a:pt x="22995" y="0"/>
                </a:cubicBezTo>
                <a:lnTo>
                  <a:pt x="22995" y="0"/>
                </a:lnTo>
                <a:cubicBezTo>
                  <a:pt x="10299" y="0"/>
                  <a:pt x="1" y="10298"/>
                  <a:pt x="1" y="22995"/>
                </a:cubicBezTo>
                <a:close/>
              </a:path>
            </a:pathLst>
          </a:custGeom>
          <a:solidFill>
            <a:srgbClr val="0070C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3" name="Google Shape;1363;p34"/>
          <p:cNvSpPr/>
          <p:nvPr/>
        </p:nvSpPr>
        <p:spPr>
          <a:xfrm>
            <a:off x="1704525" y="271725"/>
            <a:ext cx="3403700" cy="364450"/>
          </a:xfrm>
          <a:custGeom>
            <a:avLst/>
            <a:gdLst/>
            <a:ahLst/>
            <a:cxnLst/>
            <a:rect l="l" t="t" r="r" b="b"/>
            <a:pathLst>
              <a:path w="136148" h="14578" extrusionOk="0">
                <a:moveTo>
                  <a:pt x="102228" y="0"/>
                </a:moveTo>
                <a:cubicBezTo>
                  <a:pt x="82573" y="0"/>
                  <a:pt x="77181" y="2414"/>
                  <a:pt x="85034" y="3088"/>
                </a:cubicBezTo>
                <a:cubicBezTo>
                  <a:pt x="92886" y="3762"/>
                  <a:pt x="106946" y="7900"/>
                  <a:pt x="64140" y="7900"/>
                </a:cubicBezTo>
                <a:cubicBezTo>
                  <a:pt x="46663" y="7900"/>
                  <a:pt x="0" y="14577"/>
                  <a:pt x="71460" y="14577"/>
                </a:cubicBezTo>
                <a:lnTo>
                  <a:pt x="116790" y="14577"/>
                </a:lnTo>
                <a:cubicBezTo>
                  <a:pt x="136147" y="14577"/>
                  <a:pt x="125849" y="8997"/>
                  <a:pt x="112542" y="8997"/>
                </a:cubicBezTo>
                <a:cubicBezTo>
                  <a:pt x="106225" y="8997"/>
                  <a:pt x="134110" y="0"/>
                  <a:pt x="102228" y="0"/>
                </a:cubicBezTo>
                <a:close/>
              </a:path>
            </a:pathLst>
          </a:custGeom>
          <a:solidFill>
            <a:srgbClr val="FFFFFF">
              <a:alpha val="410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 name="Google Shape;1364;p34"/>
          <p:cNvSpPr/>
          <p:nvPr/>
        </p:nvSpPr>
        <p:spPr>
          <a:xfrm rot="-2231248" flipH="1">
            <a:off x="5706368" y="747535"/>
            <a:ext cx="240403" cy="114379"/>
          </a:xfrm>
          <a:custGeom>
            <a:avLst/>
            <a:gdLst/>
            <a:ahLst/>
            <a:cxnLst/>
            <a:rect l="l" t="t" r="r" b="b"/>
            <a:pathLst>
              <a:path w="2560" h="1218" extrusionOk="0">
                <a:moveTo>
                  <a:pt x="2192" y="116"/>
                </a:moveTo>
                <a:cubicBezTo>
                  <a:pt x="2088" y="169"/>
                  <a:pt x="1972" y="231"/>
                  <a:pt x="1867" y="305"/>
                </a:cubicBezTo>
                <a:lnTo>
                  <a:pt x="1867" y="305"/>
                </a:lnTo>
                <a:cubicBezTo>
                  <a:pt x="1762" y="378"/>
                  <a:pt x="1668" y="462"/>
                  <a:pt x="1574" y="557"/>
                </a:cubicBezTo>
                <a:lnTo>
                  <a:pt x="1574" y="557"/>
                </a:lnTo>
                <a:cubicBezTo>
                  <a:pt x="1521" y="598"/>
                  <a:pt x="1479" y="651"/>
                  <a:pt x="1437" y="714"/>
                </a:cubicBezTo>
                <a:lnTo>
                  <a:pt x="1437" y="714"/>
                </a:lnTo>
                <a:cubicBezTo>
                  <a:pt x="1354" y="661"/>
                  <a:pt x="1280" y="630"/>
                  <a:pt x="1207" y="609"/>
                </a:cubicBezTo>
                <a:lnTo>
                  <a:pt x="1207" y="609"/>
                </a:lnTo>
                <a:cubicBezTo>
                  <a:pt x="1070" y="557"/>
                  <a:pt x="934" y="525"/>
                  <a:pt x="798" y="515"/>
                </a:cubicBezTo>
                <a:lnTo>
                  <a:pt x="798" y="515"/>
                </a:lnTo>
                <a:cubicBezTo>
                  <a:pt x="672" y="494"/>
                  <a:pt x="536" y="494"/>
                  <a:pt x="399" y="494"/>
                </a:cubicBezTo>
                <a:lnTo>
                  <a:pt x="399" y="494"/>
                </a:lnTo>
                <a:cubicBezTo>
                  <a:pt x="263" y="504"/>
                  <a:pt x="137" y="515"/>
                  <a:pt x="1" y="546"/>
                </a:cubicBezTo>
                <a:lnTo>
                  <a:pt x="1" y="546"/>
                </a:lnTo>
                <a:cubicBezTo>
                  <a:pt x="252" y="630"/>
                  <a:pt x="504" y="703"/>
                  <a:pt x="745" y="787"/>
                </a:cubicBezTo>
                <a:lnTo>
                  <a:pt x="745" y="787"/>
                </a:lnTo>
                <a:cubicBezTo>
                  <a:pt x="861" y="829"/>
                  <a:pt x="976" y="861"/>
                  <a:pt x="1081" y="913"/>
                </a:cubicBezTo>
                <a:lnTo>
                  <a:pt x="1081" y="913"/>
                </a:lnTo>
                <a:cubicBezTo>
                  <a:pt x="1186" y="965"/>
                  <a:pt x="1291" y="1018"/>
                  <a:pt x="1364" y="1081"/>
                </a:cubicBezTo>
                <a:lnTo>
                  <a:pt x="1364" y="1081"/>
                </a:lnTo>
                <a:lnTo>
                  <a:pt x="1521" y="1217"/>
                </a:lnTo>
                <a:lnTo>
                  <a:pt x="1626" y="1039"/>
                </a:lnTo>
                <a:cubicBezTo>
                  <a:pt x="1731" y="861"/>
                  <a:pt x="1888" y="682"/>
                  <a:pt x="2046" y="504"/>
                </a:cubicBezTo>
                <a:lnTo>
                  <a:pt x="2046" y="504"/>
                </a:lnTo>
                <a:cubicBezTo>
                  <a:pt x="2203" y="336"/>
                  <a:pt x="2371" y="169"/>
                  <a:pt x="2559" y="1"/>
                </a:cubicBezTo>
                <a:lnTo>
                  <a:pt x="2559" y="1"/>
                </a:lnTo>
                <a:cubicBezTo>
                  <a:pt x="2434" y="11"/>
                  <a:pt x="2308" y="64"/>
                  <a:pt x="2192" y="116"/>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901160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7" presetClass="path" presetSubtype="0" accel="50000" decel="50000" fill="hold" nodeType="afterEffect">
                                  <p:stCondLst>
                                    <p:cond delay="0"/>
                                  </p:stCondLst>
                                  <p:childTnLst>
                                    <p:animMotion origin="layout" path="M 0.34826 -0.26173 C 0.37031 -0.24938 0.34045 -0.24599 0.30868 -0.22407 C 0.27726 -0.20123 0.20156 -0.15463 0.15833 -0.12438 C 0.11493 -0.09352 0.03541 -0.03117 0.04913 -0.04043 C 0.07118 -0.05494 -0.35156 0.19537 -0.36702 0.19414 " pathEditMode="relative" rAng="0" ptsTypes="AAAAA">
                                      <p:cBhvr>
                                        <p:cTn id="6" dur="1000" fill="hold"/>
                                        <p:tgtEl>
                                          <p:spTgt spid="4"/>
                                        </p:tgtEl>
                                        <p:attrNameLst>
                                          <p:attrName>ppt_x</p:attrName>
                                          <p:attrName>ppt_y</p:attrName>
                                        </p:attrNameLst>
                                      </p:cBhvr>
                                      <p:rCtr x="-35382" y="22778"/>
                                    </p:animMotion>
                                  </p:childTnLst>
                                </p:cTn>
                              </p:par>
                              <p:par>
                                <p:cTn id="7" presetID="53" presetClass="entr" presetSubtype="16" fill="hold" nodeType="withEffect">
                                  <p:stCondLst>
                                    <p:cond delay="0"/>
                                  </p:stCondLst>
                                  <p:childTnLst>
                                    <p:set>
                                      <p:cBhvr>
                                        <p:cTn id="8" dur="1" fill="hold">
                                          <p:stCondLst>
                                            <p:cond delay="0"/>
                                          </p:stCondLst>
                                        </p:cTn>
                                        <p:tgtEl>
                                          <p:spTgt spid="4"/>
                                        </p:tgtEl>
                                        <p:attrNameLst>
                                          <p:attrName>style.visibility</p:attrName>
                                        </p:attrNameLst>
                                      </p:cBhvr>
                                      <p:to>
                                        <p:strVal val="visible"/>
                                      </p:to>
                                    </p:set>
                                    <p:anim calcmode="lin" valueType="num">
                                      <p:cBhvr>
                                        <p:cTn id="9" dur="1000" fill="hold"/>
                                        <p:tgtEl>
                                          <p:spTgt spid="4"/>
                                        </p:tgtEl>
                                        <p:attrNameLst>
                                          <p:attrName>ppt_w</p:attrName>
                                        </p:attrNameLst>
                                      </p:cBhvr>
                                      <p:tavLst>
                                        <p:tav tm="0">
                                          <p:val>
                                            <p:fltVal val="0"/>
                                          </p:val>
                                        </p:tav>
                                        <p:tav tm="100000">
                                          <p:val>
                                            <p:strVal val="#ppt_w"/>
                                          </p:val>
                                        </p:tav>
                                      </p:tavLst>
                                    </p:anim>
                                    <p:anim calcmode="lin" valueType="num">
                                      <p:cBhvr>
                                        <p:cTn id="10" dur="1000" fill="hold"/>
                                        <p:tgtEl>
                                          <p:spTgt spid="4"/>
                                        </p:tgtEl>
                                        <p:attrNameLst>
                                          <p:attrName>ppt_h</p:attrName>
                                        </p:attrNameLst>
                                      </p:cBhvr>
                                      <p:tavLst>
                                        <p:tav tm="0">
                                          <p:val>
                                            <p:fltVal val="0"/>
                                          </p:val>
                                        </p:tav>
                                        <p:tav tm="100000">
                                          <p:val>
                                            <p:strVal val="#ppt_h"/>
                                          </p:val>
                                        </p:tav>
                                      </p:tavLst>
                                    </p:anim>
                                    <p:animEffect transition="in" filter="fade">
                                      <p:cBhvr>
                                        <p:cTn id="11"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94">
          <a:extLst>
            <a:ext uri="{FF2B5EF4-FFF2-40B4-BE49-F238E27FC236}">
              <a16:creationId xmlns:a16="http://schemas.microsoft.com/office/drawing/2014/main" id="{38ABF0E2-9C6F-0883-77EE-CA653CF6A811}"/>
            </a:ext>
          </a:extLst>
        </p:cNvPr>
        <p:cNvGrpSpPr/>
        <p:nvPr/>
      </p:nvGrpSpPr>
      <p:grpSpPr>
        <a:xfrm>
          <a:off x="0" y="0"/>
          <a:ext cx="0" cy="0"/>
          <a:chOff x="0" y="0"/>
          <a:chExt cx="0" cy="0"/>
        </a:xfrm>
      </p:grpSpPr>
      <p:sp>
        <p:nvSpPr>
          <p:cNvPr id="1095" name="Google Shape;1095;p30">
            <a:extLst>
              <a:ext uri="{FF2B5EF4-FFF2-40B4-BE49-F238E27FC236}">
                <a16:creationId xmlns:a16="http://schemas.microsoft.com/office/drawing/2014/main" id="{4D712B80-46BF-704D-1AE3-DB071497269B}"/>
              </a:ext>
            </a:extLst>
          </p:cNvPr>
          <p:cNvSpPr/>
          <p:nvPr/>
        </p:nvSpPr>
        <p:spPr>
          <a:xfrm>
            <a:off x="340050" y="3140250"/>
            <a:ext cx="8867716" cy="2936625"/>
          </a:xfrm>
          <a:custGeom>
            <a:avLst/>
            <a:gdLst/>
            <a:ahLst/>
            <a:cxnLst/>
            <a:rect l="l" t="t" r="r" b="b"/>
            <a:pathLst>
              <a:path w="208861" h="117465" extrusionOk="0">
                <a:moveTo>
                  <a:pt x="183045" y="1"/>
                </a:moveTo>
                <a:cubicBezTo>
                  <a:pt x="112165" y="1"/>
                  <a:pt x="135646" y="29390"/>
                  <a:pt x="94030" y="29390"/>
                </a:cubicBezTo>
                <a:cubicBezTo>
                  <a:pt x="65942" y="29390"/>
                  <a:pt x="66005" y="6271"/>
                  <a:pt x="37023" y="6271"/>
                </a:cubicBezTo>
                <a:cubicBezTo>
                  <a:pt x="8025" y="6271"/>
                  <a:pt x="0" y="28215"/>
                  <a:pt x="0" y="28215"/>
                </a:cubicBezTo>
                <a:lnTo>
                  <a:pt x="0" y="117464"/>
                </a:lnTo>
                <a:lnTo>
                  <a:pt x="208860" y="117464"/>
                </a:lnTo>
                <a:lnTo>
                  <a:pt x="208860" y="22337"/>
                </a:lnTo>
                <a:cubicBezTo>
                  <a:pt x="208860" y="22337"/>
                  <a:pt x="208860" y="1"/>
                  <a:pt x="183045" y="1"/>
                </a:cubicBezTo>
                <a:close/>
              </a:path>
            </a:pathLst>
          </a:custGeom>
          <a:solidFill>
            <a:srgbClr val="FFFFFF">
              <a:alpha val="410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342;p37">
            <a:extLst>
              <a:ext uri="{FF2B5EF4-FFF2-40B4-BE49-F238E27FC236}">
                <a16:creationId xmlns:a16="http://schemas.microsoft.com/office/drawing/2014/main" id="{216D6209-4D45-D60D-99CE-33B73C18B4E2}"/>
              </a:ext>
            </a:extLst>
          </p:cNvPr>
          <p:cNvSpPr txBox="1">
            <a:spLocks/>
          </p:cNvSpPr>
          <p:nvPr/>
        </p:nvSpPr>
        <p:spPr>
          <a:xfrm>
            <a:off x="882528" y="428278"/>
            <a:ext cx="8317100" cy="43507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1400"/>
              <a:buFont typeface="Raleway"/>
              <a:buNone/>
              <a:defRPr sz="1200" b="0" i="0" u="none" strike="noStrike" cap="none">
                <a:solidFill>
                  <a:schemeClr val="dk1"/>
                </a:solidFill>
                <a:latin typeface="Raleway"/>
                <a:ea typeface="Raleway"/>
                <a:cs typeface="Raleway"/>
                <a:sym typeface="Raleway"/>
              </a:defRPr>
            </a:lvl1pPr>
            <a:lvl2pPr marL="914400" marR="0" lvl="1" indent="-317500" algn="ctr" rtl="0">
              <a:lnSpc>
                <a:spcPct val="100000"/>
              </a:lnSpc>
              <a:spcBef>
                <a:spcPts val="0"/>
              </a:spcBef>
              <a:spcAft>
                <a:spcPts val="0"/>
              </a:spcAft>
              <a:buClr>
                <a:schemeClr val="dk1"/>
              </a:buClr>
              <a:buSzPts val="1400"/>
              <a:buFont typeface="Raleway"/>
              <a:buNone/>
              <a:defRPr sz="1400" b="0" i="0" u="none" strike="noStrike" cap="none">
                <a:solidFill>
                  <a:schemeClr val="dk1"/>
                </a:solidFill>
                <a:latin typeface="Raleway"/>
                <a:ea typeface="Raleway"/>
                <a:cs typeface="Raleway"/>
                <a:sym typeface="Raleway"/>
              </a:defRPr>
            </a:lvl2pPr>
            <a:lvl3pPr marL="1371600" marR="0" lvl="2" indent="-317500" algn="ctr" rtl="0">
              <a:lnSpc>
                <a:spcPct val="100000"/>
              </a:lnSpc>
              <a:spcBef>
                <a:spcPts val="1600"/>
              </a:spcBef>
              <a:spcAft>
                <a:spcPts val="0"/>
              </a:spcAft>
              <a:buClr>
                <a:schemeClr val="dk1"/>
              </a:buClr>
              <a:buSzPts val="1400"/>
              <a:buFont typeface="Raleway"/>
              <a:buNone/>
              <a:defRPr sz="1400" b="0" i="0" u="none" strike="noStrike" cap="none">
                <a:solidFill>
                  <a:schemeClr val="dk1"/>
                </a:solidFill>
                <a:latin typeface="Raleway"/>
                <a:ea typeface="Raleway"/>
                <a:cs typeface="Raleway"/>
                <a:sym typeface="Raleway"/>
              </a:defRPr>
            </a:lvl3pPr>
            <a:lvl4pPr marL="1828800" marR="0" lvl="3" indent="-317500" algn="ctr" rtl="0">
              <a:lnSpc>
                <a:spcPct val="100000"/>
              </a:lnSpc>
              <a:spcBef>
                <a:spcPts val="1600"/>
              </a:spcBef>
              <a:spcAft>
                <a:spcPts val="0"/>
              </a:spcAft>
              <a:buClr>
                <a:schemeClr val="dk1"/>
              </a:buClr>
              <a:buSzPts val="1400"/>
              <a:buFont typeface="Raleway"/>
              <a:buNone/>
              <a:defRPr sz="1400" b="0" i="0" u="none" strike="noStrike" cap="none">
                <a:solidFill>
                  <a:schemeClr val="dk1"/>
                </a:solidFill>
                <a:latin typeface="Raleway"/>
                <a:ea typeface="Raleway"/>
                <a:cs typeface="Raleway"/>
                <a:sym typeface="Raleway"/>
              </a:defRPr>
            </a:lvl4pPr>
            <a:lvl5pPr marL="2286000" marR="0" lvl="4" indent="-317500" algn="ctr" rtl="0">
              <a:lnSpc>
                <a:spcPct val="100000"/>
              </a:lnSpc>
              <a:spcBef>
                <a:spcPts val="1600"/>
              </a:spcBef>
              <a:spcAft>
                <a:spcPts val="0"/>
              </a:spcAft>
              <a:buClr>
                <a:schemeClr val="dk1"/>
              </a:buClr>
              <a:buSzPts val="1400"/>
              <a:buFont typeface="Raleway"/>
              <a:buNone/>
              <a:defRPr sz="1400" b="0" i="0" u="none" strike="noStrike" cap="none">
                <a:solidFill>
                  <a:schemeClr val="dk1"/>
                </a:solidFill>
                <a:latin typeface="Raleway"/>
                <a:ea typeface="Raleway"/>
                <a:cs typeface="Raleway"/>
                <a:sym typeface="Raleway"/>
              </a:defRPr>
            </a:lvl5pPr>
            <a:lvl6pPr marL="2743200" marR="0" lvl="5" indent="-317500" algn="ctr" rtl="0">
              <a:lnSpc>
                <a:spcPct val="100000"/>
              </a:lnSpc>
              <a:spcBef>
                <a:spcPts val="1600"/>
              </a:spcBef>
              <a:spcAft>
                <a:spcPts val="0"/>
              </a:spcAft>
              <a:buClr>
                <a:schemeClr val="dk1"/>
              </a:buClr>
              <a:buSzPts val="1400"/>
              <a:buFont typeface="Raleway"/>
              <a:buNone/>
              <a:defRPr sz="1400" b="0" i="0" u="none" strike="noStrike" cap="none">
                <a:solidFill>
                  <a:schemeClr val="dk1"/>
                </a:solidFill>
                <a:latin typeface="Raleway"/>
                <a:ea typeface="Raleway"/>
                <a:cs typeface="Raleway"/>
                <a:sym typeface="Raleway"/>
              </a:defRPr>
            </a:lvl6pPr>
            <a:lvl7pPr marL="3200400" marR="0" lvl="6" indent="-317500" algn="ctr" rtl="0">
              <a:lnSpc>
                <a:spcPct val="100000"/>
              </a:lnSpc>
              <a:spcBef>
                <a:spcPts val="1600"/>
              </a:spcBef>
              <a:spcAft>
                <a:spcPts val="0"/>
              </a:spcAft>
              <a:buClr>
                <a:schemeClr val="dk1"/>
              </a:buClr>
              <a:buSzPts val="1400"/>
              <a:buFont typeface="Raleway"/>
              <a:buNone/>
              <a:defRPr sz="1400" b="0" i="0" u="none" strike="noStrike" cap="none">
                <a:solidFill>
                  <a:schemeClr val="dk1"/>
                </a:solidFill>
                <a:latin typeface="Raleway"/>
                <a:ea typeface="Raleway"/>
                <a:cs typeface="Raleway"/>
                <a:sym typeface="Raleway"/>
              </a:defRPr>
            </a:lvl7pPr>
            <a:lvl8pPr marL="3657600" marR="0" lvl="7" indent="-317500" algn="ctr" rtl="0">
              <a:lnSpc>
                <a:spcPct val="100000"/>
              </a:lnSpc>
              <a:spcBef>
                <a:spcPts val="1600"/>
              </a:spcBef>
              <a:spcAft>
                <a:spcPts val="0"/>
              </a:spcAft>
              <a:buClr>
                <a:schemeClr val="dk1"/>
              </a:buClr>
              <a:buSzPts val="1400"/>
              <a:buFont typeface="Raleway"/>
              <a:buNone/>
              <a:defRPr sz="1400" b="0" i="0" u="none" strike="noStrike" cap="none">
                <a:solidFill>
                  <a:schemeClr val="dk1"/>
                </a:solidFill>
                <a:latin typeface="Raleway"/>
                <a:ea typeface="Raleway"/>
                <a:cs typeface="Raleway"/>
                <a:sym typeface="Raleway"/>
              </a:defRPr>
            </a:lvl8pPr>
            <a:lvl9pPr marL="4114800" marR="0" lvl="8" indent="-317500" algn="ctr" rtl="0">
              <a:lnSpc>
                <a:spcPct val="100000"/>
              </a:lnSpc>
              <a:spcBef>
                <a:spcPts val="1600"/>
              </a:spcBef>
              <a:spcAft>
                <a:spcPts val="1600"/>
              </a:spcAft>
              <a:buClr>
                <a:schemeClr val="dk1"/>
              </a:buClr>
              <a:buSzPts val="1400"/>
              <a:buFont typeface="Raleway"/>
              <a:buNone/>
              <a:defRPr sz="1400" b="0" i="0" u="none" strike="noStrike" cap="none">
                <a:solidFill>
                  <a:schemeClr val="dk1"/>
                </a:solidFill>
                <a:latin typeface="Raleway"/>
                <a:ea typeface="Raleway"/>
                <a:cs typeface="Raleway"/>
                <a:sym typeface="Raleway"/>
              </a:defRPr>
            </a:lvl9pPr>
          </a:lstStyle>
          <a:p>
            <a:pPr>
              <a:lnSpc>
                <a:spcPct val="150000"/>
              </a:lnSpc>
            </a:pPr>
            <a:r>
              <a:rPr lang="en-US" sz="1800" b="1" dirty="0">
                <a:solidFill>
                  <a:srgbClr val="1C1C1C"/>
                </a:solidFill>
              </a:rPr>
              <a:t>Divided the data into four tables </a:t>
            </a:r>
            <a:r>
              <a:rPr lang="en-US" sz="1800" dirty="0">
                <a:solidFill>
                  <a:srgbClr val="1C1C1C"/>
                </a:solidFill>
              </a:rPr>
              <a:t>to better organize and manage the information. Each table holds specific details:</a:t>
            </a:r>
          </a:p>
          <a:p>
            <a:pPr marL="482600" indent="-342900">
              <a:lnSpc>
                <a:spcPct val="150000"/>
              </a:lnSpc>
              <a:buAutoNum type="arabicPeriod"/>
            </a:pPr>
            <a:r>
              <a:rPr lang="en-US" sz="1800" b="1" dirty="0">
                <a:solidFill>
                  <a:srgbClr val="1C1C1C"/>
                </a:solidFill>
              </a:rPr>
              <a:t>1.Journeys: </a:t>
            </a:r>
            <a:r>
              <a:rPr lang="en-US" sz="1800" dirty="0">
                <a:solidFill>
                  <a:srgbClr val="1C1C1C"/>
                </a:solidFill>
              </a:rPr>
              <a:t>Stores information about each journey.</a:t>
            </a:r>
          </a:p>
          <a:p>
            <a:pPr marL="482600" indent="-342900">
              <a:lnSpc>
                <a:spcPct val="150000"/>
              </a:lnSpc>
              <a:buAutoNum type="arabicPeriod"/>
            </a:pPr>
            <a:r>
              <a:rPr lang="en-US" sz="1800" b="1" dirty="0">
                <a:solidFill>
                  <a:srgbClr val="1C1C1C"/>
                </a:solidFill>
              </a:rPr>
              <a:t>2. Routes: </a:t>
            </a:r>
            <a:r>
              <a:rPr lang="en-US" sz="1800" dirty="0">
                <a:solidFill>
                  <a:srgbClr val="1C1C1C"/>
                </a:solidFill>
              </a:rPr>
              <a:t>Contains details about the different routes.</a:t>
            </a:r>
          </a:p>
          <a:p>
            <a:pPr marL="482600" indent="-342900">
              <a:lnSpc>
                <a:spcPct val="150000"/>
              </a:lnSpc>
              <a:buAutoNum type="arabicPeriod"/>
            </a:pPr>
            <a:r>
              <a:rPr lang="en-US" sz="1800" b="1" dirty="0">
                <a:solidFill>
                  <a:srgbClr val="1C1C1C"/>
                </a:solidFill>
              </a:rPr>
              <a:t>3. Transactions: </a:t>
            </a:r>
            <a:r>
              <a:rPr lang="en-US" sz="1800" dirty="0">
                <a:solidFill>
                  <a:srgbClr val="1C1C1C"/>
                </a:solidFill>
              </a:rPr>
              <a:t>Holds the transaction data related to each journey.</a:t>
            </a:r>
          </a:p>
          <a:p>
            <a:pPr marL="482600" indent="-342900">
              <a:lnSpc>
                <a:spcPct val="150000"/>
              </a:lnSpc>
              <a:buAutoNum type="arabicPeriod"/>
            </a:pPr>
            <a:r>
              <a:rPr lang="en-US" sz="1800" b="1" dirty="0">
                <a:solidFill>
                  <a:srgbClr val="1C1C1C"/>
                </a:solidFill>
              </a:rPr>
              <a:t>4. Station: </a:t>
            </a:r>
            <a:r>
              <a:rPr lang="en-US" sz="1800" dirty="0">
                <a:solidFill>
                  <a:srgbClr val="1C1C1C"/>
                </a:solidFill>
              </a:rPr>
              <a:t>Lists the stations involved in the journeys.</a:t>
            </a:r>
          </a:p>
          <a:p>
            <a:pPr marL="482600" indent="-342900">
              <a:lnSpc>
                <a:spcPct val="150000"/>
              </a:lnSpc>
              <a:buAutoNum type="arabicPeriod"/>
            </a:pPr>
            <a:endParaRPr lang="en-US" sz="1800" dirty="0">
              <a:solidFill>
                <a:srgbClr val="1C1C1C"/>
              </a:solidFill>
            </a:endParaRPr>
          </a:p>
          <a:p>
            <a:pPr marL="139700" indent="0">
              <a:lnSpc>
                <a:spcPct val="150000"/>
              </a:lnSpc>
            </a:pPr>
            <a:r>
              <a:rPr lang="en-US" sz="1800" b="1" dirty="0">
                <a:solidFill>
                  <a:srgbClr val="1C1C1C"/>
                </a:solidFill>
              </a:rPr>
              <a:t>linked these tables together </a:t>
            </a:r>
            <a:r>
              <a:rPr lang="en-US" sz="1800" dirty="0">
                <a:solidFill>
                  <a:srgbClr val="1C1C1C"/>
                </a:solidFill>
              </a:rPr>
              <a:t>using primary keys and foreign keys, ensuring efficient relationships and minimizing redundancy. </a:t>
            </a:r>
            <a:endParaRPr lang="en-US" sz="4000" dirty="0">
              <a:solidFill>
                <a:srgbClr val="002060"/>
              </a:solidFill>
              <a:latin typeface="Crimson Pro Bold"/>
              <a:ea typeface="Crimson Pro Bold"/>
            </a:endParaRPr>
          </a:p>
        </p:txBody>
      </p:sp>
      <p:grpSp>
        <p:nvGrpSpPr>
          <p:cNvPr id="1098" name="Google Shape;1098;p30">
            <a:extLst>
              <a:ext uri="{FF2B5EF4-FFF2-40B4-BE49-F238E27FC236}">
                <a16:creationId xmlns:a16="http://schemas.microsoft.com/office/drawing/2014/main" id="{99D4B512-6448-9623-3361-68E8DF108ECC}"/>
              </a:ext>
            </a:extLst>
          </p:cNvPr>
          <p:cNvGrpSpPr/>
          <p:nvPr/>
        </p:nvGrpSpPr>
        <p:grpSpPr>
          <a:xfrm>
            <a:off x="1941675" y="4364875"/>
            <a:ext cx="853900" cy="770400"/>
            <a:chOff x="4219225" y="4330850"/>
            <a:chExt cx="853900" cy="770400"/>
          </a:xfrm>
          <a:solidFill>
            <a:srgbClr val="38761D"/>
          </a:solidFill>
        </p:grpSpPr>
        <p:grpSp>
          <p:nvGrpSpPr>
            <p:cNvPr id="1099" name="Google Shape;1099;p30">
              <a:extLst>
                <a:ext uri="{FF2B5EF4-FFF2-40B4-BE49-F238E27FC236}">
                  <a16:creationId xmlns:a16="http://schemas.microsoft.com/office/drawing/2014/main" id="{2C6B9B51-DA2C-F3A3-0EC1-B7949B3E6897}"/>
                </a:ext>
              </a:extLst>
            </p:cNvPr>
            <p:cNvGrpSpPr/>
            <p:nvPr/>
          </p:nvGrpSpPr>
          <p:grpSpPr>
            <a:xfrm>
              <a:off x="4295625" y="4330850"/>
              <a:ext cx="777500" cy="770400"/>
              <a:chOff x="4295625" y="4330850"/>
              <a:chExt cx="777500" cy="770400"/>
            </a:xfrm>
            <a:grpFill/>
          </p:grpSpPr>
          <p:sp>
            <p:nvSpPr>
              <p:cNvPr id="1100" name="Google Shape;1100;p30">
                <a:extLst>
                  <a:ext uri="{FF2B5EF4-FFF2-40B4-BE49-F238E27FC236}">
                    <a16:creationId xmlns:a16="http://schemas.microsoft.com/office/drawing/2014/main" id="{F4067535-87CD-624E-F281-85DC1C309EDF}"/>
                  </a:ext>
                </a:extLst>
              </p:cNvPr>
              <p:cNvSpPr/>
              <p:nvPr/>
            </p:nvSpPr>
            <p:spPr>
              <a:xfrm>
                <a:off x="4603250" y="4588300"/>
                <a:ext cx="408325" cy="293525"/>
              </a:xfrm>
              <a:custGeom>
                <a:avLst/>
                <a:gdLst/>
                <a:ahLst/>
                <a:cxnLst/>
                <a:rect l="l" t="t" r="r" b="b"/>
                <a:pathLst>
                  <a:path w="16333" h="11741" extrusionOk="0">
                    <a:moveTo>
                      <a:pt x="8167" y="0"/>
                    </a:moveTo>
                    <a:cubicBezTo>
                      <a:pt x="8167" y="0"/>
                      <a:pt x="5549" y="9185"/>
                      <a:pt x="0" y="9185"/>
                    </a:cubicBezTo>
                    <a:cubicBezTo>
                      <a:pt x="0" y="9185"/>
                      <a:pt x="3260" y="11740"/>
                      <a:pt x="8167" y="11740"/>
                    </a:cubicBezTo>
                    <a:cubicBezTo>
                      <a:pt x="13073" y="11740"/>
                      <a:pt x="16333" y="9185"/>
                      <a:pt x="16333" y="9185"/>
                    </a:cubicBezTo>
                    <a:cubicBezTo>
                      <a:pt x="10784" y="9185"/>
                      <a:pt x="8167" y="0"/>
                      <a:pt x="816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01" name="Google Shape;1101;p30">
                <a:extLst>
                  <a:ext uri="{FF2B5EF4-FFF2-40B4-BE49-F238E27FC236}">
                    <a16:creationId xmlns:a16="http://schemas.microsoft.com/office/drawing/2014/main" id="{5AD39E60-A729-1570-4F7F-DA8DA4412613}"/>
                  </a:ext>
                </a:extLst>
              </p:cNvPr>
              <p:cNvGrpSpPr/>
              <p:nvPr/>
            </p:nvGrpSpPr>
            <p:grpSpPr>
              <a:xfrm>
                <a:off x="4295625" y="4330850"/>
                <a:ext cx="777500" cy="770400"/>
                <a:chOff x="4295625" y="4330850"/>
                <a:chExt cx="777500" cy="770400"/>
              </a:xfrm>
              <a:grpFill/>
            </p:grpSpPr>
            <p:sp>
              <p:nvSpPr>
                <p:cNvPr id="1102" name="Google Shape;1102;p30">
                  <a:extLst>
                    <a:ext uri="{FF2B5EF4-FFF2-40B4-BE49-F238E27FC236}">
                      <a16:creationId xmlns:a16="http://schemas.microsoft.com/office/drawing/2014/main" id="{E1E142FE-A90E-E93B-F281-67CA0BEF6682}"/>
                    </a:ext>
                  </a:extLst>
                </p:cNvPr>
                <p:cNvSpPr/>
                <p:nvPr/>
              </p:nvSpPr>
              <p:spPr>
                <a:xfrm>
                  <a:off x="4637325" y="4508750"/>
                  <a:ext cx="340550" cy="244925"/>
                </a:xfrm>
                <a:custGeom>
                  <a:avLst/>
                  <a:gdLst/>
                  <a:ahLst/>
                  <a:cxnLst/>
                  <a:rect l="l" t="t" r="r" b="b"/>
                  <a:pathLst>
                    <a:path w="13622" h="9797" extrusionOk="0">
                      <a:moveTo>
                        <a:pt x="6804" y="0"/>
                      </a:moveTo>
                      <a:cubicBezTo>
                        <a:pt x="6804" y="0"/>
                        <a:pt x="4625" y="7665"/>
                        <a:pt x="1" y="7665"/>
                      </a:cubicBezTo>
                      <a:cubicBezTo>
                        <a:pt x="1" y="7665"/>
                        <a:pt x="2713" y="9797"/>
                        <a:pt x="6804" y="9797"/>
                      </a:cubicBezTo>
                      <a:cubicBezTo>
                        <a:pt x="10895" y="9797"/>
                        <a:pt x="13622" y="7665"/>
                        <a:pt x="13622" y="7665"/>
                      </a:cubicBezTo>
                      <a:cubicBezTo>
                        <a:pt x="8998" y="7665"/>
                        <a:pt x="6804" y="0"/>
                        <a:pt x="680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3" name="Google Shape;1103;p30">
                  <a:extLst>
                    <a:ext uri="{FF2B5EF4-FFF2-40B4-BE49-F238E27FC236}">
                      <a16:creationId xmlns:a16="http://schemas.microsoft.com/office/drawing/2014/main" id="{8A29E8EE-A024-C87B-9AEB-077A843A62BF}"/>
                    </a:ext>
                  </a:extLst>
                </p:cNvPr>
                <p:cNvSpPr/>
                <p:nvPr/>
              </p:nvSpPr>
              <p:spPr>
                <a:xfrm>
                  <a:off x="4330900" y="4565175"/>
                  <a:ext cx="166175" cy="189675"/>
                </a:xfrm>
                <a:custGeom>
                  <a:avLst/>
                  <a:gdLst/>
                  <a:ahLst/>
                  <a:cxnLst/>
                  <a:rect l="l" t="t" r="r" b="b"/>
                  <a:pathLst>
                    <a:path w="6647" h="7587" extrusionOk="0">
                      <a:moveTo>
                        <a:pt x="3323" y="0"/>
                      </a:moveTo>
                      <a:cubicBezTo>
                        <a:pt x="3323" y="0"/>
                        <a:pt x="2461" y="6850"/>
                        <a:pt x="1" y="6850"/>
                      </a:cubicBezTo>
                      <a:cubicBezTo>
                        <a:pt x="1" y="6850"/>
                        <a:pt x="1286" y="7587"/>
                        <a:pt x="3323" y="7587"/>
                      </a:cubicBezTo>
                      <a:cubicBezTo>
                        <a:pt x="5361" y="7587"/>
                        <a:pt x="6646" y="6850"/>
                        <a:pt x="6646" y="6850"/>
                      </a:cubicBezTo>
                      <a:cubicBezTo>
                        <a:pt x="4186" y="6850"/>
                        <a:pt x="3323" y="0"/>
                        <a:pt x="3323"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04" name="Google Shape;1104;p30">
                  <a:extLst>
                    <a:ext uri="{FF2B5EF4-FFF2-40B4-BE49-F238E27FC236}">
                      <a16:creationId xmlns:a16="http://schemas.microsoft.com/office/drawing/2014/main" id="{20EBD85A-5506-63A9-5A32-9256A6F7751C}"/>
                    </a:ext>
                  </a:extLst>
                </p:cNvPr>
                <p:cNvGrpSpPr/>
                <p:nvPr/>
              </p:nvGrpSpPr>
              <p:grpSpPr>
                <a:xfrm>
                  <a:off x="4295625" y="4330850"/>
                  <a:ext cx="777500" cy="770400"/>
                  <a:chOff x="4295625" y="4330850"/>
                  <a:chExt cx="777500" cy="770400"/>
                </a:xfrm>
                <a:grpFill/>
              </p:grpSpPr>
              <p:sp>
                <p:nvSpPr>
                  <p:cNvPr id="1105" name="Google Shape;1105;p30">
                    <a:extLst>
                      <a:ext uri="{FF2B5EF4-FFF2-40B4-BE49-F238E27FC236}">
                        <a16:creationId xmlns:a16="http://schemas.microsoft.com/office/drawing/2014/main" id="{E78CBBC7-97C9-C4FA-EB23-B1640F4A5F56}"/>
                      </a:ext>
                    </a:extLst>
                  </p:cNvPr>
                  <p:cNvSpPr/>
                  <p:nvPr/>
                </p:nvSpPr>
                <p:spPr>
                  <a:xfrm>
                    <a:off x="4688275" y="4330850"/>
                    <a:ext cx="238675" cy="272750"/>
                  </a:xfrm>
                  <a:custGeom>
                    <a:avLst/>
                    <a:gdLst/>
                    <a:ahLst/>
                    <a:cxnLst/>
                    <a:rect l="l" t="t" r="r" b="b"/>
                    <a:pathLst>
                      <a:path w="9547" h="10910" extrusionOk="0">
                        <a:moveTo>
                          <a:pt x="4766" y="0"/>
                        </a:moveTo>
                        <a:cubicBezTo>
                          <a:pt x="4766" y="0"/>
                          <a:pt x="3543" y="9843"/>
                          <a:pt x="1" y="9843"/>
                        </a:cubicBezTo>
                        <a:cubicBezTo>
                          <a:pt x="1" y="9843"/>
                          <a:pt x="1850" y="10909"/>
                          <a:pt x="4766" y="10909"/>
                        </a:cubicBezTo>
                        <a:cubicBezTo>
                          <a:pt x="7697" y="10909"/>
                          <a:pt x="9546" y="9843"/>
                          <a:pt x="9546" y="9843"/>
                        </a:cubicBezTo>
                        <a:cubicBezTo>
                          <a:pt x="6004" y="9843"/>
                          <a:pt x="4766" y="0"/>
                          <a:pt x="4766"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6" name="Google Shape;1106;p30">
                    <a:extLst>
                      <a:ext uri="{FF2B5EF4-FFF2-40B4-BE49-F238E27FC236}">
                        <a16:creationId xmlns:a16="http://schemas.microsoft.com/office/drawing/2014/main" id="{8085C168-E31B-F3F6-E1A4-561164A2EADD}"/>
                      </a:ext>
                    </a:extLst>
                  </p:cNvPr>
                  <p:cNvSpPr/>
                  <p:nvPr/>
                </p:nvSpPr>
                <p:spPr>
                  <a:xfrm>
                    <a:off x="4513550" y="4699175"/>
                    <a:ext cx="559575" cy="402075"/>
                  </a:xfrm>
                  <a:custGeom>
                    <a:avLst/>
                    <a:gdLst/>
                    <a:ahLst/>
                    <a:cxnLst/>
                    <a:rect l="l" t="t" r="r" b="b"/>
                    <a:pathLst>
                      <a:path w="22383" h="16083" extrusionOk="0">
                        <a:moveTo>
                          <a:pt x="11192" y="1"/>
                        </a:moveTo>
                        <a:cubicBezTo>
                          <a:pt x="11192" y="1"/>
                          <a:pt x="7618" y="12587"/>
                          <a:pt x="0" y="12587"/>
                        </a:cubicBezTo>
                        <a:cubicBezTo>
                          <a:pt x="0" y="12587"/>
                          <a:pt x="4483" y="16083"/>
                          <a:pt x="11192" y="16083"/>
                        </a:cubicBezTo>
                        <a:cubicBezTo>
                          <a:pt x="17916" y="16083"/>
                          <a:pt x="22383" y="12587"/>
                          <a:pt x="22383" y="12587"/>
                        </a:cubicBezTo>
                        <a:cubicBezTo>
                          <a:pt x="14781" y="12587"/>
                          <a:pt x="11192" y="1"/>
                          <a:pt x="1119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7" name="Google Shape;1107;p30">
                    <a:extLst>
                      <a:ext uri="{FF2B5EF4-FFF2-40B4-BE49-F238E27FC236}">
                        <a16:creationId xmlns:a16="http://schemas.microsoft.com/office/drawing/2014/main" id="{1E752C1C-FE9F-64A3-3582-AC9078DD24A7}"/>
                      </a:ext>
                    </a:extLst>
                  </p:cNvPr>
                  <p:cNvSpPr/>
                  <p:nvPr/>
                </p:nvSpPr>
                <p:spPr>
                  <a:xfrm>
                    <a:off x="4295625" y="4689000"/>
                    <a:ext cx="237100" cy="170475"/>
                  </a:xfrm>
                  <a:custGeom>
                    <a:avLst/>
                    <a:gdLst/>
                    <a:ahLst/>
                    <a:cxnLst/>
                    <a:rect l="l" t="t" r="r" b="b"/>
                    <a:pathLst>
                      <a:path w="9484" h="6819" extrusionOk="0">
                        <a:moveTo>
                          <a:pt x="4734" y="0"/>
                        </a:moveTo>
                        <a:cubicBezTo>
                          <a:pt x="4734" y="0"/>
                          <a:pt x="3214" y="5330"/>
                          <a:pt x="1" y="5330"/>
                        </a:cubicBezTo>
                        <a:cubicBezTo>
                          <a:pt x="1" y="5330"/>
                          <a:pt x="1882" y="6819"/>
                          <a:pt x="4734" y="6819"/>
                        </a:cubicBezTo>
                        <a:cubicBezTo>
                          <a:pt x="7587" y="6819"/>
                          <a:pt x="9484" y="5330"/>
                          <a:pt x="9484" y="5330"/>
                        </a:cubicBezTo>
                        <a:cubicBezTo>
                          <a:pt x="6255" y="5330"/>
                          <a:pt x="4734" y="0"/>
                          <a:pt x="473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1108" name="Google Shape;1108;p30">
              <a:extLst>
                <a:ext uri="{FF2B5EF4-FFF2-40B4-BE49-F238E27FC236}">
                  <a16:creationId xmlns:a16="http://schemas.microsoft.com/office/drawing/2014/main" id="{8DF9FFEE-B8BE-921B-4CE0-43A4AB2B831F}"/>
                </a:ext>
              </a:extLst>
            </p:cNvPr>
            <p:cNvGrpSpPr/>
            <p:nvPr/>
          </p:nvGrpSpPr>
          <p:grpSpPr>
            <a:xfrm>
              <a:off x="4219225" y="4744250"/>
              <a:ext cx="389525" cy="357000"/>
              <a:chOff x="4219225" y="4744250"/>
              <a:chExt cx="389525" cy="357000"/>
            </a:xfrm>
            <a:grpFill/>
          </p:grpSpPr>
          <p:sp>
            <p:nvSpPr>
              <p:cNvPr id="1109" name="Google Shape;1109;p30">
                <a:extLst>
                  <a:ext uri="{FF2B5EF4-FFF2-40B4-BE49-F238E27FC236}">
                    <a16:creationId xmlns:a16="http://schemas.microsoft.com/office/drawing/2014/main" id="{C7E5D9B5-FEF1-D2F1-5F4A-F91CE4187CA5}"/>
                  </a:ext>
                </a:extLst>
              </p:cNvPr>
              <p:cNvSpPr/>
              <p:nvPr/>
            </p:nvSpPr>
            <p:spPr>
              <a:xfrm>
                <a:off x="4271725" y="4744250"/>
                <a:ext cx="284525" cy="204175"/>
              </a:xfrm>
              <a:custGeom>
                <a:avLst/>
                <a:gdLst/>
                <a:ahLst/>
                <a:cxnLst/>
                <a:rect l="l" t="t" r="r" b="b"/>
                <a:pathLst>
                  <a:path w="11381" h="8167" extrusionOk="0">
                    <a:moveTo>
                      <a:pt x="5690" y="0"/>
                    </a:moveTo>
                    <a:cubicBezTo>
                      <a:pt x="5690" y="0"/>
                      <a:pt x="3872" y="6396"/>
                      <a:pt x="1" y="6396"/>
                    </a:cubicBezTo>
                    <a:cubicBezTo>
                      <a:pt x="1" y="6396"/>
                      <a:pt x="2273" y="8167"/>
                      <a:pt x="5690" y="8167"/>
                    </a:cubicBezTo>
                    <a:cubicBezTo>
                      <a:pt x="9107" y="8167"/>
                      <a:pt x="11380" y="6396"/>
                      <a:pt x="11380" y="6396"/>
                    </a:cubicBezTo>
                    <a:cubicBezTo>
                      <a:pt x="7509" y="6396"/>
                      <a:pt x="5690" y="0"/>
                      <a:pt x="569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0" name="Google Shape;1110;p30">
                <a:extLst>
                  <a:ext uri="{FF2B5EF4-FFF2-40B4-BE49-F238E27FC236}">
                    <a16:creationId xmlns:a16="http://schemas.microsoft.com/office/drawing/2014/main" id="{F774FA3E-7DDA-DE91-56F2-00770B13A750}"/>
                  </a:ext>
                </a:extLst>
              </p:cNvPr>
              <p:cNvSpPr/>
              <p:nvPr/>
            </p:nvSpPr>
            <p:spPr>
              <a:xfrm>
                <a:off x="4219225" y="4821450"/>
                <a:ext cx="389525" cy="279800"/>
              </a:xfrm>
              <a:custGeom>
                <a:avLst/>
                <a:gdLst/>
                <a:ahLst/>
                <a:cxnLst/>
                <a:rect l="l" t="t" r="r" b="b"/>
                <a:pathLst>
                  <a:path w="15581" h="11192" extrusionOk="0">
                    <a:moveTo>
                      <a:pt x="7790" y="0"/>
                    </a:moveTo>
                    <a:cubicBezTo>
                      <a:pt x="7790" y="0"/>
                      <a:pt x="5298" y="8762"/>
                      <a:pt x="0" y="8762"/>
                    </a:cubicBezTo>
                    <a:cubicBezTo>
                      <a:pt x="0" y="8762"/>
                      <a:pt x="3120" y="11192"/>
                      <a:pt x="7790" y="11192"/>
                    </a:cubicBezTo>
                    <a:cubicBezTo>
                      <a:pt x="12461" y="11192"/>
                      <a:pt x="15581" y="8762"/>
                      <a:pt x="15581" y="8762"/>
                    </a:cubicBezTo>
                    <a:cubicBezTo>
                      <a:pt x="10283" y="8762"/>
                      <a:pt x="7790" y="0"/>
                      <a:pt x="779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113" name="Google Shape;1113;p30">
            <a:extLst>
              <a:ext uri="{FF2B5EF4-FFF2-40B4-BE49-F238E27FC236}">
                <a16:creationId xmlns:a16="http://schemas.microsoft.com/office/drawing/2014/main" id="{8312CDCF-9197-EC65-F2FE-A3779FECE17B}"/>
              </a:ext>
            </a:extLst>
          </p:cNvPr>
          <p:cNvGrpSpPr/>
          <p:nvPr/>
        </p:nvGrpSpPr>
        <p:grpSpPr>
          <a:xfrm flipH="1">
            <a:off x="-3947675" y="-414289"/>
            <a:ext cx="5744325" cy="5451839"/>
            <a:chOff x="4527625" y="682250"/>
            <a:chExt cx="4656075" cy="4419000"/>
          </a:xfrm>
        </p:grpSpPr>
        <p:sp>
          <p:nvSpPr>
            <p:cNvPr id="1114" name="Google Shape;1114;p30">
              <a:extLst>
                <a:ext uri="{FF2B5EF4-FFF2-40B4-BE49-F238E27FC236}">
                  <a16:creationId xmlns:a16="http://schemas.microsoft.com/office/drawing/2014/main" id="{8CB91E63-9AA6-9636-990C-D10E6AF7BB01}"/>
                </a:ext>
              </a:extLst>
            </p:cNvPr>
            <p:cNvSpPr/>
            <p:nvPr/>
          </p:nvSpPr>
          <p:spPr>
            <a:xfrm>
              <a:off x="4527625" y="682250"/>
              <a:ext cx="4656075" cy="4419000"/>
            </a:xfrm>
            <a:custGeom>
              <a:avLst/>
              <a:gdLst/>
              <a:ahLst/>
              <a:cxnLst/>
              <a:rect l="l" t="t" r="r" b="b"/>
              <a:pathLst>
                <a:path w="186243" h="176760" extrusionOk="0">
                  <a:moveTo>
                    <a:pt x="135238" y="1442"/>
                  </a:moveTo>
                  <a:lnTo>
                    <a:pt x="0" y="176760"/>
                  </a:lnTo>
                  <a:lnTo>
                    <a:pt x="186242" y="176760"/>
                  </a:lnTo>
                  <a:lnTo>
                    <a:pt x="186242" y="59359"/>
                  </a:lnTo>
                  <a:lnTo>
                    <a:pt x="141100" y="1427"/>
                  </a:lnTo>
                  <a:cubicBezTo>
                    <a:pt x="140348" y="471"/>
                    <a:pt x="139266" y="0"/>
                    <a:pt x="138169" y="0"/>
                  </a:cubicBezTo>
                  <a:lnTo>
                    <a:pt x="138169" y="0"/>
                  </a:lnTo>
                  <a:cubicBezTo>
                    <a:pt x="137072" y="0"/>
                    <a:pt x="135975" y="486"/>
                    <a:pt x="135238" y="1442"/>
                  </a:cubicBezTo>
                </a:path>
              </a:pathLst>
            </a:custGeom>
            <a:solidFill>
              <a:srgbClr val="0070C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15" name="Google Shape;1115;p30">
              <a:extLst>
                <a:ext uri="{FF2B5EF4-FFF2-40B4-BE49-F238E27FC236}">
                  <a16:creationId xmlns:a16="http://schemas.microsoft.com/office/drawing/2014/main" id="{6F365B24-283B-4D01-93D8-F1F88FB7C03F}"/>
                </a:ext>
              </a:extLst>
            </p:cNvPr>
            <p:cNvSpPr/>
            <p:nvPr/>
          </p:nvSpPr>
          <p:spPr>
            <a:xfrm>
              <a:off x="7564125" y="695575"/>
              <a:ext cx="1619575" cy="4405675"/>
            </a:xfrm>
            <a:custGeom>
              <a:avLst/>
              <a:gdLst/>
              <a:ahLst/>
              <a:cxnLst/>
              <a:rect l="l" t="t" r="r" b="b"/>
              <a:pathLst>
                <a:path w="64783" h="176227" extrusionOk="0">
                  <a:moveTo>
                    <a:pt x="21600" y="3417"/>
                  </a:moveTo>
                  <a:cubicBezTo>
                    <a:pt x="18935" y="0"/>
                    <a:pt x="13465" y="3198"/>
                    <a:pt x="15267" y="7148"/>
                  </a:cubicBezTo>
                  <a:cubicBezTo>
                    <a:pt x="15299" y="7226"/>
                    <a:pt x="15346" y="7289"/>
                    <a:pt x="15377" y="7367"/>
                  </a:cubicBezTo>
                  <a:cubicBezTo>
                    <a:pt x="17258" y="10894"/>
                    <a:pt x="21176" y="11286"/>
                    <a:pt x="21176" y="14029"/>
                  </a:cubicBezTo>
                  <a:cubicBezTo>
                    <a:pt x="21176" y="23042"/>
                    <a:pt x="1975" y="29437"/>
                    <a:pt x="1975" y="46678"/>
                  </a:cubicBezTo>
                  <a:cubicBezTo>
                    <a:pt x="1975" y="63920"/>
                    <a:pt x="41553" y="65488"/>
                    <a:pt x="41553" y="83513"/>
                  </a:cubicBezTo>
                  <a:cubicBezTo>
                    <a:pt x="41553" y="101539"/>
                    <a:pt x="0" y="98796"/>
                    <a:pt x="0" y="125442"/>
                  </a:cubicBezTo>
                  <a:cubicBezTo>
                    <a:pt x="0" y="152088"/>
                    <a:pt x="64782" y="176227"/>
                    <a:pt x="64782" y="176227"/>
                  </a:cubicBezTo>
                  <a:lnTo>
                    <a:pt x="64782" y="58826"/>
                  </a:lnTo>
                  <a:close/>
                </a:path>
              </a:pathLst>
            </a:custGeom>
            <a:solidFill>
              <a:srgbClr val="FFFFFF">
                <a:alpha val="410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37" name="Google Shape;1137;p30">
            <a:extLst>
              <a:ext uri="{FF2B5EF4-FFF2-40B4-BE49-F238E27FC236}">
                <a16:creationId xmlns:a16="http://schemas.microsoft.com/office/drawing/2014/main" id="{E5358280-654C-E616-D2CD-C4F3322CE7A8}"/>
              </a:ext>
            </a:extLst>
          </p:cNvPr>
          <p:cNvSpPr/>
          <p:nvPr/>
        </p:nvSpPr>
        <p:spPr>
          <a:xfrm>
            <a:off x="4305025" y="3983225"/>
            <a:ext cx="4881800" cy="1188925"/>
          </a:xfrm>
          <a:custGeom>
            <a:avLst/>
            <a:gdLst/>
            <a:ahLst/>
            <a:cxnLst/>
            <a:rect l="l" t="t" r="r" b="b"/>
            <a:pathLst>
              <a:path w="195272" h="47557" extrusionOk="0">
                <a:moveTo>
                  <a:pt x="169456" y="6161"/>
                </a:moveTo>
                <a:cubicBezTo>
                  <a:pt x="153343" y="18559"/>
                  <a:pt x="158233" y="14907"/>
                  <a:pt x="149001" y="12290"/>
                </a:cubicBezTo>
                <a:lnTo>
                  <a:pt x="149001" y="12290"/>
                </a:lnTo>
                <a:cubicBezTo>
                  <a:pt x="139753" y="9688"/>
                  <a:pt x="141070" y="6020"/>
                  <a:pt x="130489" y="13340"/>
                </a:cubicBezTo>
                <a:lnTo>
                  <a:pt x="130489" y="13340"/>
                </a:lnTo>
                <a:cubicBezTo>
                  <a:pt x="125160" y="17023"/>
                  <a:pt x="118279" y="16318"/>
                  <a:pt x="111147" y="15628"/>
                </a:cubicBezTo>
                <a:lnTo>
                  <a:pt x="111147" y="15628"/>
                </a:lnTo>
                <a:cubicBezTo>
                  <a:pt x="104125" y="14938"/>
                  <a:pt x="96868" y="14233"/>
                  <a:pt x="90645" y="17760"/>
                </a:cubicBezTo>
                <a:lnTo>
                  <a:pt x="90645" y="17760"/>
                </a:lnTo>
                <a:cubicBezTo>
                  <a:pt x="78106" y="24829"/>
                  <a:pt x="65990" y="32980"/>
                  <a:pt x="62416" y="32494"/>
                </a:cubicBezTo>
                <a:lnTo>
                  <a:pt x="62416" y="32494"/>
                </a:lnTo>
                <a:cubicBezTo>
                  <a:pt x="29515" y="28058"/>
                  <a:pt x="1" y="47557"/>
                  <a:pt x="1" y="47557"/>
                </a:cubicBezTo>
                <a:lnTo>
                  <a:pt x="1" y="47557"/>
                </a:lnTo>
                <a:lnTo>
                  <a:pt x="195271" y="47557"/>
                </a:lnTo>
                <a:lnTo>
                  <a:pt x="195271" y="3935"/>
                </a:lnTo>
                <a:cubicBezTo>
                  <a:pt x="195271" y="3935"/>
                  <a:pt x="191525" y="1"/>
                  <a:pt x="184817" y="1"/>
                </a:cubicBezTo>
                <a:lnTo>
                  <a:pt x="184817" y="1"/>
                </a:lnTo>
                <a:cubicBezTo>
                  <a:pt x="180726" y="1"/>
                  <a:pt x="175553" y="1459"/>
                  <a:pt x="169456" y="6161"/>
                </a:cubicBezTo>
                <a:close/>
              </a:path>
            </a:pathLst>
          </a:custGeom>
          <a:solidFill>
            <a:srgbClr val="638C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rgbClr val="00B0F0"/>
              </a:solidFill>
            </a:endParaRPr>
          </a:p>
        </p:txBody>
      </p:sp>
      <p:grpSp>
        <p:nvGrpSpPr>
          <p:cNvPr id="1138" name="Google Shape;1138;p30">
            <a:extLst>
              <a:ext uri="{FF2B5EF4-FFF2-40B4-BE49-F238E27FC236}">
                <a16:creationId xmlns:a16="http://schemas.microsoft.com/office/drawing/2014/main" id="{9B826EC0-7E40-3373-6E12-2BADD51E8220}"/>
              </a:ext>
            </a:extLst>
          </p:cNvPr>
          <p:cNvGrpSpPr/>
          <p:nvPr/>
        </p:nvGrpSpPr>
        <p:grpSpPr>
          <a:xfrm>
            <a:off x="7524150" y="4407050"/>
            <a:ext cx="559600" cy="770400"/>
            <a:chOff x="7524150" y="4330850"/>
            <a:chExt cx="559600" cy="770400"/>
          </a:xfrm>
          <a:solidFill>
            <a:srgbClr val="38761D"/>
          </a:solidFill>
        </p:grpSpPr>
        <p:sp>
          <p:nvSpPr>
            <p:cNvPr id="1139" name="Google Shape;1139;p30">
              <a:extLst>
                <a:ext uri="{FF2B5EF4-FFF2-40B4-BE49-F238E27FC236}">
                  <a16:creationId xmlns:a16="http://schemas.microsoft.com/office/drawing/2014/main" id="{F394C1CE-1D3B-02A2-D153-3DA79756D279}"/>
                </a:ext>
              </a:extLst>
            </p:cNvPr>
            <p:cNvSpPr/>
            <p:nvPr/>
          </p:nvSpPr>
          <p:spPr>
            <a:xfrm>
              <a:off x="7684825" y="4330850"/>
              <a:ext cx="238275" cy="272750"/>
            </a:xfrm>
            <a:custGeom>
              <a:avLst/>
              <a:gdLst/>
              <a:ahLst/>
              <a:cxnLst/>
              <a:rect l="l" t="t" r="r" b="b"/>
              <a:pathLst>
                <a:path w="9531" h="10910" extrusionOk="0">
                  <a:moveTo>
                    <a:pt x="4765" y="0"/>
                  </a:moveTo>
                  <a:cubicBezTo>
                    <a:pt x="4765" y="0"/>
                    <a:pt x="3527" y="9843"/>
                    <a:pt x="0" y="9843"/>
                  </a:cubicBezTo>
                  <a:cubicBezTo>
                    <a:pt x="0" y="9843"/>
                    <a:pt x="1850" y="10909"/>
                    <a:pt x="4765" y="10909"/>
                  </a:cubicBezTo>
                  <a:cubicBezTo>
                    <a:pt x="7680" y="10909"/>
                    <a:pt x="9530" y="9843"/>
                    <a:pt x="9530" y="9843"/>
                  </a:cubicBezTo>
                  <a:cubicBezTo>
                    <a:pt x="5988" y="9843"/>
                    <a:pt x="4765" y="0"/>
                    <a:pt x="476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0" name="Google Shape;1140;p30">
              <a:extLst>
                <a:ext uri="{FF2B5EF4-FFF2-40B4-BE49-F238E27FC236}">
                  <a16:creationId xmlns:a16="http://schemas.microsoft.com/office/drawing/2014/main" id="{A71E76E0-6426-AE4A-D910-3ABB04E5BFCB}"/>
                </a:ext>
              </a:extLst>
            </p:cNvPr>
            <p:cNvSpPr/>
            <p:nvPr/>
          </p:nvSpPr>
          <p:spPr>
            <a:xfrm>
              <a:off x="7633475" y="4508750"/>
              <a:ext cx="340950" cy="244925"/>
            </a:xfrm>
            <a:custGeom>
              <a:avLst/>
              <a:gdLst/>
              <a:ahLst/>
              <a:cxnLst/>
              <a:rect l="l" t="t" r="r" b="b"/>
              <a:pathLst>
                <a:path w="13638" h="9797" extrusionOk="0">
                  <a:moveTo>
                    <a:pt x="6819" y="0"/>
                  </a:moveTo>
                  <a:cubicBezTo>
                    <a:pt x="6819" y="0"/>
                    <a:pt x="4640" y="7665"/>
                    <a:pt x="1" y="7665"/>
                  </a:cubicBezTo>
                  <a:cubicBezTo>
                    <a:pt x="1" y="7665"/>
                    <a:pt x="2728" y="9797"/>
                    <a:pt x="6819" y="9797"/>
                  </a:cubicBezTo>
                  <a:cubicBezTo>
                    <a:pt x="10910" y="9797"/>
                    <a:pt x="13637" y="7665"/>
                    <a:pt x="13637" y="7665"/>
                  </a:cubicBezTo>
                  <a:cubicBezTo>
                    <a:pt x="8998" y="7665"/>
                    <a:pt x="6819" y="0"/>
                    <a:pt x="681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1" name="Google Shape;1141;p30">
              <a:extLst>
                <a:ext uri="{FF2B5EF4-FFF2-40B4-BE49-F238E27FC236}">
                  <a16:creationId xmlns:a16="http://schemas.microsoft.com/office/drawing/2014/main" id="{E9B9BF40-CF34-B80D-86F7-BA5A5A65D017}"/>
                </a:ext>
              </a:extLst>
            </p:cNvPr>
            <p:cNvSpPr/>
            <p:nvPr/>
          </p:nvSpPr>
          <p:spPr>
            <a:xfrm>
              <a:off x="7599775" y="4588300"/>
              <a:ext cx="408350" cy="293525"/>
            </a:xfrm>
            <a:custGeom>
              <a:avLst/>
              <a:gdLst/>
              <a:ahLst/>
              <a:cxnLst/>
              <a:rect l="l" t="t" r="r" b="b"/>
              <a:pathLst>
                <a:path w="16334" h="11741" extrusionOk="0">
                  <a:moveTo>
                    <a:pt x="8167" y="0"/>
                  </a:moveTo>
                  <a:cubicBezTo>
                    <a:pt x="8167" y="0"/>
                    <a:pt x="5549" y="9185"/>
                    <a:pt x="1" y="9185"/>
                  </a:cubicBezTo>
                  <a:cubicBezTo>
                    <a:pt x="1" y="9185"/>
                    <a:pt x="3261" y="11740"/>
                    <a:pt x="8167" y="11740"/>
                  </a:cubicBezTo>
                  <a:cubicBezTo>
                    <a:pt x="13073" y="11740"/>
                    <a:pt x="16333" y="9185"/>
                    <a:pt x="16333" y="9185"/>
                  </a:cubicBezTo>
                  <a:cubicBezTo>
                    <a:pt x="10785" y="9185"/>
                    <a:pt x="8167" y="0"/>
                    <a:pt x="816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2" name="Google Shape;1142;p30">
              <a:extLst>
                <a:ext uri="{FF2B5EF4-FFF2-40B4-BE49-F238E27FC236}">
                  <a16:creationId xmlns:a16="http://schemas.microsoft.com/office/drawing/2014/main" id="{B232A6A7-54DB-DE27-CB81-1572CAADB412}"/>
                </a:ext>
              </a:extLst>
            </p:cNvPr>
            <p:cNvSpPr/>
            <p:nvPr/>
          </p:nvSpPr>
          <p:spPr>
            <a:xfrm>
              <a:off x="7524150" y="4699175"/>
              <a:ext cx="559600" cy="402075"/>
            </a:xfrm>
            <a:custGeom>
              <a:avLst/>
              <a:gdLst/>
              <a:ahLst/>
              <a:cxnLst/>
              <a:rect l="l" t="t" r="r" b="b"/>
              <a:pathLst>
                <a:path w="22384" h="16083" extrusionOk="0">
                  <a:moveTo>
                    <a:pt x="11192" y="1"/>
                  </a:moveTo>
                  <a:cubicBezTo>
                    <a:pt x="11192" y="1"/>
                    <a:pt x="7603" y="12587"/>
                    <a:pt x="1" y="12587"/>
                  </a:cubicBezTo>
                  <a:cubicBezTo>
                    <a:pt x="1" y="12587"/>
                    <a:pt x="4468" y="16083"/>
                    <a:pt x="11192" y="16083"/>
                  </a:cubicBezTo>
                  <a:cubicBezTo>
                    <a:pt x="17916" y="16083"/>
                    <a:pt x="22384" y="12587"/>
                    <a:pt x="22384" y="12587"/>
                  </a:cubicBezTo>
                  <a:cubicBezTo>
                    <a:pt x="14781" y="12587"/>
                    <a:pt x="11192" y="1"/>
                    <a:pt x="1119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43" name="Google Shape;1143;p30">
            <a:extLst>
              <a:ext uri="{FF2B5EF4-FFF2-40B4-BE49-F238E27FC236}">
                <a16:creationId xmlns:a16="http://schemas.microsoft.com/office/drawing/2014/main" id="{B6B69AA0-23DF-07E1-7031-FE11CA74AD7F}"/>
              </a:ext>
            </a:extLst>
          </p:cNvPr>
          <p:cNvGrpSpPr/>
          <p:nvPr/>
        </p:nvGrpSpPr>
        <p:grpSpPr>
          <a:xfrm>
            <a:off x="5354825" y="4641375"/>
            <a:ext cx="389150" cy="536075"/>
            <a:chOff x="5354825" y="4565175"/>
            <a:chExt cx="389150" cy="536075"/>
          </a:xfrm>
          <a:solidFill>
            <a:srgbClr val="38761D"/>
          </a:solidFill>
        </p:grpSpPr>
        <p:sp>
          <p:nvSpPr>
            <p:cNvPr id="1144" name="Google Shape;1144;p30">
              <a:extLst>
                <a:ext uri="{FF2B5EF4-FFF2-40B4-BE49-F238E27FC236}">
                  <a16:creationId xmlns:a16="http://schemas.microsoft.com/office/drawing/2014/main" id="{1F8DF2FA-BF00-F278-0F40-17C56BBBEC68}"/>
                </a:ext>
              </a:extLst>
            </p:cNvPr>
            <p:cNvSpPr/>
            <p:nvPr/>
          </p:nvSpPr>
          <p:spPr>
            <a:xfrm>
              <a:off x="5466500" y="4565175"/>
              <a:ext cx="165775" cy="189675"/>
            </a:xfrm>
            <a:custGeom>
              <a:avLst/>
              <a:gdLst/>
              <a:ahLst/>
              <a:cxnLst/>
              <a:rect l="l" t="t" r="r" b="b"/>
              <a:pathLst>
                <a:path w="6631" h="7587" extrusionOk="0">
                  <a:moveTo>
                    <a:pt x="3324" y="0"/>
                  </a:moveTo>
                  <a:cubicBezTo>
                    <a:pt x="3324" y="0"/>
                    <a:pt x="2462" y="6850"/>
                    <a:pt x="1" y="6850"/>
                  </a:cubicBezTo>
                  <a:cubicBezTo>
                    <a:pt x="1" y="6850"/>
                    <a:pt x="1286" y="7587"/>
                    <a:pt x="3324" y="7587"/>
                  </a:cubicBezTo>
                  <a:cubicBezTo>
                    <a:pt x="5346" y="7587"/>
                    <a:pt x="6631" y="6850"/>
                    <a:pt x="6631" y="6850"/>
                  </a:cubicBezTo>
                  <a:cubicBezTo>
                    <a:pt x="4170" y="6850"/>
                    <a:pt x="3324" y="0"/>
                    <a:pt x="332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45" name="Google Shape;1145;p30">
              <a:extLst>
                <a:ext uri="{FF2B5EF4-FFF2-40B4-BE49-F238E27FC236}">
                  <a16:creationId xmlns:a16="http://schemas.microsoft.com/office/drawing/2014/main" id="{524AAC18-8C51-1456-0F45-FA16C18FE270}"/>
                </a:ext>
              </a:extLst>
            </p:cNvPr>
            <p:cNvGrpSpPr/>
            <p:nvPr/>
          </p:nvGrpSpPr>
          <p:grpSpPr>
            <a:xfrm>
              <a:off x="5354825" y="4689000"/>
              <a:ext cx="389150" cy="412250"/>
              <a:chOff x="5354825" y="4689000"/>
              <a:chExt cx="389150" cy="412250"/>
            </a:xfrm>
            <a:grpFill/>
          </p:grpSpPr>
          <p:sp>
            <p:nvSpPr>
              <p:cNvPr id="1146" name="Google Shape;1146;p30">
                <a:extLst>
                  <a:ext uri="{FF2B5EF4-FFF2-40B4-BE49-F238E27FC236}">
                    <a16:creationId xmlns:a16="http://schemas.microsoft.com/office/drawing/2014/main" id="{6E6720F3-463C-E442-BDC6-93CE967817B2}"/>
                  </a:ext>
                </a:extLst>
              </p:cNvPr>
              <p:cNvSpPr/>
              <p:nvPr/>
            </p:nvSpPr>
            <p:spPr>
              <a:xfrm>
                <a:off x="5430850" y="4689000"/>
                <a:ext cx="237100" cy="170475"/>
              </a:xfrm>
              <a:custGeom>
                <a:avLst/>
                <a:gdLst/>
                <a:ahLst/>
                <a:cxnLst/>
                <a:rect l="l" t="t" r="r" b="b"/>
                <a:pathLst>
                  <a:path w="9484" h="6819" extrusionOk="0">
                    <a:moveTo>
                      <a:pt x="4750" y="0"/>
                    </a:moveTo>
                    <a:cubicBezTo>
                      <a:pt x="4750" y="0"/>
                      <a:pt x="3229" y="5330"/>
                      <a:pt x="0" y="5330"/>
                    </a:cubicBezTo>
                    <a:cubicBezTo>
                      <a:pt x="0" y="5330"/>
                      <a:pt x="1897" y="6819"/>
                      <a:pt x="4750" y="6819"/>
                    </a:cubicBezTo>
                    <a:cubicBezTo>
                      <a:pt x="7587" y="6819"/>
                      <a:pt x="9483" y="5330"/>
                      <a:pt x="9483" y="5330"/>
                    </a:cubicBezTo>
                    <a:cubicBezTo>
                      <a:pt x="6270" y="5330"/>
                      <a:pt x="4750" y="0"/>
                      <a:pt x="475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7" name="Google Shape;1147;p30">
                <a:extLst>
                  <a:ext uri="{FF2B5EF4-FFF2-40B4-BE49-F238E27FC236}">
                    <a16:creationId xmlns:a16="http://schemas.microsoft.com/office/drawing/2014/main" id="{66FA77DC-002A-F4BE-F3C6-F5B8F9C2CB7E}"/>
                  </a:ext>
                </a:extLst>
              </p:cNvPr>
              <p:cNvSpPr/>
              <p:nvPr/>
            </p:nvSpPr>
            <p:spPr>
              <a:xfrm>
                <a:off x="5407325" y="4744250"/>
                <a:ext cx="284125" cy="204175"/>
              </a:xfrm>
              <a:custGeom>
                <a:avLst/>
                <a:gdLst/>
                <a:ahLst/>
                <a:cxnLst/>
                <a:rect l="l" t="t" r="r" b="b"/>
                <a:pathLst>
                  <a:path w="11365" h="8167" extrusionOk="0">
                    <a:moveTo>
                      <a:pt x="5691" y="0"/>
                    </a:moveTo>
                    <a:cubicBezTo>
                      <a:pt x="5691" y="0"/>
                      <a:pt x="3857" y="6396"/>
                      <a:pt x="1" y="6396"/>
                    </a:cubicBezTo>
                    <a:cubicBezTo>
                      <a:pt x="1" y="6396"/>
                      <a:pt x="2274" y="8167"/>
                      <a:pt x="5691" y="8167"/>
                    </a:cubicBezTo>
                    <a:cubicBezTo>
                      <a:pt x="9092" y="8167"/>
                      <a:pt x="11365" y="6396"/>
                      <a:pt x="11365" y="6396"/>
                    </a:cubicBezTo>
                    <a:cubicBezTo>
                      <a:pt x="7509" y="6396"/>
                      <a:pt x="5691" y="0"/>
                      <a:pt x="569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30">
                <a:extLst>
                  <a:ext uri="{FF2B5EF4-FFF2-40B4-BE49-F238E27FC236}">
                    <a16:creationId xmlns:a16="http://schemas.microsoft.com/office/drawing/2014/main" id="{0E2475CD-AA88-3D8C-F330-D8842B8B4694}"/>
                  </a:ext>
                </a:extLst>
              </p:cNvPr>
              <p:cNvSpPr/>
              <p:nvPr/>
            </p:nvSpPr>
            <p:spPr>
              <a:xfrm>
                <a:off x="5354825" y="4821450"/>
                <a:ext cx="389150" cy="279800"/>
              </a:xfrm>
              <a:custGeom>
                <a:avLst/>
                <a:gdLst/>
                <a:ahLst/>
                <a:cxnLst/>
                <a:rect l="l" t="t" r="r" b="b"/>
                <a:pathLst>
                  <a:path w="15566" h="11192" extrusionOk="0">
                    <a:moveTo>
                      <a:pt x="7791" y="0"/>
                    </a:moveTo>
                    <a:cubicBezTo>
                      <a:pt x="7791" y="0"/>
                      <a:pt x="5283" y="8762"/>
                      <a:pt x="1" y="8762"/>
                    </a:cubicBezTo>
                    <a:cubicBezTo>
                      <a:pt x="1" y="8762"/>
                      <a:pt x="3104" y="11192"/>
                      <a:pt x="7791" y="11192"/>
                    </a:cubicBezTo>
                    <a:cubicBezTo>
                      <a:pt x="12462" y="11192"/>
                      <a:pt x="15565" y="8762"/>
                      <a:pt x="15565" y="8762"/>
                    </a:cubicBezTo>
                    <a:cubicBezTo>
                      <a:pt x="10283" y="8762"/>
                      <a:pt x="7791" y="0"/>
                      <a:pt x="779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149" name="Google Shape;1149;p30">
            <a:extLst>
              <a:ext uri="{FF2B5EF4-FFF2-40B4-BE49-F238E27FC236}">
                <a16:creationId xmlns:a16="http://schemas.microsoft.com/office/drawing/2014/main" id="{01654FD8-B531-8FF9-3E55-A2482A460411}"/>
              </a:ext>
            </a:extLst>
          </p:cNvPr>
          <p:cNvGrpSpPr/>
          <p:nvPr/>
        </p:nvGrpSpPr>
        <p:grpSpPr>
          <a:xfrm>
            <a:off x="4219225" y="4407050"/>
            <a:ext cx="853900" cy="770400"/>
            <a:chOff x="4219225" y="4330850"/>
            <a:chExt cx="853900" cy="770400"/>
          </a:xfrm>
          <a:solidFill>
            <a:srgbClr val="38761D"/>
          </a:solidFill>
        </p:grpSpPr>
        <p:grpSp>
          <p:nvGrpSpPr>
            <p:cNvPr id="1150" name="Google Shape;1150;p30">
              <a:extLst>
                <a:ext uri="{FF2B5EF4-FFF2-40B4-BE49-F238E27FC236}">
                  <a16:creationId xmlns:a16="http://schemas.microsoft.com/office/drawing/2014/main" id="{709C2BE1-3786-7A1B-69EB-2D343AA1C142}"/>
                </a:ext>
              </a:extLst>
            </p:cNvPr>
            <p:cNvGrpSpPr/>
            <p:nvPr/>
          </p:nvGrpSpPr>
          <p:grpSpPr>
            <a:xfrm>
              <a:off x="4295625" y="4330850"/>
              <a:ext cx="777500" cy="770400"/>
              <a:chOff x="4295625" y="4330850"/>
              <a:chExt cx="777500" cy="770400"/>
            </a:xfrm>
            <a:grpFill/>
          </p:grpSpPr>
          <p:sp>
            <p:nvSpPr>
              <p:cNvPr id="1151" name="Google Shape;1151;p30">
                <a:extLst>
                  <a:ext uri="{FF2B5EF4-FFF2-40B4-BE49-F238E27FC236}">
                    <a16:creationId xmlns:a16="http://schemas.microsoft.com/office/drawing/2014/main" id="{16A0F789-FD5F-662F-5F0D-BD4B2D6A359E}"/>
                  </a:ext>
                </a:extLst>
              </p:cNvPr>
              <p:cNvSpPr/>
              <p:nvPr/>
            </p:nvSpPr>
            <p:spPr>
              <a:xfrm>
                <a:off x="4603250" y="4588300"/>
                <a:ext cx="408325" cy="293525"/>
              </a:xfrm>
              <a:custGeom>
                <a:avLst/>
                <a:gdLst/>
                <a:ahLst/>
                <a:cxnLst/>
                <a:rect l="l" t="t" r="r" b="b"/>
                <a:pathLst>
                  <a:path w="16333" h="11741" extrusionOk="0">
                    <a:moveTo>
                      <a:pt x="8167" y="0"/>
                    </a:moveTo>
                    <a:cubicBezTo>
                      <a:pt x="8167" y="0"/>
                      <a:pt x="5549" y="9185"/>
                      <a:pt x="0" y="9185"/>
                    </a:cubicBezTo>
                    <a:cubicBezTo>
                      <a:pt x="0" y="9185"/>
                      <a:pt x="3260" y="11740"/>
                      <a:pt x="8167" y="11740"/>
                    </a:cubicBezTo>
                    <a:cubicBezTo>
                      <a:pt x="13073" y="11740"/>
                      <a:pt x="16333" y="9185"/>
                      <a:pt x="16333" y="9185"/>
                    </a:cubicBezTo>
                    <a:cubicBezTo>
                      <a:pt x="10784" y="9185"/>
                      <a:pt x="8167" y="0"/>
                      <a:pt x="816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52" name="Google Shape;1152;p30">
                <a:extLst>
                  <a:ext uri="{FF2B5EF4-FFF2-40B4-BE49-F238E27FC236}">
                    <a16:creationId xmlns:a16="http://schemas.microsoft.com/office/drawing/2014/main" id="{128CA3AB-4715-C2AA-F091-DE0BE79BE649}"/>
                  </a:ext>
                </a:extLst>
              </p:cNvPr>
              <p:cNvGrpSpPr/>
              <p:nvPr/>
            </p:nvGrpSpPr>
            <p:grpSpPr>
              <a:xfrm>
                <a:off x="4295625" y="4330850"/>
                <a:ext cx="777500" cy="770400"/>
                <a:chOff x="4295625" y="4330850"/>
                <a:chExt cx="777500" cy="770400"/>
              </a:xfrm>
              <a:grpFill/>
            </p:grpSpPr>
            <p:sp>
              <p:nvSpPr>
                <p:cNvPr id="1153" name="Google Shape;1153;p30">
                  <a:extLst>
                    <a:ext uri="{FF2B5EF4-FFF2-40B4-BE49-F238E27FC236}">
                      <a16:creationId xmlns:a16="http://schemas.microsoft.com/office/drawing/2014/main" id="{505D144C-43C1-FC89-1498-D57403D9B714}"/>
                    </a:ext>
                  </a:extLst>
                </p:cNvPr>
                <p:cNvSpPr/>
                <p:nvPr/>
              </p:nvSpPr>
              <p:spPr>
                <a:xfrm>
                  <a:off x="4637325" y="4508750"/>
                  <a:ext cx="340550" cy="244925"/>
                </a:xfrm>
                <a:custGeom>
                  <a:avLst/>
                  <a:gdLst/>
                  <a:ahLst/>
                  <a:cxnLst/>
                  <a:rect l="l" t="t" r="r" b="b"/>
                  <a:pathLst>
                    <a:path w="13622" h="9797" extrusionOk="0">
                      <a:moveTo>
                        <a:pt x="6804" y="0"/>
                      </a:moveTo>
                      <a:cubicBezTo>
                        <a:pt x="6804" y="0"/>
                        <a:pt x="4625" y="7665"/>
                        <a:pt x="1" y="7665"/>
                      </a:cubicBezTo>
                      <a:cubicBezTo>
                        <a:pt x="1" y="7665"/>
                        <a:pt x="2713" y="9797"/>
                        <a:pt x="6804" y="9797"/>
                      </a:cubicBezTo>
                      <a:cubicBezTo>
                        <a:pt x="10895" y="9797"/>
                        <a:pt x="13622" y="7665"/>
                        <a:pt x="13622" y="7665"/>
                      </a:cubicBezTo>
                      <a:cubicBezTo>
                        <a:pt x="8998" y="7665"/>
                        <a:pt x="6804" y="0"/>
                        <a:pt x="680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4" name="Google Shape;1154;p30">
                  <a:extLst>
                    <a:ext uri="{FF2B5EF4-FFF2-40B4-BE49-F238E27FC236}">
                      <a16:creationId xmlns:a16="http://schemas.microsoft.com/office/drawing/2014/main" id="{A840B0A3-C72F-D2BD-E586-A158492ECE1E}"/>
                    </a:ext>
                  </a:extLst>
                </p:cNvPr>
                <p:cNvSpPr/>
                <p:nvPr/>
              </p:nvSpPr>
              <p:spPr>
                <a:xfrm>
                  <a:off x="4330900" y="4565175"/>
                  <a:ext cx="166175" cy="189675"/>
                </a:xfrm>
                <a:custGeom>
                  <a:avLst/>
                  <a:gdLst/>
                  <a:ahLst/>
                  <a:cxnLst/>
                  <a:rect l="l" t="t" r="r" b="b"/>
                  <a:pathLst>
                    <a:path w="6647" h="7587" extrusionOk="0">
                      <a:moveTo>
                        <a:pt x="3323" y="0"/>
                      </a:moveTo>
                      <a:cubicBezTo>
                        <a:pt x="3323" y="0"/>
                        <a:pt x="2461" y="6850"/>
                        <a:pt x="1" y="6850"/>
                      </a:cubicBezTo>
                      <a:cubicBezTo>
                        <a:pt x="1" y="6850"/>
                        <a:pt x="1286" y="7587"/>
                        <a:pt x="3323" y="7587"/>
                      </a:cubicBezTo>
                      <a:cubicBezTo>
                        <a:pt x="5361" y="7587"/>
                        <a:pt x="6646" y="6850"/>
                        <a:pt x="6646" y="6850"/>
                      </a:cubicBezTo>
                      <a:cubicBezTo>
                        <a:pt x="4186" y="6850"/>
                        <a:pt x="3323" y="0"/>
                        <a:pt x="3323"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55" name="Google Shape;1155;p30">
                  <a:extLst>
                    <a:ext uri="{FF2B5EF4-FFF2-40B4-BE49-F238E27FC236}">
                      <a16:creationId xmlns:a16="http://schemas.microsoft.com/office/drawing/2014/main" id="{F489524D-1250-6802-65B5-0056EBE57BFB}"/>
                    </a:ext>
                  </a:extLst>
                </p:cNvPr>
                <p:cNvGrpSpPr/>
                <p:nvPr/>
              </p:nvGrpSpPr>
              <p:grpSpPr>
                <a:xfrm>
                  <a:off x="4295625" y="4330850"/>
                  <a:ext cx="777500" cy="770400"/>
                  <a:chOff x="4295625" y="4330850"/>
                  <a:chExt cx="777500" cy="770400"/>
                </a:xfrm>
                <a:grpFill/>
              </p:grpSpPr>
              <p:sp>
                <p:nvSpPr>
                  <p:cNvPr id="1156" name="Google Shape;1156;p30">
                    <a:extLst>
                      <a:ext uri="{FF2B5EF4-FFF2-40B4-BE49-F238E27FC236}">
                        <a16:creationId xmlns:a16="http://schemas.microsoft.com/office/drawing/2014/main" id="{F15385E8-1896-40E8-C06C-DB26EBB4FC55}"/>
                      </a:ext>
                    </a:extLst>
                  </p:cNvPr>
                  <p:cNvSpPr/>
                  <p:nvPr/>
                </p:nvSpPr>
                <p:spPr>
                  <a:xfrm>
                    <a:off x="4688275" y="4330850"/>
                    <a:ext cx="238675" cy="272750"/>
                  </a:xfrm>
                  <a:custGeom>
                    <a:avLst/>
                    <a:gdLst/>
                    <a:ahLst/>
                    <a:cxnLst/>
                    <a:rect l="l" t="t" r="r" b="b"/>
                    <a:pathLst>
                      <a:path w="9547" h="10910" extrusionOk="0">
                        <a:moveTo>
                          <a:pt x="4766" y="0"/>
                        </a:moveTo>
                        <a:cubicBezTo>
                          <a:pt x="4766" y="0"/>
                          <a:pt x="3543" y="9843"/>
                          <a:pt x="1" y="9843"/>
                        </a:cubicBezTo>
                        <a:cubicBezTo>
                          <a:pt x="1" y="9843"/>
                          <a:pt x="1850" y="10909"/>
                          <a:pt x="4766" y="10909"/>
                        </a:cubicBezTo>
                        <a:cubicBezTo>
                          <a:pt x="7697" y="10909"/>
                          <a:pt x="9546" y="9843"/>
                          <a:pt x="9546" y="9843"/>
                        </a:cubicBezTo>
                        <a:cubicBezTo>
                          <a:pt x="6004" y="9843"/>
                          <a:pt x="4766" y="0"/>
                          <a:pt x="4766"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7" name="Google Shape;1157;p30">
                    <a:extLst>
                      <a:ext uri="{FF2B5EF4-FFF2-40B4-BE49-F238E27FC236}">
                        <a16:creationId xmlns:a16="http://schemas.microsoft.com/office/drawing/2014/main" id="{3DF8F332-CF62-44BE-E572-FDAF4D1DA4C7}"/>
                      </a:ext>
                    </a:extLst>
                  </p:cNvPr>
                  <p:cNvSpPr/>
                  <p:nvPr/>
                </p:nvSpPr>
                <p:spPr>
                  <a:xfrm>
                    <a:off x="4513550" y="4699175"/>
                    <a:ext cx="559575" cy="402075"/>
                  </a:xfrm>
                  <a:custGeom>
                    <a:avLst/>
                    <a:gdLst/>
                    <a:ahLst/>
                    <a:cxnLst/>
                    <a:rect l="l" t="t" r="r" b="b"/>
                    <a:pathLst>
                      <a:path w="22383" h="16083" extrusionOk="0">
                        <a:moveTo>
                          <a:pt x="11192" y="1"/>
                        </a:moveTo>
                        <a:cubicBezTo>
                          <a:pt x="11192" y="1"/>
                          <a:pt x="7618" y="12587"/>
                          <a:pt x="0" y="12587"/>
                        </a:cubicBezTo>
                        <a:cubicBezTo>
                          <a:pt x="0" y="12587"/>
                          <a:pt x="4483" y="16083"/>
                          <a:pt x="11192" y="16083"/>
                        </a:cubicBezTo>
                        <a:cubicBezTo>
                          <a:pt x="17916" y="16083"/>
                          <a:pt x="22383" y="12587"/>
                          <a:pt x="22383" y="12587"/>
                        </a:cubicBezTo>
                        <a:cubicBezTo>
                          <a:pt x="14781" y="12587"/>
                          <a:pt x="11192" y="1"/>
                          <a:pt x="1119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8" name="Google Shape;1158;p30">
                    <a:extLst>
                      <a:ext uri="{FF2B5EF4-FFF2-40B4-BE49-F238E27FC236}">
                        <a16:creationId xmlns:a16="http://schemas.microsoft.com/office/drawing/2014/main" id="{62EE0477-2BA6-A537-1438-33CB97B2D89B}"/>
                      </a:ext>
                    </a:extLst>
                  </p:cNvPr>
                  <p:cNvSpPr/>
                  <p:nvPr/>
                </p:nvSpPr>
                <p:spPr>
                  <a:xfrm>
                    <a:off x="4295625" y="4689000"/>
                    <a:ext cx="237100" cy="170475"/>
                  </a:xfrm>
                  <a:custGeom>
                    <a:avLst/>
                    <a:gdLst/>
                    <a:ahLst/>
                    <a:cxnLst/>
                    <a:rect l="l" t="t" r="r" b="b"/>
                    <a:pathLst>
                      <a:path w="9484" h="6819" extrusionOk="0">
                        <a:moveTo>
                          <a:pt x="4734" y="0"/>
                        </a:moveTo>
                        <a:cubicBezTo>
                          <a:pt x="4734" y="0"/>
                          <a:pt x="3214" y="5330"/>
                          <a:pt x="1" y="5330"/>
                        </a:cubicBezTo>
                        <a:cubicBezTo>
                          <a:pt x="1" y="5330"/>
                          <a:pt x="1882" y="6819"/>
                          <a:pt x="4734" y="6819"/>
                        </a:cubicBezTo>
                        <a:cubicBezTo>
                          <a:pt x="7587" y="6819"/>
                          <a:pt x="9484" y="5330"/>
                          <a:pt x="9484" y="5330"/>
                        </a:cubicBezTo>
                        <a:cubicBezTo>
                          <a:pt x="6255" y="5330"/>
                          <a:pt x="4734" y="0"/>
                          <a:pt x="473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1159" name="Google Shape;1159;p30">
              <a:extLst>
                <a:ext uri="{FF2B5EF4-FFF2-40B4-BE49-F238E27FC236}">
                  <a16:creationId xmlns:a16="http://schemas.microsoft.com/office/drawing/2014/main" id="{6B76D140-5AA9-7222-137A-D8BD12E98489}"/>
                </a:ext>
              </a:extLst>
            </p:cNvPr>
            <p:cNvGrpSpPr/>
            <p:nvPr/>
          </p:nvGrpSpPr>
          <p:grpSpPr>
            <a:xfrm>
              <a:off x="4219225" y="4744250"/>
              <a:ext cx="389525" cy="357000"/>
              <a:chOff x="4219225" y="4744250"/>
              <a:chExt cx="389525" cy="357000"/>
            </a:xfrm>
            <a:grpFill/>
          </p:grpSpPr>
          <p:sp>
            <p:nvSpPr>
              <p:cNvPr id="1160" name="Google Shape;1160;p30">
                <a:extLst>
                  <a:ext uri="{FF2B5EF4-FFF2-40B4-BE49-F238E27FC236}">
                    <a16:creationId xmlns:a16="http://schemas.microsoft.com/office/drawing/2014/main" id="{E7D466E2-7DAD-DE07-8FCD-7A32434103DF}"/>
                  </a:ext>
                </a:extLst>
              </p:cNvPr>
              <p:cNvSpPr/>
              <p:nvPr/>
            </p:nvSpPr>
            <p:spPr>
              <a:xfrm>
                <a:off x="4271725" y="4744250"/>
                <a:ext cx="284525" cy="204175"/>
              </a:xfrm>
              <a:custGeom>
                <a:avLst/>
                <a:gdLst/>
                <a:ahLst/>
                <a:cxnLst/>
                <a:rect l="l" t="t" r="r" b="b"/>
                <a:pathLst>
                  <a:path w="11381" h="8167" extrusionOk="0">
                    <a:moveTo>
                      <a:pt x="5690" y="0"/>
                    </a:moveTo>
                    <a:cubicBezTo>
                      <a:pt x="5690" y="0"/>
                      <a:pt x="3872" y="6396"/>
                      <a:pt x="1" y="6396"/>
                    </a:cubicBezTo>
                    <a:cubicBezTo>
                      <a:pt x="1" y="6396"/>
                      <a:pt x="2273" y="8167"/>
                      <a:pt x="5690" y="8167"/>
                    </a:cubicBezTo>
                    <a:cubicBezTo>
                      <a:pt x="9107" y="8167"/>
                      <a:pt x="11380" y="6396"/>
                      <a:pt x="11380" y="6396"/>
                    </a:cubicBezTo>
                    <a:cubicBezTo>
                      <a:pt x="7509" y="6396"/>
                      <a:pt x="5690" y="0"/>
                      <a:pt x="569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1" name="Google Shape;1161;p30">
                <a:extLst>
                  <a:ext uri="{FF2B5EF4-FFF2-40B4-BE49-F238E27FC236}">
                    <a16:creationId xmlns:a16="http://schemas.microsoft.com/office/drawing/2014/main" id="{18EFE158-3F69-5985-9DFE-2437D0A8E612}"/>
                  </a:ext>
                </a:extLst>
              </p:cNvPr>
              <p:cNvSpPr/>
              <p:nvPr/>
            </p:nvSpPr>
            <p:spPr>
              <a:xfrm>
                <a:off x="4219225" y="4821450"/>
                <a:ext cx="389525" cy="279800"/>
              </a:xfrm>
              <a:custGeom>
                <a:avLst/>
                <a:gdLst/>
                <a:ahLst/>
                <a:cxnLst/>
                <a:rect l="l" t="t" r="r" b="b"/>
                <a:pathLst>
                  <a:path w="15581" h="11192" extrusionOk="0">
                    <a:moveTo>
                      <a:pt x="7790" y="0"/>
                    </a:moveTo>
                    <a:cubicBezTo>
                      <a:pt x="7790" y="0"/>
                      <a:pt x="5298" y="8762"/>
                      <a:pt x="0" y="8762"/>
                    </a:cubicBezTo>
                    <a:cubicBezTo>
                      <a:pt x="0" y="8762"/>
                      <a:pt x="3120" y="11192"/>
                      <a:pt x="7790" y="11192"/>
                    </a:cubicBezTo>
                    <a:cubicBezTo>
                      <a:pt x="12461" y="11192"/>
                      <a:pt x="15581" y="8762"/>
                      <a:pt x="15581" y="8762"/>
                    </a:cubicBezTo>
                    <a:cubicBezTo>
                      <a:pt x="10283" y="8762"/>
                      <a:pt x="7790" y="0"/>
                      <a:pt x="779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162" name="Google Shape;1162;p30">
            <a:extLst>
              <a:ext uri="{FF2B5EF4-FFF2-40B4-BE49-F238E27FC236}">
                <a16:creationId xmlns:a16="http://schemas.microsoft.com/office/drawing/2014/main" id="{EDC79B54-8538-5C3D-50EE-5D950AE0DAE0}"/>
              </a:ext>
            </a:extLst>
          </p:cNvPr>
          <p:cNvGrpSpPr/>
          <p:nvPr/>
        </p:nvGrpSpPr>
        <p:grpSpPr>
          <a:xfrm>
            <a:off x="7974400" y="4641375"/>
            <a:ext cx="389125" cy="536075"/>
            <a:chOff x="7974400" y="4565175"/>
            <a:chExt cx="389125" cy="536075"/>
          </a:xfrm>
          <a:solidFill>
            <a:srgbClr val="38761D"/>
          </a:solidFill>
        </p:grpSpPr>
        <p:sp>
          <p:nvSpPr>
            <p:cNvPr id="1163" name="Google Shape;1163;p30">
              <a:extLst>
                <a:ext uri="{FF2B5EF4-FFF2-40B4-BE49-F238E27FC236}">
                  <a16:creationId xmlns:a16="http://schemas.microsoft.com/office/drawing/2014/main" id="{8A77966D-4A16-897C-CDFE-9FE378147CCC}"/>
                </a:ext>
              </a:extLst>
            </p:cNvPr>
            <p:cNvSpPr/>
            <p:nvPr/>
          </p:nvSpPr>
          <p:spPr>
            <a:xfrm>
              <a:off x="8086075" y="4565175"/>
              <a:ext cx="165775" cy="189675"/>
            </a:xfrm>
            <a:custGeom>
              <a:avLst/>
              <a:gdLst/>
              <a:ahLst/>
              <a:cxnLst/>
              <a:rect l="l" t="t" r="r" b="b"/>
              <a:pathLst>
                <a:path w="6631" h="7587" extrusionOk="0">
                  <a:moveTo>
                    <a:pt x="3308" y="0"/>
                  </a:moveTo>
                  <a:cubicBezTo>
                    <a:pt x="3308" y="0"/>
                    <a:pt x="2461" y="6850"/>
                    <a:pt x="1" y="6850"/>
                  </a:cubicBezTo>
                  <a:cubicBezTo>
                    <a:pt x="1" y="6850"/>
                    <a:pt x="1286" y="7587"/>
                    <a:pt x="3308" y="7587"/>
                  </a:cubicBezTo>
                  <a:cubicBezTo>
                    <a:pt x="5346" y="7587"/>
                    <a:pt x="6631" y="6850"/>
                    <a:pt x="6631" y="6850"/>
                  </a:cubicBezTo>
                  <a:cubicBezTo>
                    <a:pt x="4170" y="6850"/>
                    <a:pt x="3308" y="0"/>
                    <a:pt x="330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4" name="Google Shape;1164;p30">
              <a:extLst>
                <a:ext uri="{FF2B5EF4-FFF2-40B4-BE49-F238E27FC236}">
                  <a16:creationId xmlns:a16="http://schemas.microsoft.com/office/drawing/2014/main" id="{2EDEE7FD-D4E1-7124-D992-E0531BD6C379}"/>
                </a:ext>
              </a:extLst>
            </p:cNvPr>
            <p:cNvSpPr/>
            <p:nvPr/>
          </p:nvSpPr>
          <p:spPr>
            <a:xfrm>
              <a:off x="8050425" y="4689000"/>
              <a:ext cx="237100" cy="170475"/>
            </a:xfrm>
            <a:custGeom>
              <a:avLst/>
              <a:gdLst/>
              <a:ahLst/>
              <a:cxnLst/>
              <a:rect l="l" t="t" r="r" b="b"/>
              <a:pathLst>
                <a:path w="9484" h="6819" extrusionOk="0">
                  <a:moveTo>
                    <a:pt x="4734" y="0"/>
                  </a:moveTo>
                  <a:cubicBezTo>
                    <a:pt x="4734" y="0"/>
                    <a:pt x="3213" y="5330"/>
                    <a:pt x="0" y="5330"/>
                  </a:cubicBezTo>
                  <a:cubicBezTo>
                    <a:pt x="0" y="5330"/>
                    <a:pt x="1897" y="6819"/>
                    <a:pt x="4734" y="6819"/>
                  </a:cubicBezTo>
                  <a:cubicBezTo>
                    <a:pt x="7587" y="6819"/>
                    <a:pt x="9483" y="5330"/>
                    <a:pt x="9483" y="5330"/>
                  </a:cubicBezTo>
                  <a:cubicBezTo>
                    <a:pt x="6254" y="5330"/>
                    <a:pt x="4734" y="0"/>
                    <a:pt x="473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5" name="Google Shape;1165;p30">
              <a:extLst>
                <a:ext uri="{FF2B5EF4-FFF2-40B4-BE49-F238E27FC236}">
                  <a16:creationId xmlns:a16="http://schemas.microsoft.com/office/drawing/2014/main" id="{68292A07-509D-59F7-389A-F79CF77452F9}"/>
                </a:ext>
              </a:extLst>
            </p:cNvPr>
            <p:cNvSpPr/>
            <p:nvPr/>
          </p:nvSpPr>
          <p:spPr>
            <a:xfrm>
              <a:off x="8026900" y="4744250"/>
              <a:ext cx="284125" cy="204175"/>
            </a:xfrm>
            <a:custGeom>
              <a:avLst/>
              <a:gdLst/>
              <a:ahLst/>
              <a:cxnLst/>
              <a:rect l="l" t="t" r="r" b="b"/>
              <a:pathLst>
                <a:path w="11365" h="8167" extrusionOk="0">
                  <a:moveTo>
                    <a:pt x="5675" y="0"/>
                  </a:moveTo>
                  <a:cubicBezTo>
                    <a:pt x="5675" y="0"/>
                    <a:pt x="3857" y="6396"/>
                    <a:pt x="1" y="6396"/>
                  </a:cubicBezTo>
                  <a:cubicBezTo>
                    <a:pt x="1" y="6396"/>
                    <a:pt x="2274" y="8167"/>
                    <a:pt x="5675" y="8167"/>
                  </a:cubicBezTo>
                  <a:cubicBezTo>
                    <a:pt x="9092" y="8167"/>
                    <a:pt x="11365" y="6396"/>
                    <a:pt x="11365" y="6396"/>
                  </a:cubicBezTo>
                  <a:cubicBezTo>
                    <a:pt x="7509" y="6396"/>
                    <a:pt x="5675" y="0"/>
                    <a:pt x="567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6" name="Google Shape;1166;p30">
              <a:extLst>
                <a:ext uri="{FF2B5EF4-FFF2-40B4-BE49-F238E27FC236}">
                  <a16:creationId xmlns:a16="http://schemas.microsoft.com/office/drawing/2014/main" id="{75600B50-C75C-307B-5F67-C4069BBDC7CB}"/>
                </a:ext>
              </a:extLst>
            </p:cNvPr>
            <p:cNvSpPr/>
            <p:nvPr/>
          </p:nvSpPr>
          <p:spPr>
            <a:xfrm>
              <a:off x="7974400" y="4821450"/>
              <a:ext cx="389125" cy="279800"/>
            </a:xfrm>
            <a:custGeom>
              <a:avLst/>
              <a:gdLst/>
              <a:ahLst/>
              <a:cxnLst/>
              <a:rect l="l" t="t" r="r" b="b"/>
              <a:pathLst>
                <a:path w="15565" h="11192" extrusionOk="0">
                  <a:moveTo>
                    <a:pt x="7775" y="0"/>
                  </a:moveTo>
                  <a:cubicBezTo>
                    <a:pt x="7775" y="0"/>
                    <a:pt x="5283" y="8762"/>
                    <a:pt x="0" y="8762"/>
                  </a:cubicBezTo>
                  <a:cubicBezTo>
                    <a:pt x="0" y="8762"/>
                    <a:pt x="3104" y="11192"/>
                    <a:pt x="7775" y="11192"/>
                  </a:cubicBezTo>
                  <a:cubicBezTo>
                    <a:pt x="12461" y="11192"/>
                    <a:pt x="15565" y="8762"/>
                    <a:pt x="15565" y="8762"/>
                  </a:cubicBezTo>
                  <a:cubicBezTo>
                    <a:pt x="10283" y="8762"/>
                    <a:pt x="7775" y="0"/>
                    <a:pt x="777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67" name="Google Shape;1167;p30">
            <a:extLst>
              <a:ext uri="{FF2B5EF4-FFF2-40B4-BE49-F238E27FC236}">
                <a16:creationId xmlns:a16="http://schemas.microsoft.com/office/drawing/2014/main" id="{6A39D497-BB25-517C-1199-CB681A0F9D6C}"/>
              </a:ext>
            </a:extLst>
          </p:cNvPr>
          <p:cNvGrpSpPr/>
          <p:nvPr/>
        </p:nvGrpSpPr>
        <p:grpSpPr>
          <a:xfrm>
            <a:off x="6522575" y="4158200"/>
            <a:ext cx="724950" cy="1019250"/>
            <a:chOff x="6522575" y="4082000"/>
            <a:chExt cx="724950" cy="1019250"/>
          </a:xfrm>
          <a:solidFill>
            <a:srgbClr val="38761D"/>
          </a:solidFill>
        </p:grpSpPr>
        <p:sp>
          <p:nvSpPr>
            <p:cNvPr id="1168" name="Google Shape;1168;p30">
              <a:extLst>
                <a:ext uri="{FF2B5EF4-FFF2-40B4-BE49-F238E27FC236}">
                  <a16:creationId xmlns:a16="http://schemas.microsoft.com/office/drawing/2014/main" id="{F0C9DC1B-37CE-36DC-074D-BAC376680EDB}"/>
                </a:ext>
              </a:extLst>
            </p:cNvPr>
            <p:cNvSpPr/>
            <p:nvPr/>
          </p:nvSpPr>
          <p:spPr>
            <a:xfrm>
              <a:off x="6714575" y="4259900"/>
              <a:ext cx="340550" cy="244950"/>
            </a:xfrm>
            <a:custGeom>
              <a:avLst/>
              <a:gdLst/>
              <a:ahLst/>
              <a:cxnLst/>
              <a:rect l="l" t="t" r="r" b="b"/>
              <a:pathLst>
                <a:path w="13622" h="9798" extrusionOk="0">
                  <a:moveTo>
                    <a:pt x="6819" y="1"/>
                  </a:moveTo>
                  <a:cubicBezTo>
                    <a:pt x="6819" y="1"/>
                    <a:pt x="4624" y="7666"/>
                    <a:pt x="0" y="7666"/>
                  </a:cubicBezTo>
                  <a:cubicBezTo>
                    <a:pt x="0" y="7666"/>
                    <a:pt x="2728" y="9797"/>
                    <a:pt x="6819" y="9797"/>
                  </a:cubicBezTo>
                  <a:cubicBezTo>
                    <a:pt x="10910" y="9797"/>
                    <a:pt x="13621" y="7666"/>
                    <a:pt x="13621" y="7666"/>
                  </a:cubicBezTo>
                  <a:cubicBezTo>
                    <a:pt x="8998" y="7666"/>
                    <a:pt x="6819" y="1"/>
                    <a:pt x="681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69" name="Google Shape;1169;p30">
              <a:extLst>
                <a:ext uri="{FF2B5EF4-FFF2-40B4-BE49-F238E27FC236}">
                  <a16:creationId xmlns:a16="http://schemas.microsoft.com/office/drawing/2014/main" id="{76BE0419-56D4-1F10-DFBE-2397E0D91FDD}"/>
                </a:ext>
              </a:extLst>
            </p:cNvPr>
            <p:cNvGrpSpPr/>
            <p:nvPr/>
          </p:nvGrpSpPr>
          <p:grpSpPr>
            <a:xfrm>
              <a:off x="6522575" y="4082000"/>
              <a:ext cx="724950" cy="1019250"/>
              <a:chOff x="6522575" y="4082000"/>
              <a:chExt cx="724950" cy="1019250"/>
            </a:xfrm>
            <a:grpFill/>
          </p:grpSpPr>
          <p:sp>
            <p:nvSpPr>
              <p:cNvPr id="1170" name="Google Shape;1170;p30">
                <a:extLst>
                  <a:ext uri="{FF2B5EF4-FFF2-40B4-BE49-F238E27FC236}">
                    <a16:creationId xmlns:a16="http://schemas.microsoft.com/office/drawing/2014/main" id="{32972C3B-2793-E11E-756E-F41F79EBD0C3}"/>
                  </a:ext>
                </a:extLst>
              </p:cNvPr>
              <p:cNvSpPr/>
              <p:nvPr/>
            </p:nvSpPr>
            <p:spPr>
              <a:xfrm>
                <a:off x="6765900" y="4082000"/>
                <a:ext cx="238275" cy="272775"/>
              </a:xfrm>
              <a:custGeom>
                <a:avLst/>
                <a:gdLst/>
                <a:ahLst/>
                <a:cxnLst/>
                <a:rect l="l" t="t" r="r" b="b"/>
                <a:pathLst>
                  <a:path w="9531" h="10911" extrusionOk="0">
                    <a:moveTo>
                      <a:pt x="4766" y="1"/>
                    </a:moveTo>
                    <a:cubicBezTo>
                      <a:pt x="4766" y="1"/>
                      <a:pt x="3527" y="9829"/>
                      <a:pt x="1" y="9829"/>
                    </a:cubicBezTo>
                    <a:cubicBezTo>
                      <a:pt x="1" y="9829"/>
                      <a:pt x="1835" y="10910"/>
                      <a:pt x="4766" y="10910"/>
                    </a:cubicBezTo>
                    <a:cubicBezTo>
                      <a:pt x="7681" y="10910"/>
                      <a:pt x="9531" y="9829"/>
                      <a:pt x="9531" y="9829"/>
                    </a:cubicBezTo>
                    <a:cubicBezTo>
                      <a:pt x="5988" y="9829"/>
                      <a:pt x="4766" y="1"/>
                      <a:pt x="4766"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1" name="Google Shape;1171;p30">
                <a:extLst>
                  <a:ext uri="{FF2B5EF4-FFF2-40B4-BE49-F238E27FC236}">
                    <a16:creationId xmlns:a16="http://schemas.microsoft.com/office/drawing/2014/main" id="{2024F44A-676F-AD2B-3B2D-C45A5E5DEA0C}"/>
                  </a:ext>
                </a:extLst>
              </p:cNvPr>
              <p:cNvSpPr/>
              <p:nvPr/>
            </p:nvSpPr>
            <p:spPr>
              <a:xfrm>
                <a:off x="6680875" y="4339450"/>
                <a:ext cx="408350" cy="293525"/>
              </a:xfrm>
              <a:custGeom>
                <a:avLst/>
                <a:gdLst/>
                <a:ahLst/>
                <a:cxnLst/>
                <a:rect l="l" t="t" r="r" b="b"/>
                <a:pathLst>
                  <a:path w="16334" h="11741" extrusionOk="0">
                    <a:moveTo>
                      <a:pt x="8167" y="1"/>
                    </a:moveTo>
                    <a:cubicBezTo>
                      <a:pt x="8167" y="1"/>
                      <a:pt x="5549" y="9186"/>
                      <a:pt x="0" y="9186"/>
                    </a:cubicBezTo>
                    <a:cubicBezTo>
                      <a:pt x="0" y="9186"/>
                      <a:pt x="3261" y="11741"/>
                      <a:pt x="8167" y="11741"/>
                    </a:cubicBezTo>
                    <a:cubicBezTo>
                      <a:pt x="13073" y="11741"/>
                      <a:pt x="16333" y="9186"/>
                      <a:pt x="16333" y="9186"/>
                    </a:cubicBezTo>
                    <a:cubicBezTo>
                      <a:pt x="10784" y="9186"/>
                      <a:pt x="8167" y="1"/>
                      <a:pt x="816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2" name="Google Shape;1172;p30">
                <a:extLst>
                  <a:ext uri="{FF2B5EF4-FFF2-40B4-BE49-F238E27FC236}">
                    <a16:creationId xmlns:a16="http://schemas.microsoft.com/office/drawing/2014/main" id="{4DAA661B-5977-9996-C45C-602E0D53A04B}"/>
                  </a:ext>
                </a:extLst>
              </p:cNvPr>
              <p:cNvSpPr/>
              <p:nvPr/>
            </p:nvSpPr>
            <p:spPr>
              <a:xfrm>
                <a:off x="6605250" y="4450350"/>
                <a:ext cx="559600" cy="402075"/>
              </a:xfrm>
              <a:custGeom>
                <a:avLst/>
                <a:gdLst/>
                <a:ahLst/>
                <a:cxnLst/>
                <a:rect l="l" t="t" r="r" b="b"/>
                <a:pathLst>
                  <a:path w="22384" h="16083" extrusionOk="0">
                    <a:moveTo>
                      <a:pt x="11192" y="1"/>
                    </a:moveTo>
                    <a:cubicBezTo>
                      <a:pt x="11192" y="1"/>
                      <a:pt x="7602" y="12587"/>
                      <a:pt x="0" y="12587"/>
                    </a:cubicBezTo>
                    <a:cubicBezTo>
                      <a:pt x="0" y="12587"/>
                      <a:pt x="4467" y="16083"/>
                      <a:pt x="11192" y="16083"/>
                    </a:cubicBezTo>
                    <a:cubicBezTo>
                      <a:pt x="17916" y="16083"/>
                      <a:pt x="22383" y="12587"/>
                      <a:pt x="22383" y="12587"/>
                    </a:cubicBezTo>
                    <a:cubicBezTo>
                      <a:pt x="14781" y="12587"/>
                      <a:pt x="11192" y="1"/>
                      <a:pt x="1119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3" name="Google Shape;1173;p30">
                <a:extLst>
                  <a:ext uri="{FF2B5EF4-FFF2-40B4-BE49-F238E27FC236}">
                    <a16:creationId xmlns:a16="http://schemas.microsoft.com/office/drawing/2014/main" id="{415136A8-16C7-B5C6-0F3D-8328B8D7DC7E}"/>
                  </a:ext>
                </a:extLst>
              </p:cNvPr>
              <p:cNvSpPr/>
              <p:nvPr/>
            </p:nvSpPr>
            <p:spPr>
              <a:xfrm>
                <a:off x="6522575" y="4580450"/>
                <a:ext cx="724950" cy="520800"/>
              </a:xfrm>
              <a:custGeom>
                <a:avLst/>
                <a:gdLst/>
                <a:ahLst/>
                <a:cxnLst/>
                <a:rect l="l" t="t" r="r" b="b"/>
                <a:pathLst>
                  <a:path w="28998" h="20832" extrusionOk="0">
                    <a:moveTo>
                      <a:pt x="14499" y="1"/>
                    </a:moveTo>
                    <a:cubicBezTo>
                      <a:pt x="14499" y="1"/>
                      <a:pt x="9843" y="16302"/>
                      <a:pt x="0" y="16302"/>
                    </a:cubicBezTo>
                    <a:cubicBezTo>
                      <a:pt x="0" y="16302"/>
                      <a:pt x="5784" y="20832"/>
                      <a:pt x="14499" y="20832"/>
                    </a:cubicBezTo>
                    <a:cubicBezTo>
                      <a:pt x="23198" y="20832"/>
                      <a:pt x="28998" y="16302"/>
                      <a:pt x="28998" y="16302"/>
                    </a:cubicBezTo>
                    <a:cubicBezTo>
                      <a:pt x="19138" y="16302"/>
                      <a:pt x="14499" y="1"/>
                      <a:pt x="1449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176" name="Google Shape;1176;p30">
            <a:extLst>
              <a:ext uri="{FF2B5EF4-FFF2-40B4-BE49-F238E27FC236}">
                <a16:creationId xmlns:a16="http://schemas.microsoft.com/office/drawing/2014/main" id="{1B643911-F43F-5762-2819-606475567793}"/>
              </a:ext>
            </a:extLst>
          </p:cNvPr>
          <p:cNvSpPr/>
          <p:nvPr/>
        </p:nvSpPr>
        <p:spPr>
          <a:xfrm>
            <a:off x="6525300" y="4845350"/>
            <a:ext cx="25" cy="25"/>
          </a:xfrm>
          <a:custGeom>
            <a:avLst/>
            <a:gdLst/>
            <a:ahLst/>
            <a:cxnLst/>
            <a:rect l="l" t="t" r="r" b="b"/>
            <a:pathLst>
              <a:path w="1" h="1" extrusionOk="0">
                <a:moveTo>
                  <a:pt x="1" y="0"/>
                </a:moveTo>
                <a:cubicBezTo>
                  <a:pt x="1" y="0"/>
                  <a:pt x="1" y="0"/>
                  <a:pt x="1" y="0"/>
                </a:cubicBezTo>
                <a:cubicBezTo>
                  <a:pt x="1" y="0"/>
                  <a:pt x="1" y="0"/>
                  <a:pt x="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7" name="Google Shape;1177;p30">
            <a:extLst>
              <a:ext uri="{FF2B5EF4-FFF2-40B4-BE49-F238E27FC236}">
                <a16:creationId xmlns:a16="http://schemas.microsoft.com/office/drawing/2014/main" id="{A37022B6-6922-BB65-FA6D-1601151EC5DC}"/>
              </a:ext>
            </a:extLst>
          </p:cNvPr>
          <p:cNvSpPr/>
          <p:nvPr/>
        </p:nvSpPr>
        <p:spPr>
          <a:xfrm>
            <a:off x="6525300" y="4846125"/>
            <a:ext cx="825" cy="4725"/>
          </a:xfrm>
          <a:custGeom>
            <a:avLst/>
            <a:gdLst/>
            <a:ahLst/>
            <a:cxnLst/>
            <a:rect l="l" t="t" r="r" b="b"/>
            <a:pathLst>
              <a:path w="33" h="189" extrusionOk="0">
                <a:moveTo>
                  <a:pt x="32" y="189"/>
                </a:moveTo>
                <a:lnTo>
                  <a:pt x="32" y="189"/>
                </a:lnTo>
                <a:cubicBezTo>
                  <a:pt x="16" y="126"/>
                  <a:pt x="1" y="63"/>
                  <a:pt x="1" y="1"/>
                </a:cubicBezTo>
                <a:cubicBezTo>
                  <a:pt x="1" y="63"/>
                  <a:pt x="16" y="126"/>
                  <a:pt x="32" y="189"/>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8" name="Google Shape;1178;p30">
            <a:extLst>
              <a:ext uri="{FF2B5EF4-FFF2-40B4-BE49-F238E27FC236}">
                <a16:creationId xmlns:a16="http://schemas.microsoft.com/office/drawing/2014/main" id="{DB710C1C-3228-7FBE-05E3-D0EBD52DCE95}"/>
              </a:ext>
            </a:extLst>
          </p:cNvPr>
          <p:cNvSpPr/>
          <p:nvPr/>
        </p:nvSpPr>
        <p:spPr>
          <a:xfrm>
            <a:off x="6531575" y="4866125"/>
            <a:ext cx="25" cy="400"/>
          </a:xfrm>
          <a:custGeom>
            <a:avLst/>
            <a:gdLst/>
            <a:ahLst/>
            <a:cxnLst/>
            <a:rect l="l" t="t" r="r" b="b"/>
            <a:pathLst>
              <a:path w="1" h="16" extrusionOk="0">
                <a:moveTo>
                  <a:pt x="1" y="16"/>
                </a:moveTo>
                <a:cubicBezTo>
                  <a:pt x="1" y="16"/>
                  <a:pt x="1" y="0"/>
                  <a:pt x="1" y="0"/>
                </a:cubicBezTo>
                <a:cubicBezTo>
                  <a:pt x="1" y="0"/>
                  <a:pt x="1" y="16"/>
                  <a:pt x="1" y="16"/>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9" name="Google Shape;1179;p30">
            <a:extLst>
              <a:ext uri="{FF2B5EF4-FFF2-40B4-BE49-F238E27FC236}">
                <a16:creationId xmlns:a16="http://schemas.microsoft.com/office/drawing/2014/main" id="{D08DA833-000F-3E00-0BF4-C54E23A01D59}"/>
              </a:ext>
            </a:extLst>
          </p:cNvPr>
          <p:cNvSpPr/>
          <p:nvPr/>
        </p:nvSpPr>
        <p:spPr>
          <a:xfrm>
            <a:off x="6530800" y="4864550"/>
            <a:ext cx="400" cy="800"/>
          </a:xfrm>
          <a:custGeom>
            <a:avLst/>
            <a:gdLst/>
            <a:ahLst/>
            <a:cxnLst/>
            <a:rect l="l" t="t" r="r" b="b"/>
            <a:pathLst>
              <a:path w="16" h="32" extrusionOk="0">
                <a:moveTo>
                  <a:pt x="16" y="32"/>
                </a:moveTo>
                <a:cubicBezTo>
                  <a:pt x="0" y="16"/>
                  <a:pt x="0" y="16"/>
                  <a:pt x="0" y="0"/>
                </a:cubicBezTo>
                <a:cubicBezTo>
                  <a:pt x="0" y="16"/>
                  <a:pt x="0" y="16"/>
                  <a:pt x="16" y="32"/>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0" name="Google Shape;1180;p30">
            <a:extLst>
              <a:ext uri="{FF2B5EF4-FFF2-40B4-BE49-F238E27FC236}">
                <a16:creationId xmlns:a16="http://schemas.microsoft.com/office/drawing/2014/main" id="{C6BE8FD0-CD8D-542F-BAD3-2BEB2CE9C5BA}"/>
              </a:ext>
            </a:extLst>
          </p:cNvPr>
          <p:cNvSpPr/>
          <p:nvPr/>
        </p:nvSpPr>
        <p:spPr>
          <a:xfrm>
            <a:off x="6527650" y="4856700"/>
            <a:ext cx="2775" cy="7475"/>
          </a:xfrm>
          <a:custGeom>
            <a:avLst/>
            <a:gdLst/>
            <a:ahLst/>
            <a:cxnLst/>
            <a:rect l="l" t="t" r="r" b="b"/>
            <a:pathLst>
              <a:path w="111" h="299" extrusionOk="0">
                <a:moveTo>
                  <a:pt x="1" y="1"/>
                </a:moveTo>
                <a:cubicBezTo>
                  <a:pt x="32" y="111"/>
                  <a:pt x="63" y="205"/>
                  <a:pt x="111" y="299"/>
                </a:cubicBezTo>
                <a:cubicBezTo>
                  <a:pt x="63" y="205"/>
                  <a:pt x="32" y="111"/>
                  <a:pt x="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81" name="Google Shape;1181;p30">
            <a:extLst>
              <a:ext uri="{FF2B5EF4-FFF2-40B4-BE49-F238E27FC236}">
                <a16:creationId xmlns:a16="http://schemas.microsoft.com/office/drawing/2014/main" id="{48B88F40-044F-8765-D69E-39B1DCF4AE76}"/>
              </a:ext>
            </a:extLst>
          </p:cNvPr>
          <p:cNvGrpSpPr/>
          <p:nvPr/>
        </p:nvGrpSpPr>
        <p:grpSpPr>
          <a:xfrm>
            <a:off x="-613275" y="4343040"/>
            <a:ext cx="9800100" cy="1657575"/>
            <a:chOff x="-613275" y="3559275"/>
            <a:chExt cx="9800100" cy="1657575"/>
          </a:xfrm>
          <a:solidFill>
            <a:srgbClr val="002E50"/>
          </a:solidFill>
        </p:grpSpPr>
        <p:sp>
          <p:nvSpPr>
            <p:cNvPr id="1182" name="Google Shape;1182;p30">
              <a:extLst>
                <a:ext uri="{FF2B5EF4-FFF2-40B4-BE49-F238E27FC236}">
                  <a16:creationId xmlns:a16="http://schemas.microsoft.com/office/drawing/2014/main" id="{EB0F62AB-3B95-21D2-30B2-D8F15D234DAD}"/>
                </a:ext>
              </a:extLst>
            </p:cNvPr>
            <p:cNvSpPr/>
            <p:nvPr/>
          </p:nvSpPr>
          <p:spPr>
            <a:xfrm>
              <a:off x="8699600" y="3962263"/>
              <a:ext cx="444400" cy="1230850"/>
            </a:xfrm>
            <a:custGeom>
              <a:avLst/>
              <a:gdLst/>
              <a:ahLst/>
              <a:cxnLst/>
              <a:rect l="l" t="t" r="r" b="b"/>
              <a:pathLst>
                <a:path w="17776" h="49234" extrusionOk="0">
                  <a:moveTo>
                    <a:pt x="1" y="15017"/>
                  </a:moveTo>
                  <a:lnTo>
                    <a:pt x="1" y="49234"/>
                  </a:lnTo>
                  <a:lnTo>
                    <a:pt x="5487" y="49234"/>
                  </a:lnTo>
                  <a:lnTo>
                    <a:pt x="5487" y="15017"/>
                  </a:lnTo>
                  <a:cubicBezTo>
                    <a:pt x="5487" y="7665"/>
                    <a:pt x="10785" y="1537"/>
                    <a:pt x="17776" y="251"/>
                  </a:cubicBezTo>
                  <a:lnTo>
                    <a:pt x="17776" y="251"/>
                  </a:lnTo>
                  <a:cubicBezTo>
                    <a:pt x="16882" y="79"/>
                    <a:pt x="15957" y="1"/>
                    <a:pt x="15033" y="1"/>
                  </a:cubicBezTo>
                  <a:lnTo>
                    <a:pt x="15033" y="1"/>
                  </a:lnTo>
                  <a:cubicBezTo>
                    <a:pt x="6725" y="1"/>
                    <a:pt x="1" y="6725"/>
                    <a:pt x="1" y="15017"/>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3" name="Google Shape;1183;p30">
              <a:extLst>
                <a:ext uri="{FF2B5EF4-FFF2-40B4-BE49-F238E27FC236}">
                  <a16:creationId xmlns:a16="http://schemas.microsoft.com/office/drawing/2014/main" id="{5F8F3EAC-4EDA-3203-03FB-533A7528F917}"/>
                </a:ext>
              </a:extLst>
            </p:cNvPr>
            <p:cNvSpPr/>
            <p:nvPr/>
          </p:nvSpPr>
          <p:spPr>
            <a:xfrm>
              <a:off x="7566750" y="3962263"/>
              <a:ext cx="444000" cy="1230850"/>
            </a:xfrm>
            <a:custGeom>
              <a:avLst/>
              <a:gdLst/>
              <a:ahLst/>
              <a:cxnLst/>
              <a:rect l="l" t="t" r="r" b="b"/>
              <a:pathLst>
                <a:path w="17760" h="49234" extrusionOk="0">
                  <a:moveTo>
                    <a:pt x="0" y="15017"/>
                  </a:moveTo>
                  <a:lnTo>
                    <a:pt x="0" y="49234"/>
                  </a:lnTo>
                  <a:lnTo>
                    <a:pt x="5486" y="49234"/>
                  </a:lnTo>
                  <a:lnTo>
                    <a:pt x="5486" y="15017"/>
                  </a:lnTo>
                  <a:cubicBezTo>
                    <a:pt x="5486" y="7665"/>
                    <a:pt x="10769" y="1537"/>
                    <a:pt x="17759" y="251"/>
                  </a:cubicBezTo>
                  <a:lnTo>
                    <a:pt x="17759" y="251"/>
                  </a:lnTo>
                  <a:cubicBezTo>
                    <a:pt x="16866" y="79"/>
                    <a:pt x="15957" y="1"/>
                    <a:pt x="15016" y="1"/>
                  </a:cubicBezTo>
                  <a:lnTo>
                    <a:pt x="15016" y="1"/>
                  </a:lnTo>
                  <a:cubicBezTo>
                    <a:pt x="6725" y="1"/>
                    <a:pt x="0" y="6725"/>
                    <a:pt x="0" y="15017"/>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4" name="Google Shape;1184;p30">
              <a:extLst>
                <a:ext uri="{FF2B5EF4-FFF2-40B4-BE49-F238E27FC236}">
                  <a16:creationId xmlns:a16="http://schemas.microsoft.com/office/drawing/2014/main" id="{B4EA9665-00D6-8DA8-6B3D-9B57B9619A42}"/>
                </a:ext>
              </a:extLst>
            </p:cNvPr>
            <p:cNvSpPr/>
            <p:nvPr/>
          </p:nvSpPr>
          <p:spPr>
            <a:xfrm>
              <a:off x="6433500" y="3962263"/>
              <a:ext cx="444000" cy="1230850"/>
            </a:xfrm>
            <a:custGeom>
              <a:avLst/>
              <a:gdLst/>
              <a:ahLst/>
              <a:cxnLst/>
              <a:rect l="l" t="t" r="r" b="b"/>
              <a:pathLst>
                <a:path w="17760" h="49234" extrusionOk="0">
                  <a:moveTo>
                    <a:pt x="0" y="15017"/>
                  </a:moveTo>
                  <a:lnTo>
                    <a:pt x="0" y="49234"/>
                  </a:lnTo>
                  <a:lnTo>
                    <a:pt x="5486" y="49234"/>
                  </a:lnTo>
                  <a:lnTo>
                    <a:pt x="5486" y="15017"/>
                  </a:lnTo>
                  <a:cubicBezTo>
                    <a:pt x="5486" y="7665"/>
                    <a:pt x="10784" y="1537"/>
                    <a:pt x="17759" y="251"/>
                  </a:cubicBezTo>
                  <a:lnTo>
                    <a:pt x="17759" y="251"/>
                  </a:lnTo>
                  <a:cubicBezTo>
                    <a:pt x="16881" y="79"/>
                    <a:pt x="15957" y="1"/>
                    <a:pt x="15016" y="1"/>
                  </a:cubicBezTo>
                  <a:lnTo>
                    <a:pt x="15016" y="1"/>
                  </a:lnTo>
                  <a:cubicBezTo>
                    <a:pt x="6725" y="1"/>
                    <a:pt x="0" y="6725"/>
                    <a:pt x="0" y="15017"/>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5" name="Google Shape;1185;p30">
              <a:extLst>
                <a:ext uri="{FF2B5EF4-FFF2-40B4-BE49-F238E27FC236}">
                  <a16:creationId xmlns:a16="http://schemas.microsoft.com/office/drawing/2014/main" id="{31F1764D-DD31-C7D0-8EE4-08B57FFD6FB4}"/>
                </a:ext>
              </a:extLst>
            </p:cNvPr>
            <p:cNvSpPr/>
            <p:nvPr/>
          </p:nvSpPr>
          <p:spPr>
            <a:xfrm>
              <a:off x="5300250" y="3962263"/>
              <a:ext cx="444375" cy="1230850"/>
            </a:xfrm>
            <a:custGeom>
              <a:avLst/>
              <a:gdLst/>
              <a:ahLst/>
              <a:cxnLst/>
              <a:rect l="l" t="t" r="r" b="b"/>
              <a:pathLst>
                <a:path w="17775" h="49234" extrusionOk="0">
                  <a:moveTo>
                    <a:pt x="0" y="15017"/>
                  </a:moveTo>
                  <a:lnTo>
                    <a:pt x="0" y="49234"/>
                  </a:lnTo>
                  <a:lnTo>
                    <a:pt x="5486" y="49234"/>
                  </a:lnTo>
                  <a:lnTo>
                    <a:pt x="5486" y="15017"/>
                  </a:lnTo>
                  <a:cubicBezTo>
                    <a:pt x="5486" y="7665"/>
                    <a:pt x="10784" y="1537"/>
                    <a:pt x="17775" y="251"/>
                  </a:cubicBezTo>
                  <a:lnTo>
                    <a:pt x="17775" y="251"/>
                  </a:lnTo>
                  <a:cubicBezTo>
                    <a:pt x="16881" y="79"/>
                    <a:pt x="15957" y="1"/>
                    <a:pt x="15032" y="1"/>
                  </a:cubicBezTo>
                  <a:lnTo>
                    <a:pt x="15032" y="1"/>
                  </a:lnTo>
                  <a:cubicBezTo>
                    <a:pt x="6724" y="1"/>
                    <a:pt x="0" y="6725"/>
                    <a:pt x="0" y="15017"/>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86" name="Google Shape;1186;p30">
              <a:extLst>
                <a:ext uri="{FF2B5EF4-FFF2-40B4-BE49-F238E27FC236}">
                  <a16:creationId xmlns:a16="http://schemas.microsoft.com/office/drawing/2014/main" id="{004488F4-DA8A-0E10-70D6-658EC8082626}"/>
                </a:ext>
              </a:extLst>
            </p:cNvPr>
            <p:cNvGrpSpPr/>
            <p:nvPr/>
          </p:nvGrpSpPr>
          <p:grpSpPr>
            <a:xfrm>
              <a:off x="-613275" y="3559275"/>
              <a:ext cx="9800100" cy="1657575"/>
              <a:chOff x="-613275" y="3443675"/>
              <a:chExt cx="9800100" cy="1657575"/>
            </a:xfrm>
            <a:grpFill/>
          </p:grpSpPr>
          <p:sp>
            <p:nvSpPr>
              <p:cNvPr id="1187" name="Google Shape;1187;p30">
                <a:extLst>
                  <a:ext uri="{FF2B5EF4-FFF2-40B4-BE49-F238E27FC236}">
                    <a16:creationId xmlns:a16="http://schemas.microsoft.com/office/drawing/2014/main" id="{ACE11CF9-0834-EB81-FB6A-30E09C4C367C}"/>
                  </a:ext>
                </a:extLst>
              </p:cNvPr>
              <p:cNvSpPr/>
              <p:nvPr/>
            </p:nvSpPr>
            <p:spPr>
              <a:xfrm>
                <a:off x="3962175" y="3443675"/>
                <a:ext cx="5224650" cy="1657575"/>
              </a:xfrm>
              <a:custGeom>
                <a:avLst/>
                <a:gdLst/>
                <a:ahLst/>
                <a:cxnLst/>
                <a:rect l="l" t="t" r="r" b="b"/>
                <a:pathLst>
                  <a:path w="208986" h="66303" extrusionOk="0">
                    <a:moveTo>
                      <a:pt x="0" y="0"/>
                    </a:moveTo>
                    <a:lnTo>
                      <a:pt x="0" y="1207"/>
                    </a:lnTo>
                    <a:lnTo>
                      <a:pt x="5486" y="1207"/>
                    </a:lnTo>
                    <a:lnTo>
                      <a:pt x="5486" y="5439"/>
                    </a:lnTo>
                    <a:lnTo>
                      <a:pt x="0" y="5439"/>
                    </a:lnTo>
                    <a:lnTo>
                      <a:pt x="0" y="66303"/>
                    </a:lnTo>
                    <a:lnTo>
                      <a:pt x="8104" y="66303"/>
                    </a:lnTo>
                    <a:lnTo>
                      <a:pt x="8104" y="32086"/>
                    </a:lnTo>
                    <a:cubicBezTo>
                      <a:pt x="8104" y="23794"/>
                      <a:pt x="14828" y="17070"/>
                      <a:pt x="23120" y="17070"/>
                    </a:cubicBezTo>
                    <a:lnTo>
                      <a:pt x="23120" y="17070"/>
                    </a:lnTo>
                    <a:cubicBezTo>
                      <a:pt x="31411" y="17070"/>
                      <a:pt x="38136" y="23794"/>
                      <a:pt x="38136" y="32086"/>
                    </a:cubicBezTo>
                    <a:lnTo>
                      <a:pt x="38136" y="32086"/>
                    </a:lnTo>
                    <a:lnTo>
                      <a:pt x="38136" y="66303"/>
                    </a:lnTo>
                    <a:lnTo>
                      <a:pt x="53434" y="66303"/>
                    </a:lnTo>
                    <a:lnTo>
                      <a:pt x="53434" y="32086"/>
                    </a:lnTo>
                    <a:cubicBezTo>
                      <a:pt x="53434" y="23794"/>
                      <a:pt x="60158" y="17070"/>
                      <a:pt x="68450" y="17070"/>
                    </a:cubicBezTo>
                    <a:lnTo>
                      <a:pt x="68450" y="17070"/>
                    </a:lnTo>
                    <a:cubicBezTo>
                      <a:pt x="76741" y="17070"/>
                      <a:pt x="83466" y="23794"/>
                      <a:pt x="83466" y="32086"/>
                    </a:cubicBezTo>
                    <a:lnTo>
                      <a:pt x="83466" y="32086"/>
                    </a:lnTo>
                    <a:lnTo>
                      <a:pt x="83466" y="66303"/>
                    </a:lnTo>
                    <a:lnTo>
                      <a:pt x="98764" y="66303"/>
                    </a:lnTo>
                    <a:lnTo>
                      <a:pt x="98764" y="32086"/>
                    </a:lnTo>
                    <a:cubicBezTo>
                      <a:pt x="98764" y="23794"/>
                      <a:pt x="105488" y="17070"/>
                      <a:pt x="113780" y="17070"/>
                    </a:cubicBezTo>
                    <a:lnTo>
                      <a:pt x="113780" y="17070"/>
                    </a:lnTo>
                    <a:cubicBezTo>
                      <a:pt x="122072" y="17070"/>
                      <a:pt x="128796" y="23794"/>
                      <a:pt x="128796" y="32086"/>
                    </a:cubicBezTo>
                    <a:lnTo>
                      <a:pt x="128796" y="32086"/>
                    </a:lnTo>
                    <a:lnTo>
                      <a:pt x="128796" y="66303"/>
                    </a:lnTo>
                    <a:lnTo>
                      <a:pt x="144094" y="66303"/>
                    </a:lnTo>
                    <a:lnTo>
                      <a:pt x="144094" y="32086"/>
                    </a:lnTo>
                    <a:cubicBezTo>
                      <a:pt x="144094" y="23794"/>
                      <a:pt x="150818" y="17070"/>
                      <a:pt x="159110" y="17070"/>
                    </a:cubicBezTo>
                    <a:lnTo>
                      <a:pt x="159110" y="17070"/>
                    </a:lnTo>
                    <a:cubicBezTo>
                      <a:pt x="167402" y="17070"/>
                      <a:pt x="174126" y="23794"/>
                      <a:pt x="174126" y="32086"/>
                    </a:cubicBezTo>
                    <a:lnTo>
                      <a:pt x="174126" y="32086"/>
                    </a:lnTo>
                    <a:lnTo>
                      <a:pt x="174126" y="66303"/>
                    </a:lnTo>
                    <a:lnTo>
                      <a:pt x="189424" y="66303"/>
                    </a:lnTo>
                    <a:lnTo>
                      <a:pt x="189424" y="32086"/>
                    </a:lnTo>
                    <a:cubicBezTo>
                      <a:pt x="189424" y="23794"/>
                      <a:pt x="196148" y="17070"/>
                      <a:pt x="204440" y="17070"/>
                    </a:cubicBezTo>
                    <a:lnTo>
                      <a:pt x="204440" y="17070"/>
                    </a:lnTo>
                    <a:cubicBezTo>
                      <a:pt x="205976" y="17070"/>
                      <a:pt x="207591" y="17305"/>
                      <a:pt x="208986" y="17728"/>
                    </a:cubicBezTo>
                    <a:lnTo>
                      <a:pt x="208986" y="17728"/>
                    </a:lnTo>
                    <a:lnTo>
                      <a:pt x="208986" y="5439"/>
                    </a:lnTo>
                    <a:lnTo>
                      <a:pt x="205083" y="5439"/>
                    </a:lnTo>
                    <a:lnTo>
                      <a:pt x="205083" y="1207"/>
                    </a:lnTo>
                    <a:lnTo>
                      <a:pt x="208986" y="1207"/>
                    </a:lnTo>
                    <a:lnTo>
                      <a:pt x="208986" y="0"/>
                    </a:lnTo>
                    <a:close/>
                    <a:moveTo>
                      <a:pt x="189832" y="1207"/>
                    </a:moveTo>
                    <a:lnTo>
                      <a:pt x="203766" y="1207"/>
                    </a:lnTo>
                    <a:lnTo>
                      <a:pt x="203766" y="5439"/>
                    </a:lnTo>
                    <a:lnTo>
                      <a:pt x="189832" y="5439"/>
                    </a:lnTo>
                    <a:close/>
                    <a:moveTo>
                      <a:pt x="174581" y="1207"/>
                    </a:moveTo>
                    <a:lnTo>
                      <a:pt x="188515" y="1207"/>
                    </a:lnTo>
                    <a:lnTo>
                      <a:pt x="188515" y="5439"/>
                    </a:lnTo>
                    <a:lnTo>
                      <a:pt x="174581" y="5439"/>
                    </a:lnTo>
                    <a:close/>
                    <a:moveTo>
                      <a:pt x="159314" y="1207"/>
                    </a:moveTo>
                    <a:lnTo>
                      <a:pt x="173264" y="1207"/>
                    </a:lnTo>
                    <a:lnTo>
                      <a:pt x="173264" y="5439"/>
                    </a:lnTo>
                    <a:lnTo>
                      <a:pt x="159314" y="5439"/>
                    </a:lnTo>
                    <a:close/>
                    <a:moveTo>
                      <a:pt x="144063" y="1207"/>
                    </a:moveTo>
                    <a:lnTo>
                      <a:pt x="158013" y="1207"/>
                    </a:lnTo>
                    <a:lnTo>
                      <a:pt x="158013" y="5439"/>
                    </a:lnTo>
                    <a:lnTo>
                      <a:pt x="144063" y="5439"/>
                    </a:lnTo>
                    <a:close/>
                    <a:moveTo>
                      <a:pt x="128812" y="1207"/>
                    </a:moveTo>
                    <a:lnTo>
                      <a:pt x="142762" y="1207"/>
                    </a:lnTo>
                    <a:lnTo>
                      <a:pt x="142762" y="5439"/>
                    </a:lnTo>
                    <a:lnTo>
                      <a:pt x="128812" y="5439"/>
                    </a:lnTo>
                    <a:close/>
                    <a:moveTo>
                      <a:pt x="113560" y="1207"/>
                    </a:moveTo>
                    <a:lnTo>
                      <a:pt x="127511" y="1207"/>
                    </a:lnTo>
                    <a:lnTo>
                      <a:pt x="127511" y="5439"/>
                    </a:lnTo>
                    <a:lnTo>
                      <a:pt x="113560" y="5439"/>
                    </a:lnTo>
                    <a:close/>
                    <a:moveTo>
                      <a:pt x="98309" y="1207"/>
                    </a:moveTo>
                    <a:lnTo>
                      <a:pt x="112259" y="1207"/>
                    </a:lnTo>
                    <a:lnTo>
                      <a:pt x="112259" y="5439"/>
                    </a:lnTo>
                    <a:lnTo>
                      <a:pt x="98309" y="5439"/>
                    </a:lnTo>
                    <a:close/>
                    <a:moveTo>
                      <a:pt x="83058" y="1207"/>
                    </a:moveTo>
                    <a:lnTo>
                      <a:pt x="97008" y="1207"/>
                    </a:lnTo>
                    <a:lnTo>
                      <a:pt x="97008" y="5439"/>
                    </a:lnTo>
                    <a:lnTo>
                      <a:pt x="83058" y="5439"/>
                    </a:lnTo>
                    <a:close/>
                    <a:moveTo>
                      <a:pt x="67807" y="1207"/>
                    </a:moveTo>
                    <a:lnTo>
                      <a:pt x="81757" y="1207"/>
                    </a:lnTo>
                    <a:lnTo>
                      <a:pt x="81757" y="5439"/>
                    </a:lnTo>
                    <a:lnTo>
                      <a:pt x="67807" y="5439"/>
                    </a:lnTo>
                    <a:close/>
                    <a:moveTo>
                      <a:pt x="52556" y="1207"/>
                    </a:moveTo>
                    <a:lnTo>
                      <a:pt x="66490" y="1207"/>
                    </a:lnTo>
                    <a:lnTo>
                      <a:pt x="66490" y="5439"/>
                    </a:lnTo>
                    <a:lnTo>
                      <a:pt x="52556" y="5439"/>
                    </a:lnTo>
                    <a:close/>
                    <a:moveTo>
                      <a:pt x="37305" y="1207"/>
                    </a:moveTo>
                    <a:lnTo>
                      <a:pt x="51239" y="1207"/>
                    </a:lnTo>
                    <a:lnTo>
                      <a:pt x="51239" y="5439"/>
                    </a:lnTo>
                    <a:lnTo>
                      <a:pt x="37305" y="5439"/>
                    </a:lnTo>
                    <a:close/>
                    <a:moveTo>
                      <a:pt x="22038" y="1207"/>
                    </a:moveTo>
                    <a:lnTo>
                      <a:pt x="35988" y="1207"/>
                    </a:lnTo>
                    <a:lnTo>
                      <a:pt x="35988" y="5439"/>
                    </a:lnTo>
                    <a:lnTo>
                      <a:pt x="22038" y="5439"/>
                    </a:lnTo>
                    <a:close/>
                    <a:moveTo>
                      <a:pt x="6787" y="1207"/>
                    </a:moveTo>
                    <a:lnTo>
                      <a:pt x="20737" y="1207"/>
                    </a:lnTo>
                    <a:lnTo>
                      <a:pt x="20737" y="5439"/>
                    </a:lnTo>
                    <a:lnTo>
                      <a:pt x="6787" y="5439"/>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1188" name="Google Shape;1188;p30">
                <a:extLst>
                  <a:ext uri="{FF2B5EF4-FFF2-40B4-BE49-F238E27FC236}">
                    <a16:creationId xmlns:a16="http://schemas.microsoft.com/office/drawing/2014/main" id="{547C7A80-3173-D3A4-F354-488AE0F6D8C9}"/>
                  </a:ext>
                </a:extLst>
              </p:cNvPr>
              <p:cNvGrpSpPr/>
              <p:nvPr/>
            </p:nvGrpSpPr>
            <p:grpSpPr>
              <a:xfrm>
                <a:off x="-613275" y="3443675"/>
                <a:ext cx="5224650" cy="1657575"/>
                <a:chOff x="1161525" y="3805200"/>
                <a:chExt cx="5224650" cy="1657575"/>
              </a:xfrm>
              <a:grpFill/>
            </p:grpSpPr>
            <p:sp>
              <p:nvSpPr>
                <p:cNvPr id="1189" name="Google Shape;1189;p30">
                  <a:extLst>
                    <a:ext uri="{FF2B5EF4-FFF2-40B4-BE49-F238E27FC236}">
                      <a16:creationId xmlns:a16="http://schemas.microsoft.com/office/drawing/2014/main" id="{69CDDDD1-36D1-0C2A-C100-8A0CC239EDEE}"/>
                    </a:ext>
                  </a:extLst>
                </p:cNvPr>
                <p:cNvSpPr/>
                <p:nvPr/>
              </p:nvSpPr>
              <p:spPr>
                <a:xfrm>
                  <a:off x="5896325" y="4231925"/>
                  <a:ext cx="444400" cy="1230850"/>
                </a:xfrm>
                <a:custGeom>
                  <a:avLst/>
                  <a:gdLst/>
                  <a:ahLst/>
                  <a:cxnLst/>
                  <a:rect l="l" t="t" r="r" b="b"/>
                  <a:pathLst>
                    <a:path w="17776" h="49234" extrusionOk="0">
                      <a:moveTo>
                        <a:pt x="1" y="15017"/>
                      </a:moveTo>
                      <a:lnTo>
                        <a:pt x="1" y="49234"/>
                      </a:lnTo>
                      <a:lnTo>
                        <a:pt x="5487" y="49234"/>
                      </a:lnTo>
                      <a:lnTo>
                        <a:pt x="5487" y="15017"/>
                      </a:lnTo>
                      <a:cubicBezTo>
                        <a:pt x="5487" y="7665"/>
                        <a:pt x="10785" y="1537"/>
                        <a:pt x="17776" y="251"/>
                      </a:cubicBezTo>
                      <a:lnTo>
                        <a:pt x="17776" y="251"/>
                      </a:lnTo>
                      <a:cubicBezTo>
                        <a:pt x="16882" y="79"/>
                        <a:pt x="15957" y="1"/>
                        <a:pt x="15033" y="1"/>
                      </a:cubicBezTo>
                      <a:lnTo>
                        <a:pt x="15033" y="1"/>
                      </a:lnTo>
                      <a:cubicBezTo>
                        <a:pt x="6725" y="1"/>
                        <a:pt x="1" y="6725"/>
                        <a:pt x="1" y="15017"/>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0" name="Google Shape;1190;p30">
                  <a:extLst>
                    <a:ext uri="{FF2B5EF4-FFF2-40B4-BE49-F238E27FC236}">
                      <a16:creationId xmlns:a16="http://schemas.microsoft.com/office/drawing/2014/main" id="{716D5E41-515B-0B8D-39D8-6683096CBEB7}"/>
                    </a:ext>
                  </a:extLst>
                </p:cNvPr>
                <p:cNvSpPr/>
                <p:nvPr/>
              </p:nvSpPr>
              <p:spPr>
                <a:xfrm>
                  <a:off x="4763475" y="4231925"/>
                  <a:ext cx="444000" cy="1230850"/>
                </a:xfrm>
                <a:custGeom>
                  <a:avLst/>
                  <a:gdLst/>
                  <a:ahLst/>
                  <a:cxnLst/>
                  <a:rect l="l" t="t" r="r" b="b"/>
                  <a:pathLst>
                    <a:path w="17760" h="49234" extrusionOk="0">
                      <a:moveTo>
                        <a:pt x="0" y="15017"/>
                      </a:moveTo>
                      <a:lnTo>
                        <a:pt x="0" y="49234"/>
                      </a:lnTo>
                      <a:lnTo>
                        <a:pt x="5486" y="49234"/>
                      </a:lnTo>
                      <a:lnTo>
                        <a:pt x="5486" y="15017"/>
                      </a:lnTo>
                      <a:cubicBezTo>
                        <a:pt x="5486" y="7665"/>
                        <a:pt x="10769" y="1537"/>
                        <a:pt x="17759" y="251"/>
                      </a:cubicBezTo>
                      <a:lnTo>
                        <a:pt x="17759" y="251"/>
                      </a:lnTo>
                      <a:cubicBezTo>
                        <a:pt x="16866" y="79"/>
                        <a:pt x="15957" y="1"/>
                        <a:pt x="15016" y="1"/>
                      </a:cubicBezTo>
                      <a:lnTo>
                        <a:pt x="15016" y="1"/>
                      </a:lnTo>
                      <a:cubicBezTo>
                        <a:pt x="6725" y="1"/>
                        <a:pt x="0" y="6725"/>
                        <a:pt x="0" y="15017"/>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1" name="Google Shape;1191;p30">
                  <a:extLst>
                    <a:ext uri="{FF2B5EF4-FFF2-40B4-BE49-F238E27FC236}">
                      <a16:creationId xmlns:a16="http://schemas.microsoft.com/office/drawing/2014/main" id="{9748DF30-732D-C663-D256-7DBE047D82AA}"/>
                    </a:ext>
                  </a:extLst>
                </p:cNvPr>
                <p:cNvSpPr/>
                <p:nvPr/>
              </p:nvSpPr>
              <p:spPr>
                <a:xfrm>
                  <a:off x="3630225" y="4231925"/>
                  <a:ext cx="444000" cy="1230850"/>
                </a:xfrm>
                <a:custGeom>
                  <a:avLst/>
                  <a:gdLst/>
                  <a:ahLst/>
                  <a:cxnLst/>
                  <a:rect l="l" t="t" r="r" b="b"/>
                  <a:pathLst>
                    <a:path w="17760" h="49234" extrusionOk="0">
                      <a:moveTo>
                        <a:pt x="0" y="15017"/>
                      </a:moveTo>
                      <a:lnTo>
                        <a:pt x="0" y="49234"/>
                      </a:lnTo>
                      <a:lnTo>
                        <a:pt x="5486" y="49234"/>
                      </a:lnTo>
                      <a:lnTo>
                        <a:pt x="5486" y="15017"/>
                      </a:lnTo>
                      <a:cubicBezTo>
                        <a:pt x="5486" y="7665"/>
                        <a:pt x="10784" y="1537"/>
                        <a:pt x="17759" y="251"/>
                      </a:cubicBezTo>
                      <a:lnTo>
                        <a:pt x="17759" y="251"/>
                      </a:lnTo>
                      <a:cubicBezTo>
                        <a:pt x="16881" y="79"/>
                        <a:pt x="15957" y="1"/>
                        <a:pt x="15016" y="1"/>
                      </a:cubicBezTo>
                      <a:lnTo>
                        <a:pt x="15016" y="1"/>
                      </a:lnTo>
                      <a:cubicBezTo>
                        <a:pt x="6725" y="1"/>
                        <a:pt x="0" y="6725"/>
                        <a:pt x="0" y="15017"/>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2" name="Google Shape;1192;p30">
                  <a:extLst>
                    <a:ext uri="{FF2B5EF4-FFF2-40B4-BE49-F238E27FC236}">
                      <a16:creationId xmlns:a16="http://schemas.microsoft.com/office/drawing/2014/main" id="{914B2185-1EAB-F58D-951A-0E580DE2DC25}"/>
                    </a:ext>
                  </a:extLst>
                </p:cNvPr>
                <p:cNvSpPr/>
                <p:nvPr/>
              </p:nvSpPr>
              <p:spPr>
                <a:xfrm>
                  <a:off x="2496975" y="4231925"/>
                  <a:ext cx="444375" cy="1230850"/>
                </a:xfrm>
                <a:custGeom>
                  <a:avLst/>
                  <a:gdLst/>
                  <a:ahLst/>
                  <a:cxnLst/>
                  <a:rect l="l" t="t" r="r" b="b"/>
                  <a:pathLst>
                    <a:path w="17775" h="49234" extrusionOk="0">
                      <a:moveTo>
                        <a:pt x="0" y="15017"/>
                      </a:moveTo>
                      <a:lnTo>
                        <a:pt x="0" y="49234"/>
                      </a:lnTo>
                      <a:lnTo>
                        <a:pt x="5486" y="49234"/>
                      </a:lnTo>
                      <a:lnTo>
                        <a:pt x="5486" y="15017"/>
                      </a:lnTo>
                      <a:cubicBezTo>
                        <a:pt x="5486" y="7665"/>
                        <a:pt x="10784" y="1537"/>
                        <a:pt x="17775" y="251"/>
                      </a:cubicBezTo>
                      <a:lnTo>
                        <a:pt x="17775" y="251"/>
                      </a:lnTo>
                      <a:cubicBezTo>
                        <a:pt x="16881" y="79"/>
                        <a:pt x="15957" y="1"/>
                        <a:pt x="15032" y="1"/>
                      </a:cubicBezTo>
                      <a:lnTo>
                        <a:pt x="15032" y="1"/>
                      </a:lnTo>
                      <a:cubicBezTo>
                        <a:pt x="6724" y="1"/>
                        <a:pt x="0" y="6725"/>
                        <a:pt x="0" y="15017"/>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3" name="Google Shape;1193;p30">
                  <a:extLst>
                    <a:ext uri="{FF2B5EF4-FFF2-40B4-BE49-F238E27FC236}">
                      <a16:creationId xmlns:a16="http://schemas.microsoft.com/office/drawing/2014/main" id="{9BAF531D-7A64-90EB-EA24-83592BF30F0A}"/>
                    </a:ext>
                  </a:extLst>
                </p:cNvPr>
                <p:cNvSpPr/>
                <p:nvPr/>
              </p:nvSpPr>
              <p:spPr>
                <a:xfrm>
                  <a:off x="1364100" y="4231925"/>
                  <a:ext cx="444000" cy="1230850"/>
                </a:xfrm>
                <a:custGeom>
                  <a:avLst/>
                  <a:gdLst/>
                  <a:ahLst/>
                  <a:cxnLst/>
                  <a:rect l="l" t="t" r="r" b="b"/>
                  <a:pathLst>
                    <a:path w="17760" h="49234" extrusionOk="0">
                      <a:moveTo>
                        <a:pt x="1" y="15017"/>
                      </a:moveTo>
                      <a:lnTo>
                        <a:pt x="1" y="49234"/>
                      </a:lnTo>
                      <a:lnTo>
                        <a:pt x="5487" y="49234"/>
                      </a:lnTo>
                      <a:lnTo>
                        <a:pt x="5487" y="15017"/>
                      </a:lnTo>
                      <a:cubicBezTo>
                        <a:pt x="5487" y="7665"/>
                        <a:pt x="10769" y="1537"/>
                        <a:pt x="17760" y="251"/>
                      </a:cubicBezTo>
                      <a:lnTo>
                        <a:pt x="17760" y="251"/>
                      </a:lnTo>
                      <a:cubicBezTo>
                        <a:pt x="16866" y="79"/>
                        <a:pt x="15957" y="1"/>
                        <a:pt x="15017" y="1"/>
                      </a:cubicBezTo>
                      <a:lnTo>
                        <a:pt x="15017" y="1"/>
                      </a:lnTo>
                      <a:cubicBezTo>
                        <a:pt x="6725" y="1"/>
                        <a:pt x="1" y="6725"/>
                        <a:pt x="1" y="15017"/>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4" name="Google Shape;1194;p30">
                  <a:extLst>
                    <a:ext uri="{FF2B5EF4-FFF2-40B4-BE49-F238E27FC236}">
                      <a16:creationId xmlns:a16="http://schemas.microsoft.com/office/drawing/2014/main" id="{EDFB593B-A08E-1618-1EED-328C1B0FB350}"/>
                    </a:ext>
                  </a:extLst>
                </p:cNvPr>
                <p:cNvSpPr/>
                <p:nvPr/>
              </p:nvSpPr>
              <p:spPr>
                <a:xfrm>
                  <a:off x="1161525" y="3805200"/>
                  <a:ext cx="5224650" cy="1657575"/>
                </a:xfrm>
                <a:custGeom>
                  <a:avLst/>
                  <a:gdLst/>
                  <a:ahLst/>
                  <a:cxnLst/>
                  <a:rect l="l" t="t" r="r" b="b"/>
                  <a:pathLst>
                    <a:path w="208986" h="66303" extrusionOk="0">
                      <a:moveTo>
                        <a:pt x="0" y="0"/>
                      </a:moveTo>
                      <a:lnTo>
                        <a:pt x="0" y="1207"/>
                      </a:lnTo>
                      <a:lnTo>
                        <a:pt x="5486" y="1207"/>
                      </a:lnTo>
                      <a:lnTo>
                        <a:pt x="5486" y="5439"/>
                      </a:lnTo>
                      <a:lnTo>
                        <a:pt x="0" y="5439"/>
                      </a:lnTo>
                      <a:lnTo>
                        <a:pt x="0" y="66303"/>
                      </a:lnTo>
                      <a:lnTo>
                        <a:pt x="8104" y="66303"/>
                      </a:lnTo>
                      <a:lnTo>
                        <a:pt x="8104" y="32086"/>
                      </a:lnTo>
                      <a:cubicBezTo>
                        <a:pt x="8104" y="23794"/>
                        <a:pt x="14828" y="17070"/>
                        <a:pt x="23120" y="17070"/>
                      </a:cubicBezTo>
                      <a:lnTo>
                        <a:pt x="23120" y="17070"/>
                      </a:lnTo>
                      <a:cubicBezTo>
                        <a:pt x="31411" y="17070"/>
                        <a:pt x="38136" y="23794"/>
                        <a:pt x="38136" y="32086"/>
                      </a:cubicBezTo>
                      <a:lnTo>
                        <a:pt x="38136" y="32086"/>
                      </a:lnTo>
                      <a:lnTo>
                        <a:pt x="38136" y="66303"/>
                      </a:lnTo>
                      <a:lnTo>
                        <a:pt x="53434" y="66303"/>
                      </a:lnTo>
                      <a:lnTo>
                        <a:pt x="53434" y="32086"/>
                      </a:lnTo>
                      <a:cubicBezTo>
                        <a:pt x="53434" y="23794"/>
                        <a:pt x="60158" y="17070"/>
                        <a:pt x="68450" y="17070"/>
                      </a:cubicBezTo>
                      <a:lnTo>
                        <a:pt x="68450" y="17070"/>
                      </a:lnTo>
                      <a:cubicBezTo>
                        <a:pt x="76741" y="17070"/>
                        <a:pt x="83466" y="23794"/>
                        <a:pt x="83466" y="32086"/>
                      </a:cubicBezTo>
                      <a:lnTo>
                        <a:pt x="83466" y="32086"/>
                      </a:lnTo>
                      <a:lnTo>
                        <a:pt x="83466" y="66303"/>
                      </a:lnTo>
                      <a:lnTo>
                        <a:pt x="98764" y="66303"/>
                      </a:lnTo>
                      <a:lnTo>
                        <a:pt x="98764" y="32086"/>
                      </a:lnTo>
                      <a:cubicBezTo>
                        <a:pt x="98764" y="23794"/>
                        <a:pt x="105488" y="17070"/>
                        <a:pt x="113780" y="17070"/>
                      </a:cubicBezTo>
                      <a:lnTo>
                        <a:pt x="113780" y="17070"/>
                      </a:lnTo>
                      <a:cubicBezTo>
                        <a:pt x="122072" y="17070"/>
                        <a:pt x="128796" y="23794"/>
                        <a:pt x="128796" y="32086"/>
                      </a:cubicBezTo>
                      <a:lnTo>
                        <a:pt x="128796" y="32086"/>
                      </a:lnTo>
                      <a:lnTo>
                        <a:pt x="128796" y="66303"/>
                      </a:lnTo>
                      <a:lnTo>
                        <a:pt x="144094" y="66303"/>
                      </a:lnTo>
                      <a:lnTo>
                        <a:pt x="144094" y="32086"/>
                      </a:lnTo>
                      <a:cubicBezTo>
                        <a:pt x="144094" y="23794"/>
                        <a:pt x="150818" y="17070"/>
                        <a:pt x="159110" y="17070"/>
                      </a:cubicBezTo>
                      <a:lnTo>
                        <a:pt x="159110" y="17070"/>
                      </a:lnTo>
                      <a:cubicBezTo>
                        <a:pt x="167402" y="17070"/>
                        <a:pt x="174126" y="23794"/>
                        <a:pt x="174126" y="32086"/>
                      </a:cubicBezTo>
                      <a:lnTo>
                        <a:pt x="174126" y="32086"/>
                      </a:lnTo>
                      <a:lnTo>
                        <a:pt x="174126" y="66303"/>
                      </a:lnTo>
                      <a:lnTo>
                        <a:pt x="189424" y="66303"/>
                      </a:lnTo>
                      <a:lnTo>
                        <a:pt x="189424" y="32086"/>
                      </a:lnTo>
                      <a:cubicBezTo>
                        <a:pt x="189424" y="23794"/>
                        <a:pt x="196148" y="17070"/>
                        <a:pt x="204440" y="17070"/>
                      </a:cubicBezTo>
                      <a:lnTo>
                        <a:pt x="204440" y="17070"/>
                      </a:lnTo>
                      <a:cubicBezTo>
                        <a:pt x="205976" y="17070"/>
                        <a:pt x="207591" y="17305"/>
                        <a:pt x="208986" y="17728"/>
                      </a:cubicBezTo>
                      <a:lnTo>
                        <a:pt x="208986" y="17728"/>
                      </a:lnTo>
                      <a:lnTo>
                        <a:pt x="208986" y="5439"/>
                      </a:lnTo>
                      <a:lnTo>
                        <a:pt x="205083" y="5439"/>
                      </a:lnTo>
                      <a:lnTo>
                        <a:pt x="205083" y="1207"/>
                      </a:lnTo>
                      <a:lnTo>
                        <a:pt x="208986" y="1207"/>
                      </a:lnTo>
                      <a:lnTo>
                        <a:pt x="208986" y="0"/>
                      </a:lnTo>
                      <a:close/>
                      <a:moveTo>
                        <a:pt x="189832" y="1207"/>
                      </a:moveTo>
                      <a:lnTo>
                        <a:pt x="203766" y="1207"/>
                      </a:lnTo>
                      <a:lnTo>
                        <a:pt x="203766" y="5439"/>
                      </a:lnTo>
                      <a:lnTo>
                        <a:pt x="189832" y="5439"/>
                      </a:lnTo>
                      <a:close/>
                      <a:moveTo>
                        <a:pt x="174581" y="1207"/>
                      </a:moveTo>
                      <a:lnTo>
                        <a:pt x="188515" y="1207"/>
                      </a:lnTo>
                      <a:lnTo>
                        <a:pt x="188515" y="5439"/>
                      </a:lnTo>
                      <a:lnTo>
                        <a:pt x="174581" y="5439"/>
                      </a:lnTo>
                      <a:close/>
                      <a:moveTo>
                        <a:pt x="159314" y="1207"/>
                      </a:moveTo>
                      <a:lnTo>
                        <a:pt x="173264" y="1207"/>
                      </a:lnTo>
                      <a:lnTo>
                        <a:pt x="173264" y="5439"/>
                      </a:lnTo>
                      <a:lnTo>
                        <a:pt x="159314" y="5439"/>
                      </a:lnTo>
                      <a:close/>
                      <a:moveTo>
                        <a:pt x="144063" y="1207"/>
                      </a:moveTo>
                      <a:lnTo>
                        <a:pt x="158013" y="1207"/>
                      </a:lnTo>
                      <a:lnTo>
                        <a:pt x="158013" y="5439"/>
                      </a:lnTo>
                      <a:lnTo>
                        <a:pt x="144063" y="5439"/>
                      </a:lnTo>
                      <a:close/>
                      <a:moveTo>
                        <a:pt x="128812" y="1207"/>
                      </a:moveTo>
                      <a:lnTo>
                        <a:pt x="142762" y="1207"/>
                      </a:lnTo>
                      <a:lnTo>
                        <a:pt x="142762" y="5439"/>
                      </a:lnTo>
                      <a:lnTo>
                        <a:pt x="128812" y="5439"/>
                      </a:lnTo>
                      <a:close/>
                      <a:moveTo>
                        <a:pt x="113560" y="1207"/>
                      </a:moveTo>
                      <a:lnTo>
                        <a:pt x="127511" y="1207"/>
                      </a:lnTo>
                      <a:lnTo>
                        <a:pt x="127511" y="5439"/>
                      </a:lnTo>
                      <a:lnTo>
                        <a:pt x="113560" y="5439"/>
                      </a:lnTo>
                      <a:close/>
                      <a:moveTo>
                        <a:pt x="98309" y="1207"/>
                      </a:moveTo>
                      <a:lnTo>
                        <a:pt x="112259" y="1207"/>
                      </a:lnTo>
                      <a:lnTo>
                        <a:pt x="112259" y="5439"/>
                      </a:lnTo>
                      <a:lnTo>
                        <a:pt x="98309" y="5439"/>
                      </a:lnTo>
                      <a:close/>
                      <a:moveTo>
                        <a:pt x="83058" y="1207"/>
                      </a:moveTo>
                      <a:lnTo>
                        <a:pt x="97008" y="1207"/>
                      </a:lnTo>
                      <a:lnTo>
                        <a:pt x="97008" y="5439"/>
                      </a:lnTo>
                      <a:lnTo>
                        <a:pt x="83058" y="5439"/>
                      </a:lnTo>
                      <a:close/>
                      <a:moveTo>
                        <a:pt x="67807" y="1207"/>
                      </a:moveTo>
                      <a:lnTo>
                        <a:pt x="81757" y="1207"/>
                      </a:lnTo>
                      <a:lnTo>
                        <a:pt x="81757" y="5439"/>
                      </a:lnTo>
                      <a:lnTo>
                        <a:pt x="67807" y="5439"/>
                      </a:lnTo>
                      <a:close/>
                      <a:moveTo>
                        <a:pt x="52556" y="1207"/>
                      </a:moveTo>
                      <a:lnTo>
                        <a:pt x="66490" y="1207"/>
                      </a:lnTo>
                      <a:lnTo>
                        <a:pt x="66490" y="5439"/>
                      </a:lnTo>
                      <a:lnTo>
                        <a:pt x="52556" y="5439"/>
                      </a:lnTo>
                      <a:close/>
                      <a:moveTo>
                        <a:pt x="37305" y="1207"/>
                      </a:moveTo>
                      <a:lnTo>
                        <a:pt x="51239" y="1207"/>
                      </a:lnTo>
                      <a:lnTo>
                        <a:pt x="51239" y="5439"/>
                      </a:lnTo>
                      <a:lnTo>
                        <a:pt x="37305" y="5439"/>
                      </a:lnTo>
                      <a:close/>
                      <a:moveTo>
                        <a:pt x="22038" y="1207"/>
                      </a:moveTo>
                      <a:lnTo>
                        <a:pt x="35988" y="1207"/>
                      </a:lnTo>
                      <a:lnTo>
                        <a:pt x="35988" y="5439"/>
                      </a:lnTo>
                      <a:lnTo>
                        <a:pt x="22038" y="5439"/>
                      </a:lnTo>
                      <a:close/>
                      <a:moveTo>
                        <a:pt x="6787" y="1207"/>
                      </a:moveTo>
                      <a:lnTo>
                        <a:pt x="20737" y="1207"/>
                      </a:lnTo>
                      <a:lnTo>
                        <a:pt x="20737" y="5439"/>
                      </a:lnTo>
                      <a:lnTo>
                        <a:pt x="6787" y="5439"/>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
        <p:nvSpPr>
          <p:cNvPr id="8" name="Google Shape;294;p36">
            <a:extLst>
              <a:ext uri="{FF2B5EF4-FFF2-40B4-BE49-F238E27FC236}">
                <a16:creationId xmlns:a16="http://schemas.microsoft.com/office/drawing/2014/main" id="{B09C8EF2-2029-64B8-5B8C-B667B0D49959}"/>
              </a:ext>
            </a:extLst>
          </p:cNvPr>
          <p:cNvSpPr txBox="1">
            <a:spLocks/>
          </p:cNvSpPr>
          <p:nvPr/>
        </p:nvSpPr>
        <p:spPr>
          <a:xfrm>
            <a:off x="561987" y="30796"/>
            <a:ext cx="77040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eaLnBrk="1" hangingPunct="1">
              <a:lnSpc>
                <a:spcPct val="80000"/>
              </a:lnSpc>
              <a:spcBef>
                <a:spcPts val="0"/>
              </a:spcBef>
              <a:spcAft>
                <a:spcPts val="0"/>
              </a:spcAft>
              <a:buClr>
                <a:schemeClr val="dk1"/>
              </a:buClr>
              <a:buSzPts val="5200"/>
              <a:buFont typeface="Bakbak One"/>
              <a:buNone/>
              <a:defRPr sz="7000" b="0" i="0" u="none" strike="noStrike" cap="none">
                <a:solidFill>
                  <a:schemeClr val="dk1"/>
                </a:solidFill>
                <a:latin typeface="Bakbak One"/>
                <a:ea typeface="Bakbak One"/>
                <a:cs typeface="Bakbak One"/>
                <a:sym typeface="Bakbak One"/>
              </a:defRPr>
            </a:lvl1pPr>
            <a:lvl2pPr marR="0" lvl="1" algn="ctr" rtl="0" eaLnBrk="1" hangingPunct="1">
              <a:lnSpc>
                <a:spcPct val="100000"/>
              </a:lnSpc>
              <a:spcBef>
                <a:spcPts val="0"/>
              </a:spcBef>
              <a:spcAft>
                <a:spcPts val="0"/>
              </a:spcAft>
              <a:buClr>
                <a:schemeClr val="dk1"/>
              </a:buClr>
              <a:buSzPts val="5200"/>
              <a:buFont typeface="Bakbak One"/>
              <a:buNone/>
              <a:defRPr sz="5200" b="0" i="0" u="none" strike="noStrike" cap="none">
                <a:solidFill>
                  <a:schemeClr val="dk1"/>
                </a:solidFill>
                <a:latin typeface="Bakbak One"/>
                <a:ea typeface="Bakbak One"/>
                <a:cs typeface="Bakbak One"/>
                <a:sym typeface="Bakbak One"/>
              </a:defRPr>
            </a:lvl2pPr>
            <a:lvl3pPr marR="0" lvl="2" algn="ctr" rtl="0" eaLnBrk="1" hangingPunct="1">
              <a:lnSpc>
                <a:spcPct val="100000"/>
              </a:lnSpc>
              <a:spcBef>
                <a:spcPts val="0"/>
              </a:spcBef>
              <a:spcAft>
                <a:spcPts val="0"/>
              </a:spcAft>
              <a:buClr>
                <a:schemeClr val="dk1"/>
              </a:buClr>
              <a:buSzPts val="5200"/>
              <a:buFont typeface="Bakbak One"/>
              <a:buNone/>
              <a:defRPr sz="5200" b="0" i="0" u="none" strike="noStrike" cap="none">
                <a:solidFill>
                  <a:schemeClr val="dk1"/>
                </a:solidFill>
                <a:latin typeface="Bakbak One"/>
                <a:ea typeface="Bakbak One"/>
                <a:cs typeface="Bakbak One"/>
                <a:sym typeface="Bakbak One"/>
              </a:defRPr>
            </a:lvl3pPr>
            <a:lvl4pPr marR="0" lvl="3" algn="ctr" rtl="0" eaLnBrk="1" hangingPunct="1">
              <a:lnSpc>
                <a:spcPct val="100000"/>
              </a:lnSpc>
              <a:spcBef>
                <a:spcPts val="0"/>
              </a:spcBef>
              <a:spcAft>
                <a:spcPts val="0"/>
              </a:spcAft>
              <a:buClr>
                <a:schemeClr val="dk1"/>
              </a:buClr>
              <a:buSzPts val="5200"/>
              <a:buFont typeface="Bakbak One"/>
              <a:buNone/>
              <a:defRPr sz="5200" b="0" i="0" u="none" strike="noStrike" cap="none">
                <a:solidFill>
                  <a:schemeClr val="dk1"/>
                </a:solidFill>
                <a:latin typeface="Bakbak One"/>
                <a:ea typeface="Bakbak One"/>
                <a:cs typeface="Bakbak One"/>
                <a:sym typeface="Bakbak One"/>
              </a:defRPr>
            </a:lvl4pPr>
            <a:lvl5pPr marR="0" lvl="4" algn="ctr" rtl="0" eaLnBrk="1" hangingPunct="1">
              <a:lnSpc>
                <a:spcPct val="100000"/>
              </a:lnSpc>
              <a:spcBef>
                <a:spcPts val="0"/>
              </a:spcBef>
              <a:spcAft>
                <a:spcPts val="0"/>
              </a:spcAft>
              <a:buClr>
                <a:schemeClr val="dk1"/>
              </a:buClr>
              <a:buSzPts val="5200"/>
              <a:buFont typeface="Bakbak One"/>
              <a:buNone/>
              <a:defRPr sz="5200" b="0" i="0" u="none" strike="noStrike" cap="none">
                <a:solidFill>
                  <a:schemeClr val="dk1"/>
                </a:solidFill>
                <a:latin typeface="Bakbak One"/>
                <a:ea typeface="Bakbak One"/>
                <a:cs typeface="Bakbak One"/>
                <a:sym typeface="Bakbak One"/>
              </a:defRPr>
            </a:lvl5pPr>
            <a:lvl6pPr marR="0" lvl="5" algn="ctr" rtl="0" eaLnBrk="1" hangingPunct="1">
              <a:lnSpc>
                <a:spcPct val="100000"/>
              </a:lnSpc>
              <a:spcBef>
                <a:spcPts val="0"/>
              </a:spcBef>
              <a:spcAft>
                <a:spcPts val="0"/>
              </a:spcAft>
              <a:buClr>
                <a:schemeClr val="dk1"/>
              </a:buClr>
              <a:buSzPts val="5200"/>
              <a:buFont typeface="Bakbak One"/>
              <a:buNone/>
              <a:defRPr sz="5200" b="0" i="0" u="none" strike="noStrike" cap="none">
                <a:solidFill>
                  <a:schemeClr val="dk1"/>
                </a:solidFill>
                <a:latin typeface="Bakbak One"/>
                <a:ea typeface="Bakbak One"/>
                <a:cs typeface="Bakbak One"/>
                <a:sym typeface="Bakbak One"/>
              </a:defRPr>
            </a:lvl6pPr>
            <a:lvl7pPr marR="0" lvl="6" algn="ctr" rtl="0" eaLnBrk="1" hangingPunct="1">
              <a:lnSpc>
                <a:spcPct val="100000"/>
              </a:lnSpc>
              <a:spcBef>
                <a:spcPts val="0"/>
              </a:spcBef>
              <a:spcAft>
                <a:spcPts val="0"/>
              </a:spcAft>
              <a:buClr>
                <a:schemeClr val="dk1"/>
              </a:buClr>
              <a:buSzPts val="5200"/>
              <a:buFont typeface="Bakbak One"/>
              <a:buNone/>
              <a:defRPr sz="5200" b="0" i="0" u="none" strike="noStrike" cap="none">
                <a:solidFill>
                  <a:schemeClr val="dk1"/>
                </a:solidFill>
                <a:latin typeface="Bakbak One"/>
                <a:ea typeface="Bakbak One"/>
                <a:cs typeface="Bakbak One"/>
                <a:sym typeface="Bakbak One"/>
              </a:defRPr>
            </a:lvl7pPr>
            <a:lvl8pPr marR="0" lvl="7" algn="ctr" rtl="0" eaLnBrk="1" hangingPunct="1">
              <a:lnSpc>
                <a:spcPct val="100000"/>
              </a:lnSpc>
              <a:spcBef>
                <a:spcPts val="0"/>
              </a:spcBef>
              <a:spcAft>
                <a:spcPts val="0"/>
              </a:spcAft>
              <a:buClr>
                <a:schemeClr val="dk1"/>
              </a:buClr>
              <a:buSzPts val="5200"/>
              <a:buFont typeface="Bakbak One"/>
              <a:buNone/>
              <a:defRPr sz="5200" b="0" i="0" u="none" strike="noStrike" cap="none">
                <a:solidFill>
                  <a:schemeClr val="dk1"/>
                </a:solidFill>
                <a:latin typeface="Bakbak One"/>
                <a:ea typeface="Bakbak One"/>
                <a:cs typeface="Bakbak One"/>
                <a:sym typeface="Bakbak One"/>
              </a:defRPr>
            </a:lvl8pPr>
            <a:lvl9pPr marR="0" lvl="8" algn="ctr" rtl="0" eaLnBrk="1" hangingPunct="1">
              <a:lnSpc>
                <a:spcPct val="100000"/>
              </a:lnSpc>
              <a:spcBef>
                <a:spcPts val="0"/>
              </a:spcBef>
              <a:spcAft>
                <a:spcPts val="0"/>
              </a:spcAft>
              <a:buClr>
                <a:schemeClr val="dk1"/>
              </a:buClr>
              <a:buSzPts val="5200"/>
              <a:buFont typeface="Bakbak One"/>
              <a:buNone/>
              <a:defRPr sz="5200" b="0" i="0" u="none" strike="noStrike" cap="none">
                <a:solidFill>
                  <a:schemeClr val="dk1"/>
                </a:solidFill>
                <a:latin typeface="Bakbak One"/>
                <a:ea typeface="Bakbak One"/>
                <a:cs typeface="Bakbak One"/>
                <a:sym typeface="Bakbak One"/>
              </a:defRPr>
            </a:lvl9pPr>
          </a:lstStyle>
          <a:p>
            <a:pPr marL="0" marR="0">
              <a:lnSpc>
                <a:spcPct val="115000"/>
              </a:lnSpc>
              <a:spcAft>
                <a:spcPts val="800"/>
              </a:spcAft>
            </a:pPr>
            <a:r>
              <a:rPr lang="en-US" sz="2400" b="1" kern="100" dirty="0">
                <a:solidFill>
                  <a:srgbClr val="002060"/>
                </a:solidFill>
                <a:effectLst/>
                <a:latin typeface="Aptos" panose="020B0004020202020204" pitchFamily="34" charset="0"/>
                <a:ea typeface="Aptos" panose="020B0004020202020204" pitchFamily="34" charset="0"/>
                <a:cs typeface="Arial" panose="020B0604020202020204" pitchFamily="34" charset="0"/>
              </a:rPr>
              <a:t>Data Modeling</a:t>
            </a:r>
            <a:endParaRPr lang="en-US" sz="2400" kern="100" dirty="0">
              <a:solidFill>
                <a:srgbClr val="002060"/>
              </a:solidFill>
              <a:effectLst/>
              <a:latin typeface="Aptos" panose="020B0004020202020204" pitchFamily="34" charset="0"/>
              <a:ea typeface="Aptos" panose="020B0004020202020204" pitchFamily="34" charset="0"/>
              <a:cs typeface="Arial" panose="020B0604020202020204" pitchFamily="34" charset="0"/>
            </a:endParaRPr>
          </a:p>
        </p:txBody>
      </p:sp>
    </p:spTree>
    <p:extLst>
      <p:ext uri="{BB962C8B-B14F-4D97-AF65-F5344CB8AC3E}">
        <p14:creationId xmlns:p14="http://schemas.microsoft.com/office/powerpoint/2010/main" val="26434328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250" fill="hold"/>
                                        <p:tgtEl>
                                          <p:spTgt spid="7"/>
                                        </p:tgtEl>
                                        <p:attrNameLst>
                                          <p:attrName>ppt_x</p:attrName>
                                        </p:attrNameLst>
                                      </p:cBhvr>
                                      <p:tavLst>
                                        <p:tav tm="0">
                                          <p:val>
                                            <p:strVal val="0-#ppt_w/2"/>
                                          </p:val>
                                        </p:tav>
                                        <p:tav tm="100000">
                                          <p:val>
                                            <p:strVal val="#ppt_x"/>
                                          </p:val>
                                        </p:tav>
                                      </p:tavLst>
                                    </p:anim>
                                    <p:anim calcmode="lin" valueType="num">
                                      <p:cBhvr additive="base">
                                        <p:cTn id="8" dur="25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94">
          <a:extLst>
            <a:ext uri="{FF2B5EF4-FFF2-40B4-BE49-F238E27FC236}">
              <a16:creationId xmlns:a16="http://schemas.microsoft.com/office/drawing/2014/main" id="{999680F2-B719-9942-4977-CFE1C79FBB20}"/>
            </a:ext>
          </a:extLst>
        </p:cNvPr>
        <p:cNvGrpSpPr/>
        <p:nvPr/>
      </p:nvGrpSpPr>
      <p:grpSpPr>
        <a:xfrm>
          <a:off x="0" y="0"/>
          <a:ext cx="0" cy="0"/>
          <a:chOff x="0" y="0"/>
          <a:chExt cx="0" cy="0"/>
        </a:xfrm>
      </p:grpSpPr>
      <p:sp>
        <p:nvSpPr>
          <p:cNvPr id="1095" name="Google Shape;1095;p30">
            <a:extLst>
              <a:ext uri="{FF2B5EF4-FFF2-40B4-BE49-F238E27FC236}">
                <a16:creationId xmlns:a16="http://schemas.microsoft.com/office/drawing/2014/main" id="{4ED9CCB3-A671-4C4D-B189-DCB32498AC5D}"/>
              </a:ext>
            </a:extLst>
          </p:cNvPr>
          <p:cNvSpPr/>
          <p:nvPr/>
        </p:nvSpPr>
        <p:spPr>
          <a:xfrm>
            <a:off x="340050" y="3140250"/>
            <a:ext cx="8867716" cy="2936625"/>
          </a:xfrm>
          <a:custGeom>
            <a:avLst/>
            <a:gdLst/>
            <a:ahLst/>
            <a:cxnLst/>
            <a:rect l="l" t="t" r="r" b="b"/>
            <a:pathLst>
              <a:path w="208861" h="117465" extrusionOk="0">
                <a:moveTo>
                  <a:pt x="183045" y="1"/>
                </a:moveTo>
                <a:cubicBezTo>
                  <a:pt x="112165" y="1"/>
                  <a:pt x="135646" y="29390"/>
                  <a:pt x="94030" y="29390"/>
                </a:cubicBezTo>
                <a:cubicBezTo>
                  <a:pt x="65942" y="29390"/>
                  <a:pt x="66005" y="6271"/>
                  <a:pt x="37023" y="6271"/>
                </a:cubicBezTo>
                <a:cubicBezTo>
                  <a:pt x="8025" y="6271"/>
                  <a:pt x="0" y="28215"/>
                  <a:pt x="0" y="28215"/>
                </a:cubicBezTo>
                <a:lnTo>
                  <a:pt x="0" y="117464"/>
                </a:lnTo>
                <a:lnTo>
                  <a:pt x="208860" y="117464"/>
                </a:lnTo>
                <a:lnTo>
                  <a:pt x="208860" y="22337"/>
                </a:lnTo>
                <a:cubicBezTo>
                  <a:pt x="208860" y="22337"/>
                  <a:pt x="208860" y="1"/>
                  <a:pt x="183045" y="1"/>
                </a:cubicBezTo>
                <a:close/>
              </a:path>
            </a:pathLst>
          </a:custGeom>
          <a:solidFill>
            <a:srgbClr val="FFFFFF">
              <a:alpha val="410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98" name="Google Shape;1098;p30">
            <a:extLst>
              <a:ext uri="{FF2B5EF4-FFF2-40B4-BE49-F238E27FC236}">
                <a16:creationId xmlns:a16="http://schemas.microsoft.com/office/drawing/2014/main" id="{9F178D41-609A-1551-4EB6-77D34C9E7BA4}"/>
              </a:ext>
            </a:extLst>
          </p:cNvPr>
          <p:cNvGrpSpPr/>
          <p:nvPr/>
        </p:nvGrpSpPr>
        <p:grpSpPr>
          <a:xfrm>
            <a:off x="1941675" y="4364875"/>
            <a:ext cx="853900" cy="770400"/>
            <a:chOff x="4219225" y="4330850"/>
            <a:chExt cx="853900" cy="770400"/>
          </a:xfrm>
          <a:solidFill>
            <a:srgbClr val="38761D"/>
          </a:solidFill>
        </p:grpSpPr>
        <p:grpSp>
          <p:nvGrpSpPr>
            <p:cNvPr id="1099" name="Google Shape;1099;p30">
              <a:extLst>
                <a:ext uri="{FF2B5EF4-FFF2-40B4-BE49-F238E27FC236}">
                  <a16:creationId xmlns:a16="http://schemas.microsoft.com/office/drawing/2014/main" id="{C3FC559D-A5B6-E6CF-678B-6874E319079A}"/>
                </a:ext>
              </a:extLst>
            </p:cNvPr>
            <p:cNvGrpSpPr/>
            <p:nvPr/>
          </p:nvGrpSpPr>
          <p:grpSpPr>
            <a:xfrm>
              <a:off x="4295625" y="4330850"/>
              <a:ext cx="777500" cy="770400"/>
              <a:chOff x="4295625" y="4330850"/>
              <a:chExt cx="777500" cy="770400"/>
            </a:xfrm>
            <a:grpFill/>
          </p:grpSpPr>
          <p:sp>
            <p:nvSpPr>
              <p:cNvPr id="1100" name="Google Shape;1100;p30">
                <a:extLst>
                  <a:ext uri="{FF2B5EF4-FFF2-40B4-BE49-F238E27FC236}">
                    <a16:creationId xmlns:a16="http://schemas.microsoft.com/office/drawing/2014/main" id="{C179A6B8-198E-5521-12FB-F58F6CBC20D9}"/>
                  </a:ext>
                </a:extLst>
              </p:cNvPr>
              <p:cNvSpPr/>
              <p:nvPr/>
            </p:nvSpPr>
            <p:spPr>
              <a:xfrm>
                <a:off x="4603250" y="4588300"/>
                <a:ext cx="408325" cy="293525"/>
              </a:xfrm>
              <a:custGeom>
                <a:avLst/>
                <a:gdLst/>
                <a:ahLst/>
                <a:cxnLst/>
                <a:rect l="l" t="t" r="r" b="b"/>
                <a:pathLst>
                  <a:path w="16333" h="11741" extrusionOk="0">
                    <a:moveTo>
                      <a:pt x="8167" y="0"/>
                    </a:moveTo>
                    <a:cubicBezTo>
                      <a:pt x="8167" y="0"/>
                      <a:pt x="5549" y="9185"/>
                      <a:pt x="0" y="9185"/>
                    </a:cubicBezTo>
                    <a:cubicBezTo>
                      <a:pt x="0" y="9185"/>
                      <a:pt x="3260" y="11740"/>
                      <a:pt x="8167" y="11740"/>
                    </a:cubicBezTo>
                    <a:cubicBezTo>
                      <a:pt x="13073" y="11740"/>
                      <a:pt x="16333" y="9185"/>
                      <a:pt x="16333" y="9185"/>
                    </a:cubicBezTo>
                    <a:cubicBezTo>
                      <a:pt x="10784" y="9185"/>
                      <a:pt x="8167" y="0"/>
                      <a:pt x="816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01" name="Google Shape;1101;p30">
                <a:extLst>
                  <a:ext uri="{FF2B5EF4-FFF2-40B4-BE49-F238E27FC236}">
                    <a16:creationId xmlns:a16="http://schemas.microsoft.com/office/drawing/2014/main" id="{6C4AC22B-ED8E-A3F2-2BB2-CBC4AF1927A6}"/>
                  </a:ext>
                </a:extLst>
              </p:cNvPr>
              <p:cNvGrpSpPr/>
              <p:nvPr/>
            </p:nvGrpSpPr>
            <p:grpSpPr>
              <a:xfrm>
                <a:off x="4295625" y="4330850"/>
                <a:ext cx="777500" cy="770400"/>
                <a:chOff x="4295625" y="4330850"/>
                <a:chExt cx="777500" cy="770400"/>
              </a:xfrm>
              <a:grpFill/>
            </p:grpSpPr>
            <p:sp>
              <p:nvSpPr>
                <p:cNvPr id="1102" name="Google Shape;1102;p30">
                  <a:extLst>
                    <a:ext uri="{FF2B5EF4-FFF2-40B4-BE49-F238E27FC236}">
                      <a16:creationId xmlns:a16="http://schemas.microsoft.com/office/drawing/2014/main" id="{D912224E-A56A-8FDF-DF49-F96621D25C33}"/>
                    </a:ext>
                  </a:extLst>
                </p:cNvPr>
                <p:cNvSpPr/>
                <p:nvPr/>
              </p:nvSpPr>
              <p:spPr>
                <a:xfrm>
                  <a:off x="4637325" y="4508750"/>
                  <a:ext cx="340550" cy="244925"/>
                </a:xfrm>
                <a:custGeom>
                  <a:avLst/>
                  <a:gdLst/>
                  <a:ahLst/>
                  <a:cxnLst/>
                  <a:rect l="l" t="t" r="r" b="b"/>
                  <a:pathLst>
                    <a:path w="13622" h="9797" extrusionOk="0">
                      <a:moveTo>
                        <a:pt x="6804" y="0"/>
                      </a:moveTo>
                      <a:cubicBezTo>
                        <a:pt x="6804" y="0"/>
                        <a:pt x="4625" y="7665"/>
                        <a:pt x="1" y="7665"/>
                      </a:cubicBezTo>
                      <a:cubicBezTo>
                        <a:pt x="1" y="7665"/>
                        <a:pt x="2713" y="9797"/>
                        <a:pt x="6804" y="9797"/>
                      </a:cubicBezTo>
                      <a:cubicBezTo>
                        <a:pt x="10895" y="9797"/>
                        <a:pt x="13622" y="7665"/>
                        <a:pt x="13622" y="7665"/>
                      </a:cubicBezTo>
                      <a:cubicBezTo>
                        <a:pt x="8998" y="7665"/>
                        <a:pt x="6804" y="0"/>
                        <a:pt x="680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3" name="Google Shape;1103;p30">
                  <a:extLst>
                    <a:ext uri="{FF2B5EF4-FFF2-40B4-BE49-F238E27FC236}">
                      <a16:creationId xmlns:a16="http://schemas.microsoft.com/office/drawing/2014/main" id="{6E6527DD-F5B0-1217-0B40-39A45B68ED11}"/>
                    </a:ext>
                  </a:extLst>
                </p:cNvPr>
                <p:cNvSpPr/>
                <p:nvPr/>
              </p:nvSpPr>
              <p:spPr>
                <a:xfrm>
                  <a:off x="4330900" y="4565175"/>
                  <a:ext cx="166175" cy="189675"/>
                </a:xfrm>
                <a:custGeom>
                  <a:avLst/>
                  <a:gdLst/>
                  <a:ahLst/>
                  <a:cxnLst/>
                  <a:rect l="l" t="t" r="r" b="b"/>
                  <a:pathLst>
                    <a:path w="6647" h="7587" extrusionOk="0">
                      <a:moveTo>
                        <a:pt x="3323" y="0"/>
                      </a:moveTo>
                      <a:cubicBezTo>
                        <a:pt x="3323" y="0"/>
                        <a:pt x="2461" y="6850"/>
                        <a:pt x="1" y="6850"/>
                      </a:cubicBezTo>
                      <a:cubicBezTo>
                        <a:pt x="1" y="6850"/>
                        <a:pt x="1286" y="7587"/>
                        <a:pt x="3323" y="7587"/>
                      </a:cubicBezTo>
                      <a:cubicBezTo>
                        <a:pt x="5361" y="7587"/>
                        <a:pt x="6646" y="6850"/>
                        <a:pt x="6646" y="6850"/>
                      </a:cubicBezTo>
                      <a:cubicBezTo>
                        <a:pt x="4186" y="6850"/>
                        <a:pt x="3323" y="0"/>
                        <a:pt x="3323"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04" name="Google Shape;1104;p30">
                  <a:extLst>
                    <a:ext uri="{FF2B5EF4-FFF2-40B4-BE49-F238E27FC236}">
                      <a16:creationId xmlns:a16="http://schemas.microsoft.com/office/drawing/2014/main" id="{40986F8E-5C9B-7D80-11E7-0E0DDD0D36D4}"/>
                    </a:ext>
                  </a:extLst>
                </p:cNvPr>
                <p:cNvGrpSpPr/>
                <p:nvPr/>
              </p:nvGrpSpPr>
              <p:grpSpPr>
                <a:xfrm>
                  <a:off x="4295625" y="4330850"/>
                  <a:ext cx="777500" cy="770400"/>
                  <a:chOff x="4295625" y="4330850"/>
                  <a:chExt cx="777500" cy="770400"/>
                </a:xfrm>
                <a:grpFill/>
              </p:grpSpPr>
              <p:sp>
                <p:nvSpPr>
                  <p:cNvPr id="1105" name="Google Shape;1105;p30">
                    <a:extLst>
                      <a:ext uri="{FF2B5EF4-FFF2-40B4-BE49-F238E27FC236}">
                        <a16:creationId xmlns:a16="http://schemas.microsoft.com/office/drawing/2014/main" id="{220986DC-D152-FD59-6CCD-D8F917C07ED7}"/>
                      </a:ext>
                    </a:extLst>
                  </p:cNvPr>
                  <p:cNvSpPr/>
                  <p:nvPr/>
                </p:nvSpPr>
                <p:spPr>
                  <a:xfrm>
                    <a:off x="4688275" y="4330850"/>
                    <a:ext cx="238675" cy="272750"/>
                  </a:xfrm>
                  <a:custGeom>
                    <a:avLst/>
                    <a:gdLst/>
                    <a:ahLst/>
                    <a:cxnLst/>
                    <a:rect l="l" t="t" r="r" b="b"/>
                    <a:pathLst>
                      <a:path w="9547" h="10910" extrusionOk="0">
                        <a:moveTo>
                          <a:pt x="4766" y="0"/>
                        </a:moveTo>
                        <a:cubicBezTo>
                          <a:pt x="4766" y="0"/>
                          <a:pt x="3543" y="9843"/>
                          <a:pt x="1" y="9843"/>
                        </a:cubicBezTo>
                        <a:cubicBezTo>
                          <a:pt x="1" y="9843"/>
                          <a:pt x="1850" y="10909"/>
                          <a:pt x="4766" y="10909"/>
                        </a:cubicBezTo>
                        <a:cubicBezTo>
                          <a:pt x="7697" y="10909"/>
                          <a:pt x="9546" y="9843"/>
                          <a:pt x="9546" y="9843"/>
                        </a:cubicBezTo>
                        <a:cubicBezTo>
                          <a:pt x="6004" y="9843"/>
                          <a:pt x="4766" y="0"/>
                          <a:pt x="4766"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6" name="Google Shape;1106;p30">
                    <a:extLst>
                      <a:ext uri="{FF2B5EF4-FFF2-40B4-BE49-F238E27FC236}">
                        <a16:creationId xmlns:a16="http://schemas.microsoft.com/office/drawing/2014/main" id="{8F922F85-0617-5388-FB65-E76398A2A539}"/>
                      </a:ext>
                    </a:extLst>
                  </p:cNvPr>
                  <p:cNvSpPr/>
                  <p:nvPr/>
                </p:nvSpPr>
                <p:spPr>
                  <a:xfrm>
                    <a:off x="4513550" y="4699175"/>
                    <a:ext cx="559575" cy="402075"/>
                  </a:xfrm>
                  <a:custGeom>
                    <a:avLst/>
                    <a:gdLst/>
                    <a:ahLst/>
                    <a:cxnLst/>
                    <a:rect l="l" t="t" r="r" b="b"/>
                    <a:pathLst>
                      <a:path w="22383" h="16083" extrusionOk="0">
                        <a:moveTo>
                          <a:pt x="11192" y="1"/>
                        </a:moveTo>
                        <a:cubicBezTo>
                          <a:pt x="11192" y="1"/>
                          <a:pt x="7618" y="12587"/>
                          <a:pt x="0" y="12587"/>
                        </a:cubicBezTo>
                        <a:cubicBezTo>
                          <a:pt x="0" y="12587"/>
                          <a:pt x="4483" y="16083"/>
                          <a:pt x="11192" y="16083"/>
                        </a:cubicBezTo>
                        <a:cubicBezTo>
                          <a:pt x="17916" y="16083"/>
                          <a:pt x="22383" y="12587"/>
                          <a:pt x="22383" y="12587"/>
                        </a:cubicBezTo>
                        <a:cubicBezTo>
                          <a:pt x="14781" y="12587"/>
                          <a:pt x="11192" y="1"/>
                          <a:pt x="1119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7" name="Google Shape;1107;p30">
                    <a:extLst>
                      <a:ext uri="{FF2B5EF4-FFF2-40B4-BE49-F238E27FC236}">
                        <a16:creationId xmlns:a16="http://schemas.microsoft.com/office/drawing/2014/main" id="{358D4AC9-1E09-3EED-1F70-AC31C5F60A89}"/>
                      </a:ext>
                    </a:extLst>
                  </p:cNvPr>
                  <p:cNvSpPr/>
                  <p:nvPr/>
                </p:nvSpPr>
                <p:spPr>
                  <a:xfrm>
                    <a:off x="4295625" y="4689000"/>
                    <a:ext cx="237100" cy="170475"/>
                  </a:xfrm>
                  <a:custGeom>
                    <a:avLst/>
                    <a:gdLst/>
                    <a:ahLst/>
                    <a:cxnLst/>
                    <a:rect l="l" t="t" r="r" b="b"/>
                    <a:pathLst>
                      <a:path w="9484" h="6819" extrusionOk="0">
                        <a:moveTo>
                          <a:pt x="4734" y="0"/>
                        </a:moveTo>
                        <a:cubicBezTo>
                          <a:pt x="4734" y="0"/>
                          <a:pt x="3214" y="5330"/>
                          <a:pt x="1" y="5330"/>
                        </a:cubicBezTo>
                        <a:cubicBezTo>
                          <a:pt x="1" y="5330"/>
                          <a:pt x="1882" y="6819"/>
                          <a:pt x="4734" y="6819"/>
                        </a:cubicBezTo>
                        <a:cubicBezTo>
                          <a:pt x="7587" y="6819"/>
                          <a:pt x="9484" y="5330"/>
                          <a:pt x="9484" y="5330"/>
                        </a:cubicBezTo>
                        <a:cubicBezTo>
                          <a:pt x="6255" y="5330"/>
                          <a:pt x="4734" y="0"/>
                          <a:pt x="473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1108" name="Google Shape;1108;p30">
              <a:extLst>
                <a:ext uri="{FF2B5EF4-FFF2-40B4-BE49-F238E27FC236}">
                  <a16:creationId xmlns:a16="http://schemas.microsoft.com/office/drawing/2014/main" id="{EA89C659-6184-D833-3742-8AE33CC48476}"/>
                </a:ext>
              </a:extLst>
            </p:cNvPr>
            <p:cNvGrpSpPr/>
            <p:nvPr/>
          </p:nvGrpSpPr>
          <p:grpSpPr>
            <a:xfrm>
              <a:off x="4219225" y="4744250"/>
              <a:ext cx="389525" cy="357000"/>
              <a:chOff x="4219225" y="4744250"/>
              <a:chExt cx="389525" cy="357000"/>
            </a:xfrm>
            <a:grpFill/>
          </p:grpSpPr>
          <p:sp>
            <p:nvSpPr>
              <p:cNvPr id="1109" name="Google Shape;1109;p30">
                <a:extLst>
                  <a:ext uri="{FF2B5EF4-FFF2-40B4-BE49-F238E27FC236}">
                    <a16:creationId xmlns:a16="http://schemas.microsoft.com/office/drawing/2014/main" id="{EF50C08A-C7DD-FD90-65B3-0DAEF8590081}"/>
                  </a:ext>
                </a:extLst>
              </p:cNvPr>
              <p:cNvSpPr/>
              <p:nvPr/>
            </p:nvSpPr>
            <p:spPr>
              <a:xfrm>
                <a:off x="4271725" y="4744250"/>
                <a:ext cx="284525" cy="204175"/>
              </a:xfrm>
              <a:custGeom>
                <a:avLst/>
                <a:gdLst/>
                <a:ahLst/>
                <a:cxnLst/>
                <a:rect l="l" t="t" r="r" b="b"/>
                <a:pathLst>
                  <a:path w="11381" h="8167" extrusionOk="0">
                    <a:moveTo>
                      <a:pt x="5690" y="0"/>
                    </a:moveTo>
                    <a:cubicBezTo>
                      <a:pt x="5690" y="0"/>
                      <a:pt x="3872" y="6396"/>
                      <a:pt x="1" y="6396"/>
                    </a:cubicBezTo>
                    <a:cubicBezTo>
                      <a:pt x="1" y="6396"/>
                      <a:pt x="2273" y="8167"/>
                      <a:pt x="5690" y="8167"/>
                    </a:cubicBezTo>
                    <a:cubicBezTo>
                      <a:pt x="9107" y="8167"/>
                      <a:pt x="11380" y="6396"/>
                      <a:pt x="11380" y="6396"/>
                    </a:cubicBezTo>
                    <a:cubicBezTo>
                      <a:pt x="7509" y="6396"/>
                      <a:pt x="5690" y="0"/>
                      <a:pt x="569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0" name="Google Shape;1110;p30">
                <a:extLst>
                  <a:ext uri="{FF2B5EF4-FFF2-40B4-BE49-F238E27FC236}">
                    <a16:creationId xmlns:a16="http://schemas.microsoft.com/office/drawing/2014/main" id="{FF996AA9-D806-9AF6-1DBA-7696AFDC7250}"/>
                  </a:ext>
                </a:extLst>
              </p:cNvPr>
              <p:cNvSpPr/>
              <p:nvPr/>
            </p:nvSpPr>
            <p:spPr>
              <a:xfrm>
                <a:off x="4219225" y="4821450"/>
                <a:ext cx="389525" cy="279800"/>
              </a:xfrm>
              <a:custGeom>
                <a:avLst/>
                <a:gdLst/>
                <a:ahLst/>
                <a:cxnLst/>
                <a:rect l="l" t="t" r="r" b="b"/>
                <a:pathLst>
                  <a:path w="15581" h="11192" extrusionOk="0">
                    <a:moveTo>
                      <a:pt x="7790" y="0"/>
                    </a:moveTo>
                    <a:cubicBezTo>
                      <a:pt x="7790" y="0"/>
                      <a:pt x="5298" y="8762"/>
                      <a:pt x="0" y="8762"/>
                    </a:cubicBezTo>
                    <a:cubicBezTo>
                      <a:pt x="0" y="8762"/>
                      <a:pt x="3120" y="11192"/>
                      <a:pt x="7790" y="11192"/>
                    </a:cubicBezTo>
                    <a:cubicBezTo>
                      <a:pt x="12461" y="11192"/>
                      <a:pt x="15581" y="8762"/>
                      <a:pt x="15581" y="8762"/>
                    </a:cubicBezTo>
                    <a:cubicBezTo>
                      <a:pt x="10283" y="8762"/>
                      <a:pt x="7790" y="0"/>
                      <a:pt x="779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113" name="Google Shape;1113;p30">
            <a:extLst>
              <a:ext uri="{FF2B5EF4-FFF2-40B4-BE49-F238E27FC236}">
                <a16:creationId xmlns:a16="http://schemas.microsoft.com/office/drawing/2014/main" id="{0AB4DDC0-F089-6995-D62D-0AF8E4FD470A}"/>
              </a:ext>
            </a:extLst>
          </p:cNvPr>
          <p:cNvGrpSpPr/>
          <p:nvPr/>
        </p:nvGrpSpPr>
        <p:grpSpPr>
          <a:xfrm flipH="1">
            <a:off x="-3947675" y="-414289"/>
            <a:ext cx="5744325" cy="5451839"/>
            <a:chOff x="4527625" y="682250"/>
            <a:chExt cx="4656075" cy="4419000"/>
          </a:xfrm>
        </p:grpSpPr>
        <p:sp>
          <p:nvSpPr>
            <p:cNvPr id="1114" name="Google Shape;1114;p30">
              <a:extLst>
                <a:ext uri="{FF2B5EF4-FFF2-40B4-BE49-F238E27FC236}">
                  <a16:creationId xmlns:a16="http://schemas.microsoft.com/office/drawing/2014/main" id="{8DF1D669-C20B-A176-9172-DB50AA3D0812}"/>
                </a:ext>
              </a:extLst>
            </p:cNvPr>
            <p:cNvSpPr/>
            <p:nvPr/>
          </p:nvSpPr>
          <p:spPr>
            <a:xfrm>
              <a:off x="4527625" y="682250"/>
              <a:ext cx="4656075" cy="4419000"/>
            </a:xfrm>
            <a:custGeom>
              <a:avLst/>
              <a:gdLst/>
              <a:ahLst/>
              <a:cxnLst/>
              <a:rect l="l" t="t" r="r" b="b"/>
              <a:pathLst>
                <a:path w="186243" h="176760" extrusionOk="0">
                  <a:moveTo>
                    <a:pt x="135238" y="1442"/>
                  </a:moveTo>
                  <a:lnTo>
                    <a:pt x="0" y="176760"/>
                  </a:lnTo>
                  <a:lnTo>
                    <a:pt x="186242" y="176760"/>
                  </a:lnTo>
                  <a:lnTo>
                    <a:pt x="186242" y="59359"/>
                  </a:lnTo>
                  <a:lnTo>
                    <a:pt x="141100" y="1427"/>
                  </a:lnTo>
                  <a:cubicBezTo>
                    <a:pt x="140348" y="471"/>
                    <a:pt x="139266" y="0"/>
                    <a:pt x="138169" y="0"/>
                  </a:cubicBezTo>
                  <a:lnTo>
                    <a:pt x="138169" y="0"/>
                  </a:lnTo>
                  <a:cubicBezTo>
                    <a:pt x="137072" y="0"/>
                    <a:pt x="135975" y="486"/>
                    <a:pt x="135238" y="1442"/>
                  </a:cubicBezTo>
                </a:path>
              </a:pathLst>
            </a:custGeom>
            <a:solidFill>
              <a:srgbClr val="0070C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15" name="Google Shape;1115;p30">
              <a:extLst>
                <a:ext uri="{FF2B5EF4-FFF2-40B4-BE49-F238E27FC236}">
                  <a16:creationId xmlns:a16="http://schemas.microsoft.com/office/drawing/2014/main" id="{ADA1E75F-2BB4-8E1A-5043-880913DAF484}"/>
                </a:ext>
              </a:extLst>
            </p:cNvPr>
            <p:cNvSpPr/>
            <p:nvPr/>
          </p:nvSpPr>
          <p:spPr>
            <a:xfrm>
              <a:off x="7564125" y="695575"/>
              <a:ext cx="1619575" cy="4405675"/>
            </a:xfrm>
            <a:custGeom>
              <a:avLst/>
              <a:gdLst/>
              <a:ahLst/>
              <a:cxnLst/>
              <a:rect l="l" t="t" r="r" b="b"/>
              <a:pathLst>
                <a:path w="64783" h="176227" extrusionOk="0">
                  <a:moveTo>
                    <a:pt x="21600" y="3417"/>
                  </a:moveTo>
                  <a:cubicBezTo>
                    <a:pt x="18935" y="0"/>
                    <a:pt x="13465" y="3198"/>
                    <a:pt x="15267" y="7148"/>
                  </a:cubicBezTo>
                  <a:cubicBezTo>
                    <a:pt x="15299" y="7226"/>
                    <a:pt x="15346" y="7289"/>
                    <a:pt x="15377" y="7367"/>
                  </a:cubicBezTo>
                  <a:cubicBezTo>
                    <a:pt x="17258" y="10894"/>
                    <a:pt x="21176" y="11286"/>
                    <a:pt x="21176" y="14029"/>
                  </a:cubicBezTo>
                  <a:cubicBezTo>
                    <a:pt x="21176" y="23042"/>
                    <a:pt x="1975" y="29437"/>
                    <a:pt x="1975" y="46678"/>
                  </a:cubicBezTo>
                  <a:cubicBezTo>
                    <a:pt x="1975" y="63920"/>
                    <a:pt x="41553" y="65488"/>
                    <a:pt x="41553" y="83513"/>
                  </a:cubicBezTo>
                  <a:cubicBezTo>
                    <a:pt x="41553" y="101539"/>
                    <a:pt x="0" y="98796"/>
                    <a:pt x="0" y="125442"/>
                  </a:cubicBezTo>
                  <a:cubicBezTo>
                    <a:pt x="0" y="152088"/>
                    <a:pt x="64782" y="176227"/>
                    <a:pt x="64782" y="176227"/>
                  </a:cubicBezTo>
                  <a:lnTo>
                    <a:pt x="64782" y="58826"/>
                  </a:lnTo>
                  <a:close/>
                </a:path>
              </a:pathLst>
            </a:custGeom>
            <a:solidFill>
              <a:srgbClr val="FFFFFF">
                <a:alpha val="410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37" name="Google Shape;1137;p30">
            <a:extLst>
              <a:ext uri="{FF2B5EF4-FFF2-40B4-BE49-F238E27FC236}">
                <a16:creationId xmlns:a16="http://schemas.microsoft.com/office/drawing/2014/main" id="{B660014F-426F-ED6C-C394-2528764EB3C5}"/>
              </a:ext>
            </a:extLst>
          </p:cNvPr>
          <p:cNvSpPr/>
          <p:nvPr/>
        </p:nvSpPr>
        <p:spPr>
          <a:xfrm>
            <a:off x="4305025" y="3983225"/>
            <a:ext cx="4881800" cy="1188925"/>
          </a:xfrm>
          <a:custGeom>
            <a:avLst/>
            <a:gdLst/>
            <a:ahLst/>
            <a:cxnLst/>
            <a:rect l="l" t="t" r="r" b="b"/>
            <a:pathLst>
              <a:path w="195272" h="47557" extrusionOk="0">
                <a:moveTo>
                  <a:pt x="169456" y="6161"/>
                </a:moveTo>
                <a:cubicBezTo>
                  <a:pt x="153343" y="18559"/>
                  <a:pt x="158233" y="14907"/>
                  <a:pt x="149001" y="12290"/>
                </a:cubicBezTo>
                <a:lnTo>
                  <a:pt x="149001" y="12290"/>
                </a:lnTo>
                <a:cubicBezTo>
                  <a:pt x="139753" y="9688"/>
                  <a:pt x="141070" y="6020"/>
                  <a:pt x="130489" y="13340"/>
                </a:cubicBezTo>
                <a:lnTo>
                  <a:pt x="130489" y="13340"/>
                </a:lnTo>
                <a:cubicBezTo>
                  <a:pt x="125160" y="17023"/>
                  <a:pt x="118279" y="16318"/>
                  <a:pt x="111147" y="15628"/>
                </a:cubicBezTo>
                <a:lnTo>
                  <a:pt x="111147" y="15628"/>
                </a:lnTo>
                <a:cubicBezTo>
                  <a:pt x="104125" y="14938"/>
                  <a:pt x="96868" y="14233"/>
                  <a:pt x="90645" y="17760"/>
                </a:cubicBezTo>
                <a:lnTo>
                  <a:pt x="90645" y="17760"/>
                </a:lnTo>
                <a:cubicBezTo>
                  <a:pt x="78106" y="24829"/>
                  <a:pt x="65990" y="32980"/>
                  <a:pt x="62416" y="32494"/>
                </a:cubicBezTo>
                <a:lnTo>
                  <a:pt x="62416" y="32494"/>
                </a:lnTo>
                <a:cubicBezTo>
                  <a:pt x="29515" y="28058"/>
                  <a:pt x="1" y="47557"/>
                  <a:pt x="1" y="47557"/>
                </a:cubicBezTo>
                <a:lnTo>
                  <a:pt x="1" y="47557"/>
                </a:lnTo>
                <a:lnTo>
                  <a:pt x="195271" y="47557"/>
                </a:lnTo>
                <a:lnTo>
                  <a:pt x="195271" y="3935"/>
                </a:lnTo>
                <a:cubicBezTo>
                  <a:pt x="195271" y="3935"/>
                  <a:pt x="191525" y="1"/>
                  <a:pt x="184817" y="1"/>
                </a:cubicBezTo>
                <a:lnTo>
                  <a:pt x="184817" y="1"/>
                </a:lnTo>
                <a:cubicBezTo>
                  <a:pt x="180726" y="1"/>
                  <a:pt x="175553" y="1459"/>
                  <a:pt x="169456" y="6161"/>
                </a:cubicBezTo>
                <a:close/>
              </a:path>
            </a:pathLst>
          </a:custGeom>
          <a:solidFill>
            <a:srgbClr val="638C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rgbClr val="00B0F0"/>
              </a:solidFill>
            </a:endParaRPr>
          </a:p>
        </p:txBody>
      </p:sp>
      <p:grpSp>
        <p:nvGrpSpPr>
          <p:cNvPr id="1138" name="Google Shape;1138;p30">
            <a:extLst>
              <a:ext uri="{FF2B5EF4-FFF2-40B4-BE49-F238E27FC236}">
                <a16:creationId xmlns:a16="http://schemas.microsoft.com/office/drawing/2014/main" id="{D9CBAEE5-914D-8C1E-3FB0-BF32926A9DB5}"/>
              </a:ext>
            </a:extLst>
          </p:cNvPr>
          <p:cNvGrpSpPr/>
          <p:nvPr/>
        </p:nvGrpSpPr>
        <p:grpSpPr>
          <a:xfrm>
            <a:off x="7524150" y="4407050"/>
            <a:ext cx="559600" cy="770400"/>
            <a:chOff x="7524150" y="4330850"/>
            <a:chExt cx="559600" cy="770400"/>
          </a:xfrm>
          <a:solidFill>
            <a:srgbClr val="38761D"/>
          </a:solidFill>
        </p:grpSpPr>
        <p:sp>
          <p:nvSpPr>
            <p:cNvPr id="1139" name="Google Shape;1139;p30">
              <a:extLst>
                <a:ext uri="{FF2B5EF4-FFF2-40B4-BE49-F238E27FC236}">
                  <a16:creationId xmlns:a16="http://schemas.microsoft.com/office/drawing/2014/main" id="{69878DB3-9A67-D0EB-FBF7-AFFA7D34FE87}"/>
                </a:ext>
              </a:extLst>
            </p:cNvPr>
            <p:cNvSpPr/>
            <p:nvPr/>
          </p:nvSpPr>
          <p:spPr>
            <a:xfrm>
              <a:off x="7684825" y="4330850"/>
              <a:ext cx="238275" cy="272750"/>
            </a:xfrm>
            <a:custGeom>
              <a:avLst/>
              <a:gdLst/>
              <a:ahLst/>
              <a:cxnLst/>
              <a:rect l="l" t="t" r="r" b="b"/>
              <a:pathLst>
                <a:path w="9531" h="10910" extrusionOk="0">
                  <a:moveTo>
                    <a:pt x="4765" y="0"/>
                  </a:moveTo>
                  <a:cubicBezTo>
                    <a:pt x="4765" y="0"/>
                    <a:pt x="3527" y="9843"/>
                    <a:pt x="0" y="9843"/>
                  </a:cubicBezTo>
                  <a:cubicBezTo>
                    <a:pt x="0" y="9843"/>
                    <a:pt x="1850" y="10909"/>
                    <a:pt x="4765" y="10909"/>
                  </a:cubicBezTo>
                  <a:cubicBezTo>
                    <a:pt x="7680" y="10909"/>
                    <a:pt x="9530" y="9843"/>
                    <a:pt x="9530" y="9843"/>
                  </a:cubicBezTo>
                  <a:cubicBezTo>
                    <a:pt x="5988" y="9843"/>
                    <a:pt x="4765" y="0"/>
                    <a:pt x="476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0" name="Google Shape;1140;p30">
              <a:extLst>
                <a:ext uri="{FF2B5EF4-FFF2-40B4-BE49-F238E27FC236}">
                  <a16:creationId xmlns:a16="http://schemas.microsoft.com/office/drawing/2014/main" id="{F8E85CB8-E230-59D4-985B-31F589CA551C}"/>
                </a:ext>
              </a:extLst>
            </p:cNvPr>
            <p:cNvSpPr/>
            <p:nvPr/>
          </p:nvSpPr>
          <p:spPr>
            <a:xfrm>
              <a:off x="7633475" y="4508750"/>
              <a:ext cx="340950" cy="244925"/>
            </a:xfrm>
            <a:custGeom>
              <a:avLst/>
              <a:gdLst/>
              <a:ahLst/>
              <a:cxnLst/>
              <a:rect l="l" t="t" r="r" b="b"/>
              <a:pathLst>
                <a:path w="13638" h="9797" extrusionOk="0">
                  <a:moveTo>
                    <a:pt x="6819" y="0"/>
                  </a:moveTo>
                  <a:cubicBezTo>
                    <a:pt x="6819" y="0"/>
                    <a:pt x="4640" y="7665"/>
                    <a:pt x="1" y="7665"/>
                  </a:cubicBezTo>
                  <a:cubicBezTo>
                    <a:pt x="1" y="7665"/>
                    <a:pt x="2728" y="9797"/>
                    <a:pt x="6819" y="9797"/>
                  </a:cubicBezTo>
                  <a:cubicBezTo>
                    <a:pt x="10910" y="9797"/>
                    <a:pt x="13637" y="7665"/>
                    <a:pt x="13637" y="7665"/>
                  </a:cubicBezTo>
                  <a:cubicBezTo>
                    <a:pt x="8998" y="7665"/>
                    <a:pt x="6819" y="0"/>
                    <a:pt x="681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1" name="Google Shape;1141;p30">
              <a:extLst>
                <a:ext uri="{FF2B5EF4-FFF2-40B4-BE49-F238E27FC236}">
                  <a16:creationId xmlns:a16="http://schemas.microsoft.com/office/drawing/2014/main" id="{16676B27-13B4-D8F1-4E28-07ED5A2DECF5}"/>
                </a:ext>
              </a:extLst>
            </p:cNvPr>
            <p:cNvSpPr/>
            <p:nvPr/>
          </p:nvSpPr>
          <p:spPr>
            <a:xfrm>
              <a:off x="7599775" y="4588300"/>
              <a:ext cx="408350" cy="293525"/>
            </a:xfrm>
            <a:custGeom>
              <a:avLst/>
              <a:gdLst/>
              <a:ahLst/>
              <a:cxnLst/>
              <a:rect l="l" t="t" r="r" b="b"/>
              <a:pathLst>
                <a:path w="16334" h="11741" extrusionOk="0">
                  <a:moveTo>
                    <a:pt x="8167" y="0"/>
                  </a:moveTo>
                  <a:cubicBezTo>
                    <a:pt x="8167" y="0"/>
                    <a:pt x="5549" y="9185"/>
                    <a:pt x="1" y="9185"/>
                  </a:cubicBezTo>
                  <a:cubicBezTo>
                    <a:pt x="1" y="9185"/>
                    <a:pt x="3261" y="11740"/>
                    <a:pt x="8167" y="11740"/>
                  </a:cubicBezTo>
                  <a:cubicBezTo>
                    <a:pt x="13073" y="11740"/>
                    <a:pt x="16333" y="9185"/>
                    <a:pt x="16333" y="9185"/>
                  </a:cubicBezTo>
                  <a:cubicBezTo>
                    <a:pt x="10785" y="9185"/>
                    <a:pt x="8167" y="0"/>
                    <a:pt x="816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2" name="Google Shape;1142;p30">
              <a:extLst>
                <a:ext uri="{FF2B5EF4-FFF2-40B4-BE49-F238E27FC236}">
                  <a16:creationId xmlns:a16="http://schemas.microsoft.com/office/drawing/2014/main" id="{CE8B6570-751F-6937-F3C0-F559B67E60ED}"/>
                </a:ext>
              </a:extLst>
            </p:cNvPr>
            <p:cNvSpPr/>
            <p:nvPr/>
          </p:nvSpPr>
          <p:spPr>
            <a:xfrm>
              <a:off x="7524150" y="4699175"/>
              <a:ext cx="559600" cy="402075"/>
            </a:xfrm>
            <a:custGeom>
              <a:avLst/>
              <a:gdLst/>
              <a:ahLst/>
              <a:cxnLst/>
              <a:rect l="l" t="t" r="r" b="b"/>
              <a:pathLst>
                <a:path w="22384" h="16083" extrusionOk="0">
                  <a:moveTo>
                    <a:pt x="11192" y="1"/>
                  </a:moveTo>
                  <a:cubicBezTo>
                    <a:pt x="11192" y="1"/>
                    <a:pt x="7603" y="12587"/>
                    <a:pt x="1" y="12587"/>
                  </a:cubicBezTo>
                  <a:cubicBezTo>
                    <a:pt x="1" y="12587"/>
                    <a:pt x="4468" y="16083"/>
                    <a:pt x="11192" y="16083"/>
                  </a:cubicBezTo>
                  <a:cubicBezTo>
                    <a:pt x="17916" y="16083"/>
                    <a:pt x="22384" y="12587"/>
                    <a:pt x="22384" y="12587"/>
                  </a:cubicBezTo>
                  <a:cubicBezTo>
                    <a:pt x="14781" y="12587"/>
                    <a:pt x="11192" y="1"/>
                    <a:pt x="1119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43" name="Google Shape;1143;p30">
            <a:extLst>
              <a:ext uri="{FF2B5EF4-FFF2-40B4-BE49-F238E27FC236}">
                <a16:creationId xmlns:a16="http://schemas.microsoft.com/office/drawing/2014/main" id="{42C915E9-6C04-75AC-D690-494F20AB9A16}"/>
              </a:ext>
            </a:extLst>
          </p:cNvPr>
          <p:cNvGrpSpPr/>
          <p:nvPr/>
        </p:nvGrpSpPr>
        <p:grpSpPr>
          <a:xfrm>
            <a:off x="5354825" y="4641375"/>
            <a:ext cx="389150" cy="536075"/>
            <a:chOff x="5354825" y="4565175"/>
            <a:chExt cx="389150" cy="536075"/>
          </a:xfrm>
          <a:solidFill>
            <a:srgbClr val="38761D"/>
          </a:solidFill>
        </p:grpSpPr>
        <p:sp>
          <p:nvSpPr>
            <p:cNvPr id="1144" name="Google Shape;1144;p30">
              <a:extLst>
                <a:ext uri="{FF2B5EF4-FFF2-40B4-BE49-F238E27FC236}">
                  <a16:creationId xmlns:a16="http://schemas.microsoft.com/office/drawing/2014/main" id="{13C94E7A-581D-DBCB-F71F-46CA63D71C0E}"/>
                </a:ext>
              </a:extLst>
            </p:cNvPr>
            <p:cNvSpPr/>
            <p:nvPr/>
          </p:nvSpPr>
          <p:spPr>
            <a:xfrm>
              <a:off x="5466500" y="4565175"/>
              <a:ext cx="165775" cy="189675"/>
            </a:xfrm>
            <a:custGeom>
              <a:avLst/>
              <a:gdLst/>
              <a:ahLst/>
              <a:cxnLst/>
              <a:rect l="l" t="t" r="r" b="b"/>
              <a:pathLst>
                <a:path w="6631" h="7587" extrusionOk="0">
                  <a:moveTo>
                    <a:pt x="3324" y="0"/>
                  </a:moveTo>
                  <a:cubicBezTo>
                    <a:pt x="3324" y="0"/>
                    <a:pt x="2462" y="6850"/>
                    <a:pt x="1" y="6850"/>
                  </a:cubicBezTo>
                  <a:cubicBezTo>
                    <a:pt x="1" y="6850"/>
                    <a:pt x="1286" y="7587"/>
                    <a:pt x="3324" y="7587"/>
                  </a:cubicBezTo>
                  <a:cubicBezTo>
                    <a:pt x="5346" y="7587"/>
                    <a:pt x="6631" y="6850"/>
                    <a:pt x="6631" y="6850"/>
                  </a:cubicBezTo>
                  <a:cubicBezTo>
                    <a:pt x="4170" y="6850"/>
                    <a:pt x="3324" y="0"/>
                    <a:pt x="332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45" name="Google Shape;1145;p30">
              <a:extLst>
                <a:ext uri="{FF2B5EF4-FFF2-40B4-BE49-F238E27FC236}">
                  <a16:creationId xmlns:a16="http://schemas.microsoft.com/office/drawing/2014/main" id="{86FF7BAB-EE44-B614-33CD-DC3F0EA3B846}"/>
                </a:ext>
              </a:extLst>
            </p:cNvPr>
            <p:cNvGrpSpPr/>
            <p:nvPr/>
          </p:nvGrpSpPr>
          <p:grpSpPr>
            <a:xfrm>
              <a:off x="5354825" y="4689000"/>
              <a:ext cx="389150" cy="412250"/>
              <a:chOff x="5354825" y="4689000"/>
              <a:chExt cx="389150" cy="412250"/>
            </a:xfrm>
            <a:grpFill/>
          </p:grpSpPr>
          <p:sp>
            <p:nvSpPr>
              <p:cNvPr id="1146" name="Google Shape;1146;p30">
                <a:extLst>
                  <a:ext uri="{FF2B5EF4-FFF2-40B4-BE49-F238E27FC236}">
                    <a16:creationId xmlns:a16="http://schemas.microsoft.com/office/drawing/2014/main" id="{23DA0D0A-5381-02B8-E381-05BE58C537A6}"/>
                  </a:ext>
                </a:extLst>
              </p:cNvPr>
              <p:cNvSpPr/>
              <p:nvPr/>
            </p:nvSpPr>
            <p:spPr>
              <a:xfrm>
                <a:off x="5430850" y="4689000"/>
                <a:ext cx="237100" cy="170475"/>
              </a:xfrm>
              <a:custGeom>
                <a:avLst/>
                <a:gdLst/>
                <a:ahLst/>
                <a:cxnLst/>
                <a:rect l="l" t="t" r="r" b="b"/>
                <a:pathLst>
                  <a:path w="9484" h="6819" extrusionOk="0">
                    <a:moveTo>
                      <a:pt x="4750" y="0"/>
                    </a:moveTo>
                    <a:cubicBezTo>
                      <a:pt x="4750" y="0"/>
                      <a:pt x="3229" y="5330"/>
                      <a:pt x="0" y="5330"/>
                    </a:cubicBezTo>
                    <a:cubicBezTo>
                      <a:pt x="0" y="5330"/>
                      <a:pt x="1897" y="6819"/>
                      <a:pt x="4750" y="6819"/>
                    </a:cubicBezTo>
                    <a:cubicBezTo>
                      <a:pt x="7587" y="6819"/>
                      <a:pt x="9483" y="5330"/>
                      <a:pt x="9483" y="5330"/>
                    </a:cubicBezTo>
                    <a:cubicBezTo>
                      <a:pt x="6270" y="5330"/>
                      <a:pt x="4750" y="0"/>
                      <a:pt x="475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7" name="Google Shape;1147;p30">
                <a:extLst>
                  <a:ext uri="{FF2B5EF4-FFF2-40B4-BE49-F238E27FC236}">
                    <a16:creationId xmlns:a16="http://schemas.microsoft.com/office/drawing/2014/main" id="{D3F48C16-6B49-AF4B-7FBC-876937BEE33F}"/>
                  </a:ext>
                </a:extLst>
              </p:cNvPr>
              <p:cNvSpPr/>
              <p:nvPr/>
            </p:nvSpPr>
            <p:spPr>
              <a:xfrm>
                <a:off x="5407325" y="4744250"/>
                <a:ext cx="284125" cy="204175"/>
              </a:xfrm>
              <a:custGeom>
                <a:avLst/>
                <a:gdLst/>
                <a:ahLst/>
                <a:cxnLst/>
                <a:rect l="l" t="t" r="r" b="b"/>
                <a:pathLst>
                  <a:path w="11365" h="8167" extrusionOk="0">
                    <a:moveTo>
                      <a:pt x="5691" y="0"/>
                    </a:moveTo>
                    <a:cubicBezTo>
                      <a:pt x="5691" y="0"/>
                      <a:pt x="3857" y="6396"/>
                      <a:pt x="1" y="6396"/>
                    </a:cubicBezTo>
                    <a:cubicBezTo>
                      <a:pt x="1" y="6396"/>
                      <a:pt x="2274" y="8167"/>
                      <a:pt x="5691" y="8167"/>
                    </a:cubicBezTo>
                    <a:cubicBezTo>
                      <a:pt x="9092" y="8167"/>
                      <a:pt x="11365" y="6396"/>
                      <a:pt x="11365" y="6396"/>
                    </a:cubicBezTo>
                    <a:cubicBezTo>
                      <a:pt x="7509" y="6396"/>
                      <a:pt x="5691" y="0"/>
                      <a:pt x="569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30">
                <a:extLst>
                  <a:ext uri="{FF2B5EF4-FFF2-40B4-BE49-F238E27FC236}">
                    <a16:creationId xmlns:a16="http://schemas.microsoft.com/office/drawing/2014/main" id="{D2EBB8EB-8CDD-E7D0-F8C2-E79BE25AF787}"/>
                  </a:ext>
                </a:extLst>
              </p:cNvPr>
              <p:cNvSpPr/>
              <p:nvPr/>
            </p:nvSpPr>
            <p:spPr>
              <a:xfrm>
                <a:off x="5354825" y="4821450"/>
                <a:ext cx="389150" cy="279800"/>
              </a:xfrm>
              <a:custGeom>
                <a:avLst/>
                <a:gdLst/>
                <a:ahLst/>
                <a:cxnLst/>
                <a:rect l="l" t="t" r="r" b="b"/>
                <a:pathLst>
                  <a:path w="15566" h="11192" extrusionOk="0">
                    <a:moveTo>
                      <a:pt x="7791" y="0"/>
                    </a:moveTo>
                    <a:cubicBezTo>
                      <a:pt x="7791" y="0"/>
                      <a:pt x="5283" y="8762"/>
                      <a:pt x="1" y="8762"/>
                    </a:cubicBezTo>
                    <a:cubicBezTo>
                      <a:pt x="1" y="8762"/>
                      <a:pt x="3104" y="11192"/>
                      <a:pt x="7791" y="11192"/>
                    </a:cubicBezTo>
                    <a:cubicBezTo>
                      <a:pt x="12462" y="11192"/>
                      <a:pt x="15565" y="8762"/>
                      <a:pt x="15565" y="8762"/>
                    </a:cubicBezTo>
                    <a:cubicBezTo>
                      <a:pt x="10283" y="8762"/>
                      <a:pt x="7791" y="0"/>
                      <a:pt x="779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149" name="Google Shape;1149;p30">
            <a:extLst>
              <a:ext uri="{FF2B5EF4-FFF2-40B4-BE49-F238E27FC236}">
                <a16:creationId xmlns:a16="http://schemas.microsoft.com/office/drawing/2014/main" id="{2F2A5EAB-6F6A-6ABB-BFED-869C779365C6}"/>
              </a:ext>
            </a:extLst>
          </p:cNvPr>
          <p:cNvGrpSpPr/>
          <p:nvPr/>
        </p:nvGrpSpPr>
        <p:grpSpPr>
          <a:xfrm>
            <a:off x="4219225" y="4407050"/>
            <a:ext cx="853900" cy="770400"/>
            <a:chOff x="4219225" y="4330850"/>
            <a:chExt cx="853900" cy="770400"/>
          </a:xfrm>
          <a:solidFill>
            <a:srgbClr val="38761D"/>
          </a:solidFill>
        </p:grpSpPr>
        <p:grpSp>
          <p:nvGrpSpPr>
            <p:cNvPr id="1150" name="Google Shape;1150;p30">
              <a:extLst>
                <a:ext uri="{FF2B5EF4-FFF2-40B4-BE49-F238E27FC236}">
                  <a16:creationId xmlns:a16="http://schemas.microsoft.com/office/drawing/2014/main" id="{39ED014F-36B9-F473-7A49-42FAF83375FD}"/>
                </a:ext>
              </a:extLst>
            </p:cNvPr>
            <p:cNvGrpSpPr/>
            <p:nvPr/>
          </p:nvGrpSpPr>
          <p:grpSpPr>
            <a:xfrm>
              <a:off x="4295625" y="4330850"/>
              <a:ext cx="777500" cy="770400"/>
              <a:chOff x="4295625" y="4330850"/>
              <a:chExt cx="777500" cy="770400"/>
            </a:xfrm>
            <a:grpFill/>
          </p:grpSpPr>
          <p:sp>
            <p:nvSpPr>
              <p:cNvPr id="1151" name="Google Shape;1151;p30">
                <a:extLst>
                  <a:ext uri="{FF2B5EF4-FFF2-40B4-BE49-F238E27FC236}">
                    <a16:creationId xmlns:a16="http://schemas.microsoft.com/office/drawing/2014/main" id="{781DAFC3-8A0F-5853-9CA0-00E39F327A99}"/>
                  </a:ext>
                </a:extLst>
              </p:cNvPr>
              <p:cNvSpPr/>
              <p:nvPr/>
            </p:nvSpPr>
            <p:spPr>
              <a:xfrm>
                <a:off x="4603250" y="4588300"/>
                <a:ext cx="408325" cy="293525"/>
              </a:xfrm>
              <a:custGeom>
                <a:avLst/>
                <a:gdLst/>
                <a:ahLst/>
                <a:cxnLst/>
                <a:rect l="l" t="t" r="r" b="b"/>
                <a:pathLst>
                  <a:path w="16333" h="11741" extrusionOk="0">
                    <a:moveTo>
                      <a:pt x="8167" y="0"/>
                    </a:moveTo>
                    <a:cubicBezTo>
                      <a:pt x="8167" y="0"/>
                      <a:pt x="5549" y="9185"/>
                      <a:pt x="0" y="9185"/>
                    </a:cubicBezTo>
                    <a:cubicBezTo>
                      <a:pt x="0" y="9185"/>
                      <a:pt x="3260" y="11740"/>
                      <a:pt x="8167" y="11740"/>
                    </a:cubicBezTo>
                    <a:cubicBezTo>
                      <a:pt x="13073" y="11740"/>
                      <a:pt x="16333" y="9185"/>
                      <a:pt x="16333" y="9185"/>
                    </a:cubicBezTo>
                    <a:cubicBezTo>
                      <a:pt x="10784" y="9185"/>
                      <a:pt x="8167" y="0"/>
                      <a:pt x="816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52" name="Google Shape;1152;p30">
                <a:extLst>
                  <a:ext uri="{FF2B5EF4-FFF2-40B4-BE49-F238E27FC236}">
                    <a16:creationId xmlns:a16="http://schemas.microsoft.com/office/drawing/2014/main" id="{583831D3-150F-3235-4C18-2438C000D378}"/>
                  </a:ext>
                </a:extLst>
              </p:cNvPr>
              <p:cNvGrpSpPr/>
              <p:nvPr/>
            </p:nvGrpSpPr>
            <p:grpSpPr>
              <a:xfrm>
                <a:off x="4295625" y="4330850"/>
                <a:ext cx="777500" cy="770400"/>
                <a:chOff x="4295625" y="4330850"/>
                <a:chExt cx="777500" cy="770400"/>
              </a:xfrm>
              <a:grpFill/>
            </p:grpSpPr>
            <p:sp>
              <p:nvSpPr>
                <p:cNvPr id="1153" name="Google Shape;1153;p30">
                  <a:extLst>
                    <a:ext uri="{FF2B5EF4-FFF2-40B4-BE49-F238E27FC236}">
                      <a16:creationId xmlns:a16="http://schemas.microsoft.com/office/drawing/2014/main" id="{50F5E686-6CD9-05FE-32F0-D205D0A75227}"/>
                    </a:ext>
                  </a:extLst>
                </p:cNvPr>
                <p:cNvSpPr/>
                <p:nvPr/>
              </p:nvSpPr>
              <p:spPr>
                <a:xfrm>
                  <a:off x="4637325" y="4508750"/>
                  <a:ext cx="340550" cy="244925"/>
                </a:xfrm>
                <a:custGeom>
                  <a:avLst/>
                  <a:gdLst/>
                  <a:ahLst/>
                  <a:cxnLst/>
                  <a:rect l="l" t="t" r="r" b="b"/>
                  <a:pathLst>
                    <a:path w="13622" h="9797" extrusionOk="0">
                      <a:moveTo>
                        <a:pt x="6804" y="0"/>
                      </a:moveTo>
                      <a:cubicBezTo>
                        <a:pt x="6804" y="0"/>
                        <a:pt x="4625" y="7665"/>
                        <a:pt x="1" y="7665"/>
                      </a:cubicBezTo>
                      <a:cubicBezTo>
                        <a:pt x="1" y="7665"/>
                        <a:pt x="2713" y="9797"/>
                        <a:pt x="6804" y="9797"/>
                      </a:cubicBezTo>
                      <a:cubicBezTo>
                        <a:pt x="10895" y="9797"/>
                        <a:pt x="13622" y="7665"/>
                        <a:pt x="13622" y="7665"/>
                      </a:cubicBezTo>
                      <a:cubicBezTo>
                        <a:pt x="8998" y="7665"/>
                        <a:pt x="6804" y="0"/>
                        <a:pt x="680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4" name="Google Shape;1154;p30">
                  <a:extLst>
                    <a:ext uri="{FF2B5EF4-FFF2-40B4-BE49-F238E27FC236}">
                      <a16:creationId xmlns:a16="http://schemas.microsoft.com/office/drawing/2014/main" id="{FEF6208A-95F3-3F39-C4C6-1757886B975E}"/>
                    </a:ext>
                  </a:extLst>
                </p:cNvPr>
                <p:cNvSpPr/>
                <p:nvPr/>
              </p:nvSpPr>
              <p:spPr>
                <a:xfrm>
                  <a:off x="4330900" y="4565175"/>
                  <a:ext cx="166175" cy="189675"/>
                </a:xfrm>
                <a:custGeom>
                  <a:avLst/>
                  <a:gdLst/>
                  <a:ahLst/>
                  <a:cxnLst/>
                  <a:rect l="l" t="t" r="r" b="b"/>
                  <a:pathLst>
                    <a:path w="6647" h="7587" extrusionOk="0">
                      <a:moveTo>
                        <a:pt x="3323" y="0"/>
                      </a:moveTo>
                      <a:cubicBezTo>
                        <a:pt x="3323" y="0"/>
                        <a:pt x="2461" y="6850"/>
                        <a:pt x="1" y="6850"/>
                      </a:cubicBezTo>
                      <a:cubicBezTo>
                        <a:pt x="1" y="6850"/>
                        <a:pt x="1286" y="7587"/>
                        <a:pt x="3323" y="7587"/>
                      </a:cubicBezTo>
                      <a:cubicBezTo>
                        <a:pt x="5361" y="7587"/>
                        <a:pt x="6646" y="6850"/>
                        <a:pt x="6646" y="6850"/>
                      </a:cubicBezTo>
                      <a:cubicBezTo>
                        <a:pt x="4186" y="6850"/>
                        <a:pt x="3323" y="0"/>
                        <a:pt x="3323"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55" name="Google Shape;1155;p30">
                  <a:extLst>
                    <a:ext uri="{FF2B5EF4-FFF2-40B4-BE49-F238E27FC236}">
                      <a16:creationId xmlns:a16="http://schemas.microsoft.com/office/drawing/2014/main" id="{D9DAD182-7829-1B6A-8A0D-43841A61A0B7}"/>
                    </a:ext>
                  </a:extLst>
                </p:cNvPr>
                <p:cNvGrpSpPr/>
                <p:nvPr/>
              </p:nvGrpSpPr>
              <p:grpSpPr>
                <a:xfrm>
                  <a:off x="4295625" y="4330850"/>
                  <a:ext cx="777500" cy="770400"/>
                  <a:chOff x="4295625" y="4330850"/>
                  <a:chExt cx="777500" cy="770400"/>
                </a:xfrm>
                <a:grpFill/>
              </p:grpSpPr>
              <p:sp>
                <p:nvSpPr>
                  <p:cNvPr id="1156" name="Google Shape;1156;p30">
                    <a:extLst>
                      <a:ext uri="{FF2B5EF4-FFF2-40B4-BE49-F238E27FC236}">
                        <a16:creationId xmlns:a16="http://schemas.microsoft.com/office/drawing/2014/main" id="{526165B3-0787-3825-95A0-743CAB25E5AF}"/>
                      </a:ext>
                    </a:extLst>
                  </p:cNvPr>
                  <p:cNvSpPr/>
                  <p:nvPr/>
                </p:nvSpPr>
                <p:spPr>
                  <a:xfrm>
                    <a:off x="4688275" y="4330850"/>
                    <a:ext cx="238675" cy="272750"/>
                  </a:xfrm>
                  <a:custGeom>
                    <a:avLst/>
                    <a:gdLst/>
                    <a:ahLst/>
                    <a:cxnLst/>
                    <a:rect l="l" t="t" r="r" b="b"/>
                    <a:pathLst>
                      <a:path w="9547" h="10910" extrusionOk="0">
                        <a:moveTo>
                          <a:pt x="4766" y="0"/>
                        </a:moveTo>
                        <a:cubicBezTo>
                          <a:pt x="4766" y="0"/>
                          <a:pt x="3543" y="9843"/>
                          <a:pt x="1" y="9843"/>
                        </a:cubicBezTo>
                        <a:cubicBezTo>
                          <a:pt x="1" y="9843"/>
                          <a:pt x="1850" y="10909"/>
                          <a:pt x="4766" y="10909"/>
                        </a:cubicBezTo>
                        <a:cubicBezTo>
                          <a:pt x="7697" y="10909"/>
                          <a:pt x="9546" y="9843"/>
                          <a:pt x="9546" y="9843"/>
                        </a:cubicBezTo>
                        <a:cubicBezTo>
                          <a:pt x="6004" y="9843"/>
                          <a:pt x="4766" y="0"/>
                          <a:pt x="4766"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7" name="Google Shape;1157;p30">
                    <a:extLst>
                      <a:ext uri="{FF2B5EF4-FFF2-40B4-BE49-F238E27FC236}">
                        <a16:creationId xmlns:a16="http://schemas.microsoft.com/office/drawing/2014/main" id="{8145F199-8295-FC14-B406-F4E23162E798}"/>
                      </a:ext>
                    </a:extLst>
                  </p:cNvPr>
                  <p:cNvSpPr/>
                  <p:nvPr/>
                </p:nvSpPr>
                <p:spPr>
                  <a:xfrm>
                    <a:off x="4513550" y="4699175"/>
                    <a:ext cx="559575" cy="402075"/>
                  </a:xfrm>
                  <a:custGeom>
                    <a:avLst/>
                    <a:gdLst/>
                    <a:ahLst/>
                    <a:cxnLst/>
                    <a:rect l="l" t="t" r="r" b="b"/>
                    <a:pathLst>
                      <a:path w="22383" h="16083" extrusionOk="0">
                        <a:moveTo>
                          <a:pt x="11192" y="1"/>
                        </a:moveTo>
                        <a:cubicBezTo>
                          <a:pt x="11192" y="1"/>
                          <a:pt x="7618" y="12587"/>
                          <a:pt x="0" y="12587"/>
                        </a:cubicBezTo>
                        <a:cubicBezTo>
                          <a:pt x="0" y="12587"/>
                          <a:pt x="4483" y="16083"/>
                          <a:pt x="11192" y="16083"/>
                        </a:cubicBezTo>
                        <a:cubicBezTo>
                          <a:pt x="17916" y="16083"/>
                          <a:pt x="22383" y="12587"/>
                          <a:pt x="22383" y="12587"/>
                        </a:cubicBezTo>
                        <a:cubicBezTo>
                          <a:pt x="14781" y="12587"/>
                          <a:pt x="11192" y="1"/>
                          <a:pt x="1119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8" name="Google Shape;1158;p30">
                    <a:extLst>
                      <a:ext uri="{FF2B5EF4-FFF2-40B4-BE49-F238E27FC236}">
                        <a16:creationId xmlns:a16="http://schemas.microsoft.com/office/drawing/2014/main" id="{B366E025-A921-86D7-20AA-3861F2423D9B}"/>
                      </a:ext>
                    </a:extLst>
                  </p:cNvPr>
                  <p:cNvSpPr/>
                  <p:nvPr/>
                </p:nvSpPr>
                <p:spPr>
                  <a:xfrm>
                    <a:off x="4295625" y="4689000"/>
                    <a:ext cx="237100" cy="170475"/>
                  </a:xfrm>
                  <a:custGeom>
                    <a:avLst/>
                    <a:gdLst/>
                    <a:ahLst/>
                    <a:cxnLst/>
                    <a:rect l="l" t="t" r="r" b="b"/>
                    <a:pathLst>
                      <a:path w="9484" h="6819" extrusionOk="0">
                        <a:moveTo>
                          <a:pt x="4734" y="0"/>
                        </a:moveTo>
                        <a:cubicBezTo>
                          <a:pt x="4734" y="0"/>
                          <a:pt x="3214" y="5330"/>
                          <a:pt x="1" y="5330"/>
                        </a:cubicBezTo>
                        <a:cubicBezTo>
                          <a:pt x="1" y="5330"/>
                          <a:pt x="1882" y="6819"/>
                          <a:pt x="4734" y="6819"/>
                        </a:cubicBezTo>
                        <a:cubicBezTo>
                          <a:pt x="7587" y="6819"/>
                          <a:pt x="9484" y="5330"/>
                          <a:pt x="9484" y="5330"/>
                        </a:cubicBezTo>
                        <a:cubicBezTo>
                          <a:pt x="6255" y="5330"/>
                          <a:pt x="4734" y="0"/>
                          <a:pt x="473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1159" name="Google Shape;1159;p30">
              <a:extLst>
                <a:ext uri="{FF2B5EF4-FFF2-40B4-BE49-F238E27FC236}">
                  <a16:creationId xmlns:a16="http://schemas.microsoft.com/office/drawing/2014/main" id="{BA40807F-FDC2-B8C1-5369-1DC833766709}"/>
                </a:ext>
              </a:extLst>
            </p:cNvPr>
            <p:cNvGrpSpPr/>
            <p:nvPr/>
          </p:nvGrpSpPr>
          <p:grpSpPr>
            <a:xfrm>
              <a:off x="4219225" y="4744250"/>
              <a:ext cx="389525" cy="357000"/>
              <a:chOff x="4219225" y="4744250"/>
              <a:chExt cx="389525" cy="357000"/>
            </a:xfrm>
            <a:grpFill/>
          </p:grpSpPr>
          <p:sp>
            <p:nvSpPr>
              <p:cNvPr id="1160" name="Google Shape;1160;p30">
                <a:extLst>
                  <a:ext uri="{FF2B5EF4-FFF2-40B4-BE49-F238E27FC236}">
                    <a16:creationId xmlns:a16="http://schemas.microsoft.com/office/drawing/2014/main" id="{5DA68B20-C03C-836F-3B75-6E79CE0AACD2}"/>
                  </a:ext>
                </a:extLst>
              </p:cNvPr>
              <p:cNvSpPr/>
              <p:nvPr/>
            </p:nvSpPr>
            <p:spPr>
              <a:xfrm>
                <a:off x="4271725" y="4744250"/>
                <a:ext cx="284525" cy="204175"/>
              </a:xfrm>
              <a:custGeom>
                <a:avLst/>
                <a:gdLst/>
                <a:ahLst/>
                <a:cxnLst/>
                <a:rect l="l" t="t" r="r" b="b"/>
                <a:pathLst>
                  <a:path w="11381" h="8167" extrusionOk="0">
                    <a:moveTo>
                      <a:pt x="5690" y="0"/>
                    </a:moveTo>
                    <a:cubicBezTo>
                      <a:pt x="5690" y="0"/>
                      <a:pt x="3872" y="6396"/>
                      <a:pt x="1" y="6396"/>
                    </a:cubicBezTo>
                    <a:cubicBezTo>
                      <a:pt x="1" y="6396"/>
                      <a:pt x="2273" y="8167"/>
                      <a:pt x="5690" y="8167"/>
                    </a:cubicBezTo>
                    <a:cubicBezTo>
                      <a:pt x="9107" y="8167"/>
                      <a:pt x="11380" y="6396"/>
                      <a:pt x="11380" y="6396"/>
                    </a:cubicBezTo>
                    <a:cubicBezTo>
                      <a:pt x="7509" y="6396"/>
                      <a:pt x="5690" y="0"/>
                      <a:pt x="569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1" name="Google Shape;1161;p30">
                <a:extLst>
                  <a:ext uri="{FF2B5EF4-FFF2-40B4-BE49-F238E27FC236}">
                    <a16:creationId xmlns:a16="http://schemas.microsoft.com/office/drawing/2014/main" id="{14167530-BF8E-615F-708A-BD4CEE444A22}"/>
                  </a:ext>
                </a:extLst>
              </p:cNvPr>
              <p:cNvSpPr/>
              <p:nvPr/>
            </p:nvSpPr>
            <p:spPr>
              <a:xfrm>
                <a:off x="4219225" y="4821450"/>
                <a:ext cx="389525" cy="279800"/>
              </a:xfrm>
              <a:custGeom>
                <a:avLst/>
                <a:gdLst/>
                <a:ahLst/>
                <a:cxnLst/>
                <a:rect l="l" t="t" r="r" b="b"/>
                <a:pathLst>
                  <a:path w="15581" h="11192" extrusionOk="0">
                    <a:moveTo>
                      <a:pt x="7790" y="0"/>
                    </a:moveTo>
                    <a:cubicBezTo>
                      <a:pt x="7790" y="0"/>
                      <a:pt x="5298" y="8762"/>
                      <a:pt x="0" y="8762"/>
                    </a:cubicBezTo>
                    <a:cubicBezTo>
                      <a:pt x="0" y="8762"/>
                      <a:pt x="3120" y="11192"/>
                      <a:pt x="7790" y="11192"/>
                    </a:cubicBezTo>
                    <a:cubicBezTo>
                      <a:pt x="12461" y="11192"/>
                      <a:pt x="15581" y="8762"/>
                      <a:pt x="15581" y="8762"/>
                    </a:cubicBezTo>
                    <a:cubicBezTo>
                      <a:pt x="10283" y="8762"/>
                      <a:pt x="7790" y="0"/>
                      <a:pt x="779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162" name="Google Shape;1162;p30">
            <a:extLst>
              <a:ext uri="{FF2B5EF4-FFF2-40B4-BE49-F238E27FC236}">
                <a16:creationId xmlns:a16="http://schemas.microsoft.com/office/drawing/2014/main" id="{7C40E903-8CA9-1119-1F2F-0920C0D90333}"/>
              </a:ext>
            </a:extLst>
          </p:cNvPr>
          <p:cNvGrpSpPr/>
          <p:nvPr/>
        </p:nvGrpSpPr>
        <p:grpSpPr>
          <a:xfrm>
            <a:off x="7974400" y="4641375"/>
            <a:ext cx="389125" cy="536075"/>
            <a:chOff x="7974400" y="4565175"/>
            <a:chExt cx="389125" cy="536075"/>
          </a:xfrm>
          <a:solidFill>
            <a:srgbClr val="38761D"/>
          </a:solidFill>
        </p:grpSpPr>
        <p:sp>
          <p:nvSpPr>
            <p:cNvPr id="1163" name="Google Shape;1163;p30">
              <a:extLst>
                <a:ext uri="{FF2B5EF4-FFF2-40B4-BE49-F238E27FC236}">
                  <a16:creationId xmlns:a16="http://schemas.microsoft.com/office/drawing/2014/main" id="{91FA8C40-AFF2-CBEE-F850-F67D8611F86F}"/>
                </a:ext>
              </a:extLst>
            </p:cNvPr>
            <p:cNvSpPr/>
            <p:nvPr/>
          </p:nvSpPr>
          <p:spPr>
            <a:xfrm>
              <a:off x="8086075" y="4565175"/>
              <a:ext cx="165775" cy="189675"/>
            </a:xfrm>
            <a:custGeom>
              <a:avLst/>
              <a:gdLst/>
              <a:ahLst/>
              <a:cxnLst/>
              <a:rect l="l" t="t" r="r" b="b"/>
              <a:pathLst>
                <a:path w="6631" h="7587" extrusionOk="0">
                  <a:moveTo>
                    <a:pt x="3308" y="0"/>
                  </a:moveTo>
                  <a:cubicBezTo>
                    <a:pt x="3308" y="0"/>
                    <a:pt x="2461" y="6850"/>
                    <a:pt x="1" y="6850"/>
                  </a:cubicBezTo>
                  <a:cubicBezTo>
                    <a:pt x="1" y="6850"/>
                    <a:pt x="1286" y="7587"/>
                    <a:pt x="3308" y="7587"/>
                  </a:cubicBezTo>
                  <a:cubicBezTo>
                    <a:pt x="5346" y="7587"/>
                    <a:pt x="6631" y="6850"/>
                    <a:pt x="6631" y="6850"/>
                  </a:cubicBezTo>
                  <a:cubicBezTo>
                    <a:pt x="4170" y="6850"/>
                    <a:pt x="3308" y="0"/>
                    <a:pt x="330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4" name="Google Shape;1164;p30">
              <a:extLst>
                <a:ext uri="{FF2B5EF4-FFF2-40B4-BE49-F238E27FC236}">
                  <a16:creationId xmlns:a16="http://schemas.microsoft.com/office/drawing/2014/main" id="{0FA52E66-10C1-E9DE-B3B1-8CE17BE59928}"/>
                </a:ext>
              </a:extLst>
            </p:cNvPr>
            <p:cNvSpPr/>
            <p:nvPr/>
          </p:nvSpPr>
          <p:spPr>
            <a:xfrm>
              <a:off x="8050425" y="4689000"/>
              <a:ext cx="237100" cy="170475"/>
            </a:xfrm>
            <a:custGeom>
              <a:avLst/>
              <a:gdLst/>
              <a:ahLst/>
              <a:cxnLst/>
              <a:rect l="l" t="t" r="r" b="b"/>
              <a:pathLst>
                <a:path w="9484" h="6819" extrusionOk="0">
                  <a:moveTo>
                    <a:pt x="4734" y="0"/>
                  </a:moveTo>
                  <a:cubicBezTo>
                    <a:pt x="4734" y="0"/>
                    <a:pt x="3213" y="5330"/>
                    <a:pt x="0" y="5330"/>
                  </a:cubicBezTo>
                  <a:cubicBezTo>
                    <a:pt x="0" y="5330"/>
                    <a:pt x="1897" y="6819"/>
                    <a:pt x="4734" y="6819"/>
                  </a:cubicBezTo>
                  <a:cubicBezTo>
                    <a:pt x="7587" y="6819"/>
                    <a:pt x="9483" y="5330"/>
                    <a:pt x="9483" y="5330"/>
                  </a:cubicBezTo>
                  <a:cubicBezTo>
                    <a:pt x="6254" y="5330"/>
                    <a:pt x="4734" y="0"/>
                    <a:pt x="473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5" name="Google Shape;1165;p30">
              <a:extLst>
                <a:ext uri="{FF2B5EF4-FFF2-40B4-BE49-F238E27FC236}">
                  <a16:creationId xmlns:a16="http://schemas.microsoft.com/office/drawing/2014/main" id="{FEB6A52A-B20D-1DCF-3E7C-6E96D83B06DC}"/>
                </a:ext>
              </a:extLst>
            </p:cNvPr>
            <p:cNvSpPr/>
            <p:nvPr/>
          </p:nvSpPr>
          <p:spPr>
            <a:xfrm>
              <a:off x="8026900" y="4744250"/>
              <a:ext cx="284125" cy="204175"/>
            </a:xfrm>
            <a:custGeom>
              <a:avLst/>
              <a:gdLst/>
              <a:ahLst/>
              <a:cxnLst/>
              <a:rect l="l" t="t" r="r" b="b"/>
              <a:pathLst>
                <a:path w="11365" h="8167" extrusionOk="0">
                  <a:moveTo>
                    <a:pt x="5675" y="0"/>
                  </a:moveTo>
                  <a:cubicBezTo>
                    <a:pt x="5675" y="0"/>
                    <a:pt x="3857" y="6396"/>
                    <a:pt x="1" y="6396"/>
                  </a:cubicBezTo>
                  <a:cubicBezTo>
                    <a:pt x="1" y="6396"/>
                    <a:pt x="2274" y="8167"/>
                    <a:pt x="5675" y="8167"/>
                  </a:cubicBezTo>
                  <a:cubicBezTo>
                    <a:pt x="9092" y="8167"/>
                    <a:pt x="11365" y="6396"/>
                    <a:pt x="11365" y="6396"/>
                  </a:cubicBezTo>
                  <a:cubicBezTo>
                    <a:pt x="7509" y="6396"/>
                    <a:pt x="5675" y="0"/>
                    <a:pt x="567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6" name="Google Shape;1166;p30">
              <a:extLst>
                <a:ext uri="{FF2B5EF4-FFF2-40B4-BE49-F238E27FC236}">
                  <a16:creationId xmlns:a16="http://schemas.microsoft.com/office/drawing/2014/main" id="{C41B9ED4-90A1-835E-8E92-A921D5211AC2}"/>
                </a:ext>
              </a:extLst>
            </p:cNvPr>
            <p:cNvSpPr/>
            <p:nvPr/>
          </p:nvSpPr>
          <p:spPr>
            <a:xfrm>
              <a:off x="7974400" y="4821450"/>
              <a:ext cx="389125" cy="279800"/>
            </a:xfrm>
            <a:custGeom>
              <a:avLst/>
              <a:gdLst/>
              <a:ahLst/>
              <a:cxnLst/>
              <a:rect l="l" t="t" r="r" b="b"/>
              <a:pathLst>
                <a:path w="15565" h="11192" extrusionOk="0">
                  <a:moveTo>
                    <a:pt x="7775" y="0"/>
                  </a:moveTo>
                  <a:cubicBezTo>
                    <a:pt x="7775" y="0"/>
                    <a:pt x="5283" y="8762"/>
                    <a:pt x="0" y="8762"/>
                  </a:cubicBezTo>
                  <a:cubicBezTo>
                    <a:pt x="0" y="8762"/>
                    <a:pt x="3104" y="11192"/>
                    <a:pt x="7775" y="11192"/>
                  </a:cubicBezTo>
                  <a:cubicBezTo>
                    <a:pt x="12461" y="11192"/>
                    <a:pt x="15565" y="8762"/>
                    <a:pt x="15565" y="8762"/>
                  </a:cubicBezTo>
                  <a:cubicBezTo>
                    <a:pt x="10283" y="8762"/>
                    <a:pt x="7775" y="0"/>
                    <a:pt x="777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67" name="Google Shape;1167;p30">
            <a:extLst>
              <a:ext uri="{FF2B5EF4-FFF2-40B4-BE49-F238E27FC236}">
                <a16:creationId xmlns:a16="http://schemas.microsoft.com/office/drawing/2014/main" id="{745F117E-EF74-FFCD-8F6A-3473C44EC2E9}"/>
              </a:ext>
            </a:extLst>
          </p:cNvPr>
          <p:cNvGrpSpPr/>
          <p:nvPr/>
        </p:nvGrpSpPr>
        <p:grpSpPr>
          <a:xfrm>
            <a:off x="6522575" y="4158200"/>
            <a:ext cx="724950" cy="1019250"/>
            <a:chOff x="6522575" y="4082000"/>
            <a:chExt cx="724950" cy="1019250"/>
          </a:xfrm>
          <a:solidFill>
            <a:srgbClr val="38761D"/>
          </a:solidFill>
        </p:grpSpPr>
        <p:sp>
          <p:nvSpPr>
            <p:cNvPr id="1168" name="Google Shape;1168;p30">
              <a:extLst>
                <a:ext uri="{FF2B5EF4-FFF2-40B4-BE49-F238E27FC236}">
                  <a16:creationId xmlns:a16="http://schemas.microsoft.com/office/drawing/2014/main" id="{47C133B5-0183-C4C9-0D61-715DBC9B49ED}"/>
                </a:ext>
              </a:extLst>
            </p:cNvPr>
            <p:cNvSpPr/>
            <p:nvPr/>
          </p:nvSpPr>
          <p:spPr>
            <a:xfrm>
              <a:off x="6714575" y="4259900"/>
              <a:ext cx="340550" cy="244950"/>
            </a:xfrm>
            <a:custGeom>
              <a:avLst/>
              <a:gdLst/>
              <a:ahLst/>
              <a:cxnLst/>
              <a:rect l="l" t="t" r="r" b="b"/>
              <a:pathLst>
                <a:path w="13622" h="9798" extrusionOk="0">
                  <a:moveTo>
                    <a:pt x="6819" y="1"/>
                  </a:moveTo>
                  <a:cubicBezTo>
                    <a:pt x="6819" y="1"/>
                    <a:pt x="4624" y="7666"/>
                    <a:pt x="0" y="7666"/>
                  </a:cubicBezTo>
                  <a:cubicBezTo>
                    <a:pt x="0" y="7666"/>
                    <a:pt x="2728" y="9797"/>
                    <a:pt x="6819" y="9797"/>
                  </a:cubicBezTo>
                  <a:cubicBezTo>
                    <a:pt x="10910" y="9797"/>
                    <a:pt x="13621" y="7666"/>
                    <a:pt x="13621" y="7666"/>
                  </a:cubicBezTo>
                  <a:cubicBezTo>
                    <a:pt x="8998" y="7666"/>
                    <a:pt x="6819" y="1"/>
                    <a:pt x="681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69" name="Google Shape;1169;p30">
              <a:extLst>
                <a:ext uri="{FF2B5EF4-FFF2-40B4-BE49-F238E27FC236}">
                  <a16:creationId xmlns:a16="http://schemas.microsoft.com/office/drawing/2014/main" id="{390A8C60-6F08-B269-6EE3-8510CF90BAF8}"/>
                </a:ext>
              </a:extLst>
            </p:cNvPr>
            <p:cNvGrpSpPr/>
            <p:nvPr/>
          </p:nvGrpSpPr>
          <p:grpSpPr>
            <a:xfrm>
              <a:off x="6522575" y="4082000"/>
              <a:ext cx="724950" cy="1019250"/>
              <a:chOff x="6522575" y="4082000"/>
              <a:chExt cx="724950" cy="1019250"/>
            </a:xfrm>
            <a:grpFill/>
          </p:grpSpPr>
          <p:sp>
            <p:nvSpPr>
              <p:cNvPr id="1170" name="Google Shape;1170;p30">
                <a:extLst>
                  <a:ext uri="{FF2B5EF4-FFF2-40B4-BE49-F238E27FC236}">
                    <a16:creationId xmlns:a16="http://schemas.microsoft.com/office/drawing/2014/main" id="{1E14CB5E-9F1C-D8E6-DCE8-E5A6B9A76269}"/>
                  </a:ext>
                </a:extLst>
              </p:cNvPr>
              <p:cNvSpPr/>
              <p:nvPr/>
            </p:nvSpPr>
            <p:spPr>
              <a:xfrm>
                <a:off x="6765900" y="4082000"/>
                <a:ext cx="238275" cy="272775"/>
              </a:xfrm>
              <a:custGeom>
                <a:avLst/>
                <a:gdLst/>
                <a:ahLst/>
                <a:cxnLst/>
                <a:rect l="l" t="t" r="r" b="b"/>
                <a:pathLst>
                  <a:path w="9531" h="10911" extrusionOk="0">
                    <a:moveTo>
                      <a:pt x="4766" y="1"/>
                    </a:moveTo>
                    <a:cubicBezTo>
                      <a:pt x="4766" y="1"/>
                      <a:pt x="3527" y="9829"/>
                      <a:pt x="1" y="9829"/>
                    </a:cubicBezTo>
                    <a:cubicBezTo>
                      <a:pt x="1" y="9829"/>
                      <a:pt x="1835" y="10910"/>
                      <a:pt x="4766" y="10910"/>
                    </a:cubicBezTo>
                    <a:cubicBezTo>
                      <a:pt x="7681" y="10910"/>
                      <a:pt x="9531" y="9829"/>
                      <a:pt x="9531" y="9829"/>
                    </a:cubicBezTo>
                    <a:cubicBezTo>
                      <a:pt x="5988" y="9829"/>
                      <a:pt x="4766" y="1"/>
                      <a:pt x="4766"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1" name="Google Shape;1171;p30">
                <a:extLst>
                  <a:ext uri="{FF2B5EF4-FFF2-40B4-BE49-F238E27FC236}">
                    <a16:creationId xmlns:a16="http://schemas.microsoft.com/office/drawing/2014/main" id="{65C70702-DFF7-59A2-C3E7-C69D3BB3C4CD}"/>
                  </a:ext>
                </a:extLst>
              </p:cNvPr>
              <p:cNvSpPr/>
              <p:nvPr/>
            </p:nvSpPr>
            <p:spPr>
              <a:xfrm>
                <a:off x="6680875" y="4339450"/>
                <a:ext cx="408350" cy="293525"/>
              </a:xfrm>
              <a:custGeom>
                <a:avLst/>
                <a:gdLst/>
                <a:ahLst/>
                <a:cxnLst/>
                <a:rect l="l" t="t" r="r" b="b"/>
                <a:pathLst>
                  <a:path w="16334" h="11741" extrusionOk="0">
                    <a:moveTo>
                      <a:pt x="8167" y="1"/>
                    </a:moveTo>
                    <a:cubicBezTo>
                      <a:pt x="8167" y="1"/>
                      <a:pt x="5549" y="9186"/>
                      <a:pt x="0" y="9186"/>
                    </a:cubicBezTo>
                    <a:cubicBezTo>
                      <a:pt x="0" y="9186"/>
                      <a:pt x="3261" y="11741"/>
                      <a:pt x="8167" y="11741"/>
                    </a:cubicBezTo>
                    <a:cubicBezTo>
                      <a:pt x="13073" y="11741"/>
                      <a:pt x="16333" y="9186"/>
                      <a:pt x="16333" y="9186"/>
                    </a:cubicBezTo>
                    <a:cubicBezTo>
                      <a:pt x="10784" y="9186"/>
                      <a:pt x="8167" y="1"/>
                      <a:pt x="816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2" name="Google Shape;1172;p30">
                <a:extLst>
                  <a:ext uri="{FF2B5EF4-FFF2-40B4-BE49-F238E27FC236}">
                    <a16:creationId xmlns:a16="http://schemas.microsoft.com/office/drawing/2014/main" id="{C95FFA28-B8BF-98AB-9407-899E5E138E0D}"/>
                  </a:ext>
                </a:extLst>
              </p:cNvPr>
              <p:cNvSpPr/>
              <p:nvPr/>
            </p:nvSpPr>
            <p:spPr>
              <a:xfrm>
                <a:off x="6605250" y="4450350"/>
                <a:ext cx="559600" cy="402075"/>
              </a:xfrm>
              <a:custGeom>
                <a:avLst/>
                <a:gdLst/>
                <a:ahLst/>
                <a:cxnLst/>
                <a:rect l="l" t="t" r="r" b="b"/>
                <a:pathLst>
                  <a:path w="22384" h="16083" extrusionOk="0">
                    <a:moveTo>
                      <a:pt x="11192" y="1"/>
                    </a:moveTo>
                    <a:cubicBezTo>
                      <a:pt x="11192" y="1"/>
                      <a:pt x="7602" y="12587"/>
                      <a:pt x="0" y="12587"/>
                    </a:cubicBezTo>
                    <a:cubicBezTo>
                      <a:pt x="0" y="12587"/>
                      <a:pt x="4467" y="16083"/>
                      <a:pt x="11192" y="16083"/>
                    </a:cubicBezTo>
                    <a:cubicBezTo>
                      <a:pt x="17916" y="16083"/>
                      <a:pt x="22383" y="12587"/>
                      <a:pt x="22383" y="12587"/>
                    </a:cubicBezTo>
                    <a:cubicBezTo>
                      <a:pt x="14781" y="12587"/>
                      <a:pt x="11192" y="1"/>
                      <a:pt x="1119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3" name="Google Shape;1173;p30">
                <a:extLst>
                  <a:ext uri="{FF2B5EF4-FFF2-40B4-BE49-F238E27FC236}">
                    <a16:creationId xmlns:a16="http://schemas.microsoft.com/office/drawing/2014/main" id="{09F6A504-20A2-3FF3-052C-BDCB6B71BF70}"/>
                  </a:ext>
                </a:extLst>
              </p:cNvPr>
              <p:cNvSpPr/>
              <p:nvPr/>
            </p:nvSpPr>
            <p:spPr>
              <a:xfrm>
                <a:off x="6522575" y="4580450"/>
                <a:ext cx="724950" cy="520800"/>
              </a:xfrm>
              <a:custGeom>
                <a:avLst/>
                <a:gdLst/>
                <a:ahLst/>
                <a:cxnLst/>
                <a:rect l="l" t="t" r="r" b="b"/>
                <a:pathLst>
                  <a:path w="28998" h="20832" extrusionOk="0">
                    <a:moveTo>
                      <a:pt x="14499" y="1"/>
                    </a:moveTo>
                    <a:cubicBezTo>
                      <a:pt x="14499" y="1"/>
                      <a:pt x="9843" y="16302"/>
                      <a:pt x="0" y="16302"/>
                    </a:cubicBezTo>
                    <a:cubicBezTo>
                      <a:pt x="0" y="16302"/>
                      <a:pt x="5784" y="20832"/>
                      <a:pt x="14499" y="20832"/>
                    </a:cubicBezTo>
                    <a:cubicBezTo>
                      <a:pt x="23198" y="20832"/>
                      <a:pt x="28998" y="16302"/>
                      <a:pt x="28998" y="16302"/>
                    </a:cubicBezTo>
                    <a:cubicBezTo>
                      <a:pt x="19138" y="16302"/>
                      <a:pt x="14499" y="1"/>
                      <a:pt x="1449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176" name="Google Shape;1176;p30">
            <a:extLst>
              <a:ext uri="{FF2B5EF4-FFF2-40B4-BE49-F238E27FC236}">
                <a16:creationId xmlns:a16="http://schemas.microsoft.com/office/drawing/2014/main" id="{E2F52569-4147-D6C0-E780-502B4804A5A2}"/>
              </a:ext>
            </a:extLst>
          </p:cNvPr>
          <p:cNvSpPr/>
          <p:nvPr/>
        </p:nvSpPr>
        <p:spPr>
          <a:xfrm>
            <a:off x="6525300" y="4845350"/>
            <a:ext cx="25" cy="25"/>
          </a:xfrm>
          <a:custGeom>
            <a:avLst/>
            <a:gdLst/>
            <a:ahLst/>
            <a:cxnLst/>
            <a:rect l="l" t="t" r="r" b="b"/>
            <a:pathLst>
              <a:path w="1" h="1" extrusionOk="0">
                <a:moveTo>
                  <a:pt x="1" y="0"/>
                </a:moveTo>
                <a:cubicBezTo>
                  <a:pt x="1" y="0"/>
                  <a:pt x="1" y="0"/>
                  <a:pt x="1" y="0"/>
                </a:cubicBezTo>
                <a:cubicBezTo>
                  <a:pt x="1" y="0"/>
                  <a:pt x="1" y="0"/>
                  <a:pt x="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7" name="Google Shape;1177;p30">
            <a:extLst>
              <a:ext uri="{FF2B5EF4-FFF2-40B4-BE49-F238E27FC236}">
                <a16:creationId xmlns:a16="http://schemas.microsoft.com/office/drawing/2014/main" id="{EC23EE3B-7F36-6E3E-0125-8CD1E94CFE19}"/>
              </a:ext>
            </a:extLst>
          </p:cNvPr>
          <p:cNvSpPr/>
          <p:nvPr/>
        </p:nvSpPr>
        <p:spPr>
          <a:xfrm>
            <a:off x="6525300" y="4846125"/>
            <a:ext cx="825" cy="4725"/>
          </a:xfrm>
          <a:custGeom>
            <a:avLst/>
            <a:gdLst/>
            <a:ahLst/>
            <a:cxnLst/>
            <a:rect l="l" t="t" r="r" b="b"/>
            <a:pathLst>
              <a:path w="33" h="189" extrusionOk="0">
                <a:moveTo>
                  <a:pt x="32" y="189"/>
                </a:moveTo>
                <a:lnTo>
                  <a:pt x="32" y="189"/>
                </a:lnTo>
                <a:cubicBezTo>
                  <a:pt x="16" y="126"/>
                  <a:pt x="1" y="63"/>
                  <a:pt x="1" y="1"/>
                </a:cubicBezTo>
                <a:cubicBezTo>
                  <a:pt x="1" y="63"/>
                  <a:pt x="16" y="126"/>
                  <a:pt x="32" y="189"/>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8" name="Google Shape;1178;p30">
            <a:extLst>
              <a:ext uri="{FF2B5EF4-FFF2-40B4-BE49-F238E27FC236}">
                <a16:creationId xmlns:a16="http://schemas.microsoft.com/office/drawing/2014/main" id="{6D358F3C-891C-E012-95D1-5F0A555DCE64}"/>
              </a:ext>
            </a:extLst>
          </p:cNvPr>
          <p:cNvSpPr/>
          <p:nvPr/>
        </p:nvSpPr>
        <p:spPr>
          <a:xfrm>
            <a:off x="6531575" y="4866125"/>
            <a:ext cx="25" cy="400"/>
          </a:xfrm>
          <a:custGeom>
            <a:avLst/>
            <a:gdLst/>
            <a:ahLst/>
            <a:cxnLst/>
            <a:rect l="l" t="t" r="r" b="b"/>
            <a:pathLst>
              <a:path w="1" h="16" extrusionOk="0">
                <a:moveTo>
                  <a:pt x="1" y="16"/>
                </a:moveTo>
                <a:cubicBezTo>
                  <a:pt x="1" y="16"/>
                  <a:pt x="1" y="0"/>
                  <a:pt x="1" y="0"/>
                </a:cubicBezTo>
                <a:cubicBezTo>
                  <a:pt x="1" y="0"/>
                  <a:pt x="1" y="16"/>
                  <a:pt x="1" y="16"/>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9" name="Google Shape;1179;p30">
            <a:extLst>
              <a:ext uri="{FF2B5EF4-FFF2-40B4-BE49-F238E27FC236}">
                <a16:creationId xmlns:a16="http://schemas.microsoft.com/office/drawing/2014/main" id="{C951EEAE-3689-ABDA-A3D9-1D48665F11C2}"/>
              </a:ext>
            </a:extLst>
          </p:cNvPr>
          <p:cNvSpPr/>
          <p:nvPr/>
        </p:nvSpPr>
        <p:spPr>
          <a:xfrm>
            <a:off x="6530800" y="4864550"/>
            <a:ext cx="400" cy="800"/>
          </a:xfrm>
          <a:custGeom>
            <a:avLst/>
            <a:gdLst/>
            <a:ahLst/>
            <a:cxnLst/>
            <a:rect l="l" t="t" r="r" b="b"/>
            <a:pathLst>
              <a:path w="16" h="32" extrusionOk="0">
                <a:moveTo>
                  <a:pt x="16" y="32"/>
                </a:moveTo>
                <a:cubicBezTo>
                  <a:pt x="0" y="16"/>
                  <a:pt x="0" y="16"/>
                  <a:pt x="0" y="0"/>
                </a:cubicBezTo>
                <a:cubicBezTo>
                  <a:pt x="0" y="16"/>
                  <a:pt x="0" y="16"/>
                  <a:pt x="16" y="32"/>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0" name="Google Shape;1180;p30">
            <a:extLst>
              <a:ext uri="{FF2B5EF4-FFF2-40B4-BE49-F238E27FC236}">
                <a16:creationId xmlns:a16="http://schemas.microsoft.com/office/drawing/2014/main" id="{7F1D3E47-BF29-8682-37C0-08F85A33C228}"/>
              </a:ext>
            </a:extLst>
          </p:cNvPr>
          <p:cNvSpPr/>
          <p:nvPr/>
        </p:nvSpPr>
        <p:spPr>
          <a:xfrm>
            <a:off x="6527650" y="4856700"/>
            <a:ext cx="2775" cy="7475"/>
          </a:xfrm>
          <a:custGeom>
            <a:avLst/>
            <a:gdLst/>
            <a:ahLst/>
            <a:cxnLst/>
            <a:rect l="l" t="t" r="r" b="b"/>
            <a:pathLst>
              <a:path w="111" h="299" extrusionOk="0">
                <a:moveTo>
                  <a:pt x="1" y="1"/>
                </a:moveTo>
                <a:cubicBezTo>
                  <a:pt x="32" y="111"/>
                  <a:pt x="63" y="205"/>
                  <a:pt x="111" y="299"/>
                </a:cubicBezTo>
                <a:cubicBezTo>
                  <a:pt x="63" y="205"/>
                  <a:pt x="32" y="111"/>
                  <a:pt x="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81" name="Google Shape;1181;p30">
            <a:extLst>
              <a:ext uri="{FF2B5EF4-FFF2-40B4-BE49-F238E27FC236}">
                <a16:creationId xmlns:a16="http://schemas.microsoft.com/office/drawing/2014/main" id="{A796B2FB-B95D-8054-AD73-40C74726714D}"/>
              </a:ext>
            </a:extLst>
          </p:cNvPr>
          <p:cNvGrpSpPr/>
          <p:nvPr/>
        </p:nvGrpSpPr>
        <p:grpSpPr>
          <a:xfrm>
            <a:off x="-613275" y="4343040"/>
            <a:ext cx="9800100" cy="1657575"/>
            <a:chOff x="-613275" y="3559275"/>
            <a:chExt cx="9800100" cy="1657575"/>
          </a:xfrm>
          <a:solidFill>
            <a:srgbClr val="002E50"/>
          </a:solidFill>
        </p:grpSpPr>
        <p:sp>
          <p:nvSpPr>
            <p:cNvPr id="1182" name="Google Shape;1182;p30">
              <a:extLst>
                <a:ext uri="{FF2B5EF4-FFF2-40B4-BE49-F238E27FC236}">
                  <a16:creationId xmlns:a16="http://schemas.microsoft.com/office/drawing/2014/main" id="{23780719-97DA-39BA-A47B-ADA91C1606D3}"/>
                </a:ext>
              </a:extLst>
            </p:cNvPr>
            <p:cNvSpPr/>
            <p:nvPr/>
          </p:nvSpPr>
          <p:spPr>
            <a:xfrm>
              <a:off x="8699600" y="3962263"/>
              <a:ext cx="444400" cy="1230850"/>
            </a:xfrm>
            <a:custGeom>
              <a:avLst/>
              <a:gdLst/>
              <a:ahLst/>
              <a:cxnLst/>
              <a:rect l="l" t="t" r="r" b="b"/>
              <a:pathLst>
                <a:path w="17776" h="49234" extrusionOk="0">
                  <a:moveTo>
                    <a:pt x="1" y="15017"/>
                  </a:moveTo>
                  <a:lnTo>
                    <a:pt x="1" y="49234"/>
                  </a:lnTo>
                  <a:lnTo>
                    <a:pt x="5487" y="49234"/>
                  </a:lnTo>
                  <a:lnTo>
                    <a:pt x="5487" y="15017"/>
                  </a:lnTo>
                  <a:cubicBezTo>
                    <a:pt x="5487" y="7665"/>
                    <a:pt x="10785" y="1537"/>
                    <a:pt x="17776" y="251"/>
                  </a:cubicBezTo>
                  <a:lnTo>
                    <a:pt x="17776" y="251"/>
                  </a:lnTo>
                  <a:cubicBezTo>
                    <a:pt x="16882" y="79"/>
                    <a:pt x="15957" y="1"/>
                    <a:pt x="15033" y="1"/>
                  </a:cubicBezTo>
                  <a:lnTo>
                    <a:pt x="15033" y="1"/>
                  </a:lnTo>
                  <a:cubicBezTo>
                    <a:pt x="6725" y="1"/>
                    <a:pt x="1" y="6725"/>
                    <a:pt x="1" y="15017"/>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3" name="Google Shape;1183;p30">
              <a:extLst>
                <a:ext uri="{FF2B5EF4-FFF2-40B4-BE49-F238E27FC236}">
                  <a16:creationId xmlns:a16="http://schemas.microsoft.com/office/drawing/2014/main" id="{0BE49AC8-C00B-6986-3EAF-B4E2F4F2E0FF}"/>
                </a:ext>
              </a:extLst>
            </p:cNvPr>
            <p:cNvSpPr/>
            <p:nvPr/>
          </p:nvSpPr>
          <p:spPr>
            <a:xfrm>
              <a:off x="7566750" y="3962263"/>
              <a:ext cx="444000" cy="1230850"/>
            </a:xfrm>
            <a:custGeom>
              <a:avLst/>
              <a:gdLst/>
              <a:ahLst/>
              <a:cxnLst/>
              <a:rect l="l" t="t" r="r" b="b"/>
              <a:pathLst>
                <a:path w="17760" h="49234" extrusionOk="0">
                  <a:moveTo>
                    <a:pt x="0" y="15017"/>
                  </a:moveTo>
                  <a:lnTo>
                    <a:pt x="0" y="49234"/>
                  </a:lnTo>
                  <a:lnTo>
                    <a:pt x="5486" y="49234"/>
                  </a:lnTo>
                  <a:lnTo>
                    <a:pt x="5486" y="15017"/>
                  </a:lnTo>
                  <a:cubicBezTo>
                    <a:pt x="5486" y="7665"/>
                    <a:pt x="10769" y="1537"/>
                    <a:pt x="17759" y="251"/>
                  </a:cubicBezTo>
                  <a:lnTo>
                    <a:pt x="17759" y="251"/>
                  </a:lnTo>
                  <a:cubicBezTo>
                    <a:pt x="16866" y="79"/>
                    <a:pt x="15957" y="1"/>
                    <a:pt x="15016" y="1"/>
                  </a:cubicBezTo>
                  <a:lnTo>
                    <a:pt x="15016" y="1"/>
                  </a:lnTo>
                  <a:cubicBezTo>
                    <a:pt x="6725" y="1"/>
                    <a:pt x="0" y="6725"/>
                    <a:pt x="0" y="15017"/>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4" name="Google Shape;1184;p30">
              <a:extLst>
                <a:ext uri="{FF2B5EF4-FFF2-40B4-BE49-F238E27FC236}">
                  <a16:creationId xmlns:a16="http://schemas.microsoft.com/office/drawing/2014/main" id="{9FC7B993-4A7E-9CF9-356F-98619B3AC5BC}"/>
                </a:ext>
              </a:extLst>
            </p:cNvPr>
            <p:cNvSpPr/>
            <p:nvPr/>
          </p:nvSpPr>
          <p:spPr>
            <a:xfrm>
              <a:off x="6433500" y="3962263"/>
              <a:ext cx="444000" cy="1230850"/>
            </a:xfrm>
            <a:custGeom>
              <a:avLst/>
              <a:gdLst/>
              <a:ahLst/>
              <a:cxnLst/>
              <a:rect l="l" t="t" r="r" b="b"/>
              <a:pathLst>
                <a:path w="17760" h="49234" extrusionOk="0">
                  <a:moveTo>
                    <a:pt x="0" y="15017"/>
                  </a:moveTo>
                  <a:lnTo>
                    <a:pt x="0" y="49234"/>
                  </a:lnTo>
                  <a:lnTo>
                    <a:pt x="5486" y="49234"/>
                  </a:lnTo>
                  <a:lnTo>
                    <a:pt x="5486" y="15017"/>
                  </a:lnTo>
                  <a:cubicBezTo>
                    <a:pt x="5486" y="7665"/>
                    <a:pt x="10784" y="1537"/>
                    <a:pt x="17759" y="251"/>
                  </a:cubicBezTo>
                  <a:lnTo>
                    <a:pt x="17759" y="251"/>
                  </a:lnTo>
                  <a:cubicBezTo>
                    <a:pt x="16881" y="79"/>
                    <a:pt x="15957" y="1"/>
                    <a:pt x="15016" y="1"/>
                  </a:cubicBezTo>
                  <a:lnTo>
                    <a:pt x="15016" y="1"/>
                  </a:lnTo>
                  <a:cubicBezTo>
                    <a:pt x="6725" y="1"/>
                    <a:pt x="0" y="6725"/>
                    <a:pt x="0" y="15017"/>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5" name="Google Shape;1185;p30">
              <a:extLst>
                <a:ext uri="{FF2B5EF4-FFF2-40B4-BE49-F238E27FC236}">
                  <a16:creationId xmlns:a16="http://schemas.microsoft.com/office/drawing/2014/main" id="{F5DA347D-9DC6-A529-1CB2-1E284C37D02B}"/>
                </a:ext>
              </a:extLst>
            </p:cNvPr>
            <p:cNvSpPr/>
            <p:nvPr/>
          </p:nvSpPr>
          <p:spPr>
            <a:xfrm>
              <a:off x="5300250" y="3962263"/>
              <a:ext cx="444375" cy="1230850"/>
            </a:xfrm>
            <a:custGeom>
              <a:avLst/>
              <a:gdLst/>
              <a:ahLst/>
              <a:cxnLst/>
              <a:rect l="l" t="t" r="r" b="b"/>
              <a:pathLst>
                <a:path w="17775" h="49234" extrusionOk="0">
                  <a:moveTo>
                    <a:pt x="0" y="15017"/>
                  </a:moveTo>
                  <a:lnTo>
                    <a:pt x="0" y="49234"/>
                  </a:lnTo>
                  <a:lnTo>
                    <a:pt x="5486" y="49234"/>
                  </a:lnTo>
                  <a:lnTo>
                    <a:pt x="5486" y="15017"/>
                  </a:lnTo>
                  <a:cubicBezTo>
                    <a:pt x="5486" y="7665"/>
                    <a:pt x="10784" y="1537"/>
                    <a:pt x="17775" y="251"/>
                  </a:cubicBezTo>
                  <a:lnTo>
                    <a:pt x="17775" y="251"/>
                  </a:lnTo>
                  <a:cubicBezTo>
                    <a:pt x="16881" y="79"/>
                    <a:pt x="15957" y="1"/>
                    <a:pt x="15032" y="1"/>
                  </a:cubicBezTo>
                  <a:lnTo>
                    <a:pt x="15032" y="1"/>
                  </a:lnTo>
                  <a:cubicBezTo>
                    <a:pt x="6724" y="1"/>
                    <a:pt x="0" y="6725"/>
                    <a:pt x="0" y="15017"/>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86" name="Google Shape;1186;p30">
              <a:extLst>
                <a:ext uri="{FF2B5EF4-FFF2-40B4-BE49-F238E27FC236}">
                  <a16:creationId xmlns:a16="http://schemas.microsoft.com/office/drawing/2014/main" id="{1B3D7DDC-5A48-E1C6-B7F4-EC47C44FB02A}"/>
                </a:ext>
              </a:extLst>
            </p:cNvPr>
            <p:cNvGrpSpPr/>
            <p:nvPr/>
          </p:nvGrpSpPr>
          <p:grpSpPr>
            <a:xfrm>
              <a:off x="-613275" y="3559275"/>
              <a:ext cx="9800100" cy="1657575"/>
              <a:chOff x="-613275" y="3443675"/>
              <a:chExt cx="9800100" cy="1657575"/>
            </a:xfrm>
            <a:grpFill/>
          </p:grpSpPr>
          <p:sp>
            <p:nvSpPr>
              <p:cNvPr id="1187" name="Google Shape;1187;p30">
                <a:extLst>
                  <a:ext uri="{FF2B5EF4-FFF2-40B4-BE49-F238E27FC236}">
                    <a16:creationId xmlns:a16="http://schemas.microsoft.com/office/drawing/2014/main" id="{2BBF78EB-5D50-EB4A-D349-831D5F41C6C4}"/>
                  </a:ext>
                </a:extLst>
              </p:cNvPr>
              <p:cNvSpPr/>
              <p:nvPr/>
            </p:nvSpPr>
            <p:spPr>
              <a:xfrm>
                <a:off x="3962175" y="3443675"/>
                <a:ext cx="5224650" cy="1657575"/>
              </a:xfrm>
              <a:custGeom>
                <a:avLst/>
                <a:gdLst/>
                <a:ahLst/>
                <a:cxnLst/>
                <a:rect l="l" t="t" r="r" b="b"/>
                <a:pathLst>
                  <a:path w="208986" h="66303" extrusionOk="0">
                    <a:moveTo>
                      <a:pt x="0" y="0"/>
                    </a:moveTo>
                    <a:lnTo>
                      <a:pt x="0" y="1207"/>
                    </a:lnTo>
                    <a:lnTo>
                      <a:pt x="5486" y="1207"/>
                    </a:lnTo>
                    <a:lnTo>
                      <a:pt x="5486" y="5439"/>
                    </a:lnTo>
                    <a:lnTo>
                      <a:pt x="0" y="5439"/>
                    </a:lnTo>
                    <a:lnTo>
                      <a:pt x="0" y="66303"/>
                    </a:lnTo>
                    <a:lnTo>
                      <a:pt x="8104" y="66303"/>
                    </a:lnTo>
                    <a:lnTo>
                      <a:pt x="8104" y="32086"/>
                    </a:lnTo>
                    <a:cubicBezTo>
                      <a:pt x="8104" y="23794"/>
                      <a:pt x="14828" y="17070"/>
                      <a:pt x="23120" y="17070"/>
                    </a:cubicBezTo>
                    <a:lnTo>
                      <a:pt x="23120" y="17070"/>
                    </a:lnTo>
                    <a:cubicBezTo>
                      <a:pt x="31411" y="17070"/>
                      <a:pt x="38136" y="23794"/>
                      <a:pt x="38136" y="32086"/>
                    </a:cubicBezTo>
                    <a:lnTo>
                      <a:pt x="38136" y="32086"/>
                    </a:lnTo>
                    <a:lnTo>
                      <a:pt x="38136" y="66303"/>
                    </a:lnTo>
                    <a:lnTo>
                      <a:pt x="53434" y="66303"/>
                    </a:lnTo>
                    <a:lnTo>
                      <a:pt x="53434" y="32086"/>
                    </a:lnTo>
                    <a:cubicBezTo>
                      <a:pt x="53434" y="23794"/>
                      <a:pt x="60158" y="17070"/>
                      <a:pt x="68450" y="17070"/>
                    </a:cubicBezTo>
                    <a:lnTo>
                      <a:pt x="68450" y="17070"/>
                    </a:lnTo>
                    <a:cubicBezTo>
                      <a:pt x="76741" y="17070"/>
                      <a:pt x="83466" y="23794"/>
                      <a:pt x="83466" y="32086"/>
                    </a:cubicBezTo>
                    <a:lnTo>
                      <a:pt x="83466" y="32086"/>
                    </a:lnTo>
                    <a:lnTo>
                      <a:pt x="83466" y="66303"/>
                    </a:lnTo>
                    <a:lnTo>
                      <a:pt x="98764" y="66303"/>
                    </a:lnTo>
                    <a:lnTo>
                      <a:pt x="98764" y="32086"/>
                    </a:lnTo>
                    <a:cubicBezTo>
                      <a:pt x="98764" y="23794"/>
                      <a:pt x="105488" y="17070"/>
                      <a:pt x="113780" y="17070"/>
                    </a:cubicBezTo>
                    <a:lnTo>
                      <a:pt x="113780" y="17070"/>
                    </a:lnTo>
                    <a:cubicBezTo>
                      <a:pt x="122072" y="17070"/>
                      <a:pt x="128796" y="23794"/>
                      <a:pt x="128796" y="32086"/>
                    </a:cubicBezTo>
                    <a:lnTo>
                      <a:pt x="128796" y="32086"/>
                    </a:lnTo>
                    <a:lnTo>
                      <a:pt x="128796" y="66303"/>
                    </a:lnTo>
                    <a:lnTo>
                      <a:pt x="144094" y="66303"/>
                    </a:lnTo>
                    <a:lnTo>
                      <a:pt x="144094" y="32086"/>
                    </a:lnTo>
                    <a:cubicBezTo>
                      <a:pt x="144094" y="23794"/>
                      <a:pt x="150818" y="17070"/>
                      <a:pt x="159110" y="17070"/>
                    </a:cubicBezTo>
                    <a:lnTo>
                      <a:pt x="159110" y="17070"/>
                    </a:lnTo>
                    <a:cubicBezTo>
                      <a:pt x="167402" y="17070"/>
                      <a:pt x="174126" y="23794"/>
                      <a:pt x="174126" y="32086"/>
                    </a:cubicBezTo>
                    <a:lnTo>
                      <a:pt x="174126" y="32086"/>
                    </a:lnTo>
                    <a:lnTo>
                      <a:pt x="174126" y="66303"/>
                    </a:lnTo>
                    <a:lnTo>
                      <a:pt x="189424" y="66303"/>
                    </a:lnTo>
                    <a:lnTo>
                      <a:pt x="189424" y="32086"/>
                    </a:lnTo>
                    <a:cubicBezTo>
                      <a:pt x="189424" y="23794"/>
                      <a:pt x="196148" y="17070"/>
                      <a:pt x="204440" y="17070"/>
                    </a:cubicBezTo>
                    <a:lnTo>
                      <a:pt x="204440" y="17070"/>
                    </a:lnTo>
                    <a:cubicBezTo>
                      <a:pt x="205976" y="17070"/>
                      <a:pt x="207591" y="17305"/>
                      <a:pt x="208986" y="17728"/>
                    </a:cubicBezTo>
                    <a:lnTo>
                      <a:pt x="208986" y="17728"/>
                    </a:lnTo>
                    <a:lnTo>
                      <a:pt x="208986" y="5439"/>
                    </a:lnTo>
                    <a:lnTo>
                      <a:pt x="205083" y="5439"/>
                    </a:lnTo>
                    <a:lnTo>
                      <a:pt x="205083" y="1207"/>
                    </a:lnTo>
                    <a:lnTo>
                      <a:pt x="208986" y="1207"/>
                    </a:lnTo>
                    <a:lnTo>
                      <a:pt x="208986" y="0"/>
                    </a:lnTo>
                    <a:close/>
                    <a:moveTo>
                      <a:pt x="189832" y="1207"/>
                    </a:moveTo>
                    <a:lnTo>
                      <a:pt x="203766" y="1207"/>
                    </a:lnTo>
                    <a:lnTo>
                      <a:pt x="203766" y="5439"/>
                    </a:lnTo>
                    <a:lnTo>
                      <a:pt x="189832" y="5439"/>
                    </a:lnTo>
                    <a:close/>
                    <a:moveTo>
                      <a:pt x="174581" y="1207"/>
                    </a:moveTo>
                    <a:lnTo>
                      <a:pt x="188515" y="1207"/>
                    </a:lnTo>
                    <a:lnTo>
                      <a:pt x="188515" y="5439"/>
                    </a:lnTo>
                    <a:lnTo>
                      <a:pt x="174581" y="5439"/>
                    </a:lnTo>
                    <a:close/>
                    <a:moveTo>
                      <a:pt x="159314" y="1207"/>
                    </a:moveTo>
                    <a:lnTo>
                      <a:pt x="173264" y="1207"/>
                    </a:lnTo>
                    <a:lnTo>
                      <a:pt x="173264" y="5439"/>
                    </a:lnTo>
                    <a:lnTo>
                      <a:pt x="159314" y="5439"/>
                    </a:lnTo>
                    <a:close/>
                    <a:moveTo>
                      <a:pt x="144063" y="1207"/>
                    </a:moveTo>
                    <a:lnTo>
                      <a:pt x="158013" y="1207"/>
                    </a:lnTo>
                    <a:lnTo>
                      <a:pt x="158013" y="5439"/>
                    </a:lnTo>
                    <a:lnTo>
                      <a:pt x="144063" y="5439"/>
                    </a:lnTo>
                    <a:close/>
                    <a:moveTo>
                      <a:pt x="128812" y="1207"/>
                    </a:moveTo>
                    <a:lnTo>
                      <a:pt x="142762" y="1207"/>
                    </a:lnTo>
                    <a:lnTo>
                      <a:pt x="142762" y="5439"/>
                    </a:lnTo>
                    <a:lnTo>
                      <a:pt x="128812" y="5439"/>
                    </a:lnTo>
                    <a:close/>
                    <a:moveTo>
                      <a:pt x="113560" y="1207"/>
                    </a:moveTo>
                    <a:lnTo>
                      <a:pt x="127511" y="1207"/>
                    </a:lnTo>
                    <a:lnTo>
                      <a:pt x="127511" y="5439"/>
                    </a:lnTo>
                    <a:lnTo>
                      <a:pt x="113560" y="5439"/>
                    </a:lnTo>
                    <a:close/>
                    <a:moveTo>
                      <a:pt x="98309" y="1207"/>
                    </a:moveTo>
                    <a:lnTo>
                      <a:pt x="112259" y="1207"/>
                    </a:lnTo>
                    <a:lnTo>
                      <a:pt x="112259" y="5439"/>
                    </a:lnTo>
                    <a:lnTo>
                      <a:pt x="98309" y="5439"/>
                    </a:lnTo>
                    <a:close/>
                    <a:moveTo>
                      <a:pt x="83058" y="1207"/>
                    </a:moveTo>
                    <a:lnTo>
                      <a:pt x="97008" y="1207"/>
                    </a:lnTo>
                    <a:lnTo>
                      <a:pt x="97008" y="5439"/>
                    </a:lnTo>
                    <a:lnTo>
                      <a:pt x="83058" y="5439"/>
                    </a:lnTo>
                    <a:close/>
                    <a:moveTo>
                      <a:pt x="67807" y="1207"/>
                    </a:moveTo>
                    <a:lnTo>
                      <a:pt x="81757" y="1207"/>
                    </a:lnTo>
                    <a:lnTo>
                      <a:pt x="81757" y="5439"/>
                    </a:lnTo>
                    <a:lnTo>
                      <a:pt x="67807" y="5439"/>
                    </a:lnTo>
                    <a:close/>
                    <a:moveTo>
                      <a:pt x="52556" y="1207"/>
                    </a:moveTo>
                    <a:lnTo>
                      <a:pt x="66490" y="1207"/>
                    </a:lnTo>
                    <a:lnTo>
                      <a:pt x="66490" y="5439"/>
                    </a:lnTo>
                    <a:lnTo>
                      <a:pt x="52556" y="5439"/>
                    </a:lnTo>
                    <a:close/>
                    <a:moveTo>
                      <a:pt x="37305" y="1207"/>
                    </a:moveTo>
                    <a:lnTo>
                      <a:pt x="51239" y="1207"/>
                    </a:lnTo>
                    <a:lnTo>
                      <a:pt x="51239" y="5439"/>
                    </a:lnTo>
                    <a:lnTo>
                      <a:pt x="37305" y="5439"/>
                    </a:lnTo>
                    <a:close/>
                    <a:moveTo>
                      <a:pt x="22038" y="1207"/>
                    </a:moveTo>
                    <a:lnTo>
                      <a:pt x="35988" y="1207"/>
                    </a:lnTo>
                    <a:lnTo>
                      <a:pt x="35988" y="5439"/>
                    </a:lnTo>
                    <a:lnTo>
                      <a:pt x="22038" y="5439"/>
                    </a:lnTo>
                    <a:close/>
                    <a:moveTo>
                      <a:pt x="6787" y="1207"/>
                    </a:moveTo>
                    <a:lnTo>
                      <a:pt x="20737" y="1207"/>
                    </a:lnTo>
                    <a:lnTo>
                      <a:pt x="20737" y="5439"/>
                    </a:lnTo>
                    <a:lnTo>
                      <a:pt x="6787" y="5439"/>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1188" name="Google Shape;1188;p30">
                <a:extLst>
                  <a:ext uri="{FF2B5EF4-FFF2-40B4-BE49-F238E27FC236}">
                    <a16:creationId xmlns:a16="http://schemas.microsoft.com/office/drawing/2014/main" id="{2B93D1CE-806D-3E5E-FA8F-388032A1FC41}"/>
                  </a:ext>
                </a:extLst>
              </p:cNvPr>
              <p:cNvGrpSpPr/>
              <p:nvPr/>
            </p:nvGrpSpPr>
            <p:grpSpPr>
              <a:xfrm>
                <a:off x="-613275" y="3443675"/>
                <a:ext cx="5224650" cy="1657575"/>
                <a:chOff x="1161525" y="3805200"/>
                <a:chExt cx="5224650" cy="1657575"/>
              </a:xfrm>
              <a:grpFill/>
            </p:grpSpPr>
            <p:sp>
              <p:nvSpPr>
                <p:cNvPr id="1189" name="Google Shape;1189;p30">
                  <a:extLst>
                    <a:ext uri="{FF2B5EF4-FFF2-40B4-BE49-F238E27FC236}">
                      <a16:creationId xmlns:a16="http://schemas.microsoft.com/office/drawing/2014/main" id="{88E684D0-9684-5AE2-F571-D057D78AEF0B}"/>
                    </a:ext>
                  </a:extLst>
                </p:cNvPr>
                <p:cNvSpPr/>
                <p:nvPr/>
              </p:nvSpPr>
              <p:spPr>
                <a:xfrm>
                  <a:off x="5896325" y="4231925"/>
                  <a:ext cx="444400" cy="1230850"/>
                </a:xfrm>
                <a:custGeom>
                  <a:avLst/>
                  <a:gdLst/>
                  <a:ahLst/>
                  <a:cxnLst/>
                  <a:rect l="l" t="t" r="r" b="b"/>
                  <a:pathLst>
                    <a:path w="17776" h="49234" extrusionOk="0">
                      <a:moveTo>
                        <a:pt x="1" y="15017"/>
                      </a:moveTo>
                      <a:lnTo>
                        <a:pt x="1" y="49234"/>
                      </a:lnTo>
                      <a:lnTo>
                        <a:pt x="5487" y="49234"/>
                      </a:lnTo>
                      <a:lnTo>
                        <a:pt x="5487" y="15017"/>
                      </a:lnTo>
                      <a:cubicBezTo>
                        <a:pt x="5487" y="7665"/>
                        <a:pt x="10785" y="1537"/>
                        <a:pt x="17776" y="251"/>
                      </a:cubicBezTo>
                      <a:lnTo>
                        <a:pt x="17776" y="251"/>
                      </a:lnTo>
                      <a:cubicBezTo>
                        <a:pt x="16882" y="79"/>
                        <a:pt x="15957" y="1"/>
                        <a:pt x="15033" y="1"/>
                      </a:cubicBezTo>
                      <a:lnTo>
                        <a:pt x="15033" y="1"/>
                      </a:lnTo>
                      <a:cubicBezTo>
                        <a:pt x="6725" y="1"/>
                        <a:pt x="1" y="6725"/>
                        <a:pt x="1" y="15017"/>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0" name="Google Shape;1190;p30">
                  <a:extLst>
                    <a:ext uri="{FF2B5EF4-FFF2-40B4-BE49-F238E27FC236}">
                      <a16:creationId xmlns:a16="http://schemas.microsoft.com/office/drawing/2014/main" id="{16C479E1-A579-E9E5-565D-E65AA50CDA76}"/>
                    </a:ext>
                  </a:extLst>
                </p:cNvPr>
                <p:cNvSpPr/>
                <p:nvPr/>
              </p:nvSpPr>
              <p:spPr>
                <a:xfrm>
                  <a:off x="4763475" y="4231925"/>
                  <a:ext cx="444000" cy="1230850"/>
                </a:xfrm>
                <a:custGeom>
                  <a:avLst/>
                  <a:gdLst/>
                  <a:ahLst/>
                  <a:cxnLst/>
                  <a:rect l="l" t="t" r="r" b="b"/>
                  <a:pathLst>
                    <a:path w="17760" h="49234" extrusionOk="0">
                      <a:moveTo>
                        <a:pt x="0" y="15017"/>
                      </a:moveTo>
                      <a:lnTo>
                        <a:pt x="0" y="49234"/>
                      </a:lnTo>
                      <a:lnTo>
                        <a:pt x="5486" y="49234"/>
                      </a:lnTo>
                      <a:lnTo>
                        <a:pt x="5486" y="15017"/>
                      </a:lnTo>
                      <a:cubicBezTo>
                        <a:pt x="5486" y="7665"/>
                        <a:pt x="10769" y="1537"/>
                        <a:pt x="17759" y="251"/>
                      </a:cubicBezTo>
                      <a:lnTo>
                        <a:pt x="17759" y="251"/>
                      </a:lnTo>
                      <a:cubicBezTo>
                        <a:pt x="16866" y="79"/>
                        <a:pt x="15957" y="1"/>
                        <a:pt x="15016" y="1"/>
                      </a:cubicBezTo>
                      <a:lnTo>
                        <a:pt x="15016" y="1"/>
                      </a:lnTo>
                      <a:cubicBezTo>
                        <a:pt x="6725" y="1"/>
                        <a:pt x="0" y="6725"/>
                        <a:pt x="0" y="15017"/>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1" name="Google Shape;1191;p30">
                  <a:extLst>
                    <a:ext uri="{FF2B5EF4-FFF2-40B4-BE49-F238E27FC236}">
                      <a16:creationId xmlns:a16="http://schemas.microsoft.com/office/drawing/2014/main" id="{169FE8A7-7BD8-60FA-88F2-B3EFCF169F64}"/>
                    </a:ext>
                  </a:extLst>
                </p:cNvPr>
                <p:cNvSpPr/>
                <p:nvPr/>
              </p:nvSpPr>
              <p:spPr>
                <a:xfrm>
                  <a:off x="3630225" y="4231925"/>
                  <a:ext cx="444000" cy="1230850"/>
                </a:xfrm>
                <a:custGeom>
                  <a:avLst/>
                  <a:gdLst/>
                  <a:ahLst/>
                  <a:cxnLst/>
                  <a:rect l="l" t="t" r="r" b="b"/>
                  <a:pathLst>
                    <a:path w="17760" h="49234" extrusionOk="0">
                      <a:moveTo>
                        <a:pt x="0" y="15017"/>
                      </a:moveTo>
                      <a:lnTo>
                        <a:pt x="0" y="49234"/>
                      </a:lnTo>
                      <a:lnTo>
                        <a:pt x="5486" y="49234"/>
                      </a:lnTo>
                      <a:lnTo>
                        <a:pt x="5486" y="15017"/>
                      </a:lnTo>
                      <a:cubicBezTo>
                        <a:pt x="5486" y="7665"/>
                        <a:pt x="10784" y="1537"/>
                        <a:pt x="17759" y="251"/>
                      </a:cubicBezTo>
                      <a:lnTo>
                        <a:pt x="17759" y="251"/>
                      </a:lnTo>
                      <a:cubicBezTo>
                        <a:pt x="16881" y="79"/>
                        <a:pt x="15957" y="1"/>
                        <a:pt x="15016" y="1"/>
                      </a:cubicBezTo>
                      <a:lnTo>
                        <a:pt x="15016" y="1"/>
                      </a:lnTo>
                      <a:cubicBezTo>
                        <a:pt x="6725" y="1"/>
                        <a:pt x="0" y="6725"/>
                        <a:pt x="0" y="15017"/>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2" name="Google Shape;1192;p30">
                  <a:extLst>
                    <a:ext uri="{FF2B5EF4-FFF2-40B4-BE49-F238E27FC236}">
                      <a16:creationId xmlns:a16="http://schemas.microsoft.com/office/drawing/2014/main" id="{14855031-27E0-6F8D-4A2C-B49B58E3D383}"/>
                    </a:ext>
                  </a:extLst>
                </p:cNvPr>
                <p:cNvSpPr/>
                <p:nvPr/>
              </p:nvSpPr>
              <p:spPr>
                <a:xfrm>
                  <a:off x="2496975" y="4231925"/>
                  <a:ext cx="444375" cy="1230850"/>
                </a:xfrm>
                <a:custGeom>
                  <a:avLst/>
                  <a:gdLst/>
                  <a:ahLst/>
                  <a:cxnLst/>
                  <a:rect l="l" t="t" r="r" b="b"/>
                  <a:pathLst>
                    <a:path w="17775" h="49234" extrusionOk="0">
                      <a:moveTo>
                        <a:pt x="0" y="15017"/>
                      </a:moveTo>
                      <a:lnTo>
                        <a:pt x="0" y="49234"/>
                      </a:lnTo>
                      <a:lnTo>
                        <a:pt x="5486" y="49234"/>
                      </a:lnTo>
                      <a:lnTo>
                        <a:pt x="5486" y="15017"/>
                      </a:lnTo>
                      <a:cubicBezTo>
                        <a:pt x="5486" y="7665"/>
                        <a:pt x="10784" y="1537"/>
                        <a:pt x="17775" y="251"/>
                      </a:cubicBezTo>
                      <a:lnTo>
                        <a:pt x="17775" y="251"/>
                      </a:lnTo>
                      <a:cubicBezTo>
                        <a:pt x="16881" y="79"/>
                        <a:pt x="15957" y="1"/>
                        <a:pt x="15032" y="1"/>
                      </a:cubicBezTo>
                      <a:lnTo>
                        <a:pt x="15032" y="1"/>
                      </a:lnTo>
                      <a:cubicBezTo>
                        <a:pt x="6724" y="1"/>
                        <a:pt x="0" y="6725"/>
                        <a:pt x="0" y="15017"/>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3" name="Google Shape;1193;p30">
                  <a:extLst>
                    <a:ext uri="{FF2B5EF4-FFF2-40B4-BE49-F238E27FC236}">
                      <a16:creationId xmlns:a16="http://schemas.microsoft.com/office/drawing/2014/main" id="{4262B6AD-7FF5-5A07-9964-850B5471E630}"/>
                    </a:ext>
                  </a:extLst>
                </p:cNvPr>
                <p:cNvSpPr/>
                <p:nvPr/>
              </p:nvSpPr>
              <p:spPr>
                <a:xfrm>
                  <a:off x="1364100" y="4231925"/>
                  <a:ext cx="444000" cy="1230850"/>
                </a:xfrm>
                <a:custGeom>
                  <a:avLst/>
                  <a:gdLst/>
                  <a:ahLst/>
                  <a:cxnLst/>
                  <a:rect l="l" t="t" r="r" b="b"/>
                  <a:pathLst>
                    <a:path w="17760" h="49234" extrusionOk="0">
                      <a:moveTo>
                        <a:pt x="1" y="15017"/>
                      </a:moveTo>
                      <a:lnTo>
                        <a:pt x="1" y="49234"/>
                      </a:lnTo>
                      <a:lnTo>
                        <a:pt x="5487" y="49234"/>
                      </a:lnTo>
                      <a:lnTo>
                        <a:pt x="5487" y="15017"/>
                      </a:lnTo>
                      <a:cubicBezTo>
                        <a:pt x="5487" y="7665"/>
                        <a:pt x="10769" y="1537"/>
                        <a:pt x="17760" y="251"/>
                      </a:cubicBezTo>
                      <a:lnTo>
                        <a:pt x="17760" y="251"/>
                      </a:lnTo>
                      <a:cubicBezTo>
                        <a:pt x="16866" y="79"/>
                        <a:pt x="15957" y="1"/>
                        <a:pt x="15017" y="1"/>
                      </a:cubicBezTo>
                      <a:lnTo>
                        <a:pt x="15017" y="1"/>
                      </a:lnTo>
                      <a:cubicBezTo>
                        <a:pt x="6725" y="1"/>
                        <a:pt x="1" y="6725"/>
                        <a:pt x="1" y="15017"/>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4" name="Google Shape;1194;p30">
                  <a:extLst>
                    <a:ext uri="{FF2B5EF4-FFF2-40B4-BE49-F238E27FC236}">
                      <a16:creationId xmlns:a16="http://schemas.microsoft.com/office/drawing/2014/main" id="{9080F98F-636F-9D13-29D0-411FA51025D2}"/>
                    </a:ext>
                  </a:extLst>
                </p:cNvPr>
                <p:cNvSpPr/>
                <p:nvPr/>
              </p:nvSpPr>
              <p:spPr>
                <a:xfrm>
                  <a:off x="1161525" y="3805200"/>
                  <a:ext cx="5224650" cy="1657575"/>
                </a:xfrm>
                <a:custGeom>
                  <a:avLst/>
                  <a:gdLst/>
                  <a:ahLst/>
                  <a:cxnLst/>
                  <a:rect l="l" t="t" r="r" b="b"/>
                  <a:pathLst>
                    <a:path w="208986" h="66303" extrusionOk="0">
                      <a:moveTo>
                        <a:pt x="0" y="0"/>
                      </a:moveTo>
                      <a:lnTo>
                        <a:pt x="0" y="1207"/>
                      </a:lnTo>
                      <a:lnTo>
                        <a:pt x="5486" y="1207"/>
                      </a:lnTo>
                      <a:lnTo>
                        <a:pt x="5486" y="5439"/>
                      </a:lnTo>
                      <a:lnTo>
                        <a:pt x="0" y="5439"/>
                      </a:lnTo>
                      <a:lnTo>
                        <a:pt x="0" y="66303"/>
                      </a:lnTo>
                      <a:lnTo>
                        <a:pt x="8104" y="66303"/>
                      </a:lnTo>
                      <a:lnTo>
                        <a:pt x="8104" y="32086"/>
                      </a:lnTo>
                      <a:cubicBezTo>
                        <a:pt x="8104" y="23794"/>
                        <a:pt x="14828" y="17070"/>
                        <a:pt x="23120" y="17070"/>
                      </a:cubicBezTo>
                      <a:lnTo>
                        <a:pt x="23120" y="17070"/>
                      </a:lnTo>
                      <a:cubicBezTo>
                        <a:pt x="31411" y="17070"/>
                        <a:pt x="38136" y="23794"/>
                        <a:pt x="38136" y="32086"/>
                      </a:cubicBezTo>
                      <a:lnTo>
                        <a:pt x="38136" y="32086"/>
                      </a:lnTo>
                      <a:lnTo>
                        <a:pt x="38136" y="66303"/>
                      </a:lnTo>
                      <a:lnTo>
                        <a:pt x="53434" y="66303"/>
                      </a:lnTo>
                      <a:lnTo>
                        <a:pt x="53434" y="32086"/>
                      </a:lnTo>
                      <a:cubicBezTo>
                        <a:pt x="53434" y="23794"/>
                        <a:pt x="60158" y="17070"/>
                        <a:pt x="68450" y="17070"/>
                      </a:cubicBezTo>
                      <a:lnTo>
                        <a:pt x="68450" y="17070"/>
                      </a:lnTo>
                      <a:cubicBezTo>
                        <a:pt x="76741" y="17070"/>
                        <a:pt x="83466" y="23794"/>
                        <a:pt x="83466" y="32086"/>
                      </a:cubicBezTo>
                      <a:lnTo>
                        <a:pt x="83466" y="32086"/>
                      </a:lnTo>
                      <a:lnTo>
                        <a:pt x="83466" y="66303"/>
                      </a:lnTo>
                      <a:lnTo>
                        <a:pt x="98764" y="66303"/>
                      </a:lnTo>
                      <a:lnTo>
                        <a:pt x="98764" y="32086"/>
                      </a:lnTo>
                      <a:cubicBezTo>
                        <a:pt x="98764" y="23794"/>
                        <a:pt x="105488" y="17070"/>
                        <a:pt x="113780" y="17070"/>
                      </a:cubicBezTo>
                      <a:lnTo>
                        <a:pt x="113780" y="17070"/>
                      </a:lnTo>
                      <a:cubicBezTo>
                        <a:pt x="122072" y="17070"/>
                        <a:pt x="128796" y="23794"/>
                        <a:pt x="128796" y="32086"/>
                      </a:cubicBezTo>
                      <a:lnTo>
                        <a:pt x="128796" y="32086"/>
                      </a:lnTo>
                      <a:lnTo>
                        <a:pt x="128796" y="66303"/>
                      </a:lnTo>
                      <a:lnTo>
                        <a:pt x="144094" y="66303"/>
                      </a:lnTo>
                      <a:lnTo>
                        <a:pt x="144094" y="32086"/>
                      </a:lnTo>
                      <a:cubicBezTo>
                        <a:pt x="144094" y="23794"/>
                        <a:pt x="150818" y="17070"/>
                        <a:pt x="159110" y="17070"/>
                      </a:cubicBezTo>
                      <a:lnTo>
                        <a:pt x="159110" y="17070"/>
                      </a:lnTo>
                      <a:cubicBezTo>
                        <a:pt x="167402" y="17070"/>
                        <a:pt x="174126" y="23794"/>
                        <a:pt x="174126" y="32086"/>
                      </a:cubicBezTo>
                      <a:lnTo>
                        <a:pt x="174126" y="32086"/>
                      </a:lnTo>
                      <a:lnTo>
                        <a:pt x="174126" y="66303"/>
                      </a:lnTo>
                      <a:lnTo>
                        <a:pt x="189424" y="66303"/>
                      </a:lnTo>
                      <a:lnTo>
                        <a:pt x="189424" y="32086"/>
                      </a:lnTo>
                      <a:cubicBezTo>
                        <a:pt x="189424" y="23794"/>
                        <a:pt x="196148" y="17070"/>
                        <a:pt x="204440" y="17070"/>
                      </a:cubicBezTo>
                      <a:lnTo>
                        <a:pt x="204440" y="17070"/>
                      </a:lnTo>
                      <a:cubicBezTo>
                        <a:pt x="205976" y="17070"/>
                        <a:pt x="207591" y="17305"/>
                        <a:pt x="208986" y="17728"/>
                      </a:cubicBezTo>
                      <a:lnTo>
                        <a:pt x="208986" y="17728"/>
                      </a:lnTo>
                      <a:lnTo>
                        <a:pt x="208986" y="5439"/>
                      </a:lnTo>
                      <a:lnTo>
                        <a:pt x="205083" y="5439"/>
                      </a:lnTo>
                      <a:lnTo>
                        <a:pt x="205083" y="1207"/>
                      </a:lnTo>
                      <a:lnTo>
                        <a:pt x="208986" y="1207"/>
                      </a:lnTo>
                      <a:lnTo>
                        <a:pt x="208986" y="0"/>
                      </a:lnTo>
                      <a:close/>
                      <a:moveTo>
                        <a:pt x="189832" y="1207"/>
                      </a:moveTo>
                      <a:lnTo>
                        <a:pt x="203766" y="1207"/>
                      </a:lnTo>
                      <a:lnTo>
                        <a:pt x="203766" y="5439"/>
                      </a:lnTo>
                      <a:lnTo>
                        <a:pt x="189832" y="5439"/>
                      </a:lnTo>
                      <a:close/>
                      <a:moveTo>
                        <a:pt x="174581" y="1207"/>
                      </a:moveTo>
                      <a:lnTo>
                        <a:pt x="188515" y="1207"/>
                      </a:lnTo>
                      <a:lnTo>
                        <a:pt x="188515" y="5439"/>
                      </a:lnTo>
                      <a:lnTo>
                        <a:pt x="174581" y="5439"/>
                      </a:lnTo>
                      <a:close/>
                      <a:moveTo>
                        <a:pt x="159314" y="1207"/>
                      </a:moveTo>
                      <a:lnTo>
                        <a:pt x="173264" y="1207"/>
                      </a:lnTo>
                      <a:lnTo>
                        <a:pt x="173264" y="5439"/>
                      </a:lnTo>
                      <a:lnTo>
                        <a:pt x="159314" y="5439"/>
                      </a:lnTo>
                      <a:close/>
                      <a:moveTo>
                        <a:pt x="144063" y="1207"/>
                      </a:moveTo>
                      <a:lnTo>
                        <a:pt x="158013" y="1207"/>
                      </a:lnTo>
                      <a:lnTo>
                        <a:pt x="158013" y="5439"/>
                      </a:lnTo>
                      <a:lnTo>
                        <a:pt x="144063" y="5439"/>
                      </a:lnTo>
                      <a:close/>
                      <a:moveTo>
                        <a:pt x="128812" y="1207"/>
                      </a:moveTo>
                      <a:lnTo>
                        <a:pt x="142762" y="1207"/>
                      </a:lnTo>
                      <a:lnTo>
                        <a:pt x="142762" y="5439"/>
                      </a:lnTo>
                      <a:lnTo>
                        <a:pt x="128812" y="5439"/>
                      </a:lnTo>
                      <a:close/>
                      <a:moveTo>
                        <a:pt x="113560" y="1207"/>
                      </a:moveTo>
                      <a:lnTo>
                        <a:pt x="127511" y="1207"/>
                      </a:lnTo>
                      <a:lnTo>
                        <a:pt x="127511" y="5439"/>
                      </a:lnTo>
                      <a:lnTo>
                        <a:pt x="113560" y="5439"/>
                      </a:lnTo>
                      <a:close/>
                      <a:moveTo>
                        <a:pt x="98309" y="1207"/>
                      </a:moveTo>
                      <a:lnTo>
                        <a:pt x="112259" y="1207"/>
                      </a:lnTo>
                      <a:lnTo>
                        <a:pt x="112259" y="5439"/>
                      </a:lnTo>
                      <a:lnTo>
                        <a:pt x="98309" y="5439"/>
                      </a:lnTo>
                      <a:close/>
                      <a:moveTo>
                        <a:pt x="83058" y="1207"/>
                      </a:moveTo>
                      <a:lnTo>
                        <a:pt x="97008" y="1207"/>
                      </a:lnTo>
                      <a:lnTo>
                        <a:pt x="97008" y="5439"/>
                      </a:lnTo>
                      <a:lnTo>
                        <a:pt x="83058" y="5439"/>
                      </a:lnTo>
                      <a:close/>
                      <a:moveTo>
                        <a:pt x="67807" y="1207"/>
                      </a:moveTo>
                      <a:lnTo>
                        <a:pt x="81757" y="1207"/>
                      </a:lnTo>
                      <a:lnTo>
                        <a:pt x="81757" y="5439"/>
                      </a:lnTo>
                      <a:lnTo>
                        <a:pt x="67807" y="5439"/>
                      </a:lnTo>
                      <a:close/>
                      <a:moveTo>
                        <a:pt x="52556" y="1207"/>
                      </a:moveTo>
                      <a:lnTo>
                        <a:pt x="66490" y="1207"/>
                      </a:lnTo>
                      <a:lnTo>
                        <a:pt x="66490" y="5439"/>
                      </a:lnTo>
                      <a:lnTo>
                        <a:pt x="52556" y="5439"/>
                      </a:lnTo>
                      <a:close/>
                      <a:moveTo>
                        <a:pt x="37305" y="1207"/>
                      </a:moveTo>
                      <a:lnTo>
                        <a:pt x="51239" y="1207"/>
                      </a:lnTo>
                      <a:lnTo>
                        <a:pt x="51239" y="5439"/>
                      </a:lnTo>
                      <a:lnTo>
                        <a:pt x="37305" y="5439"/>
                      </a:lnTo>
                      <a:close/>
                      <a:moveTo>
                        <a:pt x="22038" y="1207"/>
                      </a:moveTo>
                      <a:lnTo>
                        <a:pt x="35988" y="1207"/>
                      </a:lnTo>
                      <a:lnTo>
                        <a:pt x="35988" y="5439"/>
                      </a:lnTo>
                      <a:lnTo>
                        <a:pt x="22038" y="5439"/>
                      </a:lnTo>
                      <a:close/>
                      <a:moveTo>
                        <a:pt x="6787" y="1207"/>
                      </a:moveTo>
                      <a:lnTo>
                        <a:pt x="20737" y="1207"/>
                      </a:lnTo>
                      <a:lnTo>
                        <a:pt x="20737" y="5439"/>
                      </a:lnTo>
                      <a:lnTo>
                        <a:pt x="6787" y="5439"/>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
        <p:nvSpPr>
          <p:cNvPr id="8" name="Google Shape;294;p36">
            <a:extLst>
              <a:ext uri="{FF2B5EF4-FFF2-40B4-BE49-F238E27FC236}">
                <a16:creationId xmlns:a16="http://schemas.microsoft.com/office/drawing/2014/main" id="{3406E831-EA13-FC06-4B0D-1F28CA0488FF}"/>
              </a:ext>
            </a:extLst>
          </p:cNvPr>
          <p:cNvSpPr txBox="1">
            <a:spLocks/>
          </p:cNvSpPr>
          <p:nvPr/>
        </p:nvSpPr>
        <p:spPr>
          <a:xfrm>
            <a:off x="534438" y="42061"/>
            <a:ext cx="77040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eaLnBrk="1" hangingPunct="1">
              <a:lnSpc>
                <a:spcPct val="80000"/>
              </a:lnSpc>
              <a:spcBef>
                <a:spcPts val="0"/>
              </a:spcBef>
              <a:spcAft>
                <a:spcPts val="0"/>
              </a:spcAft>
              <a:buClr>
                <a:schemeClr val="dk1"/>
              </a:buClr>
              <a:buSzPts val="5200"/>
              <a:buFont typeface="Bakbak One"/>
              <a:buNone/>
              <a:defRPr sz="7000" b="0" i="0" u="none" strike="noStrike" cap="none">
                <a:solidFill>
                  <a:schemeClr val="dk1"/>
                </a:solidFill>
                <a:latin typeface="Bakbak One"/>
                <a:ea typeface="Bakbak One"/>
                <a:cs typeface="Bakbak One"/>
                <a:sym typeface="Bakbak One"/>
              </a:defRPr>
            </a:lvl1pPr>
            <a:lvl2pPr marR="0" lvl="1" algn="ctr" rtl="0" eaLnBrk="1" hangingPunct="1">
              <a:lnSpc>
                <a:spcPct val="100000"/>
              </a:lnSpc>
              <a:spcBef>
                <a:spcPts val="0"/>
              </a:spcBef>
              <a:spcAft>
                <a:spcPts val="0"/>
              </a:spcAft>
              <a:buClr>
                <a:schemeClr val="dk1"/>
              </a:buClr>
              <a:buSzPts val="5200"/>
              <a:buFont typeface="Bakbak One"/>
              <a:buNone/>
              <a:defRPr sz="5200" b="0" i="0" u="none" strike="noStrike" cap="none">
                <a:solidFill>
                  <a:schemeClr val="dk1"/>
                </a:solidFill>
                <a:latin typeface="Bakbak One"/>
                <a:ea typeface="Bakbak One"/>
                <a:cs typeface="Bakbak One"/>
                <a:sym typeface="Bakbak One"/>
              </a:defRPr>
            </a:lvl2pPr>
            <a:lvl3pPr marR="0" lvl="2" algn="ctr" rtl="0" eaLnBrk="1" hangingPunct="1">
              <a:lnSpc>
                <a:spcPct val="100000"/>
              </a:lnSpc>
              <a:spcBef>
                <a:spcPts val="0"/>
              </a:spcBef>
              <a:spcAft>
                <a:spcPts val="0"/>
              </a:spcAft>
              <a:buClr>
                <a:schemeClr val="dk1"/>
              </a:buClr>
              <a:buSzPts val="5200"/>
              <a:buFont typeface="Bakbak One"/>
              <a:buNone/>
              <a:defRPr sz="5200" b="0" i="0" u="none" strike="noStrike" cap="none">
                <a:solidFill>
                  <a:schemeClr val="dk1"/>
                </a:solidFill>
                <a:latin typeface="Bakbak One"/>
                <a:ea typeface="Bakbak One"/>
                <a:cs typeface="Bakbak One"/>
                <a:sym typeface="Bakbak One"/>
              </a:defRPr>
            </a:lvl3pPr>
            <a:lvl4pPr marR="0" lvl="3" algn="ctr" rtl="0" eaLnBrk="1" hangingPunct="1">
              <a:lnSpc>
                <a:spcPct val="100000"/>
              </a:lnSpc>
              <a:spcBef>
                <a:spcPts val="0"/>
              </a:spcBef>
              <a:spcAft>
                <a:spcPts val="0"/>
              </a:spcAft>
              <a:buClr>
                <a:schemeClr val="dk1"/>
              </a:buClr>
              <a:buSzPts val="5200"/>
              <a:buFont typeface="Bakbak One"/>
              <a:buNone/>
              <a:defRPr sz="5200" b="0" i="0" u="none" strike="noStrike" cap="none">
                <a:solidFill>
                  <a:schemeClr val="dk1"/>
                </a:solidFill>
                <a:latin typeface="Bakbak One"/>
                <a:ea typeface="Bakbak One"/>
                <a:cs typeface="Bakbak One"/>
                <a:sym typeface="Bakbak One"/>
              </a:defRPr>
            </a:lvl4pPr>
            <a:lvl5pPr marR="0" lvl="4" algn="ctr" rtl="0" eaLnBrk="1" hangingPunct="1">
              <a:lnSpc>
                <a:spcPct val="100000"/>
              </a:lnSpc>
              <a:spcBef>
                <a:spcPts val="0"/>
              </a:spcBef>
              <a:spcAft>
                <a:spcPts val="0"/>
              </a:spcAft>
              <a:buClr>
                <a:schemeClr val="dk1"/>
              </a:buClr>
              <a:buSzPts val="5200"/>
              <a:buFont typeface="Bakbak One"/>
              <a:buNone/>
              <a:defRPr sz="5200" b="0" i="0" u="none" strike="noStrike" cap="none">
                <a:solidFill>
                  <a:schemeClr val="dk1"/>
                </a:solidFill>
                <a:latin typeface="Bakbak One"/>
                <a:ea typeface="Bakbak One"/>
                <a:cs typeface="Bakbak One"/>
                <a:sym typeface="Bakbak One"/>
              </a:defRPr>
            </a:lvl5pPr>
            <a:lvl6pPr marR="0" lvl="5" algn="ctr" rtl="0" eaLnBrk="1" hangingPunct="1">
              <a:lnSpc>
                <a:spcPct val="100000"/>
              </a:lnSpc>
              <a:spcBef>
                <a:spcPts val="0"/>
              </a:spcBef>
              <a:spcAft>
                <a:spcPts val="0"/>
              </a:spcAft>
              <a:buClr>
                <a:schemeClr val="dk1"/>
              </a:buClr>
              <a:buSzPts val="5200"/>
              <a:buFont typeface="Bakbak One"/>
              <a:buNone/>
              <a:defRPr sz="5200" b="0" i="0" u="none" strike="noStrike" cap="none">
                <a:solidFill>
                  <a:schemeClr val="dk1"/>
                </a:solidFill>
                <a:latin typeface="Bakbak One"/>
                <a:ea typeface="Bakbak One"/>
                <a:cs typeface="Bakbak One"/>
                <a:sym typeface="Bakbak One"/>
              </a:defRPr>
            </a:lvl6pPr>
            <a:lvl7pPr marR="0" lvl="6" algn="ctr" rtl="0" eaLnBrk="1" hangingPunct="1">
              <a:lnSpc>
                <a:spcPct val="100000"/>
              </a:lnSpc>
              <a:spcBef>
                <a:spcPts val="0"/>
              </a:spcBef>
              <a:spcAft>
                <a:spcPts val="0"/>
              </a:spcAft>
              <a:buClr>
                <a:schemeClr val="dk1"/>
              </a:buClr>
              <a:buSzPts val="5200"/>
              <a:buFont typeface="Bakbak One"/>
              <a:buNone/>
              <a:defRPr sz="5200" b="0" i="0" u="none" strike="noStrike" cap="none">
                <a:solidFill>
                  <a:schemeClr val="dk1"/>
                </a:solidFill>
                <a:latin typeface="Bakbak One"/>
                <a:ea typeface="Bakbak One"/>
                <a:cs typeface="Bakbak One"/>
                <a:sym typeface="Bakbak One"/>
              </a:defRPr>
            </a:lvl7pPr>
            <a:lvl8pPr marR="0" lvl="7" algn="ctr" rtl="0" eaLnBrk="1" hangingPunct="1">
              <a:lnSpc>
                <a:spcPct val="100000"/>
              </a:lnSpc>
              <a:spcBef>
                <a:spcPts val="0"/>
              </a:spcBef>
              <a:spcAft>
                <a:spcPts val="0"/>
              </a:spcAft>
              <a:buClr>
                <a:schemeClr val="dk1"/>
              </a:buClr>
              <a:buSzPts val="5200"/>
              <a:buFont typeface="Bakbak One"/>
              <a:buNone/>
              <a:defRPr sz="5200" b="0" i="0" u="none" strike="noStrike" cap="none">
                <a:solidFill>
                  <a:schemeClr val="dk1"/>
                </a:solidFill>
                <a:latin typeface="Bakbak One"/>
                <a:ea typeface="Bakbak One"/>
                <a:cs typeface="Bakbak One"/>
                <a:sym typeface="Bakbak One"/>
              </a:defRPr>
            </a:lvl8pPr>
            <a:lvl9pPr marR="0" lvl="8" algn="ctr" rtl="0" eaLnBrk="1" hangingPunct="1">
              <a:lnSpc>
                <a:spcPct val="100000"/>
              </a:lnSpc>
              <a:spcBef>
                <a:spcPts val="0"/>
              </a:spcBef>
              <a:spcAft>
                <a:spcPts val="0"/>
              </a:spcAft>
              <a:buClr>
                <a:schemeClr val="dk1"/>
              </a:buClr>
              <a:buSzPts val="5200"/>
              <a:buFont typeface="Bakbak One"/>
              <a:buNone/>
              <a:defRPr sz="5200" b="0" i="0" u="none" strike="noStrike" cap="none">
                <a:solidFill>
                  <a:schemeClr val="dk1"/>
                </a:solidFill>
                <a:latin typeface="Bakbak One"/>
                <a:ea typeface="Bakbak One"/>
                <a:cs typeface="Bakbak One"/>
                <a:sym typeface="Bakbak One"/>
              </a:defRPr>
            </a:lvl9pPr>
          </a:lstStyle>
          <a:p>
            <a:pPr marL="0" marR="0">
              <a:lnSpc>
                <a:spcPct val="115000"/>
              </a:lnSpc>
              <a:spcAft>
                <a:spcPts val="800"/>
              </a:spcAft>
            </a:pPr>
            <a:r>
              <a:rPr lang="en-US" sz="2400" b="1" kern="100" dirty="0">
                <a:solidFill>
                  <a:srgbClr val="002060"/>
                </a:solidFill>
                <a:effectLst/>
                <a:latin typeface="Aptos" panose="020B0004020202020204" pitchFamily="34" charset="0"/>
                <a:ea typeface="Aptos" panose="020B0004020202020204" pitchFamily="34" charset="0"/>
                <a:cs typeface="Arial" panose="020B0604020202020204" pitchFamily="34" charset="0"/>
              </a:rPr>
              <a:t>Calendar Table</a:t>
            </a:r>
            <a:endParaRPr lang="en-US" sz="2400" kern="100" dirty="0">
              <a:solidFill>
                <a:srgbClr val="002060"/>
              </a:solidFill>
              <a:effectLst/>
              <a:latin typeface="Aptos" panose="020B0004020202020204" pitchFamily="34" charset="0"/>
              <a:ea typeface="Aptos" panose="020B0004020202020204" pitchFamily="34" charset="0"/>
              <a:cs typeface="Arial" panose="020B0604020202020204" pitchFamily="34" charset="0"/>
            </a:endParaRPr>
          </a:p>
        </p:txBody>
      </p:sp>
      <p:grpSp>
        <p:nvGrpSpPr>
          <p:cNvPr id="2" name="Group 1">
            <a:extLst>
              <a:ext uri="{FF2B5EF4-FFF2-40B4-BE49-F238E27FC236}">
                <a16:creationId xmlns:a16="http://schemas.microsoft.com/office/drawing/2014/main" id="{11A8D8AB-270D-BA23-6AA3-8CDA530B5605}"/>
              </a:ext>
            </a:extLst>
          </p:cNvPr>
          <p:cNvGrpSpPr/>
          <p:nvPr/>
        </p:nvGrpSpPr>
        <p:grpSpPr>
          <a:xfrm>
            <a:off x="263737" y="484963"/>
            <a:ext cx="8765963" cy="3372259"/>
            <a:chOff x="263737" y="484963"/>
            <a:chExt cx="8765963" cy="3372259"/>
          </a:xfrm>
        </p:grpSpPr>
        <p:sp>
          <p:nvSpPr>
            <p:cNvPr id="7" name="Google Shape;342;p37">
              <a:extLst>
                <a:ext uri="{FF2B5EF4-FFF2-40B4-BE49-F238E27FC236}">
                  <a16:creationId xmlns:a16="http://schemas.microsoft.com/office/drawing/2014/main" id="{0D9AF444-539D-7479-D573-327E547EA17D}"/>
                </a:ext>
              </a:extLst>
            </p:cNvPr>
            <p:cNvSpPr txBox="1">
              <a:spLocks/>
            </p:cNvSpPr>
            <p:nvPr/>
          </p:nvSpPr>
          <p:spPr>
            <a:xfrm>
              <a:off x="263737" y="484963"/>
              <a:ext cx="3911576" cy="43507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1400"/>
                <a:buFont typeface="Raleway"/>
                <a:buNone/>
                <a:defRPr sz="1200" b="0" i="0" u="none" strike="noStrike" cap="none">
                  <a:solidFill>
                    <a:schemeClr val="dk1"/>
                  </a:solidFill>
                  <a:latin typeface="Raleway"/>
                  <a:ea typeface="Raleway"/>
                  <a:cs typeface="Raleway"/>
                  <a:sym typeface="Raleway"/>
                </a:defRPr>
              </a:lvl1pPr>
              <a:lvl2pPr marL="914400" marR="0" lvl="1" indent="-317500" algn="ctr" rtl="0">
                <a:lnSpc>
                  <a:spcPct val="100000"/>
                </a:lnSpc>
                <a:spcBef>
                  <a:spcPts val="0"/>
                </a:spcBef>
                <a:spcAft>
                  <a:spcPts val="0"/>
                </a:spcAft>
                <a:buClr>
                  <a:schemeClr val="dk1"/>
                </a:buClr>
                <a:buSzPts val="1400"/>
                <a:buFont typeface="Raleway"/>
                <a:buNone/>
                <a:defRPr sz="1400" b="0" i="0" u="none" strike="noStrike" cap="none">
                  <a:solidFill>
                    <a:schemeClr val="dk1"/>
                  </a:solidFill>
                  <a:latin typeface="Raleway"/>
                  <a:ea typeface="Raleway"/>
                  <a:cs typeface="Raleway"/>
                  <a:sym typeface="Raleway"/>
                </a:defRPr>
              </a:lvl2pPr>
              <a:lvl3pPr marL="1371600" marR="0" lvl="2" indent="-317500" algn="ctr" rtl="0">
                <a:lnSpc>
                  <a:spcPct val="100000"/>
                </a:lnSpc>
                <a:spcBef>
                  <a:spcPts val="1600"/>
                </a:spcBef>
                <a:spcAft>
                  <a:spcPts val="0"/>
                </a:spcAft>
                <a:buClr>
                  <a:schemeClr val="dk1"/>
                </a:buClr>
                <a:buSzPts val="1400"/>
                <a:buFont typeface="Raleway"/>
                <a:buNone/>
                <a:defRPr sz="1400" b="0" i="0" u="none" strike="noStrike" cap="none">
                  <a:solidFill>
                    <a:schemeClr val="dk1"/>
                  </a:solidFill>
                  <a:latin typeface="Raleway"/>
                  <a:ea typeface="Raleway"/>
                  <a:cs typeface="Raleway"/>
                  <a:sym typeface="Raleway"/>
                </a:defRPr>
              </a:lvl3pPr>
              <a:lvl4pPr marL="1828800" marR="0" lvl="3" indent="-317500" algn="ctr" rtl="0">
                <a:lnSpc>
                  <a:spcPct val="100000"/>
                </a:lnSpc>
                <a:spcBef>
                  <a:spcPts val="1600"/>
                </a:spcBef>
                <a:spcAft>
                  <a:spcPts val="0"/>
                </a:spcAft>
                <a:buClr>
                  <a:schemeClr val="dk1"/>
                </a:buClr>
                <a:buSzPts val="1400"/>
                <a:buFont typeface="Raleway"/>
                <a:buNone/>
                <a:defRPr sz="1400" b="0" i="0" u="none" strike="noStrike" cap="none">
                  <a:solidFill>
                    <a:schemeClr val="dk1"/>
                  </a:solidFill>
                  <a:latin typeface="Raleway"/>
                  <a:ea typeface="Raleway"/>
                  <a:cs typeface="Raleway"/>
                  <a:sym typeface="Raleway"/>
                </a:defRPr>
              </a:lvl4pPr>
              <a:lvl5pPr marL="2286000" marR="0" lvl="4" indent="-317500" algn="ctr" rtl="0">
                <a:lnSpc>
                  <a:spcPct val="100000"/>
                </a:lnSpc>
                <a:spcBef>
                  <a:spcPts val="1600"/>
                </a:spcBef>
                <a:spcAft>
                  <a:spcPts val="0"/>
                </a:spcAft>
                <a:buClr>
                  <a:schemeClr val="dk1"/>
                </a:buClr>
                <a:buSzPts val="1400"/>
                <a:buFont typeface="Raleway"/>
                <a:buNone/>
                <a:defRPr sz="1400" b="0" i="0" u="none" strike="noStrike" cap="none">
                  <a:solidFill>
                    <a:schemeClr val="dk1"/>
                  </a:solidFill>
                  <a:latin typeface="Raleway"/>
                  <a:ea typeface="Raleway"/>
                  <a:cs typeface="Raleway"/>
                  <a:sym typeface="Raleway"/>
                </a:defRPr>
              </a:lvl5pPr>
              <a:lvl6pPr marL="2743200" marR="0" lvl="5" indent="-317500" algn="ctr" rtl="0">
                <a:lnSpc>
                  <a:spcPct val="100000"/>
                </a:lnSpc>
                <a:spcBef>
                  <a:spcPts val="1600"/>
                </a:spcBef>
                <a:spcAft>
                  <a:spcPts val="0"/>
                </a:spcAft>
                <a:buClr>
                  <a:schemeClr val="dk1"/>
                </a:buClr>
                <a:buSzPts val="1400"/>
                <a:buFont typeface="Raleway"/>
                <a:buNone/>
                <a:defRPr sz="1400" b="0" i="0" u="none" strike="noStrike" cap="none">
                  <a:solidFill>
                    <a:schemeClr val="dk1"/>
                  </a:solidFill>
                  <a:latin typeface="Raleway"/>
                  <a:ea typeface="Raleway"/>
                  <a:cs typeface="Raleway"/>
                  <a:sym typeface="Raleway"/>
                </a:defRPr>
              </a:lvl6pPr>
              <a:lvl7pPr marL="3200400" marR="0" lvl="6" indent="-317500" algn="ctr" rtl="0">
                <a:lnSpc>
                  <a:spcPct val="100000"/>
                </a:lnSpc>
                <a:spcBef>
                  <a:spcPts val="1600"/>
                </a:spcBef>
                <a:spcAft>
                  <a:spcPts val="0"/>
                </a:spcAft>
                <a:buClr>
                  <a:schemeClr val="dk1"/>
                </a:buClr>
                <a:buSzPts val="1400"/>
                <a:buFont typeface="Raleway"/>
                <a:buNone/>
                <a:defRPr sz="1400" b="0" i="0" u="none" strike="noStrike" cap="none">
                  <a:solidFill>
                    <a:schemeClr val="dk1"/>
                  </a:solidFill>
                  <a:latin typeface="Raleway"/>
                  <a:ea typeface="Raleway"/>
                  <a:cs typeface="Raleway"/>
                  <a:sym typeface="Raleway"/>
                </a:defRPr>
              </a:lvl7pPr>
              <a:lvl8pPr marL="3657600" marR="0" lvl="7" indent="-317500" algn="ctr" rtl="0">
                <a:lnSpc>
                  <a:spcPct val="100000"/>
                </a:lnSpc>
                <a:spcBef>
                  <a:spcPts val="1600"/>
                </a:spcBef>
                <a:spcAft>
                  <a:spcPts val="0"/>
                </a:spcAft>
                <a:buClr>
                  <a:schemeClr val="dk1"/>
                </a:buClr>
                <a:buSzPts val="1400"/>
                <a:buFont typeface="Raleway"/>
                <a:buNone/>
                <a:defRPr sz="1400" b="0" i="0" u="none" strike="noStrike" cap="none">
                  <a:solidFill>
                    <a:schemeClr val="dk1"/>
                  </a:solidFill>
                  <a:latin typeface="Raleway"/>
                  <a:ea typeface="Raleway"/>
                  <a:cs typeface="Raleway"/>
                  <a:sym typeface="Raleway"/>
                </a:defRPr>
              </a:lvl8pPr>
              <a:lvl9pPr marL="4114800" marR="0" lvl="8" indent="-317500" algn="ctr" rtl="0">
                <a:lnSpc>
                  <a:spcPct val="100000"/>
                </a:lnSpc>
                <a:spcBef>
                  <a:spcPts val="1600"/>
                </a:spcBef>
                <a:spcAft>
                  <a:spcPts val="1600"/>
                </a:spcAft>
                <a:buClr>
                  <a:schemeClr val="dk1"/>
                </a:buClr>
                <a:buSzPts val="1400"/>
                <a:buFont typeface="Raleway"/>
                <a:buNone/>
                <a:defRPr sz="1400" b="0" i="0" u="none" strike="noStrike" cap="none">
                  <a:solidFill>
                    <a:schemeClr val="dk1"/>
                  </a:solidFill>
                  <a:latin typeface="Raleway"/>
                  <a:ea typeface="Raleway"/>
                  <a:cs typeface="Raleway"/>
                  <a:sym typeface="Raleway"/>
                </a:defRPr>
              </a:lvl9pPr>
            </a:lstStyle>
            <a:p>
              <a:pPr>
                <a:lnSpc>
                  <a:spcPct val="150000"/>
                </a:lnSpc>
              </a:pPr>
              <a:r>
                <a:rPr lang="en-US" sz="1800" b="1" dirty="0">
                  <a:solidFill>
                    <a:srgbClr val="1C1C1C"/>
                  </a:solidFill>
                </a:rPr>
                <a:t>Added a Calendar table. </a:t>
              </a:r>
              <a:r>
                <a:rPr lang="en-US" sz="1800" dirty="0">
                  <a:solidFill>
                    <a:srgbClr val="1C1C1C"/>
                  </a:solidFill>
                </a:rPr>
                <a:t>This table helps manage and track dates efficiently, ensuring that time-based analysis can be performed smoothly. The Calendar table links to other tables through date-related columns, </a:t>
              </a:r>
              <a:endParaRPr lang="en-US" sz="4000" dirty="0">
                <a:solidFill>
                  <a:srgbClr val="002060"/>
                </a:solidFill>
                <a:latin typeface="Crimson Pro Bold"/>
                <a:ea typeface="Crimson Pro Bold"/>
              </a:endParaRPr>
            </a:p>
          </p:txBody>
        </p:sp>
        <p:pic>
          <p:nvPicPr>
            <p:cNvPr id="3" name="Picture 2">
              <a:extLst>
                <a:ext uri="{FF2B5EF4-FFF2-40B4-BE49-F238E27FC236}">
                  <a16:creationId xmlns:a16="http://schemas.microsoft.com/office/drawing/2014/main" id="{035B6379-5D04-8808-FF63-79232843ADFD}"/>
                </a:ext>
              </a:extLst>
            </p:cNvPr>
            <p:cNvPicPr>
              <a:picLocks noChangeAspect="1"/>
            </p:cNvPicPr>
            <p:nvPr/>
          </p:nvPicPr>
          <p:blipFill>
            <a:blip r:embed="rId3"/>
            <a:stretch>
              <a:fillRect/>
            </a:stretch>
          </p:blipFill>
          <p:spPr>
            <a:xfrm>
              <a:off x="4038887" y="948195"/>
              <a:ext cx="4990813" cy="2909027"/>
            </a:xfrm>
            <a:prstGeom prst="rect">
              <a:avLst/>
            </a:prstGeom>
          </p:spPr>
        </p:pic>
      </p:grpSp>
    </p:spTree>
    <p:extLst>
      <p:ext uri="{BB962C8B-B14F-4D97-AF65-F5344CB8AC3E}">
        <p14:creationId xmlns:p14="http://schemas.microsoft.com/office/powerpoint/2010/main" val="30398371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250" fill="hold"/>
                                        <p:tgtEl>
                                          <p:spTgt spid="2"/>
                                        </p:tgtEl>
                                        <p:attrNameLst>
                                          <p:attrName>ppt_x</p:attrName>
                                        </p:attrNameLst>
                                      </p:cBhvr>
                                      <p:tavLst>
                                        <p:tav tm="0">
                                          <p:val>
                                            <p:strVal val="0-#ppt_w/2"/>
                                          </p:val>
                                        </p:tav>
                                        <p:tav tm="100000">
                                          <p:val>
                                            <p:strVal val="#ppt_x"/>
                                          </p:val>
                                        </p:tav>
                                      </p:tavLst>
                                    </p:anim>
                                    <p:anim calcmode="lin" valueType="num">
                                      <p:cBhvr additive="base">
                                        <p:cTn id="8" dur="25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7B7D5D7-680F-7A21-0792-2BAB0B9C625F}"/>
              </a:ext>
            </a:extLst>
          </p:cNvPr>
          <p:cNvPicPr>
            <a:picLocks noChangeAspect="1"/>
          </p:cNvPicPr>
          <p:nvPr/>
        </p:nvPicPr>
        <p:blipFill>
          <a:blip r:embed="rId2"/>
          <a:srcRect t="5631" b="5631"/>
          <a:stretch/>
        </p:blipFill>
        <p:spPr>
          <a:xfrm>
            <a:off x="0" y="90363"/>
            <a:ext cx="9144000" cy="4564251"/>
          </a:xfrm>
          <a:prstGeom prst="rect">
            <a:avLst/>
          </a:prstGeom>
          <a:ln w="19050">
            <a:solidFill>
              <a:srgbClr val="FEEEE2"/>
            </a:solidFill>
          </a:ln>
        </p:spPr>
      </p:pic>
      <p:grpSp>
        <p:nvGrpSpPr>
          <p:cNvPr id="8" name="Google Shape;1258;p34">
            <a:extLst>
              <a:ext uri="{FF2B5EF4-FFF2-40B4-BE49-F238E27FC236}">
                <a16:creationId xmlns:a16="http://schemas.microsoft.com/office/drawing/2014/main" id="{3CA39B1A-3962-E3FE-B644-6F76399E690E}"/>
              </a:ext>
            </a:extLst>
          </p:cNvPr>
          <p:cNvGrpSpPr/>
          <p:nvPr/>
        </p:nvGrpSpPr>
        <p:grpSpPr>
          <a:xfrm>
            <a:off x="3890041" y="4524987"/>
            <a:ext cx="897859" cy="1235658"/>
            <a:chOff x="4219225" y="4565175"/>
            <a:chExt cx="389525" cy="536075"/>
          </a:xfrm>
          <a:solidFill>
            <a:srgbClr val="38761D"/>
          </a:solidFill>
        </p:grpSpPr>
        <p:grpSp>
          <p:nvGrpSpPr>
            <p:cNvPr id="9" name="Google Shape;1259;p34">
              <a:extLst>
                <a:ext uri="{FF2B5EF4-FFF2-40B4-BE49-F238E27FC236}">
                  <a16:creationId xmlns:a16="http://schemas.microsoft.com/office/drawing/2014/main" id="{B2019DEC-BB94-E5A6-1598-E3E07F178C43}"/>
                </a:ext>
              </a:extLst>
            </p:cNvPr>
            <p:cNvGrpSpPr/>
            <p:nvPr/>
          </p:nvGrpSpPr>
          <p:grpSpPr>
            <a:xfrm>
              <a:off x="4295625" y="4565175"/>
              <a:ext cx="237100" cy="294300"/>
              <a:chOff x="4295625" y="4565175"/>
              <a:chExt cx="237100" cy="294300"/>
            </a:xfrm>
            <a:grpFill/>
          </p:grpSpPr>
          <p:sp>
            <p:nvSpPr>
              <p:cNvPr id="13" name="Google Shape;1260;p34">
                <a:extLst>
                  <a:ext uri="{FF2B5EF4-FFF2-40B4-BE49-F238E27FC236}">
                    <a16:creationId xmlns:a16="http://schemas.microsoft.com/office/drawing/2014/main" id="{4D4ADF40-046B-8BF9-B9F5-74BA1EFA7FA0}"/>
                  </a:ext>
                </a:extLst>
              </p:cNvPr>
              <p:cNvSpPr/>
              <p:nvPr/>
            </p:nvSpPr>
            <p:spPr>
              <a:xfrm>
                <a:off x="4330900" y="4565175"/>
                <a:ext cx="166175" cy="189675"/>
              </a:xfrm>
              <a:custGeom>
                <a:avLst/>
                <a:gdLst/>
                <a:ahLst/>
                <a:cxnLst/>
                <a:rect l="l" t="t" r="r" b="b"/>
                <a:pathLst>
                  <a:path w="6647" h="7587" extrusionOk="0">
                    <a:moveTo>
                      <a:pt x="3323" y="0"/>
                    </a:moveTo>
                    <a:cubicBezTo>
                      <a:pt x="3323" y="0"/>
                      <a:pt x="2461" y="6850"/>
                      <a:pt x="1" y="6850"/>
                    </a:cubicBezTo>
                    <a:cubicBezTo>
                      <a:pt x="1" y="6850"/>
                      <a:pt x="1286" y="7587"/>
                      <a:pt x="3323" y="7587"/>
                    </a:cubicBezTo>
                    <a:cubicBezTo>
                      <a:pt x="5361" y="7587"/>
                      <a:pt x="6646" y="6850"/>
                      <a:pt x="6646" y="6850"/>
                    </a:cubicBezTo>
                    <a:cubicBezTo>
                      <a:pt x="4186" y="6850"/>
                      <a:pt x="3323" y="0"/>
                      <a:pt x="3323"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261;p34">
                <a:extLst>
                  <a:ext uri="{FF2B5EF4-FFF2-40B4-BE49-F238E27FC236}">
                    <a16:creationId xmlns:a16="http://schemas.microsoft.com/office/drawing/2014/main" id="{DF2884FD-75B4-147A-AC13-7BBE7BD7678A}"/>
                  </a:ext>
                </a:extLst>
              </p:cNvPr>
              <p:cNvSpPr/>
              <p:nvPr/>
            </p:nvSpPr>
            <p:spPr>
              <a:xfrm>
                <a:off x="4295625" y="4689000"/>
                <a:ext cx="237100" cy="170475"/>
              </a:xfrm>
              <a:custGeom>
                <a:avLst/>
                <a:gdLst/>
                <a:ahLst/>
                <a:cxnLst/>
                <a:rect l="l" t="t" r="r" b="b"/>
                <a:pathLst>
                  <a:path w="9484" h="6819" extrusionOk="0">
                    <a:moveTo>
                      <a:pt x="4734" y="0"/>
                    </a:moveTo>
                    <a:cubicBezTo>
                      <a:pt x="4734" y="0"/>
                      <a:pt x="3214" y="5330"/>
                      <a:pt x="1" y="5330"/>
                    </a:cubicBezTo>
                    <a:cubicBezTo>
                      <a:pt x="1" y="5330"/>
                      <a:pt x="1882" y="6819"/>
                      <a:pt x="4734" y="6819"/>
                    </a:cubicBezTo>
                    <a:cubicBezTo>
                      <a:pt x="7587" y="6819"/>
                      <a:pt x="9484" y="5330"/>
                      <a:pt x="9484" y="5330"/>
                    </a:cubicBezTo>
                    <a:cubicBezTo>
                      <a:pt x="6255" y="5330"/>
                      <a:pt x="4734" y="0"/>
                      <a:pt x="473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 name="Google Shape;1262;p34">
              <a:extLst>
                <a:ext uri="{FF2B5EF4-FFF2-40B4-BE49-F238E27FC236}">
                  <a16:creationId xmlns:a16="http://schemas.microsoft.com/office/drawing/2014/main" id="{50168F26-3546-34BF-1F28-B4256600834F}"/>
                </a:ext>
              </a:extLst>
            </p:cNvPr>
            <p:cNvGrpSpPr/>
            <p:nvPr/>
          </p:nvGrpSpPr>
          <p:grpSpPr>
            <a:xfrm>
              <a:off x="4219225" y="4744250"/>
              <a:ext cx="389525" cy="357000"/>
              <a:chOff x="4219225" y="4744250"/>
              <a:chExt cx="389525" cy="357000"/>
            </a:xfrm>
            <a:grpFill/>
          </p:grpSpPr>
          <p:sp>
            <p:nvSpPr>
              <p:cNvPr id="11" name="Google Shape;1263;p34">
                <a:extLst>
                  <a:ext uri="{FF2B5EF4-FFF2-40B4-BE49-F238E27FC236}">
                    <a16:creationId xmlns:a16="http://schemas.microsoft.com/office/drawing/2014/main" id="{7CD91886-F42E-5893-01EF-F601902AAD34}"/>
                  </a:ext>
                </a:extLst>
              </p:cNvPr>
              <p:cNvSpPr/>
              <p:nvPr/>
            </p:nvSpPr>
            <p:spPr>
              <a:xfrm>
                <a:off x="4271725" y="4744250"/>
                <a:ext cx="284525" cy="204175"/>
              </a:xfrm>
              <a:custGeom>
                <a:avLst/>
                <a:gdLst/>
                <a:ahLst/>
                <a:cxnLst/>
                <a:rect l="l" t="t" r="r" b="b"/>
                <a:pathLst>
                  <a:path w="11381" h="8167" extrusionOk="0">
                    <a:moveTo>
                      <a:pt x="5690" y="0"/>
                    </a:moveTo>
                    <a:cubicBezTo>
                      <a:pt x="5690" y="0"/>
                      <a:pt x="3872" y="6396"/>
                      <a:pt x="1" y="6396"/>
                    </a:cubicBezTo>
                    <a:cubicBezTo>
                      <a:pt x="1" y="6396"/>
                      <a:pt x="2273" y="8167"/>
                      <a:pt x="5690" y="8167"/>
                    </a:cubicBezTo>
                    <a:cubicBezTo>
                      <a:pt x="9107" y="8167"/>
                      <a:pt x="11380" y="6396"/>
                      <a:pt x="11380" y="6396"/>
                    </a:cubicBezTo>
                    <a:cubicBezTo>
                      <a:pt x="7509" y="6396"/>
                      <a:pt x="5690" y="0"/>
                      <a:pt x="569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64;p34">
                <a:extLst>
                  <a:ext uri="{FF2B5EF4-FFF2-40B4-BE49-F238E27FC236}">
                    <a16:creationId xmlns:a16="http://schemas.microsoft.com/office/drawing/2014/main" id="{C24F450F-8941-4520-9EEF-A91056FAD916}"/>
                  </a:ext>
                </a:extLst>
              </p:cNvPr>
              <p:cNvSpPr/>
              <p:nvPr/>
            </p:nvSpPr>
            <p:spPr>
              <a:xfrm>
                <a:off x="4219225" y="4821450"/>
                <a:ext cx="389525" cy="279800"/>
              </a:xfrm>
              <a:custGeom>
                <a:avLst/>
                <a:gdLst/>
                <a:ahLst/>
                <a:cxnLst/>
                <a:rect l="l" t="t" r="r" b="b"/>
                <a:pathLst>
                  <a:path w="15581" h="11192" extrusionOk="0">
                    <a:moveTo>
                      <a:pt x="7790" y="0"/>
                    </a:moveTo>
                    <a:cubicBezTo>
                      <a:pt x="7790" y="0"/>
                      <a:pt x="5298" y="8762"/>
                      <a:pt x="0" y="8762"/>
                    </a:cubicBezTo>
                    <a:cubicBezTo>
                      <a:pt x="0" y="8762"/>
                      <a:pt x="3120" y="11192"/>
                      <a:pt x="7790" y="11192"/>
                    </a:cubicBezTo>
                    <a:cubicBezTo>
                      <a:pt x="12461" y="11192"/>
                      <a:pt x="15581" y="8762"/>
                      <a:pt x="15581" y="8762"/>
                    </a:cubicBezTo>
                    <a:cubicBezTo>
                      <a:pt x="10283" y="8762"/>
                      <a:pt x="7790" y="0"/>
                      <a:pt x="779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5" name="Google Shape;1258;p34">
            <a:extLst>
              <a:ext uri="{FF2B5EF4-FFF2-40B4-BE49-F238E27FC236}">
                <a16:creationId xmlns:a16="http://schemas.microsoft.com/office/drawing/2014/main" id="{B6E823C7-7F77-3309-199A-FD682E204D02}"/>
              </a:ext>
            </a:extLst>
          </p:cNvPr>
          <p:cNvGrpSpPr/>
          <p:nvPr/>
        </p:nvGrpSpPr>
        <p:grpSpPr>
          <a:xfrm>
            <a:off x="3121218" y="4743588"/>
            <a:ext cx="341968" cy="470626"/>
            <a:chOff x="4219225" y="4565175"/>
            <a:chExt cx="389525" cy="536075"/>
          </a:xfrm>
          <a:solidFill>
            <a:srgbClr val="38761D"/>
          </a:solidFill>
        </p:grpSpPr>
        <p:grpSp>
          <p:nvGrpSpPr>
            <p:cNvPr id="16" name="Google Shape;1259;p34">
              <a:extLst>
                <a:ext uri="{FF2B5EF4-FFF2-40B4-BE49-F238E27FC236}">
                  <a16:creationId xmlns:a16="http://schemas.microsoft.com/office/drawing/2014/main" id="{32A8B224-B27F-5CB2-C2D5-4DBD2962FF2B}"/>
                </a:ext>
              </a:extLst>
            </p:cNvPr>
            <p:cNvGrpSpPr/>
            <p:nvPr/>
          </p:nvGrpSpPr>
          <p:grpSpPr>
            <a:xfrm>
              <a:off x="4295625" y="4565175"/>
              <a:ext cx="237100" cy="294300"/>
              <a:chOff x="4295625" y="4565175"/>
              <a:chExt cx="237100" cy="294300"/>
            </a:xfrm>
            <a:grpFill/>
          </p:grpSpPr>
          <p:sp>
            <p:nvSpPr>
              <p:cNvPr id="20" name="Google Shape;1260;p34">
                <a:extLst>
                  <a:ext uri="{FF2B5EF4-FFF2-40B4-BE49-F238E27FC236}">
                    <a16:creationId xmlns:a16="http://schemas.microsoft.com/office/drawing/2014/main" id="{37C06F28-0944-68B9-9050-FF49421B2A06}"/>
                  </a:ext>
                </a:extLst>
              </p:cNvPr>
              <p:cNvSpPr/>
              <p:nvPr/>
            </p:nvSpPr>
            <p:spPr>
              <a:xfrm>
                <a:off x="4330900" y="4565175"/>
                <a:ext cx="166175" cy="189675"/>
              </a:xfrm>
              <a:custGeom>
                <a:avLst/>
                <a:gdLst/>
                <a:ahLst/>
                <a:cxnLst/>
                <a:rect l="l" t="t" r="r" b="b"/>
                <a:pathLst>
                  <a:path w="6647" h="7587" extrusionOk="0">
                    <a:moveTo>
                      <a:pt x="3323" y="0"/>
                    </a:moveTo>
                    <a:cubicBezTo>
                      <a:pt x="3323" y="0"/>
                      <a:pt x="2461" y="6850"/>
                      <a:pt x="1" y="6850"/>
                    </a:cubicBezTo>
                    <a:cubicBezTo>
                      <a:pt x="1" y="6850"/>
                      <a:pt x="1286" y="7587"/>
                      <a:pt x="3323" y="7587"/>
                    </a:cubicBezTo>
                    <a:cubicBezTo>
                      <a:pt x="5361" y="7587"/>
                      <a:pt x="6646" y="6850"/>
                      <a:pt x="6646" y="6850"/>
                    </a:cubicBezTo>
                    <a:cubicBezTo>
                      <a:pt x="4186" y="6850"/>
                      <a:pt x="3323" y="0"/>
                      <a:pt x="3323"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1261;p34">
                <a:extLst>
                  <a:ext uri="{FF2B5EF4-FFF2-40B4-BE49-F238E27FC236}">
                    <a16:creationId xmlns:a16="http://schemas.microsoft.com/office/drawing/2014/main" id="{0C7F99F9-A0EB-B1B0-C7BD-C19B63A3372C}"/>
                  </a:ext>
                </a:extLst>
              </p:cNvPr>
              <p:cNvSpPr/>
              <p:nvPr/>
            </p:nvSpPr>
            <p:spPr>
              <a:xfrm>
                <a:off x="4295625" y="4689000"/>
                <a:ext cx="237100" cy="170475"/>
              </a:xfrm>
              <a:custGeom>
                <a:avLst/>
                <a:gdLst/>
                <a:ahLst/>
                <a:cxnLst/>
                <a:rect l="l" t="t" r="r" b="b"/>
                <a:pathLst>
                  <a:path w="9484" h="6819" extrusionOk="0">
                    <a:moveTo>
                      <a:pt x="4734" y="0"/>
                    </a:moveTo>
                    <a:cubicBezTo>
                      <a:pt x="4734" y="0"/>
                      <a:pt x="3214" y="5330"/>
                      <a:pt x="1" y="5330"/>
                    </a:cubicBezTo>
                    <a:cubicBezTo>
                      <a:pt x="1" y="5330"/>
                      <a:pt x="1882" y="6819"/>
                      <a:pt x="4734" y="6819"/>
                    </a:cubicBezTo>
                    <a:cubicBezTo>
                      <a:pt x="7587" y="6819"/>
                      <a:pt x="9484" y="5330"/>
                      <a:pt x="9484" y="5330"/>
                    </a:cubicBezTo>
                    <a:cubicBezTo>
                      <a:pt x="6255" y="5330"/>
                      <a:pt x="4734" y="0"/>
                      <a:pt x="473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 name="Google Shape;1262;p34">
              <a:extLst>
                <a:ext uri="{FF2B5EF4-FFF2-40B4-BE49-F238E27FC236}">
                  <a16:creationId xmlns:a16="http://schemas.microsoft.com/office/drawing/2014/main" id="{45CB6A95-B6D6-467C-91B6-9E635F6D7DC9}"/>
                </a:ext>
              </a:extLst>
            </p:cNvPr>
            <p:cNvGrpSpPr/>
            <p:nvPr/>
          </p:nvGrpSpPr>
          <p:grpSpPr>
            <a:xfrm>
              <a:off x="4219225" y="4744250"/>
              <a:ext cx="389525" cy="357000"/>
              <a:chOff x="4219225" y="4744250"/>
              <a:chExt cx="389525" cy="357000"/>
            </a:xfrm>
            <a:grpFill/>
          </p:grpSpPr>
          <p:sp>
            <p:nvSpPr>
              <p:cNvPr id="18" name="Google Shape;1263;p34">
                <a:extLst>
                  <a:ext uri="{FF2B5EF4-FFF2-40B4-BE49-F238E27FC236}">
                    <a16:creationId xmlns:a16="http://schemas.microsoft.com/office/drawing/2014/main" id="{9F0942C8-9736-4442-80EF-632053BDFD90}"/>
                  </a:ext>
                </a:extLst>
              </p:cNvPr>
              <p:cNvSpPr/>
              <p:nvPr/>
            </p:nvSpPr>
            <p:spPr>
              <a:xfrm>
                <a:off x="4271725" y="4744250"/>
                <a:ext cx="284525" cy="204175"/>
              </a:xfrm>
              <a:custGeom>
                <a:avLst/>
                <a:gdLst/>
                <a:ahLst/>
                <a:cxnLst/>
                <a:rect l="l" t="t" r="r" b="b"/>
                <a:pathLst>
                  <a:path w="11381" h="8167" extrusionOk="0">
                    <a:moveTo>
                      <a:pt x="5690" y="0"/>
                    </a:moveTo>
                    <a:cubicBezTo>
                      <a:pt x="5690" y="0"/>
                      <a:pt x="3872" y="6396"/>
                      <a:pt x="1" y="6396"/>
                    </a:cubicBezTo>
                    <a:cubicBezTo>
                      <a:pt x="1" y="6396"/>
                      <a:pt x="2273" y="8167"/>
                      <a:pt x="5690" y="8167"/>
                    </a:cubicBezTo>
                    <a:cubicBezTo>
                      <a:pt x="9107" y="8167"/>
                      <a:pt x="11380" y="6396"/>
                      <a:pt x="11380" y="6396"/>
                    </a:cubicBezTo>
                    <a:cubicBezTo>
                      <a:pt x="7509" y="6396"/>
                      <a:pt x="5690" y="0"/>
                      <a:pt x="569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264;p34">
                <a:extLst>
                  <a:ext uri="{FF2B5EF4-FFF2-40B4-BE49-F238E27FC236}">
                    <a16:creationId xmlns:a16="http://schemas.microsoft.com/office/drawing/2014/main" id="{F063D7DD-1876-68F7-F476-2CB7929B84BD}"/>
                  </a:ext>
                </a:extLst>
              </p:cNvPr>
              <p:cNvSpPr/>
              <p:nvPr/>
            </p:nvSpPr>
            <p:spPr>
              <a:xfrm>
                <a:off x="4219225" y="4821450"/>
                <a:ext cx="389525" cy="279800"/>
              </a:xfrm>
              <a:custGeom>
                <a:avLst/>
                <a:gdLst/>
                <a:ahLst/>
                <a:cxnLst/>
                <a:rect l="l" t="t" r="r" b="b"/>
                <a:pathLst>
                  <a:path w="15581" h="11192" extrusionOk="0">
                    <a:moveTo>
                      <a:pt x="7790" y="0"/>
                    </a:moveTo>
                    <a:cubicBezTo>
                      <a:pt x="7790" y="0"/>
                      <a:pt x="5298" y="8762"/>
                      <a:pt x="0" y="8762"/>
                    </a:cubicBezTo>
                    <a:cubicBezTo>
                      <a:pt x="0" y="8762"/>
                      <a:pt x="3120" y="11192"/>
                      <a:pt x="7790" y="11192"/>
                    </a:cubicBezTo>
                    <a:cubicBezTo>
                      <a:pt x="12461" y="11192"/>
                      <a:pt x="15581" y="8762"/>
                      <a:pt x="15581" y="8762"/>
                    </a:cubicBezTo>
                    <a:cubicBezTo>
                      <a:pt x="10283" y="8762"/>
                      <a:pt x="7790" y="0"/>
                      <a:pt x="779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 name="Group 12">
            <a:extLst>
              <a:ext uri="{FF2B5EF4-FFF2-40B4-BE49-F238E27FC236}">
                <a16:creationId xmlns:a16="http://schemas.microsoft.com/office/drawing/2014/main" id="{BBCFF393-20F1-FB74-8610-8754FDBAEB5D}"/>
              </a:ext>
            </a:extLst>
          </p:cNvPr>
          <p:cNvGrpSpPr/>
          <p:nvPr/>
        </p:nvGrpSpPr>
        <p:grpSpPr>
          <a:xfrm>
            <a:off x="-4484900" y="4178375"/>
            <a:ext cx="11659400" cy="2463650"/>
            <a:chOff x="0" y="0"/>
            <a:chExt cx="15545867" cy="3284867"/>
          </a:xfrm>
        </p:grpSpPr>
        <p:sp>
          <p:nvSpPr>
            <p:cNvPr id="5" name="Freeform 13">
              <a:extLst>
                <a:ext uri="{FF2B5EF4-FFF2-40B4-BE49-F238E27FC236}">
                  <a16:creationId xmlns:a16="http://schemas.microsoft.com/office/drawing/2014/main" id="{04E5EA29-309D-BDDF-E30E-E031A23669DB}"/>
                </a:ext>
              </a:extLst>
            </p:cNvPr>
            <p:cNvSpPr/>
            <p:nvPr/>
          </p:nvSpPr>
          <p:spPr>
            <a:xfrm>
              <a:off x="0" y="127"/>
              <a:ext cx="15545815" cy="3284728"/>
            </a:xfrm>
            <a:custGeom>
              <a:avLst/>
              <a:gdLst/>
              <a:ahLst/>
              <a:cxnLst/>
              <a:rect l="l" t="t" r="r" b="b"/>
              <a:pathLst>
                <a:path w="15545815" h="3284728">
                  <a:moveTo>
                    <a:pt x="6775831" y="0"/>
                  </a:moveTo>
                  <a:cubicBezTo>
                    <a:pt x="6762369" y="0"/>
                    <a:pt x="6750813" y="762"/>
                    <a:pt x="6741033" y="2540"/>
                  </a:cubicBezTo>
                  <a:cubicBezTo>
                    <a:pt x="6534150" y="37973"/>
                    <a:pt x="0" y="3284728"/>
                    <a:pt x="0" y="3284728"/>
                  </a:cubicBezTo>
                  <a:lnTo>
                    <a:pt x="15545815" y="3284728"/>
                  </a:lnTo>
                  <a:cubicBezTo>
                    <a:pt x="15545815" y="3284728"/>
                    <a:pt x="7613776" y="0"/>
                    <a:pt x="6775831" y="0"/>
                  </a:cubicBezTo>
                  <a:close/>
                </a:path>
              </a:pathLst>
            </a:custGeom>
            <a:solidFill>
              <a:srgbClr val="638C50"/>
            </a:solidFill>
          </p:spPr>
          <p:txBody>
            <a:bodyPr/>
            <a:lstStyle/>
            <a:p>
              <a:endParaRPr lang="en-US"/>
            </a:p>
          </p:txBody>
        </p:sp>
      </p:grpSp>
      <p:sp>
        <p:nvSpPr>
          <p:cNvPr id="22" name="Google Shape;233;p33">
            <a:extLst>
              <a:ext uri="{FF2B5EF4-FFF2-40B4-BE49-F238E27FC236}">
                <a16:creationId xmlns:a16="http://schemas.microsoft.com/office/drawing/2014/main" id="{3896DA84-9C12-F5C2-48D3-3C371EBF54B9}"/>
              </a:ext>
            </a:extLst>
          </p:cNvPr>
          <p:cNvSpPr txBox="1">
            <a:spLocks noGrp="1"/>
          </p:cNvSpPr>
          <p:nvPr>
            <p:ph type="title"/>
          </p:nvPr>
        </p:nvSpPr>
        <p:spPr>
          <a:xfrm>
            <a:off x="149998" y="192393"/>
            <a:ext cx="2331685" cy="592985"/>
          </a:xfrm>
          <a:prstGeom prst="rect">
            <a:avLst/>
          </a:prstGeom>
        </p:spPr>
        <p:txBody>
          <a:bodyPr spcFirstLastPara="1" wrap="square" lIns="91425" tIns="91425" rIns="91425" bIns="91425" anchor="ctr" anchorCtr="0">
            <a:noAutofit/>
          </a:bodyPr>
          <a:lstStyle/>
          <a:p>
            <a:pPr lvl="0"/>
            <a:r>
              <a:rPr lang="en-US" dirty="0">
                <a:solidFill>
                  <a:schemeClr val="bg2">
                    <a:lumMod val="10000"/>
                  </a:schemeClr>
                </a:solidFill>
              </a:rPr>
              <a:t>Modeling</a:t>
            </a:r>
          </a:p>
        </p:txBody>
      </p:sp>
    </p:spTree>
    <p:extLst>
      <p:ext uri="{BB962C8B-B14F-4D97-AF65-F5344CB8AC3E}">
        <p14:creationId xmlns:p14="http://schemas.microsoft.com/office/powerpoint/2010/main" val="11632866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fade">
                                      <p:cBhvr>
                                        <p:cTn id="10" dur="25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883"/>
        <p:cNvGrpSpPr/>
        <p:nvPr/>
      </p:nvGrpSpPr>
      <p:grpSpPr>
        <a:xfrm>
          <a:off x="0" y="0"/>
          <a:ext cx="0" cy="0"/>
          <a:chOff x="0" y="0"/>
          <a:chExt cx="0" cy="0"/>
        </a:xfrm>
      </p:grpSpPr>
      <p:sp>
        <p:nvSpPr>
          <p:cNvPr id="1906" name="Google Shape;1906;p41"/>
          <p:cNvSpPr/>
          <p:nvPr/>
        </p:nvSpPr>
        <p:spPr>
          <a:xfrm flipH="1">
            <a:off x="-1037575" y="3983225"/>
            <a:ext cx="4881800" cy="1188925"/>
          </a:xfrm>
          <a:custGeom>
            <a:avLst/>
            <a:gdLst/>
            <a:ahLst/>
            <a:cxnLst/>
            <a:rect l="l" t="t" r="r" b="b"/>
            <a:pathLst>
              <a:path w="195272" h="47557" extrusionOk="0">
                <a:moveTo>
                  <a:pt x="169456" y="6161"/>
                </a:moveTo>
                <a:cubicBezTo>
                  <a:pt x="153343" y="18559"/>
                  <a:pt x="158233" y="14907"/>
                  <a:pt x="149001" y="12290"/>
                </a:cubicBezTo>
                <a:lnTo>
                  <a:pt x="149001" y="12290"/>
                </a:lnTo>
                <a:cubicBezTo>
                  <a:pt x="139753" y="9688"/>
                  <a:pt x="141070" y="6020"/>
                  <a:pt x="130489" y="13340"/>
                </a:cubicBezTo>
                <a:lnTo>
                  <a:pt x="130489" y="13340"/>
                </a:lnTo>
                <a:cubicBezTo>
                  <a:pt x="125160" y="17023"/>
                  <a:pt x="118279" y="16318"/>
                  <a:pt x="111147" y="15628"/>
                </a:cubicBezTo>
                <a:lnTo>
                  <a:pt x="111147" y="15628"/>
                </a:lnTo>
                <a:cubicBezTo>
                  <a:pt x="104125" y="14938"/>
                  <a:pt x="96868" y="14233"/>
                  <a:pt x="90645" y="17760"/>
                </a:cubicBezTo>
                <a:lnTo>
                  <a:pt x="90645" y="17760"/>
                </a:lnTo>
                <a:cubicBezTo>
                  <a:pt x="78106" y="24829"/>
                  <a:pt x="65990" y="32980"/>
                  <a:pt x="62416" y="32494"/>
                </a:cubicBezTo>
                <a:lnTo>
                  <a:pt x="62416" y="32494"/>
                </a:lnTo>
                <a:cubicBezTo>
                  <a:pt x="29515" y="28058"/>
                  <a:pt x="1" y="47557"/>
                  <a:pt x="1" y="47557"/>
                </a:cubicBezTo>
                <a:lnTo>
                  <a:pt x="1" y="47557"/>
                </a:lnTo>
                <a:lnTo>
                  <a:pt x="195271" y="47557"/>
                </a:lnTo>
                <a:lnTo>
                  <a:pt x="195271" y="3935"/>
                </a:lnTo>
                <a:cubicBezTo>
                  <a:pt x="195271" y="3935"/>
                  <a:pt x="191525" y="1"/>
                  <a:pt x="184817" y="1"/>
                </a:cubicBezTo>
                <a:lnTo>
                  <a:pt x="184817" y="1"/>
                </a:lnTo>
                <a:cubicBezTo>
                  <a:pt x="180726" y="1"/>
                  <a:pt x="175553" y="1459"/>
                  <a:pt x="169456" y="616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7" name="Google Shape;1907;p41"/>
          <p:cNvSpPr/>
          <p:nvPr/>
        </p:nvSpPr>
        <p:spPr>
          <a:xfrm>
            <a:off x="-507624" y="33795"/>
            <a:ext cx="822761" cy="822743"/>
          </a:xfrm>
          <a:custGeom>
            <a:avLst/>
            <a:gdLst/>
            <a:ahLst/>
            <a:cxnLst/>
            <a:rect l="l" t="t" r="r" b="b"/>
            <a:pathLst>
              <a:path w="45990" h="45989" extrusionOk="0">
                <a:moveTo>
                  <a:pt x="1" y="22995"/>
                </a:moveTo>
                <a:cubicBezTo>
                  <a:pt x="1" y="35691"/>
                  <a:pt x="10299" y="45989"/>
                  <a:pt x="22995" y="45989"/>
                </a:cubicBezTo>
                <a:lnTo>
                  <a:pt x="22995" y="45989"/>
                </a:lnTo>
                <a:cubicBezTo>
                  <a:pt x="35691" y="45989"/>
                  <a:pt x="45989" y="35691"/>
                  <a:pt x="45989" y="22995"/>
                </a:cubicBezTo>
                <a:lnTo>
                  <a:pt x="45989" y="22995"/>
                </a:lnTo>
                <a:cubicBezTo>
                  <a:pt x="45989" y="10298"/>
                  <a:pt x="35691" y="0"/>
                  <a:pt x="22995" y="0"/>
                </a:cubicBezTo>
                <a:lnTo>
                  <a:pt x="22995" y="0"/>
                </a:lnTo>
                <a:cubicBezTo>
                  <a:pt x="10299" y="0"/>
                  <a:pt x="1" y="10298"/>
                  <a:pt x="1" y="22995"/>
                </a:cubicBezTo>
                <a:close/>
              </a:path>
            </a:pathLst>
          </a:custGeom>
          <a:solidFill>
            <a:srgbClr val="0070C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8" name="Google Shape;1908;p41"/>
          <p:cNvSpPr/>
          <p:nvPr/>
        </p:nvSpPr>
        <p:spPr>
          <a:xfrm>
            <a:off x="805900" y="639925"/>
            <a:ext cx="3038325" cy="293979"/>
          </a:xfrm>
          <a:custGeom>
            <a:avLst/>
            <a:gdLst/>
            <a:ahLst/>
            <a:cxnLst/>
            <a:rect l="l" t="t" r="r" b="b"/>
            <a:pathLst>
              <a:path w="121533" h="3413" extrusionOk="0">
                <a:moveTo>
                  <a:pt x="3294" y="2308"/>
                </a:moveTo>
                <a:cubicBezTo>
                  <a:pt x="8457" y="2208"/>
                  <a:pt x="15016" y="967"/>
                  <a:pt x="19888" y="1341"/>
                </a:cubicBezTo>
                <a:cubicBezTo>
                  <a:pt x="28034" y="1971"/>
                  <a:pt x="29758" y="137"/>
                  <a:pt x="36801" y="621"/>
                </a:cubicBezTo>
                <a:cubicBezTo>
                  <a:pt x="44966" y="1223"/>
                  <a:pt x="55457" y="1314"/>
                  <a:pt x="61551" y="1150"/>
                </a:cubicBezTo>
                <a:cubicBezTo>
                  <a:pt x="69068" y="958"/>
                  <a:pt x="74232" y="0"/>
                  <a:pt x="81439" y="767"/>
                </a:cubicBezTo>
                <a:cubicBezTo>
                  <a:pt x="84887" y="1150"/>
                  <a:pt x="81119" y="1825"/>
                  <a:pt x="90680" y="1104"/>
                </a:cubicBezTo>
                <a:cubicBezTo>
                  <a:pt x="94292" y="830"/>
                  <a:pt x="95688" y="812"/>
                  <a:pt x="99921" y="958"/>
                </a:cubicBezTo>
                <a:cubicBezTo>
                  <a:pt x="107119" y="1250"/>
                  <a:pt x="115576" y="1104"/>
                  <a:pt x="121533" y="1250"/>
                </a:cubicBezTo>
                <a:cubicBezTo>
                  <a:pt x="116679" y="1442"/>
                  <a:pt x="103515" y="1150"/>
                  <a:pt x="95378" y="1679"/>
                </a:cubicBezTo>
                <a:cubicBezTo>
                  <a:pt x="85352" y="2254"/>
                  <a:pt x="79559" y="2545"/>
                  <a:pt x="69378" y="2062"/>
                </a:cubicBezTo>
                <a:cubicBezTo>
                  <a:pt x="61396" y="1633"/>
                  <a:pt x="51680" y="1487"/>
                  <a:pt x="43534" y="1779"/>
                </a:cubicBezTo>
                <a:cubicBezTo>
                  <a:pt x="34767" y="2016"/>
                  <a:pt x="30069" y="3412"/>
                  <a:pt x="20672" y="2646"/>
                </a:cubicBezTo>
                <a:cubicBezTo>
                  <a:pt x="16448" y="2254"/>
                  <a:pt x="14879" y="2254"/>
                  <a:pt x="10656" y="2354"/>
                </a:cubicBezTo>
                <a:cubicBezTo>
                  <a:pt x="7837" y="2400"/>
                  <a:pt x="4388" y="2500"/>
                  <a:pt x="0" y="2445"/>
                </a:cubicBezTo>
                <a:close/>
              </a:path>
            </a:pathLst>
          </a:custGeom>
          <a:solidFill>
            <a:srgbClr val="FFFFFF">
              <a:alpha val="410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9" name="Google Shape;1909;p41"/>
          <p:cNvSpPr/>
          <p:nvPr/>
        </p:nvSpPr>
        <p:spPr>
          <a:xfrm flipH="1">
            <a:off x="5286750" y="383650"/>
            <a:ext cx="3038100" cy="371398"/>
          </a:xfrm>
          <a:custGeom>
            <a:avLst/>
            <a:gdLst/>
            <a:ahLst/>
            <a:cxnLst/>
            <a:rect l="l" t="t" r="r" b="b"/>
            <a:pathLst>
              <a:path w="121524" h="3422" extrusionOk="0">
                <a:moveTo>
                  <a:pt x="3293" y="2318"/>
                </a:moveTo>
                <a:cubicBezTo>
                  <a:pt x="8457" y="2218"/>
                  <a:pt x="15016" y="977"/>
                  <a:pt x="19888" y="1351"/>
                </a:cubicBezTo>
                <a:cubicBezTo>
                  <a:pt x="28034" y="1981"/>
                  <a:pt x="29758" y="147"/>
                  <a:pt x="36801" y="630"/>
                </a:cubicBezTo>
                <a:cubicBezTo>
                  <a:pt x="44966" y="1233"/>
                  <a:pt x="55457" y="1324"/>
                  <a:pt x="61551" y="1160"/>
                </a:cubicBezTo>
                <a:cubicBezTo>
                  <a:pt x="69068" y="968"/>
                  <a:pt x="74231" y="1"/>
                  <a:pt x="81438" y="776"/>
                </a:cubicBezTo>
                <a:cubicBezTo>
                  <a:pt x="84878" y="1160"/>
                  <a:pt x="81119" y="1835"/>
                  <a:pt x="90680" y="1114"/>
                </a:cubicBezTo>
                <a:cubicBezTo>
                  <a:pt x="94292" y="840"/>
                  <a:pt x="95688" y="822"/>
                  <a:pt x="99912" y="968"/>
                </a:cubicBezTo>
                <a:cubicBezTo>
                  <a:pt x="107119" y="1260"/>
                  <a:pt x="115575" y="1114"/>
                  <a:pt x="121523" y="1260"/>
                </a:cubicBezTo>
                <a:cubicBezTo>
                  <a:pt x="116670" y="1451"/>
                  <a:pt x="103515" y="1160"/>
                  <a:pt x="95378" y="1689"/>
                </a:cubicBezTo>
                <a:cubicBezTo>
                  <a:pt x="85352" y="2263"/>
                  <a:pt x="79559" y="2555"/>
                  <a:pt x="69378" y="2072"/>
                </a:cubicBezTo>
                <a:cubicBezTo>
                  <a:pt x="61387" y="1643"/>
                  <a:pt x="51680" y="1497"/>
                  <a:pt x="43534" y="1789"/>
                </a:cubicBezTo>
                <a:cubicBezTo>
                  <a:pt x="34767" y="2026"/>
                  <a:pt x="30068" y="3422"/>
                  <a:pt x="20672" y="2647"/>
                </a:cubicBezTo>
                <a:cubicBezTo>
                  <a:pt x="16448" y="2263"/>
                  <a:pt x="14879" y="2263"/>
                  <a:pt x="10646" y="2364"/>
                </a:cubicBezTo>
                <a:cubicBezTo>
                  <a:pt x="7827" y="2409"/>
                  <a:pt x="4388" y="2510"/>
                  <a:pt x="0" y="2455"/>
                </a:cubicBezTo>
                <a:close/>
              </a:path>
            </a:pathLst>
          </a:custGeom>
          <a:solidFill>
            <a:srgbClr val="FFFFFF">
              <a:alpha val="410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0" name="Google Shape;1910;p41"/>
          <p:cNvSpPr/>
          <p:nvPr/>
        </p:nvSpPr>
        <p:spPr>
          <a:xfrm rot="-2231248" flipH="1">
            <a:off x="5434268" y="681135"/>
            <a:ext cx="240403" cy="114379"/>
          </a:xfrm>
          <a:custGeom>
            <a:avLst/>
            <a:gdLst/>
            <a:ahLst/>
            <a:cxnLst/>
            <a:rect l="l" t="t" r="r" b="b"/>
            <a:pathLst>
              <a:path w="2560" h="1218" extrusionOk="0">
                <a:moveTo>
                  <a:pt x="2192" y="116"/>
                </a:moveTo>
                <a:cubicBezTo>
                  <a:pt x="2088" y="169"/>
                  <a:pt x="1972" y="231"/>
                  <a:pt x="1867" y="305"/>
                </a:cubicBezTo>
                <a:lnTo>
                  <a:pt x="1867" y="305"/>
                </a:lnTo>
                <a:cubicBezTo>
                  <a:pt x="1762" y="378"/>
                  <a:pt x="1668" y="462"/>
                  <a:pt x="1574" y="557"/>
                </a:cubicBezTo>
                <a:lnTo>
                  <a:pt x="1574" y="557"/>
                </a:lnTo>
                <a:cubicBezTo>
                  <a:pt x="1521" y="598"/>
                  <a:pt x="1479" y="651"/>
                  <a:pt x="1437" y="714"/>
                </a:cubicBezTo>
                <a:lnTo>
                  <a:pt x="1437" y="714"/>
                </a:lnTo>
                <a:cubicBezTo>
                  <a:pt x="1354" y="661"/>
                  <a:pt x="1280" y="630"/>
                  <a:pt x="1207" y="609"/>
                </a:cubicBezTo>
                <a:lnTo>
                  <a:pt x="1207" y="609"/>
                </a:lnTo>
                <a:cubicBezTo>
                  <a:pt x="1070" y="557"/>
                  <a:pt x="934" y="525"/>
                  <a:pt x="798" y="515"/>
                </a:cubicBezTo>
                <a:lnTo>
                  <a:pt x="798" y="515"/>
                </a:lnTo>
                <a:cubicBezTo>
                  <a:pt x="672" y="494"/>
                  <a:pt x="536" y="494"/>
                  <a:pt x="399" y="494"/>
                </a:cubicBezTo>
                <a:lnTo>
                  <a:pt x="399" y="494"/>
                </a:lnTo>
                <a:cubicBezTo>
                  <a:pt x="263" y="504"/>
                  <a:pt x="137" y="515"/>
                  <a:pt x="1" y="546"/>
                </a:cubicBezTo>
                <a:lnTo>
                  <a:pt x="1" y="546"/>
                </a:lnTo>
                <a:cubicBezTo>
                  <a:pt x="252" y="630"/>
                  <a:pt x="504" y="703"/>
                  <a:pt x="745" y="787"/>
                </a:cubicBezTo>
                <a:lnTo>
                  <a:pt x="745" y="787"/>
                </a:lnTo>
                <a:cubicBezTo>
                  <a:pt x="861" y="829"/>
                  <a:pt x="976" y="861"/>
                  <a:pt x="1081" y="913"/>
                </a:cubicBezTo>
                <a:lnTo>
                  <a:pt x="1081" y="913"/>
                </a:lnTo>
                <a:cubicBezTo>
                  <a:pt x="1186" y="965"/>
                  <a:pt x="1291" y="1018"/>
                  <a:pt x="1364" y="1081"/>
                </a:cubicBezTo>
                <a:lnTo>
                  <a:pt x="1364" y="1081"/>
                </a:lnTo>
                <a:lnTo>
                  <a:pt x="1521" y="1217"/>
                </a:lnTo>
                <a:lnTo>
                  <a:pt x="1626" y="1039"/>
                </a:lnTo>
                <a:cubicBezTo>
                  <a:pt x="1731" y="861"/>
                  <a:pt x="1888" y="682"/>
                  <a:pt x="2046" y="504"/>
                </a:cubicBezTo>
                <a:lnTo>
                  <a:pt x="2046" y="504"/>
                </a:lnTo>
                <a:cubicBezTo>
                  <a:pt x="2203" y="336"/>
                  <a:pt x="2371" y="169"/>
                  <a:pt x="2559" y="1"/>
                </a:cubicBezTo>
                <a:lnTo>
                  <a:pt x="2559" y="1"/>
                </a:lnTo>
                <a:cubicBezTo>
                  <a:pt x="2434" y="11"/>
                  <a:pt x="2308" y="64"/>
                  <a:pt x="2192" y="116"/>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 name="Group 8">
            <a:extLst>
              <a:ext uri="{FF2B5EF4-FFF2-40B4-BE49-F238E27FC236}">
                <a16:creationId xmlns:a16="http://schemas.microsoft.com/office/drawing/2014/main" id="{2033CC24-8E67-27BA-A007-17129E34A9D7}"/>
              </a:ext>
            </a:extLst>
          </p:cNvPr>
          <p:cNvGrpSpPr/>
          <p:nvPr/>
        </p:nvGrpSpPr>
        <p:grpSpPr>
          <a:xfrm>
            <a:off x="704335" y="639925"/>
            <a:ext cx="7982465" cy="4384375"/>
            <a:chOff x="1956659" y="461997"/>
            <a:chExt cx="4994646" cy="2483677"/>
          </a:xfrm>
          <a:solidFill>
            <a:srgbClr val="1C1C1C"/>
          </a:solidFill>
        </p:grpSpPr>
        <p:sp>
          <p:nvSpPr>
            <p:cNvPr id="1890" name="Google Shape;1890;p41"/>
            <p:cNvSpPr/>
            <p:nvPr/>
          </p:nvSpPr>
          <p:spPr>
            <a:xfrm>
              <a:off x="4314954" y="2769052"/>
              <a:ext cx="271469" cy="176622"/>
            </a:xfrm>
            <a:prstGeom prst="ellipse">
              <a:avLst/>
            </a:prstGeom>
            <a:grp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 name="Picture 1">
              <a:extLst>
                <a:ext uri="{FF2B5EF4-FFF2-40B4-BE49-F238E27FC236}">
                  <a16:creationId xmlns:a16="http://schemas.microsoft.com/office/drawing/2014/main" id="{5C628018-C2E5-C0F5-1C92-2380AABED88B}"/>
                </a:ext>
              </a:extLst>
            </p:cNvPr>
            <p:cNvPicPr>
              <a:picLocks noChangeAspect="1"/>
            </p:cNvPicPr>
            <p:nvPr/>
          </p:nvPicPr>
          <p:blipFill>
            <a:blip r:embed="rId3"/>
            <a:stretch>
              <a:fillRect/>
            </a:stretch>
          </p:blipFill>
          <p:spPr>
            <a:xfrm>
              <a:off x="1956659" y="461997"/>
              <a:ext cx="4994646" cy="2464890"/>
            </a:xfrm>
            <a:prstGeom prst="rect">
              <a:avLst/>
            </a:prstGeom>
            <a:grpFill/>
            <a:ln w="38100">
              <a:solidFill>
                <a:srgbClr val="F9BA8B"/>
              </a:solidFill>
            </a:ln>
          </p:spPr>
        </p:pic>
      </p:grpSp>
      <p:sp>
        <p:nvSpPr>
          <p:cNvPr id="4" name="TextBox 3">
            <a:extLst>
              <a:ext uri="{FF2B5EF4-FFF2-40B4-BE49-F238E27FC236}">
                <a16:creationId xmlns:a16="http://schemas.microsoft.com/office/drawing/2014/main" id="{9C99FEF2-1C79-6FFA-F0F1-BC304B736B87}"/>
              </a:ext>
            </a:extLst>
          </p:cNvPr>
          <p:cNvSpPr txBox="1"/>
          <p:nvPr/>
        </p:nvSpPr>
        <p:spPr>
          <a:xfrm>
            <a:off x="3351257" y="76770"/>
            <a:ext cx="5109518" cy="461665"/>
          </a:xfrm>
          <a:prstGeom prst="rect">
            <a:avLst/>
          </a:prstGeom>
          <a:noFill/>
        </p:spPr>
        <p:txBody>
          <a:bodyPr wrap="square">
            <a:spAutoFit/>
          </a:bodyPr>
          <a:lstStyle/>
          <a:p>
            <a:r>
              <a:rPr lang="en-US" sz="2400" b="1" dirty="0">
                <a:solidFill>
                  <a:srgbClr val="002060"/>
                </a:solidFill>
                <a:latin typeface="Aptos" panose="020B0004020202020204" pitchFamily="34" charset="0"/>
              </a:rPr>
              <a:t>Final Data Model</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25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255"/>
        <p:cNvGrpSpPr/>
        <p:nvPr/>
      </p:nvGrpSpPr>
      <p:grpSpPr>
        <a:xfrm>
          <a:off x="0" y="0"/>
          <a:ext cx="0" cy="0"/>
          <a:chOff x="0" y="0"/>
          <a:chExt cx="0" cy="0"/>
        </a:xfrm>
      </p:grpSpPr>
      <p:sp>
        <p:nvSpPr>
          <p:cNvPr id="1256" name="Google Shape;1256;p34"/>
          <p:cNvSpPr/>
          <p:nvPr/>
        </p:nvSpPr>
        <p:spPr>
          <a:xfrm>
            <a:off x="-94225" y="3782425"/>
            <a:ext cx="4442125" cy="1160325"/>
          </a:xfrm>
          <a:custGeom>
            <a:avLst/>
            <a:gdLst/>
            <a:ahLst/>
            <a:cxnLst/>
            <a:rect l="l" t="t" r="r" b="b"/>
            <a:pathLst>
              <a:path w="177685" h="46413" extrusionOk="0">
                <a:moveTo>
                  <a:pt x="53027" y="1"/>
                </a:moveTo>
                <a:cubicBezTo>
                  <a:pt x="53027" y="1"/>
                  <a:pt x="79109" y="2070"/>
                  <a:pt x="70927" y="2540"/>
                </a:cubicBezTo>
                <a:cubicBezTo>
                  <a:pt x="62761" y="3026"/>
                  <a:pt x="21224" y="5706"/>
                  <a:pt x="20644" y="7838"/>
                </a:cubicBezTo>
                <a:cubicBezTo>
                  <a:pt x="20064" y="9969"/>
                  <a:pt x="61977" y="9076"/>
                  <a:pt x="62369" y="12462"/>
                </a:cubicBezTo>
                <a:cubicBezTo>
                  <a:pt x="62761" y="15847"/>
                  <a:pt x="1" y="12462"/>
                  <a:pt x="1458" y="16098"/>
                </a:cubicBezTo>
                <a:cubicBezTo>
                  <a:pt x="2932" y="19750"/>
                  <a:pt x="51851" y="19202"/>
                  <a:pt x="51459" y="21380"/>
                </a:cubicBezTo>
                <a:cubicBezTo>
                  <a:pt x="51295" y="22331"/>
                  <a:pt x="42835" y="22437"/>
                  <a:pt x="33312" y="22437"/>
                </a:cubicBezTo>
                <a:cubicBezTo>
                  <a:pt x="30561" y="22437"/>
                  <a:pt x="27722" y="22428"/>
                  <a:pt x="24968" y="22428"/>
                </a:cubicBezTo>
                <a:cubicBezTo>
                  <a:pt x="15398" y="22428"/>
                  <a:pt x="6865" y="22536"/>
                  <a:pt x="6694" y="23496"/>
                </a:cubicBezTo>
                <a:cubicBezTo>
                  <a:pt x="6302" y="25691"/>
                  <a:pt x="55362" y="31240"/>
                  <a:pt x="52635" y="32964"/>
                </a:cubicBezTo>
                <a:cubicBezTo>
                  <a:pt x="51598" y="33619"/>
                  <a:pt x="46686" y="33692"/>
                  <a:pt x="40946" y="33692"/>
                </a:cubicBezTo>
                <a:cubicBezTo>
                  <a:pt x="39300" y="33692"/>
                  <a:pt x="37585" y="33686"/>
                  <a:pt x="35874" y="33686"/>
                </a:cubicBezTo>
                <a:cubicBezTo>
                  <a:pt x="27866" y="33686"/>
                  <a:pt x="19940" y="33818"/>
                  <a:pt x="19468" y="35315"/>
                </a:cubicBezTo>
                <a:cubicBezTo>
                  <a:pt x="18559" y="38246"/>
                  <a:pt x="53811" y="46412"/>
                  <a:pt x="53811" y="46412"/>
                </a:cubicBezTo>
                <a:lnTo>
                  <a:pt x="123875" y="46412"/>
                </a:lnTo>
                <a:cubicBezTo>
                  <a:pt x="123875" y="46412"/>
                  <a:pt x="159126" y="38246"/>
                  <a:pt x="158202" y="35315"/>
                </a:cubicBezTo>
                <a:cubicBezTo>
                  <a:pt x="157729" y="33818"/>
                  <a:pt x="149803" y="33686"/>
                  <a:pt x="141795" y="33686"/>
                </a:cubicBezTo>
                <a:cubicBezTo>
                  <a:pt x="140085" y="33686"/>
                  <a:pt x="138370" y="33692"/>
                  <a:pt x="136724" y="33692"/>
                </a:cubicBezTo>
                <a:cubicBezTo>
                  <a:pt x="130984" y="33692"/>
                  <a:pt x="126072" y="33619"/>
                  <a:pt x="125035" y="32964"/>
                </a:cubicBezTo>
                <a:cubicBezTo>
                  <a:pt x="122307" y="31240"/>
                  <a:pt x="171368" y="25691"/>
                  <a:pt x="170976" y="23496"/>
                </a:cubicBezTo>
                <a:cubicBezTo>
                  <a:pt x="170811" y="22536"/>
                  <a:pt x="162283" y="22428"/>
                  <a:pt x="152713" y="22428"/>
                </a:cubicBezTo>
                <a:cubicBezTo>
                  <a:pt x="149960" y="22428"/>
                  <a:pt x="147120" y="22437"/>
                  <a:pt x="144369" y="22437"/>
                </a:cubicBezTo>
                <a:cubicBezTo>
                  <a:pt x="134846" y="22437"/>
                  <a:pt x="126381" y="22331"/>
                  <a:pt x="126210" y="21380"/>
                </a:cubicBezTo>
                <a:cubicBezTo>
                  <a:pt x="125818" y="19202"/>
                  <a:pt x="174738" y="19750"/>
                  <a:pt x="176211" y="16098"/>
                </a:cubicBezTo>
                <a:cubicBezTo>
                  <a:pt x="177685" y="12462"/>
                  <a:pt x="114909" y="15847"/>
                  <a:pt x="115301" y="12462"/>
                </a:cubicBezTo>
                <a:cubicBezTo>
                  <a:pt x="115693" y="9076"/>
                  <a:pt x="157622" y="9969"/>
                  <a:pt x="157026" y="7838"/>
                </a:cubicBezTo>
                <a:cubicBezTo>
                  <a:pt x="156446" y="5706"/>
                  <a:pt x="114909" y="3026"/>
                  <a:pt x="106743" y="2540"/>
                </a:cubicBezTo>
                <a:cubicBezTo>
                  <a:pt x="98561" y="2070"/>
                  <a:pt x="124643" y="1"/>
                  <a:pt x="124643" y="1"/>
                </a:cubicBezTo>
                <a:close/>
              </a:path>
            </a:pathLst>
          </a:custGeom>
          <a:solidFill>
            <a:srgbClr val="FFFFFF">
              <a:alpha val="41070"/>
            </a:srgbClr>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57" name="Google Shape;1257;p34"/>
          <p:cNvSpPr/>
          <p:nvPr/>
        </p:nvSpPr>
        <p:spPr>
          <a:xfrm>
            <a:off x="-838450" y="4242475"/>
            <a:ext cx="5219975" cy="901025"/>
          </a:xfrm>
          <a:custGeom>
            <a:avLst/>
            <a:gdLst/>
            <a:ahLst/>
            <a:cxnLst/>
            <a:rect l="l" t="t" r="r" b="b"/>
            <a:pathLst>
              <a:path w="208799" h="36041" extrusionOk="0">
                <a:moveTo>
                  <a:pt x="11178" y="0"/>
                </a:moveTo>
                <a:lnTo>
                  <a:pt x="0" y="8522"/>
                </a:lnTo>
                <a:lnTo>
                  <a:pt x="0" y="36041"/>
                </a:lnTo>
                <a:lnTo>
                  <a:pt x="208798" y="36041"/>
                </a:lnTo>
                <a:lnTo>
                  <a:pt x="208798" y="19925"/>
                </a:lnTo>
                <a:lnTo>
                  <a:pt x="161254" y="27018"/>
                </a:lnTo>
                <a:lnTo>
                  <a:pt x="129800" y="19925"/>
                </a:lnTo>
                <a:lnTo>
                  <a:pt x="113259" y="16166"/>
                </a:lnTo>
                <a:lnTo>
                  <a:pt x="98021" y="23284"/>
                </a:lnTo>
                <a:lnTo>
                  <a:pt x="71955" y="3735"/>
                </a:lnTo>
                <a:lnTo>
                  <a:pt x="48472" y="23108"/>
                </a:lnTo>
                <a:lnTo>
                  <a:pt x="11178" y="0"/>
                </a:lnTo>
                <a:close/>
              </a:path>
            </a:pathLst>
          </a:custGeom>
          <a:solidFill>
            <a:srgbClr val="274E13"/>
          </a:solidFill>
          <a:ln>
            <a:solidFill>
              <a:srgbClr val="274E13"/>
            </a:solid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nvGrpSpPr>
          <p:cNvPr id="1258" name="Google Shape;1258;p34"/>
          <p:cNvGrpSpPr/>
          <p:nvPr/>
        </p:nvGrpSpPr>
        <p:grpSpPr>
          <a:xfrm>
            <a:off x="4766341" y="1416933"/>
            <a:ext cx="1530872" cy="2106828"/>
            <a:chOff x="4219225" y="4565175"/>
            <a:chExt cx="389525" cy="536075"/>
          </a:xfrm>
          <a:solidFill>
            <a:srgbClr val="38761D"/>
          </a:solidFill>
        </p:grpSpPr>
        <p:grpSp>
          <p:nvGrpSpPr>
            <p:cNvPr id="1259" name="Google Shape;1259;p34"/>
            <p:cNvGrpSpPr/>
            <p:nvPr/>
          </p:nvGrpSpPr>
          <p:grpSpPr>
            <a:xfrm>
              <a:off x="4295625" y="4565175"/>
              <a:ext cx="237100" cy="294300"/>
              <a:chOff x="4295625" y="4565175"/>
              <a:chExt cx="237100" cy="294300"/>
            </a:xfrm>
            <a:grpFill/>
          </p:grpSpPr>
          <p:sp>
            <p:nvSpPr>
              <p:cNvPr id="1260" name="Google Shape;1260;p34"/>
              <p:cNvSpPr/>
              <p:nvPr/>
            </p:nvSpPr>
            <p:spPr>
              <a:xfrm>
                <a:off x="4330900" y="4565175"/>
                <a:ext cx="166175" cy="189675"/>
              </a:xfrm>
              <a:custGeom>
                <a:avLst/>
                <a:gdLst/>
                <a:ahLst/>
                <a:cxnLst/>
                <a:rect l="l" t="t" r="r" b="b"/>
                <a:pathLst>
                  <a:path w="6647" h="7587" extrusionOk="0">
                    <a:moveTo>
                      <a:pt x="3323" y="0"/>
                    </a:moveTo>
                    <a:cubicBezTo>
                      <a:pt x="3323" y="0"/>
                      <a:pt x="2461" y="6850"/>
                      <a:pt x="1" y="6850"/>
                    </a:cubicBezTo>
                    <a:cubicBezTo>
                      <a:pt x="1" y="6850"/>
                      <a:pt x="1286" y="7587"/>
                      <a:pt x="3323" y="7587"/>
                    </a:cubicBezTo>
                    <a:cubicBezTo>
                      <a:pt x="5361" y="7587"/>
                      <a:pt x="6646" y="6850"/>
                      <a:pt x="6646" y="6850"/>
                    </a:cubicBezTo>
                    <a:cubicBezTo>
                      <a:pt x="4186" y="6850"/>
                      <a:pt x="3323" y="0"/>
                      <a:pt x="3323"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61" name="Google Shape;1261;p34"/>
              <p:cNvSpPr/>
              <p:nvPr/>
            </p:nvSpPr>
            <p:spPr>
              <a:xfrm>
                <a:off x="4295625" y="4689000"/>
                <a:ext cx="237100" cy="170475"/>
              </a:xfrm>
              <a:custGeom>
                <a:avLst/>
                <a:gdLst/>
                <a:ahLst/>
                <a:cxnLst/>
                <a:rect l="l" t="t" r="r" b="b"/>
                <a:pathLst>
                  <a:path w="9484" h="6819" extrusionOk="0">
                    <a:moveTo>
                      <a:pt x="4734" y="0"/>
                    </a:moveTo>
                    <a:cubicBezTo>
                      <a:pt x="4734" y="0"/>
                      <a:pt x="3214" y="5330"/>
                      <a:pt x="1" y="5330"/>
                    </a:cubicBezTo>
                    <a:cubicBezTo>
                      <a:pt x="1" y="5330"/>
                      <a:pt x="1882" y="6819"/>
                      <a:pt x="4734" y="6819"/>
                    </a:cubicBezTo>
                    <a:cubicBezTo>
                      <a:pt x="7587" y="6819"/>
                      <a:pt x="9484" y="5330"/>
                      <a:pt x="9484" y="5330"/>
                    </a:cubicBezTo>
                    <a:cubicBezTo>
                      <a:pt x="6255" y="5330"/>
                      <a:pt x="4734" y="0"/>
                      <a:pt x="4734"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1262" name="Google Shape;1262;p34"/>
            <p:cNvGrpSpPr/>
            <p:nvPr/>
          </p:nvGrpSpPr>
          <p:grpSpPr>
            <a:xfrm>
              <a:off x="4219225" y="4744250"/>
              <a:ext cx="389525" cy="357000"/>
              <a:chOff x="4219225" y="4744250"/>
              <a:chExt cx="389525" cy="357000"/>
            </a:xfrm>
            <a:grpFill/>
          </p:grpSpPr>
          <p:sp>
            <p:nvSpPr>
              <p:cNvPr id="1263" name="Google Shape;1263;p34"/>
              <p:cNvSpPr/>
              <p:nvPr/>
            </p:nvSpPr>
            <p:spPr>
              <a:xfrm>
                <a:off x="4271725" y="4744250"/>
                <a:ext cx="284525" cy="204175"/>
              </a:xfrm>
              <a:custGeom>
                <a:avLst/>
                <a:gdLst/>
                <a:ahLst/>
                <a:cxnLst/>
                <a:rect l="l" t="t" r="r" b="b"/>
                <a:pathLst>
                  <a:path w="11381" h="8167" extrusionOk="0">
                    <a:moveTo>
                      <a:pt x="5690" y="0"/>
                    </a:moveTo>
                    <a:cubicBezTo>
                      <a:pt x="5690" y="0"/>
                      <a:pt x="3872" y="6396"/>
                      <a:pt x="1" y="6396"/>
                    </a:cubicBezTo>
                    <a:cubicBezTo>
                      <a:pt x="1" y="6396"/>
                      <a:pt x="2273" y="8167"/>
                      <a:pt x="5690" y="8167"/>
                    </a:cubicBezTo>
                    <a:cubicBezTo>
                      <a:pt x="9107" y="8167"/>
                      <a:pt x="11380" y="6396"/>
                      <a:pt x="11380" y="6396"/>
                    </a:cubicBezTo>
                    <a:cubicBezTo>
                      <a:pt x="7509" y="6396"/>
                      <a:pt x="5690" y="0"/>
                      <a:pt x="5690"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64" name="Google Shape;1264;p34"/>
              <p:cNvSpPr/>
              <p:nvPr/>
            </p:nvSpPr>
            <p:spPr>
              <a:xfrm>
                <a:off x="4219225" y="4821450"/>
                <a:ext cx="389525" cy="279800"/>
              </a:xfrm>
              <a:custGeom>
                <a:avLst/>
                <a:gdLst/>
                <a:ahLst/>
                <a:cxnLst/>
                <a:rect l="l" t="t" r="r" b="b"/>
                <a:pathLst>
                  <a:path w="15581" h="11192" extrusionOk="0">
                    <a:moveTo>
                      <a:pt x="7790" y="0"/>
                    </a:moveTo>
                    <a:cubicBezTo>
                      <a:pt x="7790" y="0"/>
                      <a:pt x="5298" y="8762"/>
                      <a:pt x="0" y="8762"/>
                    </a:cubicBezTo>
                    <a:cubicBezTo>
                      <a:pt x="0" y="8762"/>
                      <a:pt x="3120" y="11192"/>
                      <a:pt x="7790" y="11192"/>
                    </a:cubicBezTo>
                    <a:cubicBezTo>
                      <a:pt x="12461" y="11192"/>
                      <a:pt x="15581" y="8762"/>
                      <a:pt x="15581" y="8762"/>
                    </a:cubicBezTo>
                    <a:cubicBezTo>
                      <a:pt x="10283" y="8762"/>
                      <a:pt x="7790" y="0"/>
                      <a:pt x="7790"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grpSp>
        <p:nvGrpSpPr>
          <p:cNvPr id="1265" name="Google Shape;1265;p34"/>
          <p:cNvGrpSpPr/>
          <p:nvPr/>
        </p:nvGrpSpPr>
        <p:grpSpPr>
          <a:xfrm>
            <a:off x="4293618" y="1788397"/>
            <a:ext cx="945961" cy="1301858"/>
            <a:chOff x="4219225" y="4565175"/>
            <a:chExt cx="389525" cy="536075"/>
          </a:xfrm>
          <a:solidFill>
            <a:srgbClr val="38761D"/>
          </a:solidFill>
        </p:grpSpPr>
        <p:grpSp>
          <p:nvGrpSpPr>
            <p:cNvPr id="1266" name="Google Shape;1266;p34"/>
            <p:cNvGrpSpPr/>
            <p:nvPr/>
          </p:nvGrpSpPr>
          <p:grpSpPr>
            <a:xfrm>
              <a:off x="4295625" y="4565175"/>
              <a:ext cx="237100" cy="294300"/>
              <a:chOff x="4295625" y="4565175"/>
              <a:chExt cx="237100" cy="294300"/>
            </a:xfrm>
            <a:grpFill/>
          </p:grpSpPr>
          <p:sp>
            <p:nvSpPr>
              <p:cNvPr id="1267" name="Google Shape;1267;p34"/>
              <p:cNvSpPr/>
              <p:nvPr/>
            </p:nvSpPr>
            <p:spPr>
              <a:xfrm>
                <a:off x="4330900" y="4565175"/>
                <a:ext cx="166175" cy="189675"/>
              </a:xfrm>
              <a:custGeom>
                <a:avLst/>
                <a:gdLst/>
                <a:ahLst/>
                <a:cxnLst/>
                <a:rect l="l" t="t" r="r" b="b"/>
                <a:pathLst>
                  <a:path w="6647" h="7587" extrusionOk="0">
                    <a:moveTo>
                      <a:pt x="3323" y="0"/>
                    </a:moveTo>
                    <a:cubicBezTo>
                      <a:pt x="3323" y="0"/>
                      <a:pt x="2461" y="6850"/>
                      <a:pt x="1" y="6850"/>
                    </a:cubicBezTo>
                    <a:cubicBezTo>
                      <a:pt x="1" y="6850"/>
                      <a:pt x="1286" y="7587"/>
                      <a:pt x="3323" y="7587"/>
                    </a:cubicBezTo>
                    <a:cubicBezTo>
                      <a:pt x="5361" y="7587"/>
                      <a:pt x="6646" y="6850"/>
                      <a:pt x="6646" y="6850"/>
                    </a:cubicBezTo>
                    <a:cubicBezTo>
                      <a:pt x="4186" y="6850"/>
                      <a:pt x="3323" y="0"/>
                      <a:pt x="3323"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68" name="Google Shape;1268;p34"/>
              <p:cNvSpPr/>
              <p:nvPr/>
            </p:nvSpPr>
            <p:spPr>
              <a:xfrm>
                <a:off x="4295625" y="4689000"/>
                <a:ext cx="237100" cy="170475"/>
              </a:xfrm>
              <a:custGeom>
                <a:avLst/>
                <a:gdLst/>
                <a:ahLst/>
                <a:cxnLst/>
                <a:rect l="l" t="t" r="r" b="b"/>
                <a:pathLst>
                  <a:path w="9484" h="6819" extrusionOk="0">
                    <a:moveTo>
                      <a:pt x="4734" y="0"/>
                    </a:moveTo>
                    <a:cubicBezTo>
                      <a:pt x="4734" y="0"/>
                      <a:pt x="3214" y="5330"/>
                      <a:pt x="1" y="5330"/>
                    </a:cubicBezTo>
                    <a:cubicBezTo>
                      <a:pt x="1" y="5330"/>
                      <a:pt x="1882" y="6819"/>
                      <a:pt x="4734" y="6819"/>
                    </a:cubicBezTo>
                    <a:cubicBezTo>
                      <a:pt x="7587" y="6819"/>
                      <a:pt x="9484" y="5330"/>
                      <a:pt x="9484" y="5330"/>
                    </a:cubicBezTo>
                    <a:cubicBezTo>
                      <a:pt x="6255" y="5330"/>
                      <a:pt x="4734" y="0"/>
                      <a:pt x="4734"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1269" name="Google Shape;1269;p34"/>
            <p:cNvGrpSpPr/>
            <p:nvPr/>
          </p:nvGrpSpPr>
          <p:grpSpPr>
            <a:xfrm>
              <a:off x="4219225" y="4744250"/>
              <a:ext cx="389525" cy="357000"/>
              <a:chOff x="4219225" y="4744250"/>
              <a:chExt cx="389525" cy="357000"/>
            </a:xfrm>
            <a:grpFill/>
          </p:grpSpPr>
          <p:sp>
            <p:nvSpPr>
              <p:cNvPr id="1270" name="Google Shape;1270;p34"/>
              <p:cNvSpPr/>
              <p:nvPr/>
            </p:nvSpPr>
            <p:spPr>
              <a:xfrm>
                <a:off x="4271725" y="4744250"/>
                <a:ext cx="284525" cy="204175"/>
              </a:xfrm>
              <a:custGeom>
                <a:avLst/>
                <a:gdLst/>
                <a:ahLst/>
                <a:cxnLst/>
                <a:rect l="l" t="t" r="r" b="b"/>
                <a:pathLst>
                  <a:path w="11381" h="8167" extrusionOk="0">
                    <a:moveTo>
                      <a:pt x="5690" y="0"/>
                    </a:moveTo>
                    <a:cubicBezTo>
                      <a:pt x="5690" y="0"/>
                      <a:pt x="3872" y="6396"/>
                      <a:pt x="1" y="6396"/>
                    </a:cubicBezTo>
                    <a:cubicBezTo>
                      <a:pt x="1" y="6396"/>
                      <a:pt x="2273" y="8167"/>
                      <a:pt x="5690" y="8167"/>
                    </a:cubicBezTo>
                    <a:cubicBezTo>
                      <a:pt x="9107" y="8167"/>
                      <a:pt x="11380" y="6396"/>
                      <a:pt x="11380" y="6396"/>
                    </a:cubicBezTo>
                    <a:cubicBezTo>
                      <a:pt x="7509" y="6396"/>
                      <a:pt x="5690" y="0"/>
                      <a:pt x="5690"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71" name="Google Shape;1271;p34"/>
              <p:cNvSpPr/>
              <p:nvPr/>
            </p:nvSpPr>
            <p:spPr>
              <a:xfrm>
                <a:off x="4219225" y="4821450"/>
                <a:ext cx="389525" cy="279800"/>
              </a:xfrm>
              <a:custGeom>
                <a:avLst/>
                <a:gdLst/>
                <a:ahLst/>
                <a:cxnLst/>
                <a:rect l="l" t="t" r="r" b="b"/>
                <a:pathLst>
                  <a:path w="15581" h="11192" extrusionOk="0">
                    <a:moveTo>
                      <a:pt x="7790" y="0"/>
                    </a:moveTo>
                    <a:cubicBezTo>
                      <a:pt x="7790" y="0"/>
                      <a:pt x="5298" y="8762"/>
                      <a:pt x="0" y="8762"/>
                    </a:cubicBezTo>
                    <a:cubicBezTo>
                      <a:pt x="0" y="8762"/>
                      <a:pt x="3120" y="11192"/>
                      <a:pt x="7790" y="11192"/>
                    </a:cubicBezTo>
                    <a:cubicBezTo>
                      <a:pt x="12461" y="11192"/>
                      <a:pt x="15581" y="8762"/>
                      <a:pt x="15581" y="8762"/>
                    </a:cubicBezTo>
                    <a:cubicBezTo>
                      <a:pt x="10283" y="8762"/>
                      <a:pt x="7790" y="0"/>
                      <a:pt x="7790"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sp>
        <p:nvSpPr>
          <p:cNvPr id="1272" name="Google Shape;1272;p34"/>
          <p:cNvSpPr/>
          <p:nvPr/>
        </p:nvSpPr>
        <p:spPr>
          <a:xfrm flipH="1">
            <a:off x="-1057094" y="1098231"/>
            <a:ext cx="8629070" cy="2684190"/>
          </a:xfrm>
          <a:custGeom>
            <a:avLst/>
            <a:gdLst/>
            <a:ahLst/>
            <a:cxnLst/>
            <a:rect l="l" t="t" r="r" b="b"/>
            <a:pathLst>
              <a:path w="195272" h="47557" extrusionOk="0">
                <a:moveTo>
                  <a:pt x="169456" y="6161"/>
                </a:moveTo>
                <a:cubicBezTo>
                  <a:pt x="153343" y="18559"/>
                  <a:pt x="158233" y="14907"/>
                  <a:pt x="149001" y="12290"/>
                </a:cubicBezTo>
                <a:lnTo>
                  <a:pt x="149001" y="12290"/>
                </a:lnTo>
                <a:cubicBezTo>
                  <a:pt x="139753" y="9688"/>
                  <a:pt x="141070" y="6020"/>
                  <a:pt x="130489" y="13340"/>
                </a:cubicBezTo>
                <a:lnTo>
                  <a:pt x="130489" y="13340"/>
                </a:lnTo>
                <a:cubicBezTo>
                  <a:pt x="125160" y="17023"/>
                  <a:pt x="118279" y="16318"/>
                  <a:pt x="111147" y="15628"/>
                </a:cubicBezTo>
                <a:lnTo>
                  <a:pt x="111147" y="15628"/>
                </a:lnTo>
                <a:cubicBezTo>
                  <a:pt x="104125" y="14938"/>
                  <a:pt x="96868" y="14233"/>
                  <a:pt x="90645" y="17760"/>
                </a:cubicBezTo>
                <a:lnTo>
                  <a:pt x="90645" y="17760"/>
                </a:lnTo>
                <a:cubicBezTo>
                  <a:pt x="78106" y="24829"/>
                  <a:pt x="65990" y="32980"/>
                  <a:pt x="62416" y="32494"/>
                </a:cubicBezTo>
                <a:lnTo>
                  <a:pt x="62416" y="32494"/>
                </a:lnTo>
                <a:cubicBezTo>
                  <a:pt x="29515" y="28058"/>
                  <a:pt x="1" y="47557"/>
                  <a:pt x="1" y="47557"/>
                </a:cubicBezTo>
                <a:lnTo>
                  <a:pt x="1" y="47557"/>
                </a:lnTo>
                <a:lnTo>
                  <a:pt x="195271" y="47557"/>
                </a:lnTo>
                <a:lnTo>
                  <a:pt x="195271" y="3935"/>
                </a:lnTo>
                <a:cubicBezTo>
                  <a:pt x="195271" y="3935"/>
                  <a:pt x="191525" y="1"/>
                  <a:pt x="184817" y="1"/>
                </a:cubicBezTo>
                <a:lnTo>
                  <a:pt x="184817" y="1"/>
                </a:lnTo>
                <a:cubicBezTo>
                  <a:pt x="180726" y="1"/>
                  <a:pt x="175553" y="1459"/>
                  <a:pt x="169456" y="6161"/>
                </a:cubicBezTo>
                <a:close/>
              </a:path>
            </a:pathLst>
          </a:custGeom>
          <a:solidFill>
            <a:srgbClr val="7A9E6A"/>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74" name="Google Shape;1274;p34"/>
          <p:cNvSpPr txBox="1">
            <a:spLocks noGrp="1"/>
          </p:cNvSpPr>
          <p:nvPr>
            <p:ph type="title" idx="2"/>
          </p:nvPr>
        </p:nvSpPr>
        <p:spPr>
          <a:xfrm>
            <a:off x="726493" y="478031"/>
            <a:ext cx="1599272" cy="1334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04</a:t>
            </a:r>
            <a:endParaRPr dirty="0"/>
          </a:p>
        </p:txBody>
      </p:sp>
      <p:sp>
        <p:nvSpPr>
          <p:cNvPr id="1277" name="Google Shape;1277;p34"/>
          <p:cNvSpPr/>
          <p:nvPr/>
        </p:nvSpPr>
        <p:spPr>
          <a:xfrm>
            <a:off x="4017683" y="3121844"/>
            <a:ext cx="2362528" cy="1915658"/>
          </a:xfrm>
          <a:custGeom>
            <a:avLst/>
            <a:gdLst/>
            <a:ahLst/>
            <a:cxnLst/>
            <a:rect l="l" t="t" r="r" b="b"/>
            <a:pathLst>
              <a:path w="96067" h="77896" extrusionOk="0">
                <a:moveTo>
                  <a:pt x="93685" y="0"/>
                </a:moveTo>
                <a:lnTo>
                  <a:pt x="1" y="77895"/>
                </a:lnTo>
                <a:lnTo>
                  <a:pt x="13434" y="77895"/>
                </a:lnTo>
                <a:lnTo>
                  <a:pt x="96066" y="3634"/>
                </a:lnTo>
                <a:lnTo>
                  <a:pt x="93685" y="0"/>
                </a:lnTo>
                <a:close/>
              </a:path>
            </a:pathLst>
          </a:custGeom>
          <a:solidFill>
            <a:schemeClr val="bg1">
              <a:lumMod val="65000"/>
            </a:schemeClr>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78" name="Google Shape;1278;p34"/>
          <p:cNvSpPr/>
          <p:nvPr/>
        </p:nvSpPr>
        <p:spPr>
          <a:xfrm>
            <a:off x="4012765" y="5033763"/>
            <a:ext cx="339008" cy="102354"/>
          </a:xfrm>
          <a:custGeom>
            <a:avLst/>
            <a:gdLst/>
            <a:ahLst/>
            <a:cxnLst/>
            <a:rect l="l" t="t" r="r" b="b"/>
            <a:pathLst>
              <a:path w="13785" h="4162" extrusionOk="0">
                <a:moveTo>
                  <a:pt x="0" y="1"/>
                </a:moveTo>
                <a:lnTo>
                  <a:pt x="0" y="4161"/>
                </a:lnTo>
                <a:lnTo>
                  <a:pt x="13785" y="4161"/>
                </a:lnTo>
                <a:lnTo>
                  <a:pt x="13785" y="1"/>
                </a:lnTo>
                <a:close/>
              </a:path>
            </a:pathLst>
          </a:custGeom>
          <a:solidFill>
            <a:schemeClr val="bg1">
              <a:lumMod val="50000"/>
            </a:schemeClr>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79" name="Google Shape;1279;p34"/>
          <p:cNvSpPr/>
          <p:nvPr/>
        </p:nvSpPr>
        <p:spPr>
          <a:xfrm>
            <a:off x="4341272" y="3491641"/>
            <a:ext cx="1725828" cy="1644476"/>
          </a:xfrm>
          <a:custGeom>
            <a:avLst/>
            <a:gdLst/>
            <a:ahLst/>
            <a:cxnLst/>
            <a:rect l="l" t="t" r="r" b="b"/>
            <a:pathLst>
              <a:path w="70177" h="66869" extrusionOk="0">
                <a:moveTo>
                  <a:pt x="70176" y="1"/>
                </a:moveTo>
                <a:lnTo>
                  <a:pt x="0" y="62658"/>
                </a:lnTo>
                <a:lnTo>
                  <a:pt x="0" y="66868"/>
                </a:lnTo>
                <a:lnTo>
                  <a:pt x="1680" y="66868"/>
                </a:lnTo>
                <a:lnTo>
                  <a:pt x="70176" y="1"/>
                </a:lnTo>
                <a:close/>
              </a:path>
            </a:pathLst>
          </a:custGeom>
          <a:solidFill>
            <a:schemeClr val="bg1">
              <a:lumMod val="50000"/>
            </a:schemeClr>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80" name="Google Shape;1280;p34"/>
          <p:cNvSpPr/>
          <p:nvPr/>
        </p:nvSpPr>
        <p:spPr>
          <a:xfrm>
            <a:off x="4538503" y="3092874"/>
            <a:ext cx="2400744" cy="2615216"/>
          </a:xfrm>
          <a:custGeom>
            <a:avLst/>
            <a:gdLst/>
            <a:ahLst/>
            <a:cxnLst/>
            <a:rect l="l" t="t" r="r" b="b"/>
            <a:pathLst>
              <a:path w="97621" h="106342" fill="none" extrusionOk="0">
                <a:moveTo>
                  <a:pt x="1" y="106342"/>
                </a:moveTo>
                <a:lnTo>
                  <a:pt x="97620" y="0"/>
                </a:lnTo>
              </a:path>
            </a:pathLst>
          </a:custGeom>
          <a:solidFill>
            <a:schemeClr val="lt2"/>
          </a:solidFill>
          <a:ln w="73300" cap="flat" cmpd="sng">
            <a:solidFill>
              <a:schemeClr val="bg1">
                <a:lumMod val="65000"/>
              </a:schemeClr>
            </a:solidFill>
            <a:prstDash val="solid"/>
            <a:miter lim="25062"/>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81" name="Google Shape;1281;p34"/>
          <p:cNvSpPr/>
          <p:nvPr/>
        </p:nvSpPr>
        <p:spPr>
          <a:xfrm>
            <a:off x="4593984" y="3144026"/>
            <a:ext cx="2397031" cy="2611527"/>
          </a:xfrm>
          <a:custGeom>
            <a:avLst/>
            <a:gdLst/>
            <a:ahLst/>
            <a:cxnLst/>
            <a:rect l="l" t="t" r="r" b="b"/>
            <a:pathLst>
              <a:path w="97470" h="106192" fill="none" extrusionOk="0">
                <a:moveTo>
                  <a:pt x="0" y="106191"/>
                </a:moveTo>
                <a:lnTo>
                  <a:pt x="97469" y="0"/>
                </a:lnTo>
              </a:path>
            </a:pathLst>
          </a:custGeom>
          <a:solidFill>
            <a:schemeClr val="dk1"/>
          </a:solidFill>
          <a:ln w="73300" cap="flat" cmpd="sng">
            <a:solidFill>
              <a:schemeClr val="bg1">
                <a:lumMod val="50000"/>
              </a:schemeClr>
            </a:solidFill>
            <a:prstDash val="solid"/>
            <a:miter lim="25062"/>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1282" name="Google Shape;1282;p34"/>
          <p:cNvSpPr/>
          <p:nvPr/>
        </p:nvSpPr>
        <p:spPr>
          <a:xfrm>
            <a:off x="5648560" y="3720942"/>
            <a:ext cx="1700547" cy="2090068"/>
          </a:xfrm>
          <a:custGeom>
            <a:avLst/>
            <a:gdLst/>
            <a:ahLst/>
            <a:cxnLst/>
            <a:rect l="l" t="t" r="r" b="b"/>
            <a:pathLst>
              <a:path w="69149" h="84988" fill="none" extrusionOk="0">
                <a:moveTo>
                  <a:pt x="1" y="84988"/>
                </a:moveTo>
                <a:lnTo>
                  <a:pt x="69149" y="0"/>
                </a:lnTo>
              </a:path>
            </a:pathLst>
          </a:custGeom>
          <a:solidFill>
            <a:schemeClr val="lt2"/>
          </a:solidFill>
          <a:ln w="73300" cap="flat" cmpd="sng">
            <a:solidFill>
              <a:schemeClr val="bg1">
                <a:lumMod val="65000"/>
              </a:schemeClr>
            </a:solidFill>
            <a:prstDash val="solid"/>
            <a:miter lim="25062"/>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83" name="Google Shape;1283;p34"/>
          <p:cNvSpPr/>
          <p:nvPr/>
        </p:nvSpPr>
        <p:spPr>
          <a:xfrm>
            <a:off x="5703426" y="3850987"/>
            <a:ext cx="1622269" cy="2007486"/>
          </a:xfrm>
          <a:custGeom>
            <a:avLst/>
            <a:gdLst/>
            <a:ahLst/>
            <a:cxnLst/>
            <a:rect l="l" t="t" r="r" b="b"/>
            <a:pathLst>
              <a:path w="65966" h="81630" fill="none" extrusionOk="0">
                <a:moveTo>
                  <a:pt x="0" y="81630"/>
                </a:moveTo>
                <a:lnTo>
                  <a:pt x="65966" y="0"/>
                </a:lnTo>
              </a:path>
            </a:pathLst>
          </a:custGeom>
          <a:solidFill>
            <a:schemeClr val="dk1"/>
          </a:solidFill>
          <a:ln w="73300" cap="flat" cmpd="sng">
            <a:solidFill>
              <a:schemeClr val="bg1">
                <a:lumMod val="50000"/>
              </a:schemeClr>
            </a:solidFill>
            <a:prstDash val="solid"/>
            <a:miter lim="25062"/>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84" name="Google Shape;1284;p34"/>
          <p:cNvSpPr/>
          <p:nvPr/>
        </p:nvSpPr>
        <p:spPr>
          <a:xfrm>
            <a:off x="5153021" y="4402621"/>
            <a:ext cx="271821" cy="271846"/>
          </a:xfrm>
          <a:custGeom>
            <a:avLst/>
            <a:gdLst/>
            <a:ahLst/>
            <a:cxnLst/>
            <a:rect l="l" t="t" r="r" b="b"/>
            <a:pathLst>
              <a:path w="11053" h="11054" fill="none" extrusionOk="0">
                <a:moveTo>
                  <a:pt x="0" y="11053"/>
                </a:moveTo>
                <a:lnTo>
                  <a:pt x="11053" y="1"/>
                </a:lnTo>
              </a:path>
            </a:pathLst>
          </a:custGeom>
          <a:noFill/>
          <a:ln w="20675" cap="rnd" cmpd="sng">
            <a:solidFill>
              <a:schemeClr val="bg1">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85" name="Google Shape;1285;p34"/>
          <p:cNvSpPr/>
          <p:nvPr/>
        </p:nvSpPr>
        <p:spPr>
          <a:xfrm>
            <a:off x="6200809" y="4166558"/>
            <a:ext cx="271845" cy="271846"/>
          </a:xfrm>
          <a:custGeom>
            <a:avLst/>
            <a:gdLst/>
            <a:ahLst/>
            <a:cxnLst/>
            <a:rect l="l" t="t" r="r" b="b"/>
            <a:pathLst>
              <a:path w="11054" h="11054" fill="none" extrusionOk="0">
                <a:moveTo>
                  <a:pt x="1" y="11053"/>
                </a:moveTo>
                <a:lnTo>
                  <a:pt x="11054" y="0"/>
                </a:lnTo>
              </a:path>
            </a:pathLst>
          </a:custGeom>
          <a:noFill/>
          <a:ln w="20675" cap="rnd" cmpd="sng">
            <a:solidFill>
              <a:schemeClr val="bg1">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86" name="Google Shape;1286;p34"/>
          <p:cNvSpPr/>
          <p:nvPr/>
        </p:nvSpPr>
        <p:spPr>
          <a:xfrm>
            <a:off x="4598288" y="4669499"/>
            <a:ext cx="271845" cy="271846"/>
          </a:xfrm>
          <a:custGeom>
            <a:avLst/>
            <a:gdLst/>
            <a:ahLst/>
            <a:cxnLst/>
            <a:rect l="l" t="t" r="r" b="b"/>
            <a:pathLst>
              <a:path w="11054" h="11054" fill="none" extrusionOk="0">
                <a:moveTo>
                  <a:pt x="1" y="11053"/>
                </a:moveTo>
                <a:lnTo>
                  <a:pt x="11053" y="1"/>
                </a:lnTo>
              </a:path>
            </a:pathLst>
          </a:custGeom>
          <a:noFill/>
          <a:ln w="20675" cap="rnd" cmpd="sng">
            <a:solidFill>
              <a:schemeClr val="bg1">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87" name="Google Shape;1287;p34"/>
          <p:cNvSpPr/>
          <p:nvPr/>
        </p:nvSpPr>
        <p:spPr>
          <a:xfrm>
            <a:off x="6076322" y="4681205"/>
            <a:ext cx="252713" cy="289724"/>
          </a:xfrm>
          <a:custGeom>
            <a:avLst/>
            <a:gdLst/>
            <a:ahLst/>
            <a:cxnLst/>
            <a:rect l="l" t="t" r="r" b="b"/>
            <a:pathLst>
              <a:path w="10276" h="11781" fill="none" extrusionOk="0">
                <a:moveTo>
                  <a:pt x="0" y="11780"/>
                </a:moveTo>
                <a:lnTo>
                  <a:pt x="10276" y="1"/>
                </a:lnTo>
              </a:path>
            </a:pathLst>
          </a:custGeom>
          <a:noFill/>
          <a:ln w="20675" cap="rnd" cmpd="sng">
            <a:solidFill>
              <a:schemeClr val="bg1">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88" name="Google Shape;1288;p34"/>
          <p:cNvSpPr/>
          <p:nvPr/>
        </p:nvSpPr>
        <p:spPr>
          <a:xfrm>
            <a:off x="7116117" y="4093838"/>
            <a:ext cx="248409" cy="293389"/>
          </a:xfrm>
          <a:custGeom>
            <a:avLst/>
            <a:gdLst/>
            <a:ahLst/>
            <a:cxnLst/>
            <a:rect l="l" t="t" r="r" b="b"/>
            <a:pathLst>
              <a:path w="10101" h="11930" fill="none" extrusionOk="0">
                <a:moveTo>
                  <a:pt x="0" y="11930"/>
                </a:moveTo>
                <a:lnTo>
                  <a:pt x="10100" y="0"/>
                </a:lnTo>
              </a:path>
            </a:pathLst>
          </a:custGeom>
          <a:noFill/>
          <a:ln w="20675" cap="rnd" cmpd="sng">
            <a:solidFill>
              <a:schemeClr val="bg1">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89" name="Google Shape;1289;p34"/>
          <p:cNvSpPr/>
          <p:nvPr/>
        </p:nvSpPr>
        <p:spPr>
          <a:xfrm>
            <a:off x="6766633" y="3939741"/>
            <a:ext cx="249024" cy="293413"/>
          </a:xfrm>
          <a:custGeom>
            <a:avLst/>
            <a:gdLst/>
            <a:ahLst/>
            <a:cxnLst/>
            <a:rect l="l" t="t" r="r" b="b"/>
            <a:pathLst>
              <a:path w="10126" h="11931" fill="none" extrusionOk="0">
                <a:moveTo>
                  <a:pt x="1" y="11930"/>
                </a:moveTo>
                <a:lnTo>
                  <a:pt x="10126" y="0"/>
                </a:lnTo>
              </a:path>
            </a:pathLst>
          </a:custGeom>
          <a:noFill/>
          <a:ln w="20675" cap="rnd" cmpd="sng">
            <a:solidFill>
              <a:schemeClr val="bg1">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92" name="Google Shape;1292;p34"/>
          <p:cNvSpPr/>
          <p:nvPr/>
        </p:nvSpPr>
        <p:spPr>
          <a:xfrm>
            <a:off x="8821558" y="2543920"/>
            <a:ext cx="227481" cy="210586"/>
          </a:xfrm>
          <a:custGeom>
            <a:avLst/>
            <a:gdLst/>
            <a:ahLst/>
            <a:cxnLst/>
            <a:rect l="l" t="t" r="r" b="b"/>
            <a:pathLst>
              <a:path w="9250" h="8563" extrusionOk="0">
                <a:moveTo>
                  <a:pt x="8900" y="1"/>
                </a:moveTo>
                <a:cubicBezTo>
                  <a:pt x="8029" y="1"/>
                  <a:pt x="7085" y="257"/>
                  <a:pt x="6215" y="257"/>
                </a:cubicBezTo>
                <a:cubicBezTo>
                  <a:pt x="6097" y="257"/>
                  <a:pt x="5980" y="252"/>
                  <a:pt x="5866" y="242"/>
                </a:cubicBezTo>
                <a:lnTo>
                  <a:pt x="26" y="442"/>
                </a:lnTo>
                <a:lnTo>
                  <a:pt x="1" y="8563"/>
                </a:lnTo>
                <a:cubicBezTo>
                  <a:pt x="3059" y="7861"/>
                  <a:pt x="5540" y="7836"/>
                  <a:pt x="9149" y="7786"/>
                </a:cubicBezTo>
                <a:lnTo>
                  <a:pt x="9249" y="16"/>
                </a:lnTo>
                <a:cubicBezTo>
                  <a:pt x="9134" y="6"/>
                  <a:pt x="9018" y="1"/>
                  <a:pt x="8900"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nvGrpSpPr>
          <p:cNvPr id="4" name="Group 3">
            <a:extLst>
              <a:ext uri="{FF2B5EF4-FFF2-40B4-BE49-F238E27FC236}">
                <a16:creationId xmlns:a16="http://schemas.microsoft.com/office/drawing/2014/main" id="{4F6F8EC1-7C75-CA10-5AE4-3AE4B2039C6A}"/>
              </a:ext>
            </a:extLst>
          </p:cNvPr>
          <p:cNvGrpSpPr/>
          <p:nvPr/>
        </p:nvGrpSpPr>
        <p:grpSpPr>
          <a:xfrm>
            <a:off x="9144000" y="1270988"/>
            <a:ext cx="3436827" cy="2055883"/>
            <a:chOff x="5609113" y="2041668"/>
            <a:chExt cx="3436827" cy="2055883"/>
          </a:xfrm>
        </p:grpSpPr>
        <p:sp>
          <p:nvSpPr>
            <p:cNvPr id="1301" name="Google Shape;1301;p34"/>
            <p:cNvSpPr/>
            <p:nvPr/>
          </p:nvSpPr>
          <p:spPr>
            <a:xfrm>
              <a:off x="5613442" y="3685184"/>
              <a:ext cx="1792375" cy="412367"/>
            </a:xfrm>
            <a:custGeom>
              <a:avLst/>
              <a:gdLst/>
              <a:ahLst/>
              <a:cxnLst/>
              <a:rect l="l" t="t" r="r" b="b"/>
              <a:pathLst>
                <a:path w="72883" h="16768" extrusionOk="0">
                  <a:moveTo>
                    <a:pt x="72883" y="0"/>
                  </a:moveTo>
                  <a:lnTo>
                    <a:pt x="0" y="51"/>
                  </a:lnTo>
                  <a:lnTo>
                    <a:pt x="25" y="12281"/>
                  </a:lnTo>
                  <a:cubicBezTo>
                    <a:pt x="25" y="15962"/>
                    <a:pt x="6438" y="16370"/>
                    <a:pt x="8711" y="16370"/>
                  </a:cubicBezTo>
                  <a:cubicBezTo>
                    <a:pt x="9209" y="16370"/>
                    <a:pt x="9508" y="16350"/>
                    <a:pt x="9499" y="16341"/>
                  </a:cubicBezTo>
                  <a:lnTo>
                    <a:pt x="62908" y="16341"/>
                  </a:lnTo>
                  <a:cubicBezTo>
                    <a:pt x="62958" y="16266"/>
                    <a:pt x="72256" y="16767"/>
                    <a:pt x="72256" y="12281"/>
                  </a:cubicBezTo>
                  <a:lnTo>
                    <a:pt x="72883" y="0"/>
                  </a:lnTo>
                  <a:close/>
                </a:path>
              </a:pathLst>
            </a:custGeom>
            <a:solidFill>
              <a:schemeClr val="accent4"/>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grpSp>
          <p:nvGrpSpPr>
            <p:cNvPr id="3" name="Group 2">
              <a:extLst>
                <a:ext uri="{FF2B5EF4-FFF2-40B4-BE49-F238E27FC236}">
                  <a16:creationId xmlns:a16="http://schemas.microsoft.com/office/drawing/2014/main" id="{9B302239-9634-6D34-1935-9A2113F407B4}"/>
                </a:ext>
              </a:extLst>
            </p:cNvPr>
            <p:cNvGrpSpPr/>
            <p:nvPr/>
          </p:nvGrpSpPr>
          <p:grpSpPr>
            <a:xfrm>
              <a:off x="5609113" y="2041668"/>
              <a:ext cx="3436827" cy="2046096"/>
              <a:chOff x="5609113" y="2041668"/>
              <a:chExt cx="3436827" cy="2046096"/>
            </a:xfrm>
          </p:grpSpPr>
          <p:sp>
            <p:nvSpPr>
              <p:cNvPr id="1291" name="Google Shape;1291;p34"/>
              <p:cNvSpPr/>
              <p:nvPr/>
            </p:nvSpPr>
            <p:spPr>
              <a:xfrm>
                <a:off x="6489279" y="2041668"/>
                <a:ext cx="2556661" cy="2031267"/>
              </a:xfrm>
              <a:custGeom>
                <a:avLst/>
                <a:gdLst/>
                <a:ahLst/>
                <a:cxnLst/>
                <a:rect l="l" t="t" r="r" b="b"/>
                <a:pathLst>
                  <a:path w="103961" h="82597" extrusionOk="0">
                    <a:moveTo>
                      <a:pt x="1611" y="0"/>
                    </a:moveTo>
                    <a:cubicBezTo>
                      <a:pt x="524" y="0"/>
                      <a:pt x="0" y="63"/>
                      <a:pt x="0" y="63"/>
                    </a:cubicBezTo>
                    <a:lnTo>
                      <a:pt x="15088" y="76079"/>
                    </a:lnTo>
                    <a:cubicBezTo>
                      <a:pt x="15088" y="76079"/>
                      <a:pt x="23905" y="82597"/>
                      <a:pt x="30841" y="82597"/>
                    </a:cubicBezTo>
                    <a:cubicBezTo>
                      <a:pt x="33009" y="82597"/>
                      <a:pt x="34993" y="81960"/>
                      <a:pt x="36467" y="80289"/>
                    </a:cubicBezTo>
                    <a:cubicBezTo>
                      <a:pt x="45640" y="69913"/>
                      <a:pt x="83660" y="37958"/>
                      <a:pt x="88196" y="34174"/>
                    </a:cubicBezTo>
                    <a:cubicBezTo>
                      <a:pt x="91892" y="31097"/>
                      <a:pt x="97933" y="30614"/>
                      <a:pt x="101365" y="30614"/>
                    </a:cubicBezTo>
                    <a:cubicBezTo>
                      <a:pt x="102937" y="30614"/>
                      <a:pt x="103961" y="30715"/>
                      <a:pt x="103961" y="30715"/>
                    </a:cubicBezTo>
                    <a:lnTo>
                      <a:pt x="103585" y="12695"/>
                    </a:lnTo>
                    <a:cubicBezTo>
                      <a:pt x="103585" y="12695"/>
                      <a:pt x="91065" y="14257"/>
                      <a:pt x="76115" y="14257"/>
                    </a:cubicBezTo>
                    <a:cubicBezTo>
                      <a:pt x="63887" y="14257"/>
                      <a:pt x="50033" y="13212"/>
                      <a:pt x="40076" y="9412"/>
                    </a:cubicBezTo>
                    <a:cubicBezTo>
                      <a:pt x="17828" y="893"/>
                      <a:pt x="5712" y="0"/>
                      <a:pt x="1611" y="0"/>
                    </a:cubicBezTo>
                    <a:close/>
                  </a:path>
                </a:pathLst>
              </a:custGeom>
              <a:solidFill>
                <a:srgbClr val="002E50"/>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98" name="Google Shape;1298;p34"/>
              <p:cNvSpPr/>
              <p:nvPr/>
            </p:nvSpPr>
            <p:spPr>
              <a:xfrm>
                <a:off x="5609113" y="2043217"/>
                <a:ext cx="1789916" cy="2044547"/>
              </a:xfrm>
              <a:custGeom>
                <a:avLst/>
                <a:gdLst/>
                <a:ahLst/>
                <a:cxnLst/>
                <a:rect l="l" t="t" r="r" b="b"/>
                <a:pathLst>
                  <a:path w="72783" h="83137" extrusionOk="0">
                    <a:moveTo>
                      <a:pt x="36392" y="0"/>
                    </a:moveTo>
                    <a:cubicBezTo>
                      <a:pt x="16291" y="0"/>
                      <a:pt x="1" y="16291"/>
                      <a:pt x="1" y="36391"/>
                    </a:cubicBezTo>
                    <a:lnTo>
                      <a:pt x="201" y="79048"/>
                    </a:lnTo>
                    <a:cubicBezTo>
                      <a:pt x="201" y="82729"/>
                      <a:pt x="6614" y="83137"/>
                      <a:pt x="8887" y="83137"/>
                    </a:cubicBezTo>
                    <a:cubicBezTo>
                      <a:pt x="9385" y="83137"/>
                      <a:pt x="9684" y="83117"/>
                      <a:pt x="9675" y="83108"/>
                    </a:cubicBezTo>
                    <a:lnTo>
                      <a:pt x="63084" y="83108"/>
                    </a:lnTo>
                    <a:cubicBezTo>
                      <a:pt x="63134" y="83033"/>
                      <a:pt x="72432" y="76843"/>
                      <a:pt x="72432" y="72356"/>
                    </a:cubicBezTo>
                    <a:lnTo>
                      <a:pt x="72783" y="36391"/>
                    </a:lnTo>
                    <a:cubicBezTo>
                      <a:pt x="72783" y="16291"/>
                      <a:pt x="56492" y="0"/>
                      <a:pt x="36392" y="0"/>
                    </a:cubicBezTo>
                    <a:close/>
                  </a:path>
                </a:pathLst>
              </a:custGeom>
              <a:solidFill>
                <a:srgbClr val="002E50"/>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grpSp>
            <p:nvGrpSpPr>
              <p:cNvPr id="2" name="Group 1">
                <a:extLst>
                  <a:ext uri="{FF2B5EF4-FFF2-40B4-BE49-F238E27FC236}">
                    <a16:creationId xmlns:a16="http://schemas.microsoft.com/office/drawing/2014/main" id="{F380EC50-1F2C-D430-95D8-317B4C495B44}"/>
                  </a:ext>
                </a:extLst>
              </p:cNvPr>
              <p:cNvGrpSpPr/>
              <p:nvPr/>
            </p:nvGrpSpPr>
            <p:grpSpPr>
              <a:xfrm>
                <a:off x="5758267" y="2217627"/>
                <a:ext cx="3202017" cy="1751724"/>
                <a:chOff x="5758267" y="2217627"/>
                <a:chExt cx="3202017" cy="1751724"/>
              </a:xfrm>
            </p:grpSpPr>
            <p:sp>
              <p:nvSpPr>
                <p:cNvPr id="1293" name="Google Shape;1293;p34"/>
                <p:cNvSpPr/>
                <p:nvPr/>
              </p:nvSpPr>
              <p:spPr>
                <a:xfrm>
                  <a:off x="8522636" y="2565881"/>
                  <a:ext cx="228071" cy="291569"/>
                </a:xfrm>
                <a:custGeom>
                  <a:avLst/>
                  <a:gdLst/>
                  <a:ahLst/>
                  <a:cxnLst/>
                  <a:rect l="l" t="t" r="r" b="b"/>
                  <a:pathLst>
                    <a:path w="9274" h="11856" extrusionOk="0">
                      <a:moveTo>
                        <a:pt x="51" y="0"/>
                      </a:moveTo>
                      <a:lnTo>
                        <a:pt x="0" y="11855"/>
                      </a:lnTo>
                      <a:cubicBezTo>
                        <a:pt x="3083" y="10702"/>
                        <a:pt x="6141" y="9725"/>
                        <a:pt x="9224" y="8898"/>
                      </a:cubicBezTo>
                      <a:lnTo>
                        <a:pt x="9274" y="101"/>
                      </a:lnTo>
                      <a:lnTo>
                        <a:pt x="51" y="0"/>
                      </a:lnTo>
                      <a:close/>
                    </a:path>
                  </a:pathLst>
                </a:custGeom>
                <a:solidFill>
                  <a:schemeClr val="dk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94" name="Google Shape;1294;p34"/>
                <p:cNvSpPr/>
                <p:nvPr/>
              </p:nvSpPr>
              <p:spPr>
                <a:xfrm>
                  <a:off x="7882247" y="2533837"/>
                  <a:ext cx="232989" cy="676786"/>
                </a:xfrm>
                <a:custGeom>
                  <a:avLst/>
                  <a:gdLst/>
                  <a:ahLst/>
                  <a:cxnLst/>
                  <a:rect l="l" t="t" r="r" b="b"/>
                  <a:pathLst>
                    <a:path w="9474" h="27520" extrusionOk="0">
                      <a:moveTo>
                        <a:pt x="301" y="0"/>
                      </a:moveTo>
                      <a:lnTo>
                        <a:pt x="0" y="27519"/>
                      </a:lnTo>
                      <a:cubicBezTo>
                        <a:pt x="2958" y="25238"/>
                        <a:pt x="6316" y="22707"/>
                        <a:pt x="9449" y="21003"/>
                      </a:cubicBezTo>
                      <a:lnTo>
                        <a:pt x="9474" y="1128"/>
                      </a:lnTo>
                      <a:lnTo>
                        <a:pt x="301" y="0"/>
                      </a:lnTo>
                      <a:close/>
                    </a:path>
                  </a:pathLst>
                </a:custGeom>
                <a:solidFill>
                  <a:schemeClr val="dk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95" name="Google Shape;1295;p34"/>
                <p:cNvSpPr/>
                <p:nvPr/>
              </p:nvSpPr>
              <p:spPr>
                <a:xfrm>
                  <a:off x="8210139" y="2546773"/>
                  <a:ext cx="231169" cy="449969"/>
                </a:xfrm>
                <a:custGeom>
                  <a:avLst/>
                  <a:gdLst/>
                  <a:ahLst/>
                  <a:cxnLst/>
                  <a:rect l="l" t="t" r="r" b="b"/>
                  <a:pathLst>
                    <a:path w="9400" h="18297" extrusionOk="0">
                      <a:moveTo>
                        <a:pt x="201" y="0"/>
                      </a:moveTo>
                      <a:lnTo>
                        <a:pt x="1" y="18296"/>
                      </a:lnTo>
                      <a:cubicBezTo>
                        <a:pt x="2532" y="16993"/>
                        <a:pt x="5063" y="15740"/>
                        <a:pt x="7620" y="14612"/>
                      </a:cubicBezTo>
                      <a:cubicBezTo>
                        <a:pt x="8171" y="14361"/>
                        <a:pt x="8697" y="14136"/>
                        <a:pt x="9249" y="13910"/>
                      </a:cubicBezTo>
                      <a:lnTo>
                        <a:pt x="9399" y="602"/>
                      </a:lnTo>
                      <a:lnTo>
                        <a:pt x="201" y="0"/>
                      </a:lnTo>
                      <a:close/>
                    </a:path>
                  </a:pathLst>
                </a:custGeom>
                <a:solidFill>
                  <a:schemeClr val="dk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96" name="Google Shape;1296;p34"/>
                <p:cNvSpPr/>
                <p:nvPr/>
              </p:nvSpPr>
              <p:spPr>
                <a:xfrm>
                  <a:off x="7505638" y="2432123"/>
                  <a:ext cx="286650" cy="1020097"/>
                </a:xfrm>
                <a:custGeom>
                  <a:avLst/>
                  <a:gdLst/>
                  <a:ahLst/>
                  <a:cxnLst/>
                  <a:rect l="l" t="t" r="r" b="b"/>
                  <a:pathLst>
                    <a:path w="11656" h="41480" extrusionOk="0">
                      <a:moveTo>
                        <a:pt x="1" y="1"/>
                      </a:moveTo>
                      <a:lnTo>
                        <a:pt x="2056" y="41480"/>
                      </a:lnTo>
                      <a:cubicBezTo>
                        <a:pt x="5615" y="38522"/>
                        <a:pt x="8071" y="36417"/>
                        <a:pt x="11329" y="34136"/>
                      </a:cubicBezTo>
                      <a:lnTo>
                        <a:pt x="11655" y="3359"/>
                      </a:lnTo>
                      <a:lnTo>
                        <a:pt x="1" y="1"/>
                      </a:lnTo>
                      <a:close/>
                    </a:path>
                  </a:pathLst>
                </a:custGeom>
                <a:solidFill>
                  <a:schemeClr val="dk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97" name="Google Shape;1297;p34"/>
                <p:cNvSpPr/>
                <p:nvPr/>
              </p:nvSpPr>
              <p:spPr>
                <a:xfrm>
                  <a:off x="7505638" y="2353845"/>
                  <a:ext cx="1454646" cy="109683"/>
                </a:xfrm>
                <a:custGeom>
                  <a:avLst/>
                  <a:gdLst/>
                  <a:ahLst/>
                  <a:cxnLst/>
                  <a:rect l="l" t="t" r="r" b="b"/>
                  <a:pathLst>
                    <a:path w="59150" h="4460" extrusionOk="0">
                      <a:moveTo>
                        <a:pt x="1" y="1"/>
                      </a:moveTo>
                      <a:cubicBezTo>
                        <a:pt x="1" y="1"/>
                        <a:pt x="201" y="101"/>
                        <a:pt x="627" y="251"/>
                      </a:cubicBezTo>
                      <a:cubicBezTo>
                        <a:pt x="1028" y="377"/>
                        <a:pt x="1630" y="577"/>
                        <a:pt x="2432" y="828"/>
                      </a:cubicBezTo>
                      <a:cubicBezTo>
                        <a:pt x="3209" y="1053"/>
                        <a:pt x="4161" y="1329"/>
                        <a:pt x="5264" y="1580"/>
                      </a:cubicBezTo>
                      <a:cubicBezTo>
                        <a:pt x="6367" y="1855"/>
                        <a:pt x="7620" y="2156"/>
                        <a:pt x="8998" y="2407"/>
                      </a:cubicBezTo>
                      <a:cubicBezTo>
                        <a:pt x="9675" y="2532"/>
                        <a:pt x="10402" y="2683"/>
                        <a:pt x="11129" y="2808"/>
                      </a:cubicBezTo>
                      <a:cubicBezTo>
                        <a:pt x="11881" y="2908"/>
                        <a:pt x="12658" y="3058"/>
                        <a:pt x="13460" y="3159"/>
                      </a:cubicBezTo>
                      <a:cubicBezTo>
                        <a:pt x="14237" y="3284"/>
                        <a:pt x="15064" y="3384"/>
                        <a:pt x="15891" y="3510"/>
                      </a:cubicBezTo>
                      <a:cubicBezTo>
                        <a:pt x="16718" y="3610"/>
                        <a:pt x="17595" y="3685"/>
                        <a:pt x="18447" y="3785"/>
                      </a:cubicBezTo>
                      <a:cubicBezTo>
                        <a:pt x="19324" y="3886"/>
                        <a:pt x="20201" y="3936"/>
                        <a:pt x="21104" y="4011"/>
                      </a:cubicBezTo>
                      <a:cubicBezTo>
                        <a:pt x="22006" y="4086"/>
                        <a:pt x="22908" y="4161"/>
                        <a:pt x="23836" y="4211"/>
                      </a:cubicBezTo>
                      <a:cubicBezTo>
                        <a:pt x="24738" y="4261"/>
                        <a:pt x="25665" y="4312"/>
                        <a:pt x="26592" y="4362"/>
                      </a:cubicBezTo>
                      <a:cubicBezTo>
                        <a:pt x="27520" y="4387"/>
                        <a:pt x="28447" y="4412"/>
                        <a:pt x="29400" y="4437"/>
                      </a:cubicBezTo>
                      <a:cubicBezTo>
                        <a:pt x="30018" y="4454"/>
                        <a:pt x="30639" y="4459"/>
                        <a:pt x="31260" y="4459"/>
                      </a:cubicBezTo>
                      <a:cubicBezTo>
                        <a:pt x="32502" y="4459"/>
                        <a:pt x="33744" y="4437"/>
                        <a:pt x="34963" y="4437"/>
                      </a:cubicBezTo>
                      <a:cubicBezTo>
                        <a:pt x="36793" y="4412"/>
                        <a:pt x="38598" y="4312"/>
                        <a:pt x="40352" y="4261"/>
                      </a:cubicBezTo>
                      <a:cubicBezTo>
                        <a:pt x="42081" y="4136"/>
                        <a:pt x="43786" y="4011"/>
                        <a:pt x="45365" y="3911"/>
                      </a:cubicBezTo>
                      <a:cubicBezTo>
                        <a:pt x="46969" y="3810"/>
                        <a:pt x="48472" y="3660"/>
                        <a:pt x="49876" y="3560"/>
                      </a:cubicBezTo>
                      <a:cubicBezTo>
                        <a:pt x="51279" y="3434"/>
                        <a:pt x="52532" y="3309"/>
                        <a:pt x="53685" y="3184"/>
                      </a:cubicBezTo>
                      <a:cubicBezTo>
                        <a:pt x="54813" y="3084"/>
                        <a:pt x="55791" y="2983"/>
                        <a:pt x="56593" y="2883"/>
                      </a:cubicBezTo>
                      <a:cubicBezTo>
                        <a:pt x="58221" y="2708"/>
                        <a:pt x="59149" y="2607"/>
                        <a:pt x="59149" y="2607"/>
                      </a:cubicBezTo>
                      <a:lnTo>
                        <a:pt x="59149" y="2607"/>
                      </a:lnTo>
                      <a:cubicBezTo>
                        <a:pt x="59149" y="2607"/>
                        <a:pt x="58221" y="2683"/>
                        <a:pt x="56593" y="2808"/>
                      </a:cubicBezTo>
                      <a:cubicBezTo>
                        <a:pt x="55791" y="2883"/>
                        <a:pt x="54788" y="2958"/>
                        <a:pt x="53660" y="3058"/>
                      </a:cubicBezTo>
                      <a:cubicBezTo>
                        <a:pt x="52532" y="3159"/>
                        <a:pt x="51254" y="3234"/>
                        <a:pt x="49851" y="3334"/>
                      </a:cubicBezTo>
                      <a:cubicBezTo>
                        <a:pt x="48472" y="3434"/>
                        <a:pt x="46969" y="3560"/>
                        <a:pt x="45365" y="3635"/>
                      </a:cubicBezTo>
                      <a:cubicBezTo>
                        <a:pt x="43760" y="3710"/>
                        <a:pt x="42081" y="3810"/>
                        <a:pt x="40327" y="3911"/>
                      </a:cubicBezTo>
                      <a:cubicBezTo>
                        <a:pt x="38598" y="3936"/>
                        <a:pt x="36793" y="4036"/>
                        <a:pt x="34963" y="4036"/>
                      </a:cubicBezTo>
                      <a:cubicBezTo>
                        <a:pt x="33904" y="4036"/>
                        <a:pt x="32844" y="4052"/>
                        <a:pt x="31784" y="4052"/>
                      </a:cubicBezTo>
                      <a:cubicBezTo>
                        <a:pt x="30989" y="4052"/>
                        <a:pt x="30194" y="4043"/>
                        <a:pt x="29400" y="4011"/>
                      </a:cubicBezTo>
                      <a:cubicBezTo>
                        <a:pt x="28472" y="3986"/>
                        <a:pt x="27545" y="3961"/>
                        <a:pt x="26618" y="3936"/>
                      </a:cubicBezTo>
                      <a:cubicBezTo>
                        <a:pt x="25690" y="3911"/>
                        <a:pt x="24763" y="3860"/>
                        <a:pt x="23861" y="3810"/>
                      </a:cubicBezTo>
                      <a:cubicBezTo>
                        <a:pt x="22933" y="3785"/>
                        <a:pt x="22031" y="3710"/>
                        <a:pt x="21129" y="3635"/>
                      </a:cubicBezTo>
                      <a:cubicBezTo>
                        <a:pt x="20252" y="3560"/>
                        <a:pt x="19349" y="3510"/>
                        <a:pt x="18497" y="3409"/>
                      </a:cubicBezTo>
                      <a:cubicBezTo>
                        <a:pt x="17620" y="3334"/>
                        <a:pt x="16768" y="3234"/>
                        <a:pt x="15941" y="3159"/>
                      </a:cubicBezTo>
                      <a:cubicBezTo>
                        <a:pt x="15089" y="3058"/>
                        <a:pt x="14287" y="2958"/>
                        <a:pt x="13485" y="2858"/>
                      </a:cubicBezTo>
                      <a:cubicBezTo>
                        <a:pt x="12708" y="2758"/>
                        <a:pt x="11931" y="2632"/>
                        <a:pt x="11179" y="2532"/>
                      </a:cubicBezTo>
                      <a:cubicBezTo>
                        <a:pt x="10452" y="2407"/>
                        <a:pt x="9725" y="2282"/>
                        <a:pt x="9049" y="2156"/>
                      </a:cubicBezTo>
                      <a:cubicBezTo>
                        <a:pt x="8347" y="2056"/>
                        <a:pt x="7695" y="1931"/>
                        <a:pt x="7069" y="1805"/>
                      </a:cubicBezTo>
                      <a:cubicBezTo>
                        <a:pt x="6442" y="1680"/>
                        <a:pt x="5840" y="1555"/>
                        <a:pt x="5289" y="1429"/>
                      </a:cubicBezTo>
                      <a:cubicBezTo>
                        <a:pt x="4186" y="1179"/>
                        <a:pt x="3234" y="953"/>
                        <a:pt x="2457" y="753"/>
                      </a:cubicBezTo>
                      <a:cubicBezTo>
                        <a:pt x="1655" y="527"/>
                        <a:pt x="1053" y="352"/>
                        <a:pt x="627" y="226"/>
                      </a:cubicBezTo>
                      <a:cubicBezTo>
                        <a:pt x="202" y="76"/>
                        <a:pt x="1" y="1"/>
                        <a:pt x="1" y="1"/>
                      </a:cubicBezTo>
                      <a:close/>
                    </a:path>
                  </a:pathLst>
                </a:custGeom>
                <a:solidFill>
                  <a:srgbClr val="CBE5F9"/>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99" name="Google Shape;1299;p34"/>
                <p:cNvSpPr/>
                <p:nvPr/>
              </p:nvSpPr>
              <p:spPr>
                <a:xfrm>
                  <a:off x="5783548" y="2217627"/>
                  <a:ext cx="1440456" cy="1696243"/>
                </a:xfrm>
                <a:custGeom>
                  <a:avLst/>
                  <a:gdLst/>
                  <a:ahLst/>
                  <a:cxnLst/>
                  <a:rect l="l" t="t" r="r" b="b"/>
                  <a:pathLst>
                    <a:path w="58573" h="68974" extrusionOk="0">
                      <a:moveTo>
                        <a:pt x="29299" y="1"/>
                      </a:moveTo>
                      <a:cubicBezTo>
                        <a:pt x="13133" y="1"/>
                        <a:pt x="0" y="13159"/>
                        <a:pt x="0" y="29274"/>
                      </a:cubicBezTo>
                      <a:lnTo>
                        <a:pt x="201" y="65239"/>
                      </a:lnTo>
                      <a:cubicBezTo>
                        <a:pt x="928" y="66167"/>
                        <a:pt x="2757" y="67721"/>
                        <a:pt x="4612" y="68974"/>
                      </a:cubicBezTo>
                      <a:lnTo>
                        <a:pt x="53635" y="68974"/>
                      </a:lnTo>
                      <a:cubicBezTo>
                        <a:pt x="56692" y="66467"/>
                        <a:pt x="57870" y="65114"/>
                        <a:pt x="58246" y="64538"/>
                      </a:cubicBezTo>
                      <a:lnTo>
                        <a:pt x="58572" y="29274"/>
                      </a:lnTo>
                      <a:cubicBezTo>
                        <a:pt x="58572" y="13134"/>
                        <a:pt x="45439" y="1"/>
                        <a:pt x="29299" y="1"/>
                      </a:cubicBezTo>
                      <a:close/>
                    </a:path>
                  </a:pathLst>
                </a:custGeom>
                <a:solidFill>
                  <a:srgbClr val="0070C0"/>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1302" name="Google Shape;1302;p34"/>
                <p:cNvSpPr/>
                <p:nvPr/>
              </p:nvSpPr>
              <p:spPr>
                <a:xfrm>
                  <a:off x="5758267" y="3773939"/>
                  <a:ext cx="195412" cy="195412"/>
                </a:xfrm>
                <a:custGeom>
                  <a:avLst/>
                  <a:gdLst/>
                  <a:ahLst/>
                  <a:cxnLst/>
                  <a:rect l="l" t="t" r="r" b="b"/>
                  <a:pathLst>
                    <a:path w="7946" h="7946" extrusionOk="0">
                      <a:moveTo>
                        <a:pt x="3961" y="0"/>
                      </a:moveTo>
                      <a:cubicBezTo>
                        <a:pt x="1780" y="0"/>
                        <a:pt x="1" y="1780"/>
                        <a:pt x="1" y="3960"/>
                      </a:cubicBezTo>
                      <a:cubicBezTo>
                        <a:pt x="1" y="6166"/>
                        <a:pt x="1780" y="7945"/>
                        <a:pt x="3961" y="7945"/>
                      </a:cubicBezTo>
                      <a:cubicBezTo>
                        <a:pt x="6166" y="7945"/>
                        <a:pt x="7946" y="6166"/>
                        <a:pt x="7946" y="3960"/>
                      </a:cubicBezTo>
                      <a:cubicBezTo>
                        <a:pt x="7946" y="1780"/>
                        <a:pt x="6166" y="0"/>
                        <a:pt x="3961" y="0"/>
                      </a:cubicBezTo>
                      <a:close/>
                    </a:path>
                  </a:pathLst>
                </a:custGeom>
                <a:solidFill>
                  <a:srgbClr val="FCFCFC"/>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03" name="Google Shape;1303;p34"/>
                <p:cNvSpPr/>
                <p:nvPr/>
              </p:nvSpPr>
              <p:spPr>
                <a:xfrm>
                  <a:off x="5768743" y="3785030"/>
                  <a:ext cx="173844" cy="173230"/>
                </a:xfrm>
                <a:custGeom>
                  <a:avLst/>
                  <a:gdLst/>
                  <a:ahLst/>
                  <a:cxnLst/>
                  <a:rect l="l" t="t" r="r" b="b"/>
                  <a:pathLst>
                    <a:path w="7069" h="7044" extrusionOk="0">
                      <a:moveTo>
                        <a:pt x="3535" y="1"/>
                      </a:moveTo>
                      <a:cubicBezTo>
                        <a:pt x="1580" y="1"/>
                        <a:pt x="1" y="1580"/>
                        <a:pt x="1" y="3509"/>
                      </a:cubicBezTo>
                      <a:cubicBezTo>
                        <a:pt x="1" y="5464"/>
                        <a:pt x="1580" y="7043"/>
                        <a:pt x="3535" y="7043"/>
                      </a:cubicBezTo>
                      <a:cubicBezTo>
                        <a:pt x="5490" y="7043"/>
                        <a:pt x="7069" y="5464"/>
                        <a:pt x="7069" y="3509"/>
                      </a:cubicBezTo>
                      <a:cubicBezTo>
                        <a:pt x="7069" y="1580"/>
                        <a:pt x="5490" y="1"/>
                        <a:pt x="3535"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04" name="Google Shape;1304;p34"/>
                <p:cNvSpPr/>
                <p:nvPr/>
              </p:nvSpPr>
              <p:spPr>
                <a:xfrm>
                  <a:off x="7042143" y="3773939"/>
                  <a:ext cx="195412" cy="195412"/>
                </a:xfrm>
                <a:custGeom>
                  <a:avLst/>
                  <a:gdLst/>
                  <a:ahLst/>
                  <a:cxnLst/>
                  <a:rect l="l" t="t" r="r" b="b"/>
                  <a:pathLst>
                    <a:path w="7946" h="7946" extrusionOk="0">
                      <a:moveTo>
                        <a:pt x="3961" y="0"/>
                      </a:moveTo>
                      <a:cubicBezTo>
                        <a:pt x="1780" y="0"/>
                        <a:pt x="1" y="1780"/>
                        <a:pt x="1" y="3960"/>
                      </a:cubicBezTo>
                      <a:cubicBezTo>
                        <a:pt x="1" y="6166"/>
                        <a:pt x="1780" y="7945"/>
                        <a:pt x="3961" y="7945"/>
                      </a:cubicBezTo>
                      <a:cubicBezTo>
                        <a:pt x="6166" y="7945"/>
                        <a:pt x="7946" y="6166"/>
                        <a:pt x="7946" y="3960"/>
                      </a:cubicBezTo>
                      <a:cubicBezTo>
                        <a:pt x="7946" y="1780"/>
                        <a:pt x="6166" y="0"/>
                        <a:pt x="3961" y="0"/>
                      </a:cubicBezTo>
                      <a:close/>
                    </a:path>
                  </a:pathLst>
                </a:custGeom>
                <a:solidFill>
                  <a:srgbClr val="FCFCFC"/>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05" name="Google Shape;1305;p34"/>
                <p:cNvSpPr/>
                <p:nvPr/>
              </p:nvSpPr>
              <p:spPr>
                <a:xfrm>
                  <a:off x="7053234" y="3785030"/>
                  <a:ext cx="173230" cy="173230"/>
                </a:xfrm>
                <a:custGeom>
                  <a:avLst/>
                  <a:gdLst/>
                  <a:ahLst/>
                  <a:cxnLst/>
                  <a:rect l="l" t="t" r="r" b="b"/>
                  <a:pathLst>
                    <a:path w="7044" h="7044" extrusionOk="0">
                      <a:moveTo>
                        <a:pt x="3510" y="1"/>
                      </a:moveTo>
                      <a:cubicBezTo>
                        <a:pt x="1580" y="1"/>
                        <a:pt x="1" y="1580"/>
                        <a:pt x="1" y="3509"/>
                      </a:cubicBezTo>
                      <a:cubicBezTo>
                        <a:pt x="1" y="5464"/>
                        <a:pt x="1580" y="7043"/>
                        <a:pt x="3510" y="7043"/>
                      </a:cubicBezTo>
                      <a:cubicBezTo>
                        <a:pt x="5464" y="7043"/>
                        <a:pt x="7043" y="5464"/>
                        <a:pt x="7043" y="3509"/>
                      </a:cubicBezTo>
                      <a:cubicBezTo>
                        <a:pt x="7043" y="1580"/>
                        <a:pt x="5464" y="1"/>
                        <a:pt x="3510"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06" name="Google Shape;1306;p34"/>
                <p:cNvSpPr/>
                <p:nvPr/>
              </p:nvSpPr>
              <p:spPr>
                <a:xfrm>
                  <a:off x="6026399" y="3780111"/>
                  <a:ext cx="944893" cy="20977"/>
                </a:xfrm>
                <a:custGeom>
                  <a:avLst/>
                  <a:gdLst/>
                  <a:ahLst/>
                  <a:cxnLst/>
                  <a:rect l="l" t="t" r="r" b="b"/>
                  <a:pathLst>
                    <a:path w="38422" h="853" extrusionOk="0">
                      <a:moveTo>
                        <a:pt x="401" y="0"/>
                      </a:moveTo>
                      <a:cubicBezTo>
                        <a:pt x="176" y="0"/>
                        <a:pt x="0" y="176"/>
                        <a:pt x="0" y="401"/>
                      </a:cubicBezTo>
                      <a:lnTo>
                        <a:pt x="0" y="451"/>
                      </a:lnTo>
                      <a:cubicBezTo>
                        <a:pt x="0" y="677"/>
                        <a:pt x="176" y="852"/>
                        <a:pt x="401" y="852"/>
                      </a:cubicBezTo>
                      <a:lnTo>
                        <a:pt x="38020" y="852"/>
                      </a:lnTo>
                      <a:cubicBezTo>
                        <a:pt x="38246" y="852"/>
                        <a:pt x="38421" y="677"/>
                        <a:pt x="38421" y="451"/>
                      </a:cubicBezTo>
                      <a:lnTo>
                        <a:pt x="38421" y="401"/>
                      </a:lnTo>
                      <a:cubicBezTo>
                        <a:pt x="38421" y="176"/>
                        <a:pt x="38246" y="0"/>
                        <a:pt x="38020" y="0"/>
                      </a:cubicBezTo>
                      <a:close/>
                    </a:path>
                  </a:pathLst>
                </a:custGeom>
                <a:solidFill>
                  <a:srgbClr val="E8E8E8"/>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07" name="Google Shape;1307;p34"/>
                <p:cNvSpPr/>
                <p:nvPr/>
              </p:nvSpPr>
              <p:spPr>
                <a:xfrm>
                  <a:off x="6026399" y="3862693"/>
                  <a:ext cx="944893" cy="20363"/>
                </a:xfrm>
                <a:custGeom>
                  <a:avLst/>
                  <a:gdLst/>
                  <a:ahLst/>
                  <a:cxnLst/>
                  <a:rect l="l" t="t" r="r" b="b"/>
                  <a:pathLst>
                    <a:path w="38422" h="828" extrusionOk="0">
                      <a:moveTo>
                        <a:pt x="401" y="1"/>
                      </a:moveTo>
                      <a:cubicBezTo>
                        <a:pt x="176" y="1"/>
                        <a:pt x="0" y="176"/>
                        <a:pt x="0" y="402"/>
                      </a:cubicBezTo>
                      <a:lnTo>
                        <a:pt x="0" y="427"/>
                      </a:lnTo>
                      <a:cubicBezTo>
                        <a:pt x="0" y="652"/>
                        <a:pt x="176" y="828"/>
                        <a:pt x="401" y="828"/>
                      </a:cubicBezTo>
                      <a:lnTo>
                        <a:pt x="38020" y="828"/>
                      </a:lnTo>
                      <a:cubicBezTo>
                        <a:pt x="38246" y="828"/>
                        <a:pt x="38421" y="652"/>
                        <a:pt x="38421" y="427"/>
                      </a:cubicBezTo>
                      <a:lnTo>
                        <a:pt x="38421" y="402"/>
                      </a:lnTo>
                      <a:cubicBezTo>
                        <a:pt x="38421" y="176"/>
                        <a:pt x="38246" y="1"/>
                        <a:pt x="38020" y="1"/>
                      </a:cubicBezTo>
                      <a:close/>
                    </a:path>
                  </a:pathLst>
                </a:custGeom>
                <a:solidFill>
                  <a:srgbClr val="E8E8E8"/>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08" name="Google Shape;1308;p34"/>
                <p:cNvSpPr/>
                <p:nvPr/>
              </p:nvSpPr>
              <p:spPr>
                <a:xfrm>
                  <a:off x="6026399" y="3944660"/>
                  <a:ext cx="944893" cy="20363"/>
                </a:xfrm>
                <a:custGeom>
                  <a:avLst/>
                  <a:gdLst/>
                  <a:ahLst/>
                  <a:cxnLst/>
                  <a:rect l="l" t="t" r="r" b="b"/>
                  <a:pathLst>
                    <a:path w="38422" h="828" extrusionOk="0">
                      <a:moveTo>
                        <a:pt x="401" y="1"/>
                      </a:moveTo>
                      <a:cubicBezTo>
                        <a:pt x="176" y="1"/>
                        <a:pt x="0" y="176"/>
                        <a:pt x="0" y="402"/>
                      </a:cubicBezTo>
                      <a:lnTo>
                        <a:pt x="0" y="427"/>
                      </a:lnTo>
                      <a:cubicBezTo>
                        <a:pt x="0" y="653"/>
                        <a:pt x="176" y="828"/>
                        <a:pt x="401" y="828"/>
                      </a:cubicBezTo>
                      <a:lnTo>
                        <a:pt x="38020" y="828"/>
                      </a:lnTo>
                      <a:cubicBezTo>
                        <a:pt x="38246" y="828"/>
                        <a:pt x="38421" y="653"/>
                        <a:pt x="38421" y="427"/>
                      </a:cubicBezTo>
                      <a:lnTo>
                        <a:pt x="38421" y="402"/>
                      </a:lnTo>
                      <a:cubicBezTo>
                        <a:pt x="38421" y="176"/>
                        <a:pt x="38246" y="1"/>
                        <a:pt x="38020" y="1"/>
                      </a:cubicBezTo>
                      <a:close/>
                    </a:path>
                  </a:pathLst>
                </a:custGeom>
                <a:solidFill>
                  <a:srgbClr val="E8E8E8"/>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09" name="Google Shape;1309;p34"/>
                <p:cNvSpPr/>
                <p:nvPr/>
              </p:nvSpPr>
              <p:spPr>
                <a:xfrm>
                  <a:off x="5923455" y="2742775"/>
                  <a:ext cx="1181596" cy="636724"/>
                </a:xfrm>
                <a:custGeom>
                  <a:avLst/>
                  <a:gdLst/>
                  <a:ahLst/>
                  <a:cxnLst/>
                  <a:rect l="l" t="t" r="r" b="b"/>
                  <a:pathLst>
                    <a:path w="48047" h="25891" extrusionOk="0">
                      <a:moveTo>
                        <a:pt x="1329" y="0"/>
                      </a:moveTo>
                      <a:cubicBezTo>
                        <a:pt x="602" y="0"/>
                        <a:pt x="1" y="602"/>
                        <a:pt x="1" y="1329"/>
                      </a:cubicBezTo>
                      <a:lnTo>
                        <a:pt x="1" y="24562"/>
                      </a:lnTo>
                      <a:cubicBezTo>
                        <a:pt x="1" y="25314"/>
                        <a:pt x="602" y="25890"/>
                        <a:pt x="1329" y="25890"/>
                      </a:cubicBezTo>
                      <a:lnTo>
                        <a:pt x="46718" y="25890"/>
                      </a:lnTo>
                      <a:cubicBezTo>
                        <a:pt x="47445" y="25890"/>
                        <a:pt x="48046" y="25314"/>
                        <a:pt x="48046" y="24562"/>
                      </a:cubicBezTo>
                      <a:lnTo>
                        <a:pt x="48046" y="1329"/>
                      </a:lnTo>
                      <a:cubicBezTo>
                        <a:pt x="48046" y="602"/>
                        <a:pt x="47445" y="0"/>
                        <a:pt x="46718"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10" name="Google Shape;1310;p34"/>
                <p:cNvSpPr/>
                <p:nvPr/>
              </p:nvSpPr>
              <p:spPr>
                <a:xfrm>
                  <a:off x="6149656" y="2454945"/>
                  <a:ext cx="667539" cy="195387"/>
                </a:xfrm>
                <a:custGeom>
                  <a:avLst/>
                  <a:gdLst/>
                  <a:ahLst/>
                  <a:cxnLst/>
                  <a:rect l="l" t="t" r="r" b="b"/>
                  <a:pathLst>
                    <a:path w="27144" h="7945" extrusionOk="0">
                      <a:moveTo>
                        <a:pt x="1580" y="0"/>
                      </a:moveTo>
                      <a:cubicBezTo>
                        <a:pt x="803" y="0"/>
                        <a:pt x="1" y="652"/>
                        <a:pt x="1" y="1479"/>
                      </a:cubicBezTo>
                      <a:lnTo>
                        <a:pt x="1" y="6441"/>
                      </a:lnTo>
                      <a:cubicBezTo>
                        <a:pt x="1" y="7268"/>
                        <a:pt x="803" y="7945"/>
                        <a:pt x="1580" y="7945"/>
                      </a:cubicBezTo>
                      <a:lnTo>
                        <a:pt x="25565" y="7945"/>
                      </a:lnTo>
                      <a:cubicBezTo>
                        <a:pt x="26342" y="7945"/>
                        <a:pt x="27144" y="7268"/>
                        <a:pt x="27144" y="6441"/>
                      </a:cubicBezTo>
                      <a:lnTo>
                        <a:pt x="27144" y="1479"/>
                      </a:lnTo>
                      <a:cubicBezTo>
                        <a:pt x="27144" y="652"/>
                        <a:pt x="26342" y="0"/>
                        <a:pt x="25565"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11" name="Google Shape;1311;p34"/>
                <p:cNvSpPr/>
                <p:nvPr/>
              </p:nvSpPr>
              <p:spPr>
                <a:xfrm>
                  <a:off x="6190332" y="2485759"/>
                  <a:ext cx="20977" cy="123282"/>
                </a:xfrm>
                <a:custGeom>
                  <a:avLst/>
                  <a:gdLst/>
                  <a:ahLst/>
                  <a:cxnLst/>
                  <a:rect l="l" t="t" r="r" b="b"/>
                  <a:pathLst>
                    <a:path w="853" h="5013" extrusionOk="0">
                      <a:moveTo>
                        <a:pt x="427" y="0"/>
                      </a:moveTo>
                      <a:cubicBezTo>
                        <a:pt x="201" y="0"/>
                        <a:pt x="1" y="201"/>
                        <a:pt x="1" y="426"/>
                      </a:cubicBezTo>
                      <a:lnTo>
                        <a:pt x="1" y="4612"/>
                      </a:lnTo>
                      <a:cubicBezTo>
                        <a:pt x="1" y="4837"/>
                        <a:pt x="201" y="5013"/>
                        <a:pt x="427" y="5013"/>
                      </a:cubicBezTo>
                      <a:cubicBezTo>
                        <a:pt x="652" y="5013"/>
                        <a:pt x="853" y="4837"/>
                        <a:pt x="853" y="4612"/>
                      </a:cubicBezTo>
                      <a:lnTo>
                        <a:pt x="853" y="426"/>
                      </a:lnTo>
                      <a:cubicBezTo>
                        <a:pt x="853" y="201"/>
                        <a:pt x="652" y="0"/>
                        <a:pt x="427" y="0"/>
                      </a:cubicBezTo>
                      <a:close/>
                    </a:path>
                  </a:pathLst>
                </a:custGeom>
                <a:solidFill>
                  <a:srgbClr val="FCFCFC"/>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12" name="Google Shape;1312;p34"/>
                <p:cNvSpPr/>
                <p:nvPr/>
              </p:nvSpPr>
              <p:spPr>
                <a:xfrm>
                  <a:off x="6242124" y="2485759"/>
                  <a:ext cx="20363" cy="123282"/>
                </a:xfrm>
                <a:custGeom>
                  <a:avLst/>
                  <a:gdLst/>
                  <a:ahLst/>
                  <a:cxnLst/>
                  <a:rect l="l" t="t" r="r" b="b"/>
                  <a:pathLst>
                    <a:path w="828" h="5013" extrusionOk="0">
                      <a:moveTo>
                        <a:pt x="401" y="0"/>
                      </a:moveTo>
                      <a:cubicBezTo>
                        <a:pt x="176" y="0"/>
                        <a:pt x="0" y="201"/>
                        <a:pt x="0" y="426"/>
                      </a:cubicBezTo>
                      <a:lnTo>
                        <a:pt x="0" y="4612"/>
                      </a:lnTo>
                      <a:cubicBezTo>
                        <a:pt x="0" y="4837"/>
                        <a:pt x="176" y="5013"/>
                        <a:pt x="401" y="5013"/>
                      </a:cubicBezTo>
                      <a:cubicBezTo>
                        <a:pt x="652" y="5013"/>
                        <a:pt x="827" y="4837"/>
                        <a:pt x="827" y="4612"/>
                      </a:cubicBezTo>
                      <a:lnTo>
                        <a:pt x="827" y="426"/>
                      </a:lnTo>
                      <a:cubicBezTo>
                        <a:pt x="827" y="201"/>
                        <a:pt x="652" y="0"/>
                        <a:pt x="401" y="0"/>
                      </a:cubicBezTo>
                      <a:close/>
                    </a:path>
                  </a:pathLst>
                </a:custGeom>
                <a:solidFill>
                  <a:srgbClr val="FCFCFC"/>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13" name="Google Shape;1313;p34"/>
                <p:cNvSpPr/>
                <p:nvPr/>
              </p:nvSpPr>
              <p:spPr>
                <a:xfrm>
                  <a:off x="6293277" y="2485759"/>
                  <a:ext cx="20363" cy="123282"/>
                </a:xfrm>
                <a:custGeom>
                  <a:avLst/>
                  <a:gdLst/>
                  <a:ahLst/>
                  <a:cxnLst/>
                  <a:rect l="l" t="t" r="r" b="b"/>
                  <a:pathLst>
                    <a:path w="828" h="5013" extrusionOk="0">
                      <a:moveTo>
                        <a:pt x="426" y="0"/>
                      </a:moveTo>
                      <a:cubicBezTo>
                        <a:pt x="176" y="0"/>
                        <a:pt x="0" y="201"/>
                        <a:pt x="0" y="426"/>
                      </a:cubicBezTo>
                      <a:lnTo>
                        <a:pt x="0" y="4612"/>
                      </a:lnTo>
                      <a:cubicBezTo>
                        <a:pt x="0" y="4837"/>
                        <a:pt x="176" y="5013"/>
                        <a:pt x="426" y="5013"/>
                      </a:cubicBezTo>
                      <a:cubicBezTo>
                        <a:pt x="652" y="5013"/>
                        <a:pt x="827" y="4837"/>
                        <a:pt x="827" y="4612"/>
                      </a:cubicBezTo>
                      <a:lnTo>
                        <a:pt x="827" y="426"/>
                      </a:lnTo>
                      <a:cubicBezTo>
                        <a:pt x="827" y="201"/>
                        <a:pt x="652" y="0"/>
                        <a:pt x="426" y="0"/>
                      </a:cubicBezTo>
                      <a:close/>
                    </a:path>
                  </a:pathLst>
                </a:custGeom>
                <a:solidFill>
                  <a:srgbClr val="FCFCFC"/>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14" name="Google Shape;1314;p34"/>
                <p:cNvSpPr/>
                <p:nvPr/>
              </p:nvSpPr>
              <p:spPr>
                <a:xfrm>
                  <a:off x="6344429" y="2485759"/>
                  <a:ext cx="20977" cy="123282"/>
                </a:xfrm>
                <a:custGeom>
                  <a:avLst/>
                  <a:gdLst/>
                  <a:ahLst/>
                  <a:cxnLst/>
                  <a:rect l="l" t="t" r="r" b="b"/>
                  <a:pathLst>
                    <a:path w="853" h="5013" extrusionOk="0">
                      <a:moveTo>
                        <a:pt x="427" y="0"/>
                      </a:moveTo>
                      <a:cubicBezTo>
                        <a:pt x="201" y="0"/>
                        <a:pt x="1" y="201"/>
                        <a:pt x="1" y="426"/>
                      </a:cubicBezTo>
                      <a:lnTo>
                        <a:pt x="1" y="4612"/>
                      </a:lnTo>
                      <a:cubicBezTo>
                        <a:pt x="1" y="4837"/>
                        <a:pt x="201" y="5013"/>
                        <a:pt x="427" y="5013"/>
                      </a:cubicBezTo>
                      <a:cubicBezTo>
                        <a:pt x="652" y="5013"/>
                        <a:pt x="853" y="4837"/>
                        <a:pt x="853" y="4612"/>
                      </a:cubicBezTo>
                      <a:lnTo>
                        <a:pt x="853" y="426"/>
                      </a:lnTo>
                      <a:cubicBezTo>
                        <a:pt x="853" y="201"/>
                        <a:pt x="652" y="0"/>
                        <a:pt x="427" y="0"/>
                      </a:cubicBezTo>
                      <a:close/>
                    </a:path>
                  </a:pathLst>
                </a:custGeom>
                <a:solidFill>
                  <a:srgbClr val="FCFCFC"/>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15" name="Google Shape;1315;p34"/>
                <p:cNvSpPr/>
                <p:nvPr/>
              </p:nvSpPr>
              <p:spPr>
                <a:xfrm>
                  <a:off x="6396196" y="2485759"/>
                  <a:ext cx="20363" cy="123282"/>
                </a:xfrm>
                <a:custGeom>
                  <a:avLst/>
                  <a:gdLst/>
                  <a:ahLst/>
                  <a:cxnLst/>
                  <a:rect l="l" t="t" r="r" b="b"/>
                  <a:pathLst>
                    <a:path w="828" h="5013" extrusionOk="0">
                      <a:moveTo>
                        <a:pt x="402" y="0"/>
                      </a:moveTo>
                      <a:cubicBezTo>
                        <a:pt x="176" y="0"/>
                        <a:pt x="1" y="201"/>
                        <a:pt x="1" y="426"/>
                      </a:cubicBezTo>
                      <a:lnTo>
                        <a:pt x="1" y="4612"/>
                      </a:lnTo>
                      <a:cubicBezTo>
                        <a:pt x="1" y="4837"/>
                        <a:pt x="176" y="5013"/>
                        <a:pt x="402" y="5013"/>
                      </a:cubicBezTo>
                      <a:cubicBezTo>
                        <a:pt x="652" y="5013"/>
                        <a:pt x="828" y="4837"/>
                        <a:pt x="828" y="4612"/>
                      </a:cubicBezTo>
                      <a:lnTo>
                        <a:pt x="828" y="426"/>
                      </a:lnTo>
                      <a:cubicBezTo>
                        <a:pt x="828" y="201"/>
                        <a:pt x="652" y="0"/>
                        <a:pt x="402" y="0"/>
                      </a:cubicBezTo>
                      <a:close/>
                    </a:path>
                  </a:pathLst>
                </a:custGeom>
                <a:solidFill>
                  <a:srgbClr val="FCFCFC"/>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16" name="Google Shape;1316;p34"/>
                <p:cNvSpPr/>
                <p:nvPr/>
              </p:nvSpPr>
              <p:spPr>
                <a:xfrm>
                  <a:off x="6447373" y="2485759"/>
                  <a:ext cx="20363" cy="123282"/>
                </a:xfrm>
                <a:custGeom>
                  <a:avLst/>
                  <a:gdLst/>
                  <a:ahLst/>
                  <a:cxnLst/>
                  <a:rect l="l" t="t" r="r" b="b"/>
                  <a:pathLst>
                    <a:path w="828" h="5013" extrusionOk="0">
                      <a:moveTo>
                        <a:pt x="426" y="0"/>
                      </a:moveTo>
                      <a:cubicBezTo>
                        <a:pt x="175" y="0"/>
                        <a:pt x="0" y="201"/>
                        <a:pt x="0" y="426"/>
                      </a:cubicBezTo>
                      <a:lnTo>
                        <a:pt x="0" y="4612"/>
                      </a:lnTo>
                      <a:cubicBezTo>
                        <a:pt x="0" y="4837"/>
                        <a:pt x="175" y="5013"/>
                        <a:pt x="426" y="5013"/>
                      </a:cubicBezTo>
                      <a:cubicBezTo>
                        <a:pt x="652" y="5013"/>
                        <a:pt x="827" y="4837"/>
                        <a:pt x="827" y="4612"/>
                      </a:cubicBezTo>
                      <a:lnTo>
                        <a:pt x="827" y="426"/>
                      </a:lnTo>
                      <a:cubicBezTo>
                        <a:pt x="827" y="201"/>
                        <a:pt x="652" y="0"/>
                        <a:pt x="426" y="0"/>
                      </a:cubicBezTo>
                      <a:close/>
                    </a:path>
                  </a:pathLst>
                </a:custGeom>
                <a:solidFill>
                  <a:srgbClr val="FCFCFC"/>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17" name="Google Shape;1317;p34"/>
                <p:cNvSpPr/>
                <p:nvPr/>
              </p:nvSpPr>
              <p:spPr>
                <a:xfrm>
                  <a:off x="6498526" y="2485759"/>
                  <a:ext cx="20977" cy="123282"/>
                </a:xfrm>
                <a:custGeom>
                  <a:avLst/>
                  <a:gdLst/>
                  <a:ahLst/>
                  <a:cxnLst/>
                  <a:rect l="l" t="t" r="r" b="b"/>
                  <a:pathLst>
                    <a:path w="853" h="5013" extrusionOk="0">
                      <a:moveTo>
                        <a:pt x="426" y="0"/>
                      </a:moveTo>
                      <a:cubicBezTo>
                        <a:pt x="201" y="0"/>
                        <a:pt x="0" y="201"/>
                        <a:pt x="0" y="426"/>
                      </a:cubicBezTo>
                      <a:lnTo>
                        <a:pt x="0" y="4612"/>
                      </a:lnTo>
                      <a:cubicBezTo>
                        <a:pt x="0" y="4837"/>
                        <a:pt x="201" y="5013"/>
                        <a:pt x="426" y="5013"/>
                      </a:cubicBezTo>
                      <a:cubicBezTo>
                        <a:pt x="652" y="5013"/>
                        <a:pt x="852" y="4837"/>
                        <a:pt x="852" y="4612"/>
                      </a:cubicBezTo>
                      <a:lnTo>
                        <a:pt x="852" y="426"/>
                      </a:lnTo>
                      <a:cubicBezTo>
                        <a:pt x="852" y="201"/>
                        <a:pt x="652" y="0"/>
                        <a:pt x="426" y="0"/>
                      </a:cubicBezTo>
                      <a:close/>
                    </a:path>
                  </a:pathLst>
                </a:custGeom>
                <a:solidFill>
                  <a:srgbClr val="FCFCFC"/>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18" name="Google Shape;1318;p34"/>
                <p:cNvSpPr/>
                <p:nvPr/>
              </p:nvSpPr>
              <p:spPr>
                <a:xfrm>
                  <a:off x="6550293" y="2485759"/>
                  <a:ext cx="20363" cy="123282"/>
                </a:xfrm>
                <a:custGeom>
                  <a:avLst/>
                  <a:gdLst/>
                  <a:ahLst/>
                  <a:cxnLst/>
                  <a:rect l="l" t="t" r="r" b="b"/>
                  <a:pathLst>
                    <a:path w="828" h="5013" extrusionOk="0">
                      <a:moveTo>
                        <a:pt x="402" y="0"/>
                      </a:moveTo>
                      <a:cubicBezTo>
                        <a:pt x="176" y="0"/>
                        <a:pt x="1" y="201"/>
                        <a:pt x="1" y="426"/>
                      </a:cubicBezTo>
                      <a:lnTo>
                        <a:pt x="1" y="4612"/>
                      </a:lnTo>
                      <a:cubicBezTo>
                        <a:pt x="1" y="4837"/>
                        <a:pt x="176" y="5013"/>
                        <a:pt x="402" y="5013"/>
                      </a:cubicBezTo>
                      <a:cubicBezTo>
                        <a:pt x="652" y="5013"/>
                        <a:pt x="828" y="4837"/>
                        <a:pt x="828" y="4612"/>
                      </a:cubicBezTo>
                      <a:lnTo>
                        <a:pt x="828" y="426"/>
                      </a:lnTo>
                      <a:cubicBezTo>
                        <a:pt x="828" y="201"/>
                        <a:pt x="652" y="0"/>
                        <a:pt x="402" y="0"/>
                      </a:cubicBezTo>
                      <a:close/>
                    </a:path>
                  </a:pathLst>
                </a:custGeom>
                <a:solidFill>
                  <a:srgbClr val="FCFCFC"/>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19" name="Google Shape;1319;p34"/>
                <p:cNvSpPr/>
                <p:nvPr/>
              </p:nvSpPr>
              <p:spPr>
                <a:xfrm>
                  <a:off x="6601445" y="2485759"/>
                  <a:ext cx="20363" cy="123282"/>
                </a:xfrm>
                <a:custGeom>
                  <a:avLst/>
                  <a:gdLst/>
                  <a:ahLst/>
                  <a:cxnLst/>
                  <a:rect l="l" t="t" r="r" b="b"/>
                  <a:pathLst>
                    <a:path w="828" h="5013" extrusionOk="0">
                      <a:moveTo>
                        <a:pt x="427" y="0"/>
                      </a:moveTo>
                      <a:cubicBezTo>
                        <a:pt x="176" y="0"/>
                        <a:pt x="1" y="201"/>
                        <a:pt x="1" y="426"/>
                      </a:cubicBezTo>
                      <a:lnTo>
                        <a:pt x="1" y="4612"/>
                      </a:lnTo>
                      <a:cubicBezTo>
                        <a:pt x="1" y="4837"/>
                        <a:pt x="176" y="5013"/>
                        <a:pt x="427" y="5013"/>
                      </a:cubicBezTo>
                      <a:cubicBezTo>
                        <a:pt x="652" y="5013"/>
                        <a:pt x="828" y="4837"/>
                        <a:pt x="828" y="4612"/>
                      </a:cubicBezTo>
                      <a:lnTo>
                        <a:pt x="828" y="426"/>
                      </a:lnTo>
                      <a:cubicBezTo>
                        <a:pt x="828" y="201"/>
                        <a:pt x="652" y="0"/>
                        <a:pt x="427" y="0"/>
                      </a:cubicBezTo>
                      <a:close/>
                    </a:path>
                  </a:pathLst>
                </a:custGeom>
                <a:solidFill>
                  <a:srgbClr val="FCFCFC"/>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20" name="Google Shape;1320;p34"/>
                <p:cNvSpPr/>
                <p:nvPr/>
              </p:nvSpPr>
              <p:spPr>
                <a:xfrm>
                  <a:off x="6652598" y="2485759"/>
                  <a:ext cx="21002" cy="123282"/>
                </a:xfrm>
                <a:custGeom>
                  <a:avLst/>
                  <a:gdLst/>
                  <a:ahLst/>
                  <a:cxnLst/>
                  <a:rect l="l" t="t" r="r" b="b"/>
                  <a:pathLst>
                    <a:path w="854" h="5013" extrusionOk="0">
                      <a:moveTo>
                        <a:pt x="427" y="0"/>
                      </a:moveTo>
                      <a:cubicBezTo>
                        <a:pt x="201" y="0"/>
                        <a:pt x="1" y="201"/>
                        <a:pt x="1" y="426"/>
                      </a:cubicBezTo>
                      <a:lnTo>
                        <a:pt x="1" y="4612"/>
                      </a:lnTo>
                      <a:cubicBezTo>
                        <a:pt x="1" y="4837"/>
                        <a:pt x="201" y="5013"/>
                        <a:pt x="427" y="5013"/>
                      </a:cubicBezTo>
                      <a:cubicBezTo>
                        <a:pt x="653" y="5013"/>
                        <a:pt x="853" y="4837"/>
                        <a:pt x="853" y="4612"/>
                      </a:cubicBezTo>
                      <a:lnTo>
                        <a:pt x="853" y="426"/>
                      </a:lnTo>
                      <a:cubicBezTo>
                        <a:pt x="853" y="201"/>
                        <a:pt x="653" y="0"/>
                        <a:pt x="427" y="0"/>
                      </a:cubicBezTo>
                      <a:close/>
                    </a:path>
                  </a:pathLst>
                </a:custGeom>
                <a:solidFill>
                  <a:srgbClr val="FCFCFC"/>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21" name="Google Shape;1321;p34"/>
                <p:cNvSpPr/>
                <p:nvPr/>
              </p:nvSpPr>
              <p:spPr>
                <a:xfrm>
                  <a:off x="6704390" y="2485759"/>
                  <a:ext cx="20363" cy="123282"/>
                </a:xfrm>
                <a:custGeom>
                  <a:avLst/>
                  <a:gdLst/>
                  <a:ahLst/>
                  <a:cxnLst/>
                  <a:rect l="l" t="t" r="r" b="b"/>
                  <a:pathLst>
                    <a:path w="828" h="5013" extrusionOk="0">
                      <a:moveTo>
                        <a:pt x="401" y="0"/>
                      </a:moveTo>
                      <a:cubicBezTo>
                        <a:pt x="176" y="0"/>
                        <a:pt x="0" y="201"/>
                        <a:pt x="0" y="426"/>
                      </a:cubicBezTo>
                      <a:lnTo>
                        <a:pt x="0" y="4612"/>
                      </a:lnTo>
                      <a:cubicBezTo>
                        <a:pt x="0" y="4837"/>
                        <a:pt x="176" y="5013"/>
                        <a:pt x="401" y="5013"/>
                      </a:cubicBezTo>
                      <a:cubicBezTo>
                        <a:pt x="652" y="5013"/>
                        <a:pt x="827" y="4837"/>
                        <a:pt x="827" y="4612"/>
                      </a:cubicBezTo>
                      <a:lnTo>
                        <a:pt x="827" y="426"/>
                      </a:lnTo>
                      <a:cubicBezTo>
                        <a:pt x="827" y="201"/>
                        <a:pt x="652" y="0"/>
                        <a:pt x="401" y="0"/>
                      </a:cubicBezTo>
                      <a:close/>
                    </a:path>
                  </a:pathLst>
                </a:custGeom>
                <a:solidFill>
                  <a:srgbClr val="FCFCFC"/>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22" name="Google Shape;1322;p34"/>
                <p:cNvSpPr/>
                <p:nvPr/>
              </p:nvSpPr>
              <p:spPr>
                <a:xfrm>
                  <a:off x="6755542" y="2485759"/>
                  <a:ext cx="20363" cy="123282"/>
                </a:xfrm>
                <a:custGeom>
                  <a:avLst/>
                  <a:gdLst/>
                  <a:ahLst/>
                  <a:cxnLst/>
                  <a:rect l="l" t="t" r="r" b="b"/>
                  <a:pathLst>
                    <a:path w="828" h="5013" extrusionOk="0">
                      <a:moveTo>
                        <a:pt x="426" y="0"/>
                      </a:moveTo>
                      <a:cubicBezTo>
                        <a:pt x="176" y="0"/>
                        <a:pt x="0" y="201"/>
                        <a:pt x="0" y="426"/>
                      </a:cubicBezTo>
                      <a:lnTo>
                        <a:pt x="0" y="4612"/>
                      </a:lnTo>
                      <a:cubicBezTo>
                        <a:pt x="0" y="4837"/>
                        <a:pt x="176" y="5013"/>
                        <a:pt x="426" y="5013"/>
                      </a:cubicBezTo>
                      <a:cubicBezTo>
                        <a:pt x="652" y="5013"/>
                        <a:pt x="828" y="4837"/>
                        <a:pt x="828" y="4612"/>
                      </a:cubicBezTo>
                      <a:lnTo>
                        <a:pt x="828" y="426"/>
                      </a:lnTo>
                      <a:cubicBezTo>
                        <a:pt x="828" y="201"/>
                        <a:pt x="652" y="0"/>
                        <a:pt x="426" y="0"/>
                      </a:cubicBezTo>
                      <a:close/>
                    </a:path>
                  </a:pathLst>
                </a:custGeom>
                <a:solidFill>
                  <a:srgbClr val="FCFCFC"/>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23" name="Google Shape;1323;p34"/>
                <p:cNvSpPr/>
                <p:nvPr/>
              </p:nvSpPr>
              <p:spPr>
                <a:xfrm>
                  <a:off x="6131163" y="2985626"/>
                  <a:ext cx="190494" cy="190469"/>
                </a:xfrm>
                <a:custGeom>
                  <a:avLst/>
                  <a:gdLst/>
                  <a:ahLst/>
                  <a:cxnLst/>
                  <a:rect l="l" t="t" r="r" b="b"/>
                  <a:pathLst>
                    <a:path w="7746" h="7745" fill="none" extrusionOk="0">
                      <a:moveTo>
                        <a:pt x="1" y="0"/>
                      </a:moveTo>
                      <a:lnTo>
                        <a:pt x="7745" y="7745"/>
                      </a:lnTo>
                    </a:path>
                  </a:pathLst>
                </a:custGeom>
                <a:noFill/>
                <a:ln w="20675" cap="flat" cmpd="sng">
                  <a:solidFill>
                    <a:srgbClr val="FCFCFC"/>
                  </a:solidFill>
                  <a:prstDash val="solid"/>
                  <a:miter lim="25062"/>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24" name="Google Shape;1324;p34"/>
                <p:cNvSpPr/>
                <p:nvPr/>
              </p:nvSpPr>
              <p:spPr>
                <a:xfrm>
                  <a:off x="6338871" y="2905504"/>
                  <a:ext cx="350123" cy="350099"/>
                </a:xfrm>
                <a:custGeom>
                  <a:avLst/>
                  <a:gdLst/>
                  <a:ahLst/>
                  <a:cxnLst/>
                  <a:rect l="l" t="t" r="r" b="b"/>
                  <a:pathLst>
                    <a:path w="14237" h="14236" fill="none" extrusionOk="0">
                      <a:moveTo>
                        <a:pt x="1" y="0"/>
                      </a:moveTo>
                      <a:lnTo>
                        <a:pt x="14237" y="14236"/>
                      </a:lnTo>
                    </a:path>
                  </a:pathLst>
                </a:custGeom>
                <a:noFill/>
                <a:ln w="20675" cap="flat" cmpd="sng">
                  <a:solidFill>
                    <a:srgbClr val="FCFCFC"/>
                  </a:solidFill>
                  <a:prstDash val="solid"/>
                  <a:miter lim="25062"/>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25" name="Google Shape;1325;p34"/>
                <p:cNvSpPr/>
                <p:nvPr/>
              </p:nvSpPr>
              <p:spPr>
                <a:xfrm>
                  <a:off x="6706234" y="2985626"/>
                  <a:ext cx="191084" cy="190469"/>
                </a:xfrm>
                <a:custGeom>
                  <a:avLst/>
                  <a:gdLst/>
                  <a:ahLst/>
                  <a:cxnLst/>
                  <a:rect l="l" t="t" r="r" b="b"/>
                  <a:pathLst>
                    <a:path w="7770" h="7745" fill="none" extrusionOk="0">
                      <a:moveTo>
                        <a:pt x="0" y="0"/>
                      </a:moveTo>
                      <a:lnTo>
                        <a:pt x="7770" y="7745"/>
                      </a:lnTo>
                    </a:path>
                  </a:pathLst>
                </a:custGeom>
                <a:noFill/>
                <a:ln w="20675" cap="flat" cmpd="sng">
                  <a:solidFill>
                    <a:srgbClr val="FCFCFC"/>
                  </a:solidFill>
                  <a:prstDash val="solid"/>
                  <a:miter lim="25062"/>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1326" name="Google Shape;1326;p34"/>
                <p:cNvSpPr/>
                <p:nvPr/>
              </p:nvSpPr>
              <p:spPr>
                <a:xfrm>
                  <a:off x="5923455" y="3492871"/>
                  <a:ext cx="174459" cy="92492"/>
                </a:xfrm>
                <a:custGeom>
                  <a:avLst/>
                  <a:gdLst/>
                  <a:ahLst/>
                  <a:cxnLst/>
                  <a:rect l="l" t="t" r="r" b="b"/>
                  <a:pathLst>
                    <a:path w="7094" h="3761" extrusionOk="0">
                      <a:moveTo>
                        <a:pt x="1254" y="1"/>
                      </a:moveTo>
                      <a:cubicBezTo>
                        <a:pt x="552" y="1"/>
                        <a:pt x="1" y="552"/>
                        <a:pt x="1" y="1254"/>
                      </a:cubicBezTo>
                      <a:lnTo>
                        <a:pt x="1" y="2507"/>
                      </a:lnTo>
                      <a:cubicBezTo>
                        <a:pt x="1" y="3184"/>
                        <a:pt x="552" y="3760"/>
                        <a:pt x="1254" y="3760"/>
                      </a:cubicBezTo>
                      <a:lnTo>
                        <a:pt x="5840" y="3760"/>
                      </a:lnTo>
                      <a:cubicBezTo>
                        <a:pt x="6542" y="3760"/>
                        <a:pt x="7093" y="3184"/>
                        <a:pt x="7093" y="2507"/>
                      </a:cubicBezTo>
                      <a:lnTo>
                        <a:pt x="7093" y="1254"/>
                      </a:lnTo>
                      <a:cubicBezTo>
                        <a:pt x="7093" y="552"/>
                        <a:pt x="6542" y="1"/>
                        <a:pt x="5840"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27" name="Google Shape;1327;p34"/>
                <p:cNvSpPr/>
                <p:nvPr/>
              </p:nvSpPr>
              <p:spPr>
                <a:xfrm>
                  <a:off x="6929977" y="3492871"/>
                  <a:ext cx="175074" cy="92492"/>
                </a:xfrm>
                <a:custGeom>
                  <a:avLst/>
                  <a:gdLst/>
                  <a:ahLst/>
                  <a:cxnLst/>
                  <a:rect l="l" t="t" r="r" b="b"/>
                  <a:pathLst>
                    <a:path w="7119" h="3761" extrusionOk="0">
                      <a:moveTo>
                        <a:pt x="1253" y="1"/>
                      </a:moveTo>
                      <a:cubicBezTo>
                        <a:pt x="577" y="1"/>
                        <a:pt x="0" y="552"/>
                        <a:pt x="0" y="1254"/>
                      </a:cubicBezTo>
                      <a:lnTo>
                        <a:pt x="0" y="2507"/>
                      </a:lnTo>
                      <a:cubicBezTo>
                        <a:pt x="0" y="3184"/>
                        <a:pt x="577" y="3760"/>
                        <a:pt x="1253" y="3760"/>
                      </a:cubicBezTo>
                      <a:lnTo>
                        <a:pt x="5865" y="3760"/>
                      </a:lnTo>
                      <a:cubicBezTo>
                        <a:pt x="6542" y="3760"/>
                        <a:pt x="7118" y="3184"/>
                        <a:pt x="7118" y="2507"/>
                      </a:cubicBezTo>
                      <a:lnTo>
                        <a:pt x="7118" y="1254"/>
                      </a:lnTo>
                      <a:cubicBezTo>
                        <a:pt x="7118" y="552"/>
                        <a:pt x="6542" y="1"/>
                        <a:pt x="5865"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28" name="Google Shape;1328;p34"/>
                <p:cNvSpPr/>
                <p:nvPr/>
              </p:nvSpPr>
              <p:spPr>
                <a:xfrm>
                  <a:off x="6128704" y="3502733"/>
                  <a:ext cx="770483" cy="20977"/>
                </a:xfrm>
                <a:custGeom>
                  <a:avLst/>
                  <a:gdLst/>
                  <a:ahLst/>
                  <a:cxnLst/>
                  <a:rect l="l" t="t" r="r" b="b"/>
                  <a:pathLst>
                    <a:path w="31330" h="853" extrusionOk="0">
                      <a:moveTo>
                        <a:pt x="427" y="1"/>
                      </a:moveTo>
                      <a:cubicBezTo>
                        <a:pt x="201" y="1"/>
                        <a:pt x="1" y="201"/>
                        <a:pt x="1" y="427"/>
                      </a:cubicBezTo>
                      <a:cubicBezTo>
                        <a:pt x="1" y="652"/>
                        <a:pt x="201" y="853"/>
                        <a:pt x="427" y="853"/>
                      </a:cubicBezTo>
                      <a:lnTo>
                        <a:pt x="30928" y="853"/>
                      </a:lnTo>
                      <a:cubicBezTo>
                        <a:pt x="31154" y="853"/>
                        <a:pt x="31329" y="652"/>
                        <a:pt x="31329" y="427"/>
                      </a:cubicBezTo>
                      <a:cubicBezTo>
                        <a:pt x="31329" y="201"/>
                        <a:pt x="31154" y="1"/>
                        <a:pt x="30928"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29" name="Google Shape;1329;p34"/>
                <p:cNvSpPr/>
                <p:nvPr/>
              </p:nvSpPr>
              <p:spPr>
                <a:xfrm>
                  <a:off x="6128704" y="3554524"/>
                  <a:ext cx="770483" cy="20363"/>
                </a:xfrm>
                <a:custGeom>
                  <a:avLst/>
                  <a:gdLst/>
                  <a:ahLst/>
                  <a:cxnLst/>
                  <a:rect l="l" t="t" r="r" b="b"/>
                  <a:pathLst>
                    <a:path w="31330" h="828" extrusionOk="0">
                      <a:moveTo>
                        <a:pt x="427" y="0"/>
                      </a:moveTo>
                      <a:cubicBezTo>
                        <a:pt x="201" y="0"/>
                        <a:pt x="1" y="176"/>
                        <a:pt x="1" y="401"/>
                      </a:cubicBezTo>
                      <a:cubicBezTo>
                        <a:pt x="1" y="652"/>
                        <a:pt x="201" y="827"/>
                        <a:pt x="427" y="827"/>
                      </a:cubicBezTo>
                      <a:lnTo>
                        <a:pt x="30928" y="827"/>
                      </a:lnTo>
                      <a:cubicBezTo>
                        <a:pt x="31154" y="827"/>
                        <a:pt x="31329" y="652"/>
                        <a:pt x="31329" y="401"/>
                      </a:cubicBezTo>
                      <a:cubicBezTo>
                        <a:pt x="31329" y="176"/>
                        <a:pt x="31154" y="0"/>
                        <a:pt x="30928"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grpSp>
      <p:grpSp>
        <p:nvGrpSpPr>
          <p:cNvPr id="1330" name="Google Shape;1330;p34"/>
          <p:cNvGrpSpPr/>
          <p:nvPr/>
        </p:nvGrpSpPr>
        <p:grpSpPr>
          <a:xfrm>
            <a:off x="6445042" y="79309"/>
            <a:ext cx="2619544" cy="5139808"/>
            <a:chOff x="3748900" y="238125"/>
            <a:chExt cx="2662950" cy="5224975"/>
          </a:xfrm>
        </p:grpSpPr>
        <p:sp>
          <p:nvSpPr>
            <p:cNvPr id="1331" name="Google Shape;1331;p34"/>
            <p:cNvSpPr/>
            <p:nvPr/>
          </p:nvSpPr>
          <p:spPr>
            <a:xfrm>
              <a:off x="4036500" y="1009425"/>
              <a:ext cx="400400" cy="188625"/>
            </a:xfrm>
            <a:custGeom>
              <a:avLst/>
              <a:gdLst/>
              <a:ahLst/>
              <a:cxnLst/>
              <a:rect l="l" t="t" r="r" b="b"/>
              <a:pathLst>
                <a:path w="16016" h="7545" extrusionOk="0">
                  <a:moveTo>
                    <a:pt x="8020" y="0"/>
                  </a:moveTo>
                  <a:cubicBezTo>
                    <a:pt x="3735" y="0"/>
                    <a:pt x="251" y="3334"/>
                    <a:pt x="0" y="7544"/>
                  </a:cubicBezTo>
                  <a:lnTo>
                    <a:pt x="16015" y="7544"/>
                  </a:lnTo>
                  <a:cubicBezTo>
                    <a:pt x="15765" y="3334"/>
                    <a:pt x="12281" y="0"/>
                    <a:pt x="8020" y="0"/>
                  </a:cubicBezTo>
                  <a:close/>
                </a:path>
              </a:pathLst>
            </a:custGeom>
            <a:solidFill>
              <a:srgbClr val="CBE5F9"/>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32" name="Google Shape;1332;p34"/>
            <p:cNvSpPr/>
            <p:nvPr/>
          </p:nvSpPr>
          <p:spPr>
            <a:xfrm>
              <a:off x="3748900" y="238125"/>
              <a:ext cx="2662950" cy="1755025"/>
            </a:xfrm>
            <a:custGeom>
              <a:avLst/>
              <a:gdLst/>
              <a:ahLst/>
              <a:cxnLst/>
              <a:rect l="l" t="t" r="r" b="b"/>
              <a:pathLst>
                <a:path w="106518" h="70201" extrusionOk="0">
                  <a:moveTo>
                    <a:pt x="0" y="0"/>
                  </a:moveTo>
                  <a:lnTo>
                    <a:pt x="89023" y="70201"/>
                  </a:lnTo>
                  <a:lnTo>
                    <a:pt x="106517" y="70201"/>
                  </a:lnTo>
                  <a:lnTo>
                    <a:pt x="106517" y="0"/>
                  </a:lnTo>
                  <a:close/>
                </a:path>
              </a:pathLst>
            </a:custGeom>
            <a:solidFill>
              <a:srgbClr val="3399FF"/>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33" name="Google Shape;1333;p34"/>
            <p:cNvSpPr/>
            <p:nvPr/>
          </p:nvSpPr>
          <p:spPr>
            <a:xfrm>
              <a:off x="3790875" y="394750"/>
              <a:ext cx="2381000" cy="981875"/>
            </a:xfrm>
            <a:custGeom>
              <a:avLst/>
              <a:gdLst/>
              <a:ahLst/>
              <a:cxnLst/>
              <a:rect l="l" t="t" r="r" b="b"/>
              <a:pathLst>
                <a:path w="95240" h="39275" extrusionOk="0">
                  <a:moveTo>
                    <a:pt x="1" y="1"/>
                  </a:moveTo>
                  <a:lnTo>
                    <a:pt x="1" y="39274"/>
                  </a:lnTo>
                  <a:lnTo>
                    <a:pt x="95239" y="39274"/>
                  </a:lnTo>
                  <a:lnTo>
                    <a:pt x="95239" y="1"/>
                  </a:ln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34" name="Google Shape;1334;p34"/>
            <p:cNvSpPr/>
            <p:nvPr/>
          </p:nvSpPr>
          <p:spPr>
            <a:xfrm>
              <a:off x="4124850" y="248775"/>
              <a:ext cx="94000" cy="448650"/>
            </a:xfrm>
            <a:custGeom>
              <a:avLst/>
              <a:gdLst/>
              <a:ahLst/>
              <a:cxnLst/>
              <a:rect l="l" t="t" r="r" b="b"/>
              <a:pathLst>
                <a:path w="3760" h="17946" extrusionOk="0">
                  <a:moveTo>
                    <a:pt x="0" y="0"/>
                  </a:moveTo>
                  <a:lnTo>
                    <a:pt x="0" y="17945"/>
                  </a:lnTo>
                  <a:lnTo>
                    <a:pt x="3759" y="17945"/>
                  </a:lnTo>
                  <a:lnTo>
                    <a:pt x="3759" y="0"/>
                  </a:ln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35" name="Google Shape;1335;p34"/>
            <p:cNvSpPr/>
            <p:nvPr/>
          </p:nvSpPr>
          <p:spPr>
            <a:xfrm>
              <a:off x="5659925" y="248775"/>
              <a:ext cx="94025" cy="448650"/>
            </a:xfrm>
            <a:custGeom>
              <a:avLst/>
              <a:gdLst/>
              <a:ahLst/>
              <a:cxnLst/>
              <a:rect l="l" t="t" r="r" b="b"/>
              <a:pathLst>
                <a:path w="3761" h="17946" extrusionOk="0">
                  <a:moveTo>
                    <a:pt x="1" y="0"/>
                  </a:moveTo>
                  <a:lnTo>
                    <a:pt x="1" y="17945"/>
                  </a:lnTo>
                  <a:lnTo>
                    <a:pt x="3760" y="17945"/>
                  </a:lnTo>
                  <a:lnTo>
                    <a:pt x="3760" y="0"/>
                  </a:ln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36" name="Google Shape;1336;p34"/>
            <p:cNvSpPr/>
            <p:nvPr/>
          </p:nvSpPr>
          <p:spPr>
            <a:xfrm>
              <a:off x="3895525" y="501275"/>
              <a:ext cx="2171700" cy="770075"/>
            </a:xfrm>
            <a:custGeom>
              <a:avLst/>
              <a:gdLst/>
              <a:ahLst/>
              <a:cxnLst/>
              <a:rect l="l" t="t" r="r" b="b"/>
              <a:pathLst>
                <a:path w="86868" h="30803" extrusionOk="0">
                  <a:moveTo>
                    <a:pt x="0" y="0"/>
                  </a:moveTo>
                  <a:lnTo>
                    <a:pt x="0" y="30803"/>
                  </a:lnTo>
                  <a:lnTo>
                    <a:pt x="86868" y="30803"/>
                  </a:lnTo>
                  <a:lnTo>
                    <a:pt x="86868" y="0"/>
                  </a:lnTo>
                  <a:close/>
                </a:path>
              </a:pathLst>
            </a:custGeom>
            <a:solidFill>
              <a:schemeClr val="dk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1337" name="Google Shape;1337;p34"/>
            <p:cNvSpPr/>
            <p:nvPr/>
          </p:nvSpPr>
          <p:spPr>
            <a:xfrm>
              <a:off x="4452525" y="666675"/>
              <a:ext cx="133500" cy="151050"/>
            </a:xfrm>
            <a:custGeom>
              <a:avLst/>
              <a:gdLst/>
              <a:ahLst/>
              <a:cxnLst/>
              <a:rect l="l" t="t" r="r" b="b"/>
              <a:pathLst>
                <a:path w="5340" h="6042" extrusionOk="0">
                  <a:moveTo>
                    <a:pt x="2933" y="1"/>
                  </a:moveTo>
                  <a:cubicBezTo>
                    <a:pt x="2457" y="1"/>
                    <a:pt x="2056" y="101"/>
                    <a:pt x="1680" y="277"/>
                  </a:cubicBezTo>
                  <a:cubicBezTo>
                    <a:pt x="1329" y="452"/>
                    <a:pt x="1028" y="678"/>
                    <a:pt x="778" y="953"/>
                  </a:cubicBezTo>
                  <a:cubicBezTo>
                    <a:pt x="527" y="1229"/>
                    <a:pt x="327" y="1555"/>
                    <a:pt x="201" y="1906"/>
                  </a:cubicBezTo>
                  <a:cubicBezTo>
                    <a:pt x="51" y="2257"/>
                    <a:pt x="1" y="2607"/>
                    <a:pt x="1" y="2983"/>
                  </a:cubicBezTo>
                  <a:cubicBezTo>
                    <a:pt x="1" y="3359"/>
                    <a:pt x="76" y="3735"/>
                    <a:pt x="201" y="4086"/>
                  </a:cubicBezTo>
                  <a:cubicBezTo>
                    <a:pt x="352" y="4462"/>
                    <a:pt x="552" y="4788"/>
                    <a:pt x="803" y="5089"/>
                  </a:cubicBezTo>
                  <a:cubicBezTo>
                    <a:pt x="1054" y="5364"/>
                    <a:pt x="1354" y="5590"/>
                    <a:pt x="1705" y="5765"/>
                  </a:cubicBezTo>
                  <a:cubicBezTo>
                    <a:pt x="2056" y="5941"/>
                    <a:pt x="2457" y="6041"/>
                    <a:pt x="2883" y="6041"/>
                  </a:cubicBezTo>
                  <a:cubicBezTo>
                    <a:pt x="3134" y="6041"/>
                    <a:pt x="3359" y="6016"/>
                    <a:pt x="3610" y="5941"/>
                  </a:cubicBezTo>
                  <a:cubicBezTo>
                    <a:pt x="3861" y="5891"/>
                    <a:pt x="4111" y="5790"/>
                    <a:pt x="4312" y="5690"/>
                  </a:cubicBezTo>
                  <a:cubicBezTo>
                    <a:pt x="4537" y="5565"/>
                    <a:pt x="4738" y="5415"/>
                    <a:pt x="4913" y="5264"/>
                  </a:cubicBezTo>
                  <a:cubicBezTo>
                    <a:pt x="5089" y="5089"/>
                    <a:pt x="5239" y="4888"/>
                    <a:pt x="5339" y="4663"/>
                  </a:cubicBezTo>
                  <a:lnTo>
                    <a:pt x="4387" y="4111"/>
                  </a:lnTo>
                  <a:cubicBezTo>
                    <a:pt x="4312" y="4287"/>
                    <a:pt x="4237" y="4412"/>
                    <a:pt x="4111" y="4537"/>
                  </a:cubicBezTo>
                  <a:cubicBezTo>
                    <a:pt x="4011" y="4638"/>
                    <a:pt x="3886" y="4738"/>
                    <a:pt x="3735" y="4813"/>
                  </a:cubicBezTo>
                  <a:cubicBezTo>
                    <a:pt x="3610" y="4888"/>
                    <a:pt x="3485" y="4938"/>
                    <a:pt x="3334" y="4963"/>
                  </a:cubicBezTo>
                  <a:cubicBezTo>
                    <a:pt x="3184" y="5014"/>
                    <a:pt x="3059" y="5014"/>
                    <a:pt x="2908" y="5014"/>
                  </a:cubicBezTo>
                  <a:cubicBezTo>
                    <a:pt x="2658" y="5014"/>
                    <a:pt x="2432" y="4963"/>
                    <a:pt x="2206" y="4863"/>
                  </a:cubicBezTo>
                  <a:cubicBezTo>
                    <a:pt x="1981" y="4738"/>
                    <a:pt x="1805" y="4587"/>
                    <a:pt x="1655" y="4412"/>
                  </a:cubicBezTo>
                  <a:cubicBezTo>
                    <a:pt x="1505" y="4211"/>
                    <a:pt x="1379" y="4011"/>
                    <a:pt x="1304" y="3760"/>
                  </a:cubicBezTo>
                  <a:cubicBezTo>
                    <a:pt x="1204" y="3535"/>
                    <a:pt x="1179" y="3259"/>
                    <a:pt x="1179" y="3008"/>
                  </a:cubicBezTo>
                  <a:cubicBezTo>
                    <a:pt x="1179" y="2783"/>
                    <a:pt x="1204" y="2532"/>
                    <a:pt x="1279" y="2307"/>
                  </a:cubicBezTo>
                  <a:cubicBezTo>
                    <a:pt x="1354" y="2056"/>
                    <a:pt x="1455" y="1856"/>
                    <a:pt x="1605" y="1655"/>
                  </a:cubicBezTo>
                  <a:cubicBezTo>
                    <a:pt x="1755" y="1480"/>
                    <a:pt x="1931" y="1329"/>
                    <a:pt x="2131" y="1204"/>
                  </a:cubicBezTo>
                  <a:cubicBezTo>
                    <a:pt x="2357" y="1079"/>
                    <a:pt x="2607" y="1029"/>
                    <a:pt x="2908" y="1029"/>
                  </a:cubicBezTo>
                  <a:cubicBezTo>
                    <a:pt x="3033" y="1029"/>
                    <a:pt x="3159" y="1054"/>
                    <a:pt x="3309" y="1079"/>
                  </a:cubicBezTo>
                  <a:cubicBezTo>
                    <a:pt x="3460" y="1104"/>
                    <a:pt x="3585" y="1154"/>
                    <a:pt x="3710" y="1229"/>
                  </a:cubicBezTo>
                  <a:cubicBezTo>
                    <a:pt x="3836" y="1279"/>
                    <a:pt x="3961" y="1379"/>
                    <a:pt x="4061" y="1505"/>
                  </a:cubicBezTo>
                  <a:cubicBezTo>
                    <a:pt x="4186" y="1605"/>
                    <a:pt x="4287" y="1755"/>
                    <a:pt x="4362" y="1931"/>
                  </a:cubicBezTo>
                  <a:lnTo>
                    <a:pt x="5239" y="1304"/>
                  </a:lnTo>
                  <a:cubicBezTo>
                    <a:pt x="5039" y="928"/>
                    <a:pt x="4738" y="602"/>
                    <a:pt x="4337" y="377"/>
                  </a:cubicBezTo>
                  <a:cubicBezTo>
                    <a:pt x="3961" y="126"/>
                    <a:pt x="3485" y="1"/>
                    <a:pt x="2933"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38" name="Google Shape;1338;p34"/>
            <p:cNvSpPr/>
            <p:nvPr/>
          </p:nvSpPr>
          <p:spPr>
            <a:xfrm>
              <a:off x="4621700" y="667950"/>
              <a:ext cx="103425" cy="148500"/>
            </a:xfrm>
            <a:custGeom>
              <a:avLst/>
              <a:gdLst/>
              <a:ahLst/>
              <a:cxnLst/>
              <a:rect l="l" t="t" r="r" b="b"/>
              <a:pathLst>
                <a:path w="4137" h="5940" extrusionOk="0">
                  <a:moveTo>
                    <a:pt x="1" y="0"/>
                  </a:moveTo>
                  <a:lnTo>
                    <a:pt x="1" y="5940"/>
                  </a:lnTo>
                  <a:lnTo>
                    <a:pt x="4136" y="5940"/>
                  </a:lnTo>
                  <a:lnTo>
                    <a:pt x="4136" y="4937"/>
                  </a:lnTo>
                  <a:lnTo>
                    <a:pt x="1179" y="4937"/>
                  </a:lnTo>
                  <a:lnTo>
                    <a:pt x="1179" y="3384"/>
                  </a:lnTo>
                  <a:lnTo>
                    <a:pt x="3660" y="3384"/>
                  </a:lnTo>
                  <a:lnTo>
                    <a:pt x="3660" y="2431"/>
                  </a:lnTo>
                  <a:lnTo>
                    <a:pt x="1179" y="2431"/>
                  </a:lnTo>
                  <a:lnTo>
                    <a:pt x="1179" y="1003"/>
                  </a:lnTo>
                  <a:lnTo>
                    <a:pt x="4061" y="1003"/>
                  </a:lnTo>
                  <a:lnTo>
                    <a:pt x="4061" y="0"/>
                  </a:ln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39" name="Google Shape;1339;p34"/>
            <p:cNvSpPr/>
            <p:nvPr/>
          </p:nvSpPr>
          <p:spPr>
            <a:xfrm>
              <a:off x="4764575" y="667950"/>
              <a:ext cx="129100" cy="148500"/>
            </a:xfrm>
            <a:custGeom>
              <a:avLst/>
              <a:gdLst/>
              <a:ahLst/>
              <a:cxnLst/>
              <a:rect l="l" t="t" r="r" b="b"/>
              <a:pathLst>
                <a:path w="5164" h="5940" extrusionOk="0">
                  <a:moveTo>
                    <a:pt x="0" y="0"/>
                  </a:moveTo>
                  <a:lnTo>
                    <a:pt x="0" y="5940"/>
                  </a:lnTo>
                  <a:lnTo>
                    <a:pt x="1153" y="5940"/>
                  </a:lnTo>
                  <a:lnTo>
                    <a:pt x="1153" y="2130"/>
                  </a:lnTo>
                  <a:lnTo>
                    <a:pt x="4211" y="5940"/>
                  </a:lnTo>
                  <a:lnTo>
                    <a:pt x="5163" y="5940"/>
                  </a:lnTo>
                  <a:lnTo>
                    <a:pt x="5163" y="0"/>
                  </a:lnTo>
                  <a:lnTo>
                    <a:pt x="3985" y="0"/>
                  </a:lnTo>
                  <a:lnTo>
                    <a:pt x="3985" y="3885"/>
                  </a:lnTo>
                  <a:lnTo>
                    <a:pt x="902" y="0"/>
                  </a:ln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40" name="Google Shape;1340;p34"/>
            <p:cNvSpPr/>
            <p:nvPr/>
          </p:nvSpPr>
          <p:spPr>
            <a:xfrm>
              <a:off x="4928725" y="667950"/>
              <a:ext cx="123450" cy="148500"/>
            </a:xfrm>
            <a:custGeom>
              <a:avLst/>
              <a:gdLst/>
              <a:ahLst/>
              <a:cxnLst/>
              <a:rect l="l" t="t" r="r" b="b"/>
              <a:pathLst>
                <a:path w="4938" h="5940" extrusionOk="0">
                  <a:moveTo>
                    <a:pt x="1" y="0"/>
                  </a:moveTo>
                  <a:lnTo>
                    <a:pt x="1" y="1003"/>
                  </a:lnTo>
                  <a:lnTo>
                    <a:pt x="1905" y="1003"/>
                  </a:lnTo>
                  <a:lnTo>
                    <a:pt x="1905" y="5940"/>
                  </a:lnTo>
                  <a:lnTo>
                    <a:pt x="3033" y="5940"/>
                  </a:lnTo>
                  <a:lnTo>
                    <a:pt x="3033" y="1003"/>
                  </a:lnTo>
                  <a:lnTo>
                    <a:pt x="4938" y="1003"/>
                  </a:lnTo>
                  <a:lnTo>
                    <a:pt x="4938" y="0"/>
                  </a:ln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41" name="Google Shape;1341;p34"/>
            <p:cNvSpPr/>
            <p:nvPr/>
          </p:nvSpPr>
          <p:spPr>
            <a:xfrm>
              <a:off x="5087875" y="667950"/>
              <a:ext cx="119700" cy="148500"/>
            </a:xfrm>
            <a:custGeom>
              <a:avLst/>
              <a:gdLst/>
              <a:ahLst/>
              <a:cxnLst/>
              <a:rect l="l" t="t" r="r" b="b"/>
              <a:pathLst>
                <a:path w="4788" h="5940" extrusionOk="0">
                  <a:moveTo>
                    <a:pt x="2532" y="1003"/>
                  </a:moveTo>
                  <a:cubicBezTo>
                    <a:pt x="2632" y="1003"/>
                    <a:pt x="2732" y="1028"/>
                    <a:pt x="2833" y="1078"/>
                  </a:cubicBezTo>
                  <a:cubicBezTo>
                    <a:pt x="2933" y="1128"/>
                    <a:pt x="3033" y="1203"/>
                    <a:pt x="3108" y="1278"/>
                  </a:cubicBezTo>
                  <a:cubicBezTo>
                    <a:pt x="3184" y="1353"/>
                    <a:pt x="3234" y="1454"/>
                    <a:pt x="3284" y="1579"/>
                  </a:cubicBezTo>
                  <a:cubicBezTo>
                    <a:pt x="3334" y="1704"/>
                    <a:pt x="3359" y="1830"/>
                    <a:pt x="3359" y="1980"/>
                  </a:cubicBezTo>
                  <a:cubicBezTo>
                    <a:pt x="3359" y="2105"/>
                    <a:pt x="3334" y="2231"/>
                    <a:pt x="3284" y="2356"/>
                  </a:cubicBezTo>
                  <a:cubicBezTo>
                    <a:pt x="3259" y="2456"/>
                    <a:pt x="3209" y="2556"/>
                    <a:pt x="3133" y="2657"/>
                  </a:cubicBezTo>
                  <a:cubicBezTo>
                    <a:pt x="3058" y="2732"/>
                    <a:pt x="2983" y="2807"/>
                    <a:pt x="2883" y="2857"/>
                  </a:cubicBezTo>
                  <a:cubicBezTo>
                    <a:pt x="2808" y="2907"/>
                    <a:pt x="2707" y="2932"/>
                    <a:pt x="2582" y="2932"/>
                  </a:cubicBezTo>
                  <a:lnTo>
                    <a:pt x="1153" y="2932"/>
                  </a:lnTo>
                  <a:lnTo>
                    <a:pt x="1153" y="1003"/>
                  </a:lnTo>
                  <a:close/>
                  <a:moveTo>
                    <a:pt x="1" y="0"/>
                  </a:moveTo>
                  <a:lnTo>
                    <a:pt x="1" y="5940"/>
                  </a:lnTo>
                  <a:lnTo>
                    <a:pt x="1153" y="5940"/>
                  </a:lnTo>
                  <a:lnTo>
                    <a:pt x="1153" y="3935"/>
                  </a:lnTo>
                  <a:lnTo>
                    <a:pt x="2281" y="3935"/>
                  </a:lnTo>
                  <a:lnTo>
                    <a:pt x="3509" y="5940"/>
                  </a:lnTo>
                  <a:lnTo>
                    <a:pt x="4788" y="5940"/>
                  </a:lnTo>
                  <a:lnTo>
                    <a:pt x="3434" y="3709"/>
                  </a:lnTo>
                  <a:cubicBezTo>
                    <a:pt x="3760" y="3559"/>
                    <a:pt x="4036" y="3333"/>
                    <a:pt x="4211" y="3033"/>
                  </a:cubicBezTo>
                  <a:cubicBezTo>
                    <a:pt x="4412" y="2707"/>
                    <a:pt x="4512" y="2356"/>
                    <a:pt x="4512" y="1980"/>
                  </a:cubicBezTo>
                  <a:cubicBezTo>
                    <a:pt x="4512" y="1729"/>
                    <a:pt x="4462" y="1479"/>
                    <a:pt x="4361" y="1253"/>
                  </a:cubicBezTo>
                  <a:cubicBezTo>
                    <a:pt x="4286" y="1028"/>
                    <a:pt x="4136" y="802"/>
                    <a:pt x="3986" y="627"/>
                  </a:cubicBezTo>
                  <a:cubicBezTo>
                    <a:pt x="3810" y="426"/>
                    <a:pt x="3610" y="276"/>
                    <a:pt x="3384" y="176"/>
                  </a:cubicBezTo>
                  <a:cubicBezTo>
                    <a:pt x="3133" y="50"/>
                    <a:pt x="2883" y="0"/>
                    <a:pt x="2607"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42" name="Google Shape;1342;p34"/>
            <p:cNvSpPr/>
            <p:nvPr/>
          </p:nvSpPr>
          <p:spPr>
            <a:xfrm>
              <a:off x="5226975" y="667950"/>
              <a:ext cx="138500" cy="148500"/>
            </a:xfrm>
            <a:custGeom>
              <a:avLst/>
              <a:gdLst/>
              <a:ahLst/>
              <a:cxnLst/>
              <a:rect l="l" t="t" r="r" b="b"/>
              <a:pathLst>
                <a:path w="5540" h="5940" extrusionOk="0">
                  <a:moveTo>
                    <a:pt x="2782" y="1303"/>
                  </a:moveTo>
                  <a:lnTo>
                    <a:pt x="3610" y="3634"/>
                  </a:lnTo>
                  <a:lnTo>
                    <a:pt x="1930" y="3634"/>
                  </a:lnTo>
                  <a:lnTo>
                    <a:pt x="2782" y="1303"/>
                  </a:lnTo>
                  <a:close/>
                  <a:moveTo>
                    <a:pt x="2256" y="0"/>
                  </a:moveTo>
                  <a:lnTo>
                    <a:pt x="1" y="5940"/>
                  </a:lnTo>
                  <a:lnTo>
                    <a:pt x="1178" y="5940"/>
                  </a:lnTo>
                  <a:lnTo>
                    <a:pt x="1730" y="4461"/>
                  </a:lnTo>
                  <a:lnTo>
                    <a:pt x="3810" y="4461"/>
                  </a:lnTo>
                  <a:lnTo>
                    <a:pt x="4361" y="5940"/>
                  </a:lnTo>
                  <a:lnTo>
                    <a:pt x="5539" y="5940"/>
                  </a:lnTo>
                  <a:lnTo>
                    <a:pt x="3284" y="0"/>
                  </a:ln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43" name="Google Shape;1343;p34"/>
            <p:cNvSpPr/>
            <p:nvPr/>
          </p:nvSpPr>
          <p:spPr>
            <a:xfrm>
              <a:off x="5398650" y="667950"/>
              <a:ext cx="104675" cy="148500"/>
            </a:xfrm>
            <a:custGeom>
              <a:avLst/>
              <a:gdLst/>
              <a:ahLst/>
              <a:cxnLst/>
              <a:rect l="l" t="t" r="r" b="b"/>
              <a:pathLst>
                <a:path w="4187" h="5940" extrusionOk="0">
                  <a:moveTo>
                    <a:pt x="1" y="0"/>
                  </a:moveTo>
                  <a:lnTo>
                    <a:pt x="1" y="5940"/>
                  </a:lnTo>
                  <a:lnTo>
                    <a:pt x="4186" y="5940"/>
                  </a:lnTo>
                  <a:lnTo>
                    <a:pt x="4186" y="4937"/>
                  </a:lnTo>
                  <a:lnTo>
                    <a:pt x="1154" y="4937"/>
                  </a:lnTo>
                  <a:lnTo>
                    <a:pt x="1154" y="0"/>
                  </a:ln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44" name="Google Shape;1344;p34"/>
            <p:cNvSpPr/>
            <p:nvPr/>
          </p:nvSpPr>
          <p:spPr>
            <a:xfrm>
              <a:off x="4235125" y="885350"/>
              <a:ext cx="177950" cy="229350"/>
            </a:xfrm>
            <a:custGeom>
              <a:avLst/>
              <a:gdLst/>
              <a:ahLst/>
              <a:cxnLst/>
              <a:rect l="l" t="t" r="r" b="b"/>
              <a:pathLst>
                <a:path w="7118" h="9174" extrusionOk="0">
                  <a:moveTo>
                    <a:pt x="3659" y="1"/>
                  </a:moveTo>
                  <a:cubicBezTo>
                    <a:pt x="3183" y="1"/>
                    <a:pt x="2757" y="51"/>
                    <a:pt x="2356" y="176"/>
                  </a:cubicBezTo>
                  <a:cubicBezTo>
                    <a:pt x="1980" y="302"/>
                    <a:pt x="1604" y="477"/>
                    <a:pt x="1303" y="703"/>
                  </a:cubicBezTo>
                  <a:cubicBezTo>
                    <a:pt x="1003" y="953"/>
                    <a:pt x="777" y="1254"/>
                    <a:pt x="602" y="1605"/>
                  </a:cubicBezTo>
                  <a:cubicBezTo>
                    <a:pt x="451" y="1956"/>
                    <a:pt x="351" y="2357"/>
                    <a:pt x="351" y="2833"/>
                  </a:cubicBezTo>
                  <a:cubicBezTo>
                    <a:pt x="351" y="3159"/>
                    <a:pt x="401" y="3460"/>
                    <a:pt x="501" y="3735"/>
                  </a:cubicBezTo>
                  <a:cubicBezTo>
                    <a:pt x="627" y="3961"/>
                    <a:pt x="777" y="4186"/>
                    <a:pt x="1003" y="4387"/>
                  </a:cubicBezTo>
                  <a:cubicBezTo>
                    <a:pt x="1203" y="4562"/>
                    <a:pt x="1479" y="4738"/>
                    <a:pt x="1780" y="4888"/>
                  </a:cubicBezTo>
                  <a:cubicBezTo>
                    <a:pt x="2105" y="5013"/>
                    <a:pt x="2481" y="5139"/>
                    <a:pt x="2907" y="5264"/>
                  </a:cubicBezTo>
                  <a:cubicBezTo>
                    <a:pt x="3258" y="5364"/>
                    <a:pt x="3584" y="5465"/>
                    <a:pt x="3885" y="5540"/>
                  </a:cubicBezTo>
                  <a:cubicBezTo>
                    <a:pt x="4161" y="5640"/>
                    <a:pt x="4411" y="5715"/>
                    <a:pt x="4612" y="5815"/>
                  </a:cubicBezTo>
                  <a:cubicBezTo>
                    <a:pt x="4812" y="5916"/>
                    <a:pt x="4988" y="6041"/>
                    <a:pt x="5088" y="6166"/>
                  </a:cubicBezTo>
                  <a:cubicBezTo>
                    <a:pt x="5188" y="6317"/>
                    <a:pt x="5263" y="6467"/>
                    <a:pt x="5263" y="6668"/>
                  </a:cubicBezTo>
                  <a:cubicBezTo>
                    <a:pt x="5263" y="7294"/>
                    <a:pt x="4762" y="7595"/>
                    <a:pt x="3810" y="7595"/>
                  </a:cubicBezTo>
                  <a:cubicBezTo>
                    <a:pt x="3459" y="7595"/>
                    <a:pt x="3108" y="7570"/>
                    <a:pt x="2782" y="7470"/>
                  </a:cubicBezTo>
                  <a:cubicBezTo>
                    <a:pt x="2456" y="7394"/>
                    <a:pt x="2156" y="7294"/>
                    <a:pt x="1880" y="7169"/>
                  </a:cubicBezTo>
                  <a:cubicBezTo>
                    <a:pt x="1604" y="7044"/>
                    <a:pt x="1379" y="6918"/>
                    <a:pt x="1178" y="6793"/>
                  </a:cubicBezTo>
                  <a:cubicBezTo>
                    <a:pt x="978" y="6668"/>
                    <a:pt x="852" y="6567"/>
                    <a:pt x="777" y="6492"/>
                  </a:cubicBezTo>
                  <a:lnTo>
                    <a:pt x="0" y="8021"/>
                  </a:lnTo>
                  <a:cubicBezTo>
                    <a:pt x="526" y="8372"/>
                    <a:pt x="1103" y="8673"/>
                    <a:pt x="1780" y="8873"/>
                  </a:cubicBezTo>
                  <a:cubicBezTo>
                    <a:pt x="2431" y="9074"/>
                    <a:pt x="3108" y="9174"/>
                    <a:pt x="3785" y="9174"/>
                  </a:cubicBezTo>
                  <a:cubicBezTo>
                    <a:pt x="4211" y="9174"/>
                    <a:pt x="4637" y="9124"/>
                    <a:pt x="5038" y="9049"/>
                  </a:cubicBezTo>
                  <a:cubicBezTo>
                    <a:pt x="5439" y="8948"/>
                    <a:pt x="5790" y="8773"/>
                    <a:pt x="6115" y="8572"/>
                  </a:cubicBezTo>
                  <a:cubicBezTo>
                    <a:pt x="6416" y="8347"/>
                    <a:pt x="6667" y="8071"/>
                    <a:pt x="6842" y="7745"/>
                  </a:cubicBezTo>
                  <a:cubicBezTo>
                    <a:pt x="7018" y="7394"/>
                    <a:pt x="7118" y="6968"/>
                    <a:pt x="7118" y="6492"/>
                  </a:cubicBezTo>
                  <a:cubicBezTo>
                    <a:pt x="7118" y="6091"/>
                    <a:pt x="7043" y="5740"/>
                    <a:pt x="6917" y="5465"/>
                  </a:cubicBezTo>
                  <a:cubicBezTo>
                    <a:pt x="6792" y="5164"/>
                    <a:pt x="6592" y="4913"/>
                    <a:pt x="6341" y="4713"/>
                  </a:cubicBezTo>
                  <a:cubicBezTo>
                    <a:pt x="6090" y="4512"/>
                    <a:pt x="5790" y="4337"/>
                    <a:pt x="5414" y="4211"/>
                  </a:cubicBezTo>
                  <a:cubicBezTo>
                    <a:pt x="5063" y="4061"/>
                    <a:pt x="4662" y="3936"/>
                    <a:pt x="4211" y="3835"/>
                  </a:cubicBezTo>
                  <a:cubicBezTo>
                    <a:pt x="3885" y="3735"/>
                    <a:pt x="3584" y="3660"/>
                    <a:pt x="3308" y="3585"/>
                  </a:cubicBezTo>
                  <a:cubicBezTo>
                    <a:pt x="3058" y="3510"/>
                    <a:pt x="2857" y="3434"/>
                    <a:pt x="2682" y="3334"/>
                  </a:cubicBezTo>
                  <a:cubicBezTo>
                    <a:pt x="2506" y="3234"/>
                    <a:pt x="2381" y="3134"/>
                    <a:pt x="2281" y="3008"/>
                  </a:cubicBezTo>
                  <a:cubicBezTo>
                    <a:pt x="2206" y="2883"/>
                    <a:pt x="2156" y="2733"/>
                    <a:pt x="2156" y="2532"/>
                  </a:cubicBezTo>
                  <a:cubicBezTo>
                    <a:pt x="2156" y="2231"/>
                    <a:pt x="2281" y="1981"/>
                    <a:pt x="2506" y="1805"/>
                  </a:cubicBezTo>
                  <a:cubicBezTo>
                    <a:pt x="2757" y="1605"/>
                    <a:pt x="3108" y="1530"/>
                    <a:pt x="3609" y="1530"/>
                  </a:cubicBezTo>
                  <a:cubicBezTo>
                    <a:pt x="3860" y="1530"/>
                    <a:pt x="4135" y="1555"/>
                    <a:pt x="4411" y="1630"/>
                  </a:cubicBezTo>
                  <a:cubicBezTo>
                    <a:pt x="4662" y="1705"/>
                    <a:pt x="4912" y="1780"/>
                    <a:pt x="5113" y="1881"/>
                  </a:cubicBezTo>
                  <a:cubicBezTo>
                    <a:pt x="5364" y="1981"/>
                    <a:pt x="5539" y="2081"/>
                    <a:pt x="5689" y="2181"/>
                  </a:cubicBezTo>
                  <a:cubicBezTo>
                    <a:pt x="5865" y="2282"/>
                    <a:pt x="5965" y="2357"/>
                    <a:pt x="6015" y="2407"/>
                  </a:cubicBezTo>
                  <a:lnTo>
                    <a:pt x="6792" y="1003"/>
                  </a:lnTo>
                  <a:cubicBezTo>
                    <a:pt x="6416" y="728"/>
                    <a:pt x="5940" y="477"/>
                    <a:pt x="5414" y="302"/>
                  </a:cubicBezTo>
                  <a:cubicBezTo>
                    <a:pt x="4862" y="101"/>
                    <a:pt x="4286" y="1"/>
                    <a:pt x="3659"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45" name="Google Shape;1345;p34"/>
            <p:cNvSpPr/>
            <p:nvPr/>
          </p:nvSpPr>
          <p:spPr>
            <a:xfrm>
              <a:off x="4450650" y="886600"/>
              <a:ext cx="188000" cy="225600"/>
            </a:xfrm>
            <a:custGeom>
              <a:avLst/>
              <a:gdLst/>
              <a:ahLst/>
              <a:cxnLst/>
              <a:rect l="l" t="t" r="r" b="b"/>
              <a:pathLst>
                <a:path w="7520" h="9024" extrusionOk="0">
                  <a:moveTo>
                    <a:pt x="1" y="1"/>
                  </a:moveTo>
                  <a:lnTo>
                    <a:pt x="1" y="1530"/>
                  </a:lnTo>
                  <a:lnTo>
                    <a:pt x="2908" y="1530"/>
                  </a:lnTo>
                  <a:lnTo>
                    <a:pt x="2908" y="9024"/>
                  </a:lnTo>
                  <a:lnTo>
                    <a:pt x="4637" y="9024"/>
                  </a:lnTo>
                  <a:lnTo>
                    <a:pt x="4637" y="1530"/>
                  </a:lnTo>
                  <a:lnTo>
                    <a:pt x="7520" y="1530"/>
                  </a:lnTo>
                  <a:lnTo>
                    <a:pt x="7520" y="1"/>
                  </a:ln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46" name="Google Shape;1346;p34"/>
            <p:cNvSpPr/>
            <p:nvPr/>
          </p:nvSpPr>
          <p:spPr>
            <a:xfrm>
              <a:off x="4648025" y="886600"/>
              <a:ext cx="210550" cy="225600"/>
            </a:xfrm>
            <a:custGeom>
              <a:avLst/>
              <a:gdLst/>
              <a:ahLst/>
              <a:cxnLst/>
              <a:rect l="l" t="t" r="r" b="b"/>
              <a:pathLst>
                <a:path w="8422" h="9024" extrusionOk="0">
                  <a:moveTo>
                    <a:pt x="4211" y="2006"/>
                  </a:moveTo>
                  <a:lnTo>
                    <a:pt x="5464" y="5540"/>
                  </a:lnTo>
                  <a:lnTo>
                    <a:pt x="2908" y="5540"/>
                  </a:lnTo>
                  <a:lnTo>
                    <a:pt x="4211" y="2006"/>
                  </a:lnTo>
                  <a:close/>
                  <a:moveTo>
                    <a:pt x="3434" y="1"/>
                  </a:moveTo>
                  <a:lnTo>
                    <a:pt x="0" y="9024"/>
                  </a:lnTo>
                  <a:lnTo>
                    <a:pt x="1805" y="9024"/>
                  </a:lnTo>
                  <a:lnTo>
                    <a:pt x="2632" y="6768"/>
                  </a:lnTo>
                  <a:lnTo>
                    <a:pt x="5790" y="6768"/>
                  </a:lnTo>
                  <a:lnTo>
                    <a:pt x="6617" y="9024"/>
                  </a:lnTo>
                  <a:lnTo>
                    <a:pt x="8422" y="9024"/>
                  </a:lnTo>
                  <a:lnTo>
                    <a:pt x="4988" y="1"/>
                  </a:ln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47" name="Google Shape;1347;p34"/>
            <p:cNvSpPr/>
            <p:nvPr/>
          </p:nvSpPr>
          <p:spPr>
            <a:xfrm>
              <a:off x="4867325" y="886600"/>
              <a:ext cx="188000" cy="225600"/>
            </a:xfrm>
            <a:custGeom>
              <a:avLst/>
              <a:gdLst/>
              <a:ahLst/>
              <a:cxnLst/>
              <a:rect l="l" t="t" r="r" b="b"/>
              <a:pathLst>
                <a:path w="7520" h="9024" extrusionOk="0">
                  <a:moveTo>
                    <a:pt x="0" y="1"/>
                  </a:moveTo>
                  <a:lnTo>
                    <a:pt x="0" y="1530"/>
                  </a:lnTo>
                  <a:lnTo>
                    <a:pt x="2883" y="1530"/>
                  </a:lnTo>
                  <a:lnTo>
                    <a:pt x="2883" y="9024"/>
                  </a:lnTo>
                  <a:lnTo>
                    <a:pt x="4637" y="9024"/>
                  </a:lnTo>
                  <a:lnTo>
                    <a:pt x="4637" y="1530"/>
                  </a:lnTo>
                  <a:lnTo>
                    <a:pt x="7519" y="1530"/>
                  </a:lnTo>
                  <a:lnTo>
                    <a:pt x="7519" y="1"/>
                  </a:ln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48" name="Google Shape;1348;p34"/>
            <p:cNvSpPr/>
            <p:nvPr/>
          </p:nvSpPr>
          <p:spPr>
            <a:xfrm>
              <a:off x="5108550" y="886600"/>
              <a:ext cx="43900" cy="225600"/>
            </a:xfrm>
            <a:custGeom>
              <a:avLst/>
              <a:gdLst/>
              <a:ahLst/>
              <a:cxnLst/>
              <a:rect l="l" t="t" r="r" b="b"/>
              <a:pathLst>
                <a:path w="1756" h="9024" extrusionOk="0">
                  <a:moveTo>
                    <a:pt x="1" y="1"/>
                  </a:moveTo>
                  <a:lnTo>
                    <a:pt x="1" y="9024"/>
                  </a:lnTo>
                  <a:lnTo>
                    <a:pt x="1755" y="9024"/>
                  </a:lnTo>
                  <a:lnTo>
                    <a:pt x="1755" y="1"/>
                  </a:ln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49" name="Google Shape;1349;p34"/>
            <p:cNvSpPr/>
            <p:nvPr/>
          </p:nvSpPr>
          <p:spPr>
            <a:xfrm>
              <a:off x="5211300" y="885350"/>
              <a:ext cx="219950" cy="228725"/>
            </a:xfrm>
            <a:custGeom>
              <a:avLst/>
              <a:gdLst/>
              <a:ahLst/>
              <a:cxnLst/>
              <a:rect l="l" t="t" r="r" b="b"/>
              <a:pathLst>
                <a:path w="8798" h="9149" extrusionOk="0">
                  <a:moveTo>
                    <a:pt x="4412" y="1555"/>
                  </a:moveTo>
                  <a:cubicBezTo>
                    <a:pt x="4813" y="1555"/>
                    <a:pt x="5189" y="1630"/>
                    <a:pt x="5490" y="1805"/>
                  </a:cubicBezTo>
                  <a:cubicBezTo>
                    <a:pt x="5841" y="1956"/>
                    <a:pt x="6116" y="2181"/>
                    <a:pt x="6317" y="2457"/>
                  </a:cubicBezTo>
                  <a:cubicBezTo>
                    <a:pt x="6567" y="2758"/>
                    <a:pt x="6743" y="3059"/>
                    <a:pt x="6843" y="3434"/>
                  </a:cubicBezTo>
                  <a:cubicBezTo>
                    <a:pt x="6968" y="3785"/>
                    <a:pt x="7044" y="4186"/>
                    <a:pt x="7044" y="4562"/>
                  </a:cubicBezTo>
                  <a:cubicBezTo>
                    <a:pt x="7044" y="4938"/>
                    <a:pt x="6968" y="5314"/>
                    <a:pt x="6868" y="5665"/>
                  </a:cubicBezTo>
                  <a:cubicBezTo>
                    <a:pt x="6743" y="6016"/>
                    <a:pt x="6592" y="6342"/>
                    <a:pt x="6342" y="6643"/>
                  </a:cubicBezTo>
                  <a:cubicBezTo>
                    <a:pt x="6141" y="6918"/>
                    <a:pt x="5866" y="7169"/>
                    <a:pt x="5540" y="7344"/>
                  </a:cubicBezTo>
                  <a:cubicBezTo>
                    <a:pt x="5214" y="7495"/>
                    <a:pt x="4838" y="7595"/>
                    <a:pt x="4412" y="7595"/>
                  </a:cubicBezTo>
                  <a:cubicBezTo>
                    <a:pt x="3986" y="7595"/>
                    <a:pt x="3610" y="7495"/>
                    <a:pt x="3284" y="7344"/>
                  </a:cubicBezTo>
                  <a:cubicBezTo>
                    <a:pt x="2958" y="7169"/>
                    <a:pt x="2683" y="6943"/>
                    <a:pt x="2457" y="6668"/>
                  </a:cubicBezTo>
                  <a:cubicBezTo>
                    <a:pt x="2257" y="6392"/>
                    <a:pt x="2081" y="6066"/>
                    <a:pt x="1956" y="5690"/>
                  </a:cubicBezTo>
                  <a:cubicBezTo>
                    <a:pt x="1831" y="5339"/>
                    <a:pt x="1780" y="4963"/>
                    <a:pt x="1780" y="4562"/>
                  </a:cubicBezTo>
                  <a:cubicBezTo>
                    <a:pt x="1780" y="4186"/>
                    <a:pt x="1831" y="3835"/>
                    <a:pt x="1931" y="3460"/>
                  </a:cubicBezTo>
                  <a:cubicBezTo>
                    <a:pt x="2056" y="3109"/>
                    <a:pt x="2232" y="2783"/>
                    <a:pt x="2457" y="2507"/>
                  </a:cubicBezTo>
                  <a:cubicBezTo>
                    <a:pt x="2683" y="2206"/>
                    <a:pt x="2958" y="1981"/>
                    <a:pt x="3284" y="1830"/>
                  </a:cubicBezTo>
                  <a:cubicBezTo>
                    <a:pt x="3610" y="1630"/>
                    <a:pt x="3986" y="1555"/>
                    <a:pt x="4412" y="1555"/>
                  </a:cubicBezTo>
                  <a:close/>
                  <a:moveTo>
                    <a:pt x="4437" y="1"/>
                  </a:moveTo>
                  <a:cubicBezTo>
                    <a:pt x="3810" y="1"/>
                    <a:pt x="3209" y="126"/>
                    <a:pt x="2658" y="377"/>
                  </a:cubicBezTo>
                  <a:cubicBezTo>
                    <a:pt x="2131" y="627"/>
                    <a:pt x="1655" y="953"/>
                    <a:pt x="1254" y="1379"/>
                  </a:cubicBezTo>
                  <a:cubicBezTo>
                    <a:pt x="878" y="1805"/>
                    <a:pt x="552" y="2282"/>
                    <a:pt x="327" y="2833"/>
                  </a:cubicBezTo>
                  <a:cubicBezTo>
                    <a:pt x="101" y="3384"/>
                    <a:pt x="1" y="3961"/>
                    <a:pt x="1" y="4562"/>
                  </a:cubicBezTo>
                  <a:cubicBezTo>
                    <a:pt x="1" y="5139"/>
                    <a:pt x="101" y="5715"/>
                    <a:pt x="327" y="6267"/>
                  </a:cubicBezTo>
                  <a:cubicBezTo>
                    <a:pt x="527" y="6793"/>
                    <a:pt x="828" y="7294"/>
                    <a:pt x="1204" y="7720"/>
                  </a:cubicBezTo>
                  <a:cubicBezTo>
                    <a:pt x="1605" y="8146"/>
                    <a:pt x="2056" y="8497"/>
                    <a:pt x="2582" y="8748"/>
                  </a:cubicBezTo>
                  <a:cubicBezTo>
                    <a:pt x="3134" y="9023"/>
                    <a:pt x="3735" y="9149"/>
                    <a:pt x="4387" y="9149"/>
                  </a:cubicBezTo>
                  <a:cubicBezTo>
                    <a:pt x="5039" y="9149"/>
                    <a:pt x="5615" y="9023"/>
                    <a:pt x="6166" y="8773"/>
                  </a:cubicBezTo>
                  <a:cubicBezTo>
                    <a:pt x="6693" y="8522"/>
                    <a:pt x="7169" y="8171"/>
                    <a:pt x="7570" y="7770"/>
                  </a:cubicBezTo>
                  <a:cubicBezTo>
                    <a:pt x="7946" y="7344"/>
                    <a:pt x="8247" y="6868"/>
                    <a:pt x="8472" y="6317"/>
                  </a:cubicBezTo>
                  <a:cubicBezTo>
                    <a:pt x="8698" y="5765"/>
                    <a:pt x="8798" y="5189"/>
                    <a:pt x="8798" y="4587"/>
                  </a:cubicBezTo>
                  <a:cubicBezTo>
                    <a:pt x="8798" y="4011"/>
                    <a:pt x="8698" y="3460"/>
                    <a:pt x="8497" y="2908"/>
                  </a:cubicBezTo>
                  <a:cubicBezTo>
                    <a:pt x="8272" y="2357"/>
                    <a:pt x="7971" y="1881"/>
                    <a:pt x="7595" y="1429"/>
                  </a:cubicBezTo>
                  <a:cubicBezTo>
                    <a:pt x="7219" y="1003"/>
                    <a:pt x="6768" y="652"/>
                    <a:pt x="6217" y="402"/>
                  </a:cubicBezTo>
                  <a:cubicBezTo>
                    <a:pt x="5690" y="126"/>
                    <a:pt x="5089" y="1"/>
                    <a:pt x="4437"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50" name="Google Shape;1350;p34"/>
            <p:cNvSpPr/>
            <p:nvPr/>
          </p:nvSpPr>
          <p:spPr>
            <a:xfrm>
              <a:off x="5490750" y="886600"/>
              <a:ext cx="195525" cy="225600"/>
            </a:xfrm>
            <a:custGeom>
              <a:avLst/>
              <a:gdLst/>
              <a:ahLst/>
              <a:cxnLst/>
              <a:rect l="l" t="t" r="r" b="b"/>
              <a:pathLst>
                <a:path w="7821" h="9024" extrusionOk="0">
                  <a:moveTo>
                    <a:pt x="1" y="1"/>
                  </a:moveTo>
                  <a:lnTo>
                    <a:pt x="1" y="9024"/>
                  </a:lnTo>
                  <a:lnTo>
                    <a:pt x="1755" y="9024"/>
                  </a:lnTo>
                  <a:lnTo>
                    <a:pt x="1755" y="3234"/>
                  </a:lnTo>
                  <a:lnTo>
                    <a:pt x="6392" y="9024"/>
                  </a:lnTo>
                  <a:lnTo>
                    <a:pt x="7821" y="9024"/>
                  </a:lnTo>
                  <a:lnTo>
                    <a:pt x="7821" y="26"/>
                  </a:lnTo>
                  <a:lnTo>
                    <a:pt x="6066" y="26"/>
                  </a:lnTo>
                  <a:lnTo>
                    <a:pt x="6066" y="5916"/>
                  </a:lnTo>
                  <a:lnTo>
                    <a:pt x="1354" y="1"/>
                  </a:ln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51" name="Google Shape;1351;p34"/>
            <p:cNvSpPr/>
            <p:nvPr/>
          </p:nvSpPr>
          <p:spPr>
            <a:xfrm>
              <a:off x="6297150" y="1991250"/>
              <a:ext cx="114700" cy="1138500"/>
            </a:xfrm>
            <a:custGeom>
              <a:avLst/>
              <a:gdLst/>
              <a:ahLst/>
              <a:cxnLst/>
              <a:rect l="l" t="t" r="r" b="b"/>
              <a:pathLst>
                <a:path w="4588" h="45540" extrusionOk="0">
                  <a:moveTo>
                    <a:pt x="1" y="1"/>
                  </a:moveTo>
                  <a:lnTo>
                    <a:pt x="1" y="45540"/>
                  </a:lnTo>
                  <a:lnTo>
                    <a:pt x="4587" y="45540"/>
                  </a:lnTo>
                  <a:lnTo>
                    <a:pt x="4587" y="1"/>
                  </a:ln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52" name="Google Shape;1352;p34"/>
            <p:cNvSpPr/>
            <p:nvPr/>
          </p:nvSpPr>
          <p:spPr>
            <a:xfrm>
              <a:off x="4166825" y="5218725"/>
              <a:ext cx="2245025" cy="244375"/>
            </a:xfrm>
            <a:custGeom>
              <a:avLst/>
              <a:gdLst/>
              <a:ahLst/>
              <a:cxnLst/>
              <a:rect l="l" t="t" r="r" b="b"/>
              <a:pathLst>
                <a:path w="89801" h="9775" extrusionOk="0">
                  <a:moveTo>
                    <a:pt x="89800" y="0"/>
                  </a:moveTo>
                  <a:lnTo>
                    <a:pt x="0" y="401"/>
                  </a:lnTo>
                  <a:lnTo>
                    <a:pt x="0" y="9775"/>
                  </a:lnTo>
                  <a:lnTo>
                    <a:pt x="89800" y="9775"/>
                  </a:lnTo>
                  <a:lnTo>
                    <a:pt x="89800" y="0"/>
                  </a:lnTo>
                  <a:close/>
                </a:path>
              </a:pathLst>
            </a:custGeom>
            <a:solidFill>
              <a:srgbClr val="0070C0"/>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53" name="Google Shape;1353;p34"/>
            <p:cNvSpPr/>
            <p:nvPr/>
          </p:nvSpPr>
          <p:spPr>
            <a:xfrm>
              <a:off x="4166825" y="3055800"/>
              <a:ext cx="2245025" cy="2172975"/>
            </a:xfrm>
            <a:custGeom>
              <a:avLst/>
              <a:gdLst/>
              <a:ahLst/>
              <a:cxnLst/>
              <a:rect l="l" t="t" r="r" b="b"/>
              <a:pathLst>
                <a:path w="89801" h="86919" extrusionOk="0">
                  <a:moveTo>
                    <a:pt x="72306" y="0"/>
                  </a:moveTo>
                  <a:lnTo>
                    <a:pt x="0" y="86918"/>
                  </a:lnTo>
                  <a:lnTo>
                    <a:pt x="89800" y="86918"/>
                  </a:lnTo>
                  <a:lnTo>
                    <a:pt x="89800" y="0"/>
                  </a:lnTo>
                  <a:close/>
                </a:path>
              </a:pathLst>
            </a:custGeom>
            <a:solidFill>
              <a:schemeClr val="accent4">
                <a:lumMod val="50000"/>
              </a:schemeClr>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1354" name="Google Shape;1354;p34"/>
            <p:cNvSpPr/>
            <p:nvPr/>
          </p:nvSpPr>
          <p:spPr>
            <a:xfrm>
              <a:off x="4741375" y="4978125"/>
              <a:ext cx="1599675" cy="25"/>
            </a:xfrm>
            <a:custGeom>
              <a:avLst/>
              <a:gdLst/>
              <a:ahLst/>
              <a:cxnLst/>
              <a:rect l="l" t="t" r="r" b="b"/>
              <a:pathLst>
                <a:path w="63987" h="1" fill="none" extrusionOk="0">
                  <a:moveTo>
                    <a:pt x="1" y="0"/>
                  </a:moveTo>
                  <a:lnTo>
                    <a:pt x="63986" y="0"/>
                  </a:lnTo>
                </a:path>
              </a:pathLst>
            </a:custGeom>
            <a:noFill/>
            <a:ln w="20675" cap="flat" cmpd="sng">
              <a:solidFill>
                <a:srgbClr val="FCFCFC"/>
              </a:solidFill>
              <a:prstDash val="solid"/>
              <a:miter lim="25062"/>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55" name="Google Shape;1355;p34"/>
            <p:cNvSpPr/>
            <p:nvPr/>
          </p:nvSpPr>
          <p:spPr>
            <a:xfrm>
              <a:off x="5002025" y="4716825"/>
              <a:ext cx="1338400" cy="25"/>
            </a:xfrm>
            <a:custGeom>
              <a:avLst/>
              <a:gdLst/>
              <a:ahLst/>
              <a:cxnLst/>
              <a:rect l="l" t="t" r="r" b="b"/>
              <a:pathLst>
                <a:path w="53536" h="1" fill="none" extrusionOk="0">
                  <a:moveTo>
                    <a:pt x="1" y="1"/>
                  </a:moveTo>
                  <a:lnTo>
                    <a:pt x="53535" y="1"/>
                  </a:lnTo>
                </a:path>
              </a:pathLst>
            </a:custGeom>
            <a:noFill/>
            <a:ln w="20675" cap="flat" cmpd="sng">
              <a:solidFill>
                <a:srgbClr val="FCFCFC"/>
              </a:solidFill>
              <a:prstDash val="solid"/>
              <a:miter lim="25062"/>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56" name="Google Shape;1356;p34"/>
            <p:cNvSpPr/>
            <p:nvPr/>
          </p:nvSpPr>
          <p:spPr>
            <a:xfrm>
              <a:off x="5263325" y="4455550"/>
              <a:ext cx="1074575" cy="25"/>
            </a:xfrm>
            <a:custGeom>
              <a:avLst/>
              <a:gdLst/>
              <a:ahLst/>
              <a:cxnLst/>
              <a:rect l="l" t="t" r="r" b="b"/>
              <a:pathLst>
                <a:path w="42983" h="1" fill="none" extrusionOk="0">
                  <a:moveTo>
                    <a:pt x="0" y="1"/>
                  </a:moveTo>
                  <a:lnTo>
                    <a:pt x="42983" y="1"/>
                  </a:lnTo>
                </a:path>
              </a:pathLst>
            </a:custGeom>
            <a:noFill/>
            <a:ln w="20675" cap="flat" cmpd="sng">
              <a:solidFill>
                <a:srgbClr val="FCFCFC"/>
              </a:solidFill>
              <a:prstDash val="solid"/>
              <a:miter lim="25062"/>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57" name="Google Shape;1357;p34"/>
            <p:cNvSpPr/>
            <p:nvPr/>
          </p:nvSpPr>
          <p:spPr>
            <a:xfrm>
              <a:off x="5482625" y="4194900"/>
              <a:ext cx="855900" cy="25"/>
            </a:xfrm>
            <a:custGeom>
              <a:avLst/>
              <a:gdLst/>
              <a:ahLst/>
              <a:cxnLst/>
              <a:rect l="l" t="t" r="r" b="b"/>
              <a:pathLst>
                <a:path w="34236" h="1" fill="none" extrusionOk="0">
                  <a:moveTo>
                    <a:pt x="0" y="1"/>
                  </a:moveTo>
                  <a:lnTo>
                    <a:pt x="34236" y="1"/>
                  </a:lnTo>
                </a:path>
              </a:pathLst>
            </a:custGeom>
            <a:noFill/>
            <a:ln w="20675" cap="flat" cmpd="sng">
              <a:solidFill>
                <a:srgbClr val="FCFCFC"/>
              </a:solidFill>
              <a:prstDash val="solid"/>
              <a:miter lim="25062"/>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58" name="Google Shape;1358;p34"/>
            <p:cNvSpPr/>
            <p:nvPr/>
          </p:nvSpPr>
          <p:spPr>
            <a:xfrm>
              <a:off x="5659925" y="3933625"/>
              <a:ext cx="677350" cy="25"/>
            </a:xfrm>
            <a:custGeom>
              <a:avLst/>
              <a:gdLst/>
              <a:ahLst/>
              <a:cxnLst/>
              <a:rect l="l" t="t" r="r" b="b"/>
              <a:pathLst>
                <a:path w="27094" h="1" fill="none" extrusionOk="0">
                  <a:moveTo>
                    <a:pt x="1" y="0"/>
                  </a:moveTo>
                  <a:lnTo>
                    <a:pt x="27094" y="0"/>
                  </a:lnTo>
                </a:path>
              </a:pathLst>
            </a:custGeom>
            <a:noFill/>
            <a:ln w="20675" cap="flat" cmpd="sng">
              <a:solidFill>
                <a:srgbClr val="FCFCFC"/>
              </a:solidFill>
              <a:prstDash val="solid"/>
              <a:miter lim="25062"/>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59" name="Google Shape;1359;p34"/>
            <p:cNvSpPr/>
            <p:nvPr/>
          </p:nvSpPr>
          <p:spPr>
            <a:xfrm>
              <a:off x="5921225" y="3672350"/>
              <a:ext cx="420450" cy="25"/>
            </a:xfrm>
            <a:custGeom>
              <a:avLst/>
              <a:gdLst/>
              <a:ahLst/>
              <a:cxnLst/>
              <a:rect l="l" t="t" r="r" b="b"/>
              <a:pathLst>
                <a:path w="16818" h="1" fill="none" extrusionOk="0">
                  <a:moveTo>
                    <a:pt x="0" y="0"/>
                  </a:moveTo>
                  <a:lnTo>
                    <a:pt x="16817" y="0"/>
                  </a:lnTo>
                </a:path>
              </a:pathLst>
            </a:custGeom>
            <a:noFill/>
            <a:ln w="20675" cap="flat" cmpd="sng">
              <a:solidFill>
                <a:srgbClr val="FCFCFC"/>
              </a:solidFill>
              <a:prstDash val="solid"/>
              <a:miter lim="25062"/>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60" name="Google Shape;1360;p34"/>
            <p:cNvSpPr/>
            <p:nvPr/>
          </p:nvSpPr>
          <p:spPr>
            <a:xfrm>
              <a:off x="6098525" y="3411700"/>
              <a:ext cx="243150" cy="25"/>
            </a:xfrm>
            <a:custGeom>
              <a:avLst/>
              <a:gdLst/>
              <a:ahLst/>
              <a:cxnLst/>
              <a:rect l="l" t="t" r="r" b="b"/>
              <a:pathLst>
                <a:path w="9726" h="1" fill="none" extrusionOk="0">
                  <a:moveTo>
                    <a:pt x="1" y="0"/>
                  </a:moveTo>
                  <a:lnTo>
                    <a:pt x="9725" y="0"/>
                  </a:lnTo>
                </a:path>
              </a:pathLst>
            </a:custGeom>
            <a:noFill/>
            <a:ln w="20675" cap="flat" cmpd="sng">
              <a:solidFill>
                <a:srgbClr val="FCFCFC"/>
              </a:solidFill>
              <a:prstDash val="solid"/>
              <a:miter lim="25062"/>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61" name="Google Shape;1361;p34"/>
            <p:cNvSpPr/>
            <p:nvPr/>
          </p:nvSpPr>
          <p:spPr>
            <a:xfrm>
              <a:off x="6216325" y="3228725"/>
              <a:ext cx="125350" cy="25"/>
            </a:xfrm>
            <a:custGeom>
              <a:avLst/>
              <a:gdLst/>
              <a:ahLst/>
              <a:cxnLst/>
              <a:rect l="l" t="t" r="r" b="b"/>
              <a:pathLst>
                <a:path w="5014" h="1" fill="none" extrusionOk="0">
                  <a:moveTo>
                    <a:pt x="1" y="1"/>
                  </a:moveTo>
                  <a:lnTo>
                    <a:pt x="5013" y="1"/>
                  </a:lnTo>
                </a:path>
              </a:pathLst>
            </a:custGeom>
            <a:noFill/>
            <a:ln w="20675" cap="flat" cmpd="sng">
              <a:solidFill>
                <a:srgbClr val="FCFCFC"/>
              </a:solidFill>
              <a:prstDash val="solid"/>
              <a:miter lim="25062"/>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
        <p:nvSpPr>
          <p:cNvPr id="1362" name="Google Shape;1362;p34"/>
          <p:cNvSpPr/>
          <p:nvPr/>
        </p:nvSpPr>
        <p:spPr>
          <a:xfrm>
            <a:off x="3743350" y="359025"/>
            <a:ext cx="1149750" cy="1149725"/>
          </a:xfrm>
          <a:custGeom>
            <a:avLst/>
            <a:gdLst/>
            <a:ahLst/>
            <a:cxnLst/>
            <a:rect l="l" t="t" r="r" b="b"/>
            <a:pathLst>
              <a:path w="45990" h="45989" extrusionOk="0">
                <a:moveTo>
                  <a:pt x="1" y="22995"/>
                </a:moveTo>
                <a:cubicBezTo>
                  <a:pt x="1" y="35691"/>
                  <a:pt x="10299" y="45989"/>
                  <a:pt x="22995" y="45989"/>
                </a:cubicBezTo>
                <a:lnTo>
                  <a:pt x="22995" y="45989"/>
                </a:lnTo>
                <a:cubicBezTo>
                  <a:pt x="35691" y="45989"/>
                  <a:pt x="45989" y="35691"/>
                  <a:pt x="45989" y="22995"/>
                </a:cubicBezTo>
                <a:lnTo>
                  <a:pt x="45989" y="22995"/>
                </a:lnTo>
                <a:cubicBezTo>
                  <a:pt x="45989" y="10298"/>
                  <a:pt x="35691" y="0"/>
                  <a:pt x="22995" y="0"/>
                </a:cubicBezTo>
                <a:lnTo>
                  <a:pt x="22995" y="0"/>
                </a:lnTo>
                <a:cubicBezTo>
                  <a:pt x="10299" y="0"/>
                  <a:pt x="1" y="10298"/>
                  <a:pt x="1" y="22995"/>
                </a:cubicBezTo>
                <a:close/>
              </a:path>
            </a:pathLst>
          </a:custGeom>
          <a:solidFill>
            <a:srgbClr val="0070C0"/>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63" name="Google Shape;1363;p34"/>
          <p:cNvSpPr/>
          <p:nvPr/>
        </p:nvSpPr>
        <p:spPr>
          <a:xfrm>
            <a:off x="1704525" y="271725"/>
            <a:ext cx="3403700" cy="364450"/>
          </a:xfrm>
          <a:custGeom>
            <a:avLst/>
            <a:gdLst/>
            <a:ahLst/>
            <a:cxnLst/>
            <a:rect l="l" t="t" r="r" b="b"/>
            <a:pathLst>
              <a:path w="136148" h="14578" extrusionOk="0">
                <a:moveTo>
                  <a:pt x="102228" y="0"/>
                </a:moveTo>
                <a:cubicBezTo>
                  <a:pt x="82573" y="0"/>
                  <a:pt x="77181" y="2414"/>
                  <a:pt x="85034" y="3088"/>
                </a:cubicBezTo>
                <a:cubicBezTo>
                  <a:pt x="92886" y="3762"/>
                  <a:pt x="106946" y="7900"/>
                  <a:pt x="64140" y="7900"/>
                </a:cubicBezTo>
                <a:cubicBezTo>
                  <a:pt x="46663" y="7900"/>
                  <a:pt x="0" y="14577"/>
                  <a:pt x="71460" y="14577"/>
                </a:cubicBezTo>
                <a:lnTo>
                  <a:pt x="116790" y="14577"/>
                </a:lnTo>
                <a:cubicBezTo>
                  <a:pt x="136147" y="14577"/>
                  <a:pt x="125849" y="8997"/>
                  <a:pt x="112542" y="8997"/>
                </a:cubicBezTo>
                <a:cubicBezTo>
                  <a:pt x="106225" y="8997"/>
                  <a:pt x="134110" y="0"/>
                  <a:pt x="102228" y="0"/>
                </a:cubicBezTo>
                <a:close/>
              </a:path>
            </a:pathLst>
          </a:custGeom>
          <a:solidFill>
            <a:srgbClr val="FFFFFF">
              <a:alpha val="41070"/>
            </a:srgbClr>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64" name="Google Shape;1364;p34"/>
          <p:cNvSpPr/>
          <p:nvPr/>
        </p:nvSpPr>
        <p:spPr>
          <a:xfrm rot="-2231248" flipH="1">
            <a:off x="5706368" y="747535"/>
            <a:ext cx="240403" cy="114379"/>
          </a:xfrm>
          <a:custGeom>
            <a:avLst/>
            <a:gdLst/>
            <a:ahLst/>
            <a:cxnLst/>
            <a:rect l="l" t="t" r="r" b="b"/>
            <a:pathLst>
              <a:path w="2560" h="1218" extrusionOk="0">
                <a:moveTo>
                  <a:pt x="2192" y="116"/>
                </a:moveTo>
                <a:cubicBezTo>
                  <a:pt x="2088" y="169"/>
                  <a:pt x="1972" y="231"/>
                  <a:pt x="1867" y="305"/>
                </a:cubicBezTo>
                <a:lnTo>
                  <a:pt x="1867" y="305"/>
                </a:lnTo>
                <a:cubicBezTo>
                  <a:pt x="1762" y="378"/>
                  <a:pt x="1668" y="462"/>
                  <a:pt x="1574" y="557"/>
                </a:cubicBezTo>
                <a:lnTo>
                  <a:pt x="1574" y="557"/>
                </a:lnTo>
                <a:cubicBezTo>
                  <a:pt x="1521" y="598"/>
                  <a:pt x="1479" y="651"/>
                  <a:pt x="1437" y="714"/>
                </a:cubicBezTo>
                <a:lnTo>
                  <a:pt x="1437" y="714"/>
                </a:lnTo>
                <a:cubicBezTo>
                  <a:pt x="1354" y="661"/>
                  <a:pt x="1280" y="630"/>
                  <a:pt x="1207" y="609"/>
                </a:cubicBezTo>
                <a:lnTo>
                  <a:pt x="1207" y="609"/>
                </a:lnTo>
                <a:cubicBezTo>
                  <a:pt x="1070" y="557"/>
                  <a:pt x="934" y="525"/>
                  <a:pt x="798" y="515"/>
                </a:cubicBezTo>
                <a:lnTo>
                  <a:pt x="798" y="515"/>
                </a:lnTo>
                <a:cubicBezTo>
                  <a:pt x="672" y="494"/>
                  <a:pt x="536" y="494"/>
                  <a:pt x="399" y="494"/>
                </a:cubicBezTo>
                <a:lnTo>
                  <a:pt x="399" y="494"/>
                </a:lnTo>
                <a:cubicBezTo>
                  <a:pt x="263" y="504"/>
                  <a:pt x="137" y="515"/>
                  <a:pt x="1" y="546"/>
                </a:cubicBezTo>
                <a:lnTo>
                  <a:pt x="1" y="546"/>
                </a:lnTo>
                <a:cubicBezTo>
                  <a:pt x="252" y="630"/>
                  <a:pt x="504" y="703"/>
                  <a:pt x="745" y="787"/>
                </a:cubicBezTo>
                <a:lnTo>
                  <a:pt x="745" y="787"/>
                </a:lnTo>
                <a:cubicBezTo>
                  <a:pt x="861" y="829"/>
                  <a:pt x="976" y="861"/>
                  <a:pt x="1081" y="913"/>
                </a:cubicBezTo>
                <a:lnTo>
                  <a:pt x="1081" y="913"/>
                </a:lnTo>
                <a:cubicBezTo>
                  <a:pt x="1186" y="965"/>
                  <a:pt x="1291" y="1018"/>
                  <a:pt x="1364" y="1081"/>
                </a:cubicBezTo>
                <a:lnTo>
                  <a:pt x="1364" y="1081"/>
                </a:lnTo>
                <a:lnTo>
                  <a:pt x="1521" y="1217"/>
                </a:lnTo>
                <a:lnTo>
                  <a:pt x="1626" y="1039"/>
                </a:lnTo>
                <a:cubicBezTo>
                  <a:pt x="1731" y="861"/>
                  <a:pt x="1888" y="682"/>
                  <a:pt x="2046" y="504"/>
                </a:cubicBezTo>
                <a:lnTo>
                  <a:pt x="2046" y="504"/>
                </a:lnTo>
                <a:cubicBezTo>
                  <a:pt x="2203" y="336"/>
                  <a:pt x="2371" y="169"/>
                  <a:pt x="2559" y="1"/>
                </a:cubicBezTo>
                <a:lnTo>
                  <a:pt x="2559" y="1"/>
                </a:lnTo>
                <a:cubicBezTo>
                  <a:pt x="2434" y="11"/>
                  <a:pt x="2308" y="64"/>
                  <a:pt x="2192" y="116"/>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 name="Google Shape;1273;p34">
            <a:extLst>
              <a:ext uri="{FF2B5EF4-FFF2-40B4-BE49-F238E27FC236}">
                <a16:creationId xmlns:a16="http://schemas.microsoft.com/office/drawing/2014/main" id="{5B564235-0364-B25B-EE6D-BC61BB3DBA0F}"/>
              </a:ext>
            </a:extLst>
          </p:cNvPr>
          <p:cNvSpPr txBox="1">
            <a:spLocks/>
          </p:cNvSpPr>
          <p:nvPr/>
        </p:nvSpPr>
        <p:spPr>
          <a:xfrm>
            <a:off x="726493" y="2291519"/>
            <a:ext cx="3957000" cy="11184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eaLnBrk="1" hangingPunct="1">
              <a:lnSpc>
                <a:spcPct val="80000"/>
              </a:lnSpc>
              <a:spcBef>
                <a:spcPts val="0"/>
              </a:spcBef>
              <a:spcAft>
                <a:spcPts val="0"/>
              </a:spcAft>
              <a:buClr>
                <a:schemeClr val="dk1"/>
              </a:buClr>
              <a:buSzPts val="7000"/>
              <a:buFont typeface="Bakbak One"/>
              <a:buNone/>
              <a:defRPr sz="5500" b="0" i="0" u="none" strike="noStrike" cap="none">
                <a:solidFill>
                  <a:schemeClr val="lt1"/>
                </a:solidFill>
                <a:latin typeface="Bakbak One"/>
                <a:ea typeface="Bakbak One"/>
                <a:cs typeface="Bakbak One"/>
                <a:sym typeface="Bakbak One"/>
              </a:defRPr>
            </a:lvl1pPr>
            <a:lvl2pPr marR="0" lvl="1" algn="ctr" rtl="0" eaLnBrk="1" hangingPunct="1">
              <a:lnSpc>
                <a:spcPct val="100000"/>
              </a:lnSpc>
              <a:spcBef>
                <a:spcPts val="0"/>
              </a:spcBef>
              <a:spcAft>
                <a:spcPts val="0"/>
              </a:spcAft>
              <a:buClr>
                <a:schemeClr val="dk1"/>
              </a:buClr>
              <a:buSzPts val="5000"/>
              <a:buFont typeface="Bakbak One"/>
              <a:buNone/>
              <a:defRPr sz="5000" b="0" i="0" u="none" strike="noStrike" cap="none">
                <a:solidFill>
                  <a:schemeClr val="dk1"/>
                </a:solidFill>
                <a:latin typeface="Bakbak One"/>
                <a:ea typeface="Bakbak One"/>
                <a:cs typeface="Bakbak One"/>
                <a:sym typeface="Bakbak One"/>
              </a:defRPr>
            </a:lvl2pPr>
            <a:lvl3pPr marR="0" lvl="2" algn="ctr" rtl="0" eaLnBrk="1" hangingPunct="1">
              <a:lnSpc>
                <a:spcPct val="100000"/>
              </a:lnSpc>
              <a:spcBef>
                <a:spcPts val="0"/>
              </a:spcBef>
              <a:spcAft>
                <a:spcPts val="0"/>
              </a:spcAft>
              <a:buClr>
                <a:schemeClr val="dk1"/>
              </a:buClr>
              <a:buSzPts val="5000"/>
              <a:buFont typeface="Bakbak One"/>
              <a:buNone/>
              <a:defRPr sz="5000" b="0" i="0" u="none" strike="noStrike" cap="none">
                <a:solidFill>
                  <a:schemeClr val="dk1"/>
                </a:solidFill>
                <a:latin typeface="Bakbak One"/>
                <a:ea typeface="Bakbak One"/>
                <a:cs typeface="Bakbak One"/>
                <a:sym typeface="Bakbak One"/>
              </a:defRPr>
            </a:lvl3pPr>
            <a:lvl4pPr marR="0" lvl="3" algn="ctr" rtl="0" eaLnBrk="1" hangingPunct="1">
              <a:lnSpc>
                <a:spcPct val="100000"/>
              </a:lnSpc>
              <a:spcBef>
                <a:spcPts val="0"/>
              </a:spcBef>
              <a:spcAft>
                <a:spcPts val="0"/>
              </a:spcAft>
              <a:buClr>
                <a:schemeClr val="dk1"/>
              </a:buClr>
              <a:buSzPts val="5000"/>
              <a:buFont typeface="Bakbak One"/>
              <a:buNone/>
              <a:defRPr sz="5000" b="0" i="0" u="none" strike="noStrike" cap="none">
                <a:solidFill>
                  <a:schemeClr val="dk1"/>
                </a:solidFill>
                <a:latin typeface="Bakbak One"/>
                <a:ea typeface="Bakbak One"/>
                <a:cs typeface="Bakbak One"/>
                <a:sym typeface="Bakbak One"/>
              </a:defRPr>
            </a:lvl4pPr>
            <a:lvl5pPr marR="0" lvl="4" algn="ctr" rtl="0" eaLnBrk="1" hangingPunct="1">
              <a:lnSpc>
                <a:spcPct val="100000"/>
              </a:lnSpc>
              <a:spcBef>
                <a:spcPts val="0"/>
              </a:spcBef>
              <a:spcAft>
                <a:spcPts val="0"/>
              </a:spcAft>
              <a:buClr>
                <a:schemeClr val="dk1"/>
              </a:buClr>
              <a:buSzPts val="5000"/>
              <a:buFont typeface="Bakbak One"/>
              <a:buNone/>
              <a:defRPr sz="5000" b="0" i="0" u="none" strike="noStrike" cap="none">
                <a:solidFill>
                  <a:schemeClr val="dk1"/>
                </a:solidFill>
                <a:latin typeface="Bakbak One"/>
                <a:ea typeface="Bakbak One"/>
                <a:cs typeface="Bakbak One"/>
                <a:sym typeface="Bakbak One"/>
              </a:defRPr>
            </a:lvl5pPr>
            <a:lvl6pPr marR="0" lvl="5" algn="ctr" rtl="0" eaLnBrk="1" hangingPunct="1">
              <a:lnSpc>
                <a:spcPct val="100000"/>
              </a:lnSpc>
              <a:spcBef>
                <a:spcPts val="0"/>
              </a:spcBef>
              <a:spcAft>
                <a:spcPts val="0"/>
              </a:spcAft>
              <a:buClr>
                <a:schemeClr val="dk1"/>
              </a:buClr>
              <a:buSzPts val="5000"/>
              <a:buFont typeface="Bakbak One"/>
              <a:buNone/>
              <a:defRPr sz="5000" b="0" i="0" u="none" strike="noStrike" cap="none">
                <a:solidFill>
                  <a:schemeClr val="dk1"/>
                </a:solidFill>
                <a:latin typeface="Bakbak One"/>
                <a:ea typeface="Bakbak One"/>
                <a:cs typeface="Bakbak One"/>
                <a:sym typeface="Bakbak One"/>
              </a:defRPr>
            </a:lvl6pPr>
            <a:lvl7pPr marR="0" lvl="6" algn="ctr" rtl="0" eaLnBrk="1" hangingPunct="1">
              <a:lnSpc>
                <a:spcPct val="100000"/>
              </a:lnSpc>
              <a:spcBef>
                <a:spcPts val="0"/>
              </a:spcBef>
              <a:spcAft>
                <a:spcPts val="0"/>
              </a:spcAft>
              <a:buClr>
                <a:schemeClr val="dk1"/>
              </a:buClr>
              <a:buSzPts val="5000"/>
              <a:buFont typeface="Bakbak One"/>
              <a:buNone/>
              <a:defRPr sz="5000" b="0" i="0" u="none" strike="noStrike" cap="none">
                <a:solidFill>
                  <a:schemeClr val="dk1"/>
                </a:solidFill>
                <a:latin typeface="Bakbak One"/>
                <a:ea typeface="Bakbak One"/>
                <a:cs typeface="Bakbak One"/>
                <a:sym typeface="Bakbak One"/>
              </a:defRPr>
            </a:lvl7pPr>
            <a:lvl8pPr marR="0" lvl="7" algn="ctr" rtl="0" eaLnBrk="1" hangingPunct="1">
              <a:lnSpc>
                <a:spcPct val="100000"/>
              </a:lnSpc>
              <a:spcBef>
                <a:spcPts val="0"/>
              </a:spcBef>
              <a:spcAft>
                <a:spcPts val="0"/>
              </a:spcAft>
              <a:buClr>
                <a:schemeClr val="dk1"/>
              </a:buClr>
              <a:buSzPts val="5000"/>
              <a:buFont typeface="Bakbak One"/>
              <a:buNone/>
              <a:defRPr sz="5000" b="0" i="0" u="none" strike="noStrike" cap="none">
                <a:solidFill>
                  <a:schemeClr val="dk1"/>
                </a:solidFill>
                <a:latin typeface="Bakbak One"/>
                <a:ea typeface="Bakbak One"/>
                <a:cs typeface="Bakbak One"/>
                <a:sym typeface="Bakbak One"/>
              </a:defRPr>
            </a:lvl8pPr>
            <a:lvl9pPr marR="0" lvl="8" algn="ctr" rtl="0" eaLnBrk="1" hangingPunct="1">
              <a:lnSpc>
                <a:spcPct val="100000"/>
              </a:lnSpc>
              <a:spcBef>
                <a:spcPts val="0"/>
              </a:spcBef>
              <a:spcAft>
                <a:spcPts val="0"/>
              </a:spcAft>
              <a:buClr>
                <a:schemeClr val="dk1"/>
              </a:buClr>
              <a:buSzPts val="5000"/>
              <a:buFont typeface="Bakbak One"/>
              <a:buNone/>
              <a:defRPr sz="5000" b="0" i="0" u="none" strike="noStrike" cap="none">
                <a:solidFill>
                  <a:schemeClr val="dk1"/>
                </a:solidFill>
                <a:latin typeface="Bakbak One"/>
                <a:ea typeface="Bakbak One"/>
                <a:cs typeface="Bakbak One"/>
                <a:sym typeface="Bakbak One"/>
              </a:defRPr>
            </a:lvl9pPr>
          </a:lstStyle>
          <a:p>
            <a:r>
              <a:rPr lang="en-US" dirty="0"/>
              <a:t>Analysis Questions</a:t>
            </a:r>
            <a:endParaRPr lang="en-US" i="1" dirty="0"/>
          </a:p>
        </p:txBody>
      </p:sp>
      <p:sp>
        <p:nvSpPr>
          <p:cNvPr id="10" name="Google Shape;1275;p34">
            <a:extLst>
              <a:ext uri="{FF2B5EF4-FFF2-40B4-BE49-F238E27FC236}">
                <a16:creationId xmlns:a16="http://schemas.microsoft.com/office/drawing/2014/main" id="{78C5FD9B-7FD9-E38F-89AD-5C578A51783E}"/>
              </a:ext>
            </a:extLst>
          </p:cNvPr>
          <p:cNvSpPr txBox="1">
            <a:spLocks noGrp="1"/>
          </p:cNvSpPr>
          <p:nvPr>
            <p:ph type="subTitle" idx="1"/>
          </p:nvPr>
        </p:nvSpPr>
        <p:spPr>
          <a:xfrm>
            <a:off x="713225" y="3426518"/>
            <a:ext cx="3740400" cy="380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sz="1600" dirty="0"/>
              <a:t>What need to be answered ?</a:t>
            </a:r>
          </a:p>
        </p:txBody>
      </p:sp>
    </p:spTree>
    <p:extLst>
      <p:ext uri="{BB962C8B-B14F-4D97-AF65-F5344CB8AC3E}">
        <p14:creationId xmlns:p14="http://schemas.microsoft.com/office/powerpoint/2010/main" val="21548894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7" presetClass="path" presetSubtype="0" accel="50000" decel="50000" fill="hold" nodeType="afterEffect">
                                  <p:stCondLst>
                                    <p:cond delay="0"/>
                                  </p:stCondLst>
                                  <p:childTnLst>
                                    <p:animMotion origin="layout" path="M 0.34843 -0.26172 C 0.37048 -0.24938 0.34062 -0.24598 0.30903 -0.22376 C 0.27743 -0.20031 0.20173 -0.15401 0.1585 -0.12407 C 0.1151 -0.09382 0.03559 -0.03179 0.04948 -0.04105 C 0.07153 -0.05432 -0.39011 0.15062 -0.36736 0.1392 " pathEditMode="relative" rAng="0" ptsTypes="AAAAA">
                                      <p:cBhvr>
                                        <p:cTn id="6" dur="1000" fill="hold"/>
                                        <p:tgtEl>
                                          <p:spTgt spid="4"/>
                                        </p:tgtEl>
                                        <p:attrNameLst>
                                          <p:attrName>ppt_x</p:attrName>
                                          <p:attrName>ppt_y</p:attrName>
                                        </p:attrNameLst>
                                      </p:cBhvr>
                                      <p:rCtr x="-35451" y="20062"/>
                                    </p:animMotion>
                                  </p:childTnLst>
                                </p:cTn>
                              </p:par>
                              <p:par>
                                <p:cTn id="7" presetID="53" presetClass="entr" presetSubtype="16" fill="hold" nodeType="withEffect">
                                  <p:stCondLst>
                                    <p:cond delay="0"/>
                                  </p:stCondLst>
                                  <p:childTnLst>
                                    <p:set>
                                      <p:cBhvr>
                                        <p:cTn id="8" dur="1" fill="hold">
                                          <p:stCondLst>
                                            <p:cond delay="0"/>
                                          </p:stCondLst>
                                        </p:cTn>
                                        <p:tgtEl>
                                          <p:spTgt spid="4"/>
                                        </p:tgtEl>
                                        <p:attrNameLst>
                                          <p:attrName>style.visibility</p:attrName>
                                        </p:attrNameLst>
                                      </p:cBhvr>
                                      <p:to>
                                        <p:strVal val="visible"/>
                                      </p:to>
                                    </p:set>
                                    <p:anim calcmode="lin" valueType="num">
                                      <p:cBhvr>
                                        <p:cTn id="9" dur="1000" fill="hold"/>
                                        <p:tgtEl>
                                          <p:spTgt spid="4"/>
                                        </p:tgtEl>
                                        <p:attrNameLst>
                                          <p:attrName>ppt_w</p:attrName>
                                        </p:attrNameLst>
                                      </p:cBhvr>
                                      <p:tavLst>
                                        <p:tav tm="0">
                                          <p:val>
                                            <p:fltVal val="0"/>
                                          </p:val>
                                        </p:tav>
                                        <p:tav tm="100000">
                                          <p:val>
                                            <p:strVal val="#ppt_w"/>
                                          </p:val>
                                        </p:tav>
                                      </p:tavLst>
                                    </p:anim>
                                    <p:anim calcmode="lin" valueType="num">
                                      <p:cBhvr>
                                        <p:cTn id="10" dur="1000" fill="hold"/>
                                        <p:tgtEl>
                                          <p:spTgt spid="4"/>
                                        </p:tgtEl>
                                        <p:attrNameLst>
                                          <p:attrName>ppt_h</p:attrName>
                                        </p:attrNameLst>
                                      </p:cBhvr>
                                      <p:tavLst>
                                        <p:tav tm="0">
                                          <p:val>
                                            <p:fltVal val="0"/>
                                          </p:val>
                                        </p:tav>
                                        <p:tav tm="100000">
                                          <p:val>
                                            <p:strVal val="#ppt_h"/>
                                          </p:val>
                                        </p:tav>
                                      </p:tavLst>
                                    </p:anim>
                                    <p:animEffect transition="in" filter="fade">
                                      <p:cBhvr>
                                        <p:cTn id="11"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119668" y="2595768"/>
            <a:ext cx="3232757" cy="2560198"/>
            <a:chOff x="0" y="0"/>
            <a:chExt cx="8620685" cy="6827195"/>
          </a:xfrm>
          <a:solidFill>
            <a:srgbClr val="0070C0"/>
          </a:solidFill>
        </p:grpSpPr>
        <p:sp>
          <p:nvSpPr>
            <p:cNvPr id="3" name="Freeform 3"/>
            <p:cNvSpPr/>
            <p:nvPr/>
          </p:nvSpPr>
          <p:spPr>
            <a:xfrm>
              <a:off x="0" y="0"/>
              <a:ext cx="8620633" cy="6827139"/>
            </a:xfrm>
            <a:custGeom>
              <a:avLst/>
              <a:gdLst/>
              <a:ahLst/>
              <a:cxnLst/>
              <a:rect l="l" t="t" r="r" b="b"/>
              <a:pathLst>
                <a:path w="8620633" h="6827139">
                  <a:moveTo>
                    <a:pt x="0" y="6827139"/>
                  </a:moveTo>
                  <a:lnTo>
                    <a:pt x="8620633" y="6827139"/>
                  </a:lnTo>
                  <a:lnTo>
                    <a:pt x="0" y="0"/>
                  </a:lnTo>
                  <a:close/>
                </a:path>
              </a:pathLst>
            </a:custGeom>
            <a:grpFill/>
          </p:spPr>
          <p:txBody>
            <a:bodyPr/>
            <a:lstStyle/>
            <a:p>
              <a:endParaRPr lang="en-US"/>
            </a:p>
          </p:txBody>
        </p:sp>
      </p:grpSp>
      <p:grpSp>
        <p:nvGrpSpPr>
          <p:cNvPr id="4" name="Group 4"/>
          <p:cNvGrpSpPr/>
          <p:nvPr/>
        </p:nvGrpSpPr>
        <p:grpSpPr>
          <a:xfrm>
            <a:off x="-1007720" y="2690249"/>
            <a:ext cx="1526503" cy="1923517"/>
            <a:chOff x="0" y="0"/>
            <a:chExt cx="4070675" cy="5129379"/>
          </a:xfrm>
        </p:grpSpPr>
        <p:sp>
          <p:nvSpPr>
            <p:cNvPr id="5" name="Freeform 5"/>
            <p:cNvSpPr/>
            <p:nvPr/>
          </p:nvSpPr>
          <p:spPr>
            <a:xfrm>
              <a:off x="0" y="0"/>
              <a:ext cx="4070604" cy="5129403"/>
            </a:xfrm>
            <a:custGeom>
              <a:avLst/>
              <a:gdLst/>
              <a:ahLst/>
              <a:cxnLst/>
              <a:rect l="l" t="t" r="r" b="b"/>
              <a:pathLst>
                <a:path w="4070604" h="5129403">
                  <a:moveTo>
                    <a:pt x="0" y="0"/>
                  </a:moveTo>
                  <a:cubicBezTo>
                    <a:pt x="0" y="0"/>
                    <a:pt x="42799" y="575945"/>
                    <a:pt x="441833" y="860552"/>
                  </a:cubicBezTo>
                  <a:cubicBezTo>
                    <a:pt x="839978" y="1145032"/>
                    <a:pt x="70993" y="1345057"/>
                    <a:pt x="441833" y="1800479"/>
                  </a:cubicBezTo>
                  <a:cubicBezTo>
                    <a:pt x="811784" y="2255901"/>
                    <a:pt x="1779905" y="2043938"/>
                    <a:pt x="1979803" y="2378075"/>
                  </a:cubicBezTo>
                  <a:cubicBezTo>
                    <a:pt x="2178939" y="2712085"/>
                    <a:pt x="1479042" y="4036568"/>
                    <a:pt x="1843151" y="4570603"/>
                  </a:cubicBezTo>
                  <a:cubicBezTo>
                    <a:pt x="2207260" y="5104638"/>
                    <a:pt x="2543810" y="5129403"/>
                    <a:pt x="2543810" y="5129403"/>
                  </a:cubicBezTo>
                  <a:lnTo>
                    <a:pt x="4070604" y="3224784"/>
                  </a:lnTo>
                  <a:close/>
                </a:path>
              </a:pathLst>
            </a:custGeom>
            <a:solidFill>
              <a:srgbClr val="FFFFFF">
                <a:alpha val="16863"/>
              </a:srgbClr>
            </a:solidFill>
          </p:spPr>
          <p:txBody>
            <a:bodyPr/>
            <a:lstStyle/>
            <a:p>
              <a:endParaRPr lang="en-US"/>
            </a:p>
          </p:txBody>
        </p:sp>
      </p:grpSp>
      <p:sp>
        <p:nvSpPr>
          <p:cNvPr id="6" name="Freeform 6"/>
          <p:cNvSpPr/>
          <p:nvPr/>
        </p:nvSpPr>
        <p:spPr>
          <a:xfrm>
            <a:off x="154729" y="4113436"/>
            <a:ext cx="724950" cy="1019250"/>
          </a:xfrm>
          <a:custGeom>
            <a:avLst/>
            <a:gdLst/>
            <a:ahLst/>
            <a:cxnLst/>
            <a:rect l="l" t="t" r="r" b="b"/>
            <a:pathLst>
              <a:path w="1449900" h="2038500">
                <a:moveTo>
                  <a:pt x="0" y="0"/>
                </a:moveTo>
                <a:lnTo>
                  <a:pt x="1449900" y="0"/>
                </a:lnTo>
                <a:lnTo>
                  <a:pt x="1449900" y="2038500"/>
                </a:lnTo>
                <a:lnTo>
                  <a:pt x="0" y="20385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7" name="Freeform 7"/>
          <p:cNvSpPr/>
          <p:nvPr/>
        </p:nvSpPr>
        <p:spPr>
          <a:xfrm>
            <a:off x="2106860" y="4596611"/>
            <a:ext cx="389150" cy="536075"/>
          </a:xfrm>
          <a:custGeom>
            <a:avLst/>
            <a:gdLst/>
            <a:ahLst/>
            <a:cxnLst/>
            <a:rect l="l" t="t" r="r" b="b"/>
            <a:pathLst>
              <a:path w="778300" h="1072150">
                <a:moveTo>
                  <a:pt x="0" y="0"/>
                </a:moveTo>
                <a:lnTo>
                  <a:pt x="778300" y="0"/>
                </a:lnTo>
                <a:lnTo>
                  <a:pt x="778300" y="1072150"/>
                </a:lnTo>
                <a:lnTo>
                  <a:pt x="0" y="107215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grpSp>
        <p:nvGrpSpPr>
          <p:cNvPr id="8" name="Group 8"/>
          <p:cNvGrpSpPr/>
          <p:nvPr/>
        </p:nvGrpSpPr>
        <p:grpSpPr>
          <a:xfrm>
            <a:off x="-8925" y="123275"/>
            <a:ext cx="3504800" cy="490625"/>
            <a:chOff x="0" y="0"/>
            <a:chExt cx="9346133" cy="1308333"/>
          </a:xfrm>
        </p:grpSpPr>
        <p:sp>
          <p:nvSpPr>
            <p:cNvPr id="9" name="Freeform 9"/>
            <p:cNvSpPr/>
            <p:nvPr/>
          </p:nvSpPr>
          <p:spPr>
            <a:xfrm>
              <a:off x="0" y="0"/>
              <a:ext cx="9346057" cy="1308354"/>
            </a:xfrm>
            <a:custGeom>
              <a:avLst/>
              <a:gdLst/>
              <a:ahLst/>
              <a:cxnLst/>
              <a:rect l="l" t="t" r="r" b="b"/>
              <a:pathLst>
                <a:path w="9346057" h="1308354">
                  <a:moveTo>
                    <a:pt x="3055493" y="159893"/>
                  </a:moveTo>
                  <a:cubicBezTo>
                    <a:pt x="2537079" y="518287"/>
                    <a:pt x="0" y="159893"/>
                    <a:pt x="0" y="159893"/>
                  </a:cubicBezTo>
                  <a:lnTo>
                    <a:pt x="0" y="1308354"/>
                  </a:lnTo>
                  <a:cubicBezTo>
                    <a:pt x="0" y="1308354"/>
                    <a:pt x="3886200" y="482854"/>
                    <a:pt x="4227830" y="318770"/>
                  </a:cubicBezTo>
                  <a:cubicBezTo>
                    <a:pt x="4568444" y="155829"/>
                    <a:pt x="9346057" y="160020"/>
                    <a:pt x="9346057" y="160020"/>
                  </a:cubicBezTo>
                  <a:cubicBezTo>
                    <a:pt x="9346057" y="160020"/>
                    <a:pt x="6780784" y="0"/>
                    <a:pt x="4917567" y="0"/>
                  </a:cubicBezTo>
                  <a:cubicBezTo>
                    <a:pt x="3985514" y="0"/>
                    <a:pt x="3228975" y="39751"/>
                    <a:pt x="3055493" y="159893"/>
                  </a:cubicBezTo>
                  <a:close/>
                </a:path>
              </a:pathLst>
            </a:custGeom>
            <a:solidFill>
              <a:srgbClr val="FFFFFF">
                <a:alpha val="16863"/>
              </a:srgbClr>
            </a:solidFill>
          </p:spPr>
          <p:txBody>
            <a:bodyPr/>
            <a:lstStyle/>
            <a:p>
              <a:endParaRPr lang="en-US"/>
            </a:p>
          </p:txBody>
        </p:sp>
      </p:grpSp>
      <p:sp>
        <p:nvSpPr>
          <p:cNvPr id="10" name="Freeform 10"/>
          <p:cNvSpPr/>
          <p:nvPr/>
        </p:nvSpPr>
        <p:spPr>
          <a:xfrm>
            <a:off x="1252960" y="4407050"/>
            <a:ext cx="853900" cy="770400"/>
          </a:xfrm>
          <a:custGeom>
            <a:avLst/>
            <a:gdLst/>
            <a:ahLst/>
            <a:cxnLst/>
            <a:rect l="l" t="t" r="r" b="b"/>
            <a:pathLst>
              <a:path w="1707800" h="1540800">
                <a:moveTo>
                  <a:pt x="0" y="0"/>
                </a:moveTo>
                <a:lnTo>
                  <a:pt x="1707800" y="0"/>
                </a:lnTo>
                <a:lnTo>
                  <a:pt x="1707800" y="1540800"/>
                </a:lnTo>
                <a:lnTo>
                  <a:pt x="0" y="15408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a:p>
        </p:txBody>
      </p:sp>
      <p:sp>
        <p:nvSpPr>
          <p:cNvPr id="11" name="TextBox 11"/>
          <p:cNvSpPr txBox="1"/>
          <p:nvPr/>
        </p:nvSpPr>
        <p:spPr>
          <a:xfrm>
            <a:off x="1906373" y="720457"/>
            <a:ext cx="5056433" cy="553998"/>
          </a:xfrm>
          <a:prstGeom prst="rect">
            <a:avLst/>
          </a:prstGeom>
        </p:spPr>
        <p:txBody>
          <a:bodyPr wrap="square" lIns="0" tIns="0" rIns="0" bIns="0" rtlCol="0" anchor="t">
            <a:spAutoFit/>
          </a:bodyPr>
          <a:lstStyle/>
          <a:p>
            <a:pPr marL="0" lvl="0" indent="0" algn="l" rtl="0">
              <a:spcBef>
                <a:spcPts val="0"/>
              </a:spcBef>
              <a:spcAft>
                <a:spcPts val="0"/>
              </a:spcAft>
              <a:buNone/>
            </a:pPr>
            <a:r>
              <a:rPr lang="en-US" sz="3600" dirty="0">
                <a:solidFill>
                  <a:srgbClr val="002E50"/>
                </a:solidFill>
              </a:rPr>
              <a:t>Passenger Performance</a:t>
            </a:r>
          </a:p>
        </p:txBody>
      </p:sp>
      <p:sp>
        <p:nvSpPr>
          <p:cNvPr id="13" name="TextBox 13"/>
          <p:cNvSpPr txBox="1"/>
          <p:nvPr/>
        </p:nvSpPr>
        <p:spPr>
          <a:xfrm>
            <a:off x="496711" y="1259273"/>
            <a:ext cx="4567845" cy="2793329"/>
          </a:xfrm>
          <a:prstGeom prst="rect">
            <a:avLst/>
          </a:prstGeom>
        </p:spPr>
        <p:txBody>
          <a:bodyPr wrap="square" lIns="0" tIns="0" rIns="0" bIns="0" rtlCol="0" anchor="t">
            <a:spAutoFit/>
          </a:bodyPr>
          <a:lstStyle/>
          <a:p>
            <a:pPr marL="342900" marR="0" lvl="0" indent="-342900" rtl="0">
              <a:lnSpc>
                <a:spcPct val="150000"/>
              </a:lnSpc>
              <a:spcBef>
                <a:spcPts val="1200"/>
              </a:spcBef>
              <a:spcAft>
                <a:spcPts val="0"/>
              </a:spcAft>
              <a:buClr>
                <a:srgbClr val="002E50"/>
              </a:buClr>
              <a:buFont typeface="+mj-lt"/>
              <a:buAutoNum type="arabicPeriod"/>
            </a:pPr>
            <a:r>
              <a:rPr lang="en-US" sz="1600"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rPr>
              <a:t>What is the number of Tickets sold?</a:t>
            </a:r>
          </a:p>
          <a:p>
            <a:pPr marL="342900" marR="0" lvl="0" indent="-342900">
              <a:lnSpc>
                <a:spcPct val="150000"/>
              </a:lnSpc>
              <a:spcBef>
                <a:spcPts val="1200"/>
              </a:spcBef>
              <a:spcAft>
                <a:spcPts val="0"/>
              </a:spcAft>
              <a:buClr>
                <a:srgbClr val="002E50"/>
              </a:buClr>
              <a:buFont typeface="+mj-lt"/>
              <a:buAutoNum type="arabicPeriod"/>
            </a:pPr>
            <a:r>
              <a:rPr lang="en-US" sz="1600"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rPr>
              <a:t>What is the most Payment Method?</a:t>
            </a:r>
          </a:p>
          <a:p>
            <a:pPr marL="342900" marR="0" lvl="0" indent="-342900">
              <a:lnSpc>
                <a:spcPct val="150000"/>
              </a:lnSpc>
              <a:spcBef>
                <a:spcPts val="1200"/>
              </a:spcBef>
              <a:spcAft>
                <a:spcPts val="0"/>
              </a:spcAft>
              <a:buClr>
                <a:srgbClr val="002E50"/>
              </a:buClr>
              <a:buFont typeface="+mj-lt"/>
              <a:buAutoNum type="arabicPeriod"/>
            </a:pPr>
            <a:r>
              <a:rPr lang="en-US" sz="1600"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rPr>
              <a:t>What is the most common Ticket Type? </a:t>
            </a:r>
          </a:p>
          <a:p>
            <a:pPr marL="342900" marR="0" lvl="0" indent="-342900">
              <a:lnSpc>
                <a:spcPct val="150000"/>
              </a:lnSpc>
              <a:spcBef>
                <a:spcPts val="1200"/>
              </a:spcBef>
              <a:spcAft>
                <a:spcPts val="0"/>
              </a:spcAft>
              <a:buClr>
                <a:srgbClr val="002E50"/>
              </a:buClr>
              <a:buFont typeface="+mj-lt"/>
              <a:buAutoNum type="arabicPeriod"/>
            </a:pPr>
            <a:r>
              <a:rPr lang="en-US" sz="1600"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rPr>
              <a:t>What is the most common Ticket Class? </a:t>
            </a:r>
          </a:p>
          <a:p>
            <a:pPr marL="342900" marR="0" lvl="0" indent="-342900">
              <a:lnSpc>
                <a:spcPct val="150000"/>
              </a:lnSpc>
              <a:spcBef>
                <a:spcPts val="1200"/>
              </a:spcBef>
              <a:spcAft>
                <a:spcPts val="0"/>
              </a:spcAft>
              <a:buClr>
                <a:srgbClr val="002E50"/>
              </a:buClr>
              <a:buFont typeface="+mj-lt"/>
              <a:buAutoNum type="arabicPeriod"/>
            </a:pPr>
            <a:r>
              <a:rPr lang="en-US" sz="1600"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rPr>
              <a:t>What is the Number of online Transactions vs station Transactions? </a:t>
            </a:r>
          </a:p>
        </p:txBody>
      </p:sp>
      <p:sp>
        <p:nvSpPr>
          <p:cNvPr id="14" name="TextBox 14"/>
          <p:cNvSpPr txBox="1"/>
          <p:nvPr/>
        </p:nvSpPr>
        <p:spPr>
          <a:xfrm>
            <a:off x="4842416" y="1307663"/>
            <a:ext cx="4260254" cy="2793329"/>
          </a:xfrm>
          <a:prstGeom prst="rect">
            <a:avLst/>
          </a:prstGeom>
        </p:spPr>
        <p:txBody>
          <a:bodyPr wrap="square" lIns="0" tIns="0" rIns="0" bIns="0" rtlCol="0" anchor="t">
            <a:spAutoFit/>
          </a:bodyPr>
          <a:lstStyle/>
          <a:p>
            <a:pPr marL="342900" marR="0" lvl="0" indent="-342900">
              <a:lnSpc>
                <a:spcPct val="150000"/>
              </a:lnSpc>
              <a:spcBef>
                <a:spcPts val="1200"/>
              </a:spcBef>
              <a:spcAft>
                <a:spcPts val="0"/>
              </a:spcAft>
              <a:buClr>
                <a:srgbClr val="002E50"/>
              </a:buClr>
              <a:buFont typeface="+mj-lt"/>
              <a:buAutoNum type="arabicPeriod" startAt="6"/>
            </a:pPr>
            <a:r>
              <a:rPr lang="en-US" sz="1600"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rPr>
              <a:t>What percentage of customers use </a:t>
            </a:r>
            <a:r>
              <a:rPr lang="en-US" sz="1600" kern="100" dirty="0" err="1">
                <a:solidFill>
                  <a:srgbClr val="0070C0"/>
                </a:solidFill>
                <a:effectLst/>
                <a:latin typeface="Calibri" panose="020F0502020204030204" pitchFamily="34" charset="0"/>
                <a:ea typeface="Calibri" panose="020F0502020204030204" pitchFamily="34" charset="0"/>
                <a:cs typeface="Arial" panose="020B0604020202020204" pitchFamily="34" charset="0"/>
              </a:rPr>
              <a:t>railcard</a:t>
            </a:r>
            <a:r>
              <a:rPr lang="en-US" sz="1600"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rPr>
              <a:t>? </a:t>
            </a:r>
          </a:p>
          <a:p>
            <a:pPr marL="342900" marR="0" lvl="0" indent="-342900">
              <a:lnSpc>
                <a:spcPct val="150000"/>
              </a:lnSpc>
              <a:spcBef>
                <a:spcPts val="1200"/>
              </a:spcBef>
              <a:spcAft>
                <a:spcPts val="0"/>
              </a:spcAft>
              <a:buClr>
                <a:srgbClr val="002E50"/>
              </a:buClr>
              <a:buFont typeface="+mj-lt"/>
              <a:buAutoNum type="arabicPeriod" startAt="6"/>
            </a:pPr>
            <a:r>
              <a:rPr lang="en-US" sz="1600"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rPr>
              <a:t>What is the number of Tickets per Month?</a:t>
            </a:r>
          </a:p>
          <a:p>
            <a:pPr marL="342900" marR="0" lvl="0" indent="-342900">
              <a:lnSpc>
                <a:spcPct val="150000"/>
              </a:lnSpc>
              <a:spcBef>
                <a:spcPts val="1200"/>
              </a:spcBef>
              <a:spcAft>
                <a:spcPts val="0"/>
              </a:spcAft>
              <a:buClr>
                <a:srgbClr val="002E50"/>
              </a:buClr>
              <a:buFont typeface="+mj-lt"/>
              <a:buAutoNum type="arabicPeriod" startAt="6"/>
            </a:pPr>
            <a:r>
              <a:rPr lang="en-US" sz="1600"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rPr>
              <a:t>What are the Numbers of Passenger per Day? </a:t>
            </a:r>
          </a:p>
          <a:p>
            <a:pPr marL="342900" marR="0" lvl="0" indent="-342900">
              <a:lnSpc>
                <a:spcPct val="150000"/>
              </a:lnSpc>
              <a:spcBef>
                <a:spcPts val="1200"/>
              </a:spcBef>
              <a:spcAft>
                <a:spcPts val="0"/>
              </a:spcAft>
              <a:buClr>
                <a:srgbClr val="002E50"/>
              </a:buClr>
              <a:buFont typeface="+mj-lt"/>
              <a:buAutoNum type="arabicPeriod" startAt="6"/>
            </a:pPr>
            <a:r>
              <a:rPr lang="en-US" sz="1600"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rPr>
              <a:t>What is the Average Number of Transactions per Day Type?</a:t>
            </a:r>
          </a:p>
          <a:p>
            <a:pPr marL="342900" marR="0" lvl="0" indent="-342900">
              <a:lnSpc>
                <a:spcPct val="150000"/>
              </a:lnSpc>
              <a:spcBef>
                <a:spcPts val="1200"/>
              </a:spcBef>
              <a:spcAft>
                <a:spcPts val="0"/>
              </a:spcAft>
              <a:buClr>
                <a:srgbClr val="002E50"/>
              </a:buClr>
              <a:buFont typeface="+mj-lt"/>
              <a:buAutoNum type="arabicPeriod" startAt="6"/>
            </a:pPr>
            <a:r>
              <a:rPr lang="en-US" sz="1600"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rPr>
              <a:t>What are the Numbers of Passenger per Hour? </a:t>
            </a:r>
          </a:p>
        </p:txBody>
      </p:sp>
      <p:sp>
        <p:nvSpPr>
          <p:cNvPr id="15" name="TextBox 15"/>
          <p:cNvSpPr txBox="1"/>
          <p:nvPr/>
        </p:nvSpPr>
        <p:spPr>
          <a:xfrm>
            <a:off x="758962" y="296046"/>
            <a:ext cx="7626075" cy="502189"/>
          </a:xfrm>
          <a:prstGeom prst="rect">
            <a:avLst/>
          </a:prstGeom>
        </p:spPr>
        <p:txBody>
          <a:bodyPr lIns="0" tIns="0" rIns="0" bIns="0" rtlCol="0" anchor="t">
            <a:spAutoFit/>
          </a:bodyPr>
          <a:lstStyle/>
          <a:p>
            <a:pPr algn="ctr">
              <a:lnSpc>
                <a:spcPts val="3360"/>
              </a:lnSpc>
            </a:pPr>
            <a:r>
              <a:rPr lang="en-US" sz="5500" b="1" dirty="0">
                <a:solidFill>
                  <a:srgbClr val="002E50"/>
                </a:solidFill>
              </a:rPr>
              <a:t>Analysis Questions</a:t>
            </a:r>
            <a:endParaRPr lang="en-US" sz="5500" b="1" dirty="0">
              <a:solidFill>
                <a:srgbClr val="002E50"/>
              </a:solidFill>
              <a:latin typeface="Arimo"/>
              <a:ea typeface="Arimo"/>
              <a:cs typeface="Arimo"/>
              <a:sym typeface="Arimo"/>
            </a:endParaRPr>
          </a:p>
        </p:txBody>
      </p:sp>
      <p:sp>
        <p:nvSpPr>
          <p:cNvPr id="24" name="Google Shape;1207;p31">
            <a:extLst>
              <a:ext uri="{FF2B5EF4-FFF2-40B4-BE49-F238E27FC236}">
                <a16:creationId xmlns:a16="http://schemas.microsoft.com/office/drawing/2014/main" id="{04708B05-BAB9-3E35-1DE6-360F934F4D58}"/>
              </a:ext>
            </a:extLst>
          </p:cNvPr>
          <p:cNvSpPr/>
          <p:nvPr/>
        </p:nvSpPr>
        <p:spPr>
          <a:xfrm>
            <a:off x="8025632" y="378784"/>
            <a:ext cx="883583" cy="883564"/>
          </a:xfrm>
          <a:custGeom>
            <a:avLst/>
            <a:gdLst/>
            <a:ahLst/>
            <a:cxnLst/>
            <a:rect l="l" t="t" r="r" b="b"/>
            <a:pathLst>
              <a:path w="45990" h="45989" extrusionOk="0">
                <a:moveTo>
                  <a:pt x="1" y="22995"/>
                </a:moveTo>
                <a:cubicBezTo>
                  <a:pt x="1" y="35691"/>
                  <a:pt x="10299" y="45989"/>
                  <a:pt x="22995" y="45989"/>
                </a:cubicBezTo>
                <a:lnTo>
                  <a:pt x="22995" y="45989"/>
                </a:lnTo>
                <a:cubicBezTo>
                  <a:pt x="35691" y="45989"/>
                  <a:pt x="45989" y="35691"/>
                  <a:pt x="45989" y="22995"/>
                </a:cubicBezTo>
                <a:lnTo>
                  <a:pt x="45989" y="22995"/>
                </a:lnTo>
                <a:cubicBezTo>
                  <a:pt x="45989" y="10298"/>
                  <a:pt x="35691" y="0"/>
                  <a:pt x="22995" y="0"/>
                </a:cubicBezTo>
                <a:lnTo>
                  <a:pt x="22995" y="0"/>
                </a:lnTo>
                <a:cubicBezTo>
                  <a:pt x="10299" y="0"/>
                  <a:pt x="1" y="10298"/>
                  <a:pt x="1" y="22995"/>
                </a:cubicBezTo>
                <a:close/>
              </a:path>
            </a:pathLst>
          </a:custGeom>
          <a:solidFill>
            <a:srgbClr val="0070C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Freeform 17"/>
          <p:cNvSpPr/>
          <p:nvPr/>
        </p:nvSpPr>
        <p:spPr>
          <a:xfrm rot="21449085">
            <a:off x="-108965" y="4349190"/>
            <a:ext cx="9276784" cy="1398672"/>
          </a:xfrm>
          <a:custGeom>
            <a:avLst/>
            <a:gdLst/>
            <a:ahLst/>
            <a:cxnLst/>
            <a:rect l="l" t="t" r="r" b="b"/>
            <a:pathLst>
              <a:path w="18553568" h="2797344">
                <a:moveTo>
                  <a:pt x="0" y="0"/>
                </a:moveTo>
                <a:lnTo>
                  <a:pt x="18553568" y="0"/>
                </a:lnTo>
                <a:lnTo>
                  <a:pt x="18553568" y="2797344"/>
                </a:lnTo>
                <a:lnTo>
                  <a:pt x="0" y="2797344"/>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US"/>
          </a:p>
        </p:txBody>
      </p:sp>
      <p:grpSp>
        <p:nvGrpSpPr>
          <p:cNvPr id="20" name="Group 20"/>
          <p:cNvGrpSpPr/>
          <p:nvPr/>
        </p:nvGrpSpPr>
        <p:grpSpPr>
          <a:xfrm>
            <a:off x="5621450" y="217675"/>
            <a:ext cx="3572600" cy="500050"/>
            <a:chOff x="0" y="0"/>
            <a:chExt cx="9526933" cy="1333467"/>
          </a:xfrm>
        </p:grpSpPr>
        <p:sp>
          <p:nvSpPr>
            <p:cNvPr id="21" name="Freeform 21"/>
            <p:cNvSpPr/>
            <p:nvPr/>
          </p:nvSpPr>
          <p:spPr>
            <a:xfrm>
              <a:off x="127" y="127"/>
              <a:ext cx="9526778" cy="1333373"/>
            </a:xfrm>
            <a:custGeom>
              <a:avLst/>
              <a:gdLst/>
              <a:ahLst/>
              <a:cxnLst/>
              <a:rect l="l" t="t" r="r" b="b"/>
              <a:pathLst>
                <a:path w="9526778" h="1333373">
                  <a:moveTo>
                    <a:pt x="0" y="161925"/>
                  </a:moveTo>
                  <a:cubicBezTo>
                    <a:pt x="0" y="161925"/>
                    <a:pt x="4869434" y="158750"/>
                    <a:pt x="5217414" y="324993"/>
                  </a:cubicBezTo>
                  <a:cubicBezTo>
                    <a:pt x="5565394" y="491236"/>
                    <a:pt x="9526778" y="1333373"/>
                    <a:pt x="9526778" y="1333373"/>
                  </a:cubicBezTo>
                  <a:lnTo>
                    <a:pt x="9526778" y="161925"/>
                  </a:lnTo>
                  <a:cubicBezTo>
                    <a:pt x="9526778" y="161925"/>
                    <a:pt x="6941566" y="527685"/>
                    <a:pt x="6411722" y="161925"/>
                  </a:cubicBezTo>
                  <a:cubicBezTo>
                    <a:pt x="6235192" y="40640"/>
                    <a:pt x="5464048" y="0"/>
                    <a:pt x="4514088" y="0"/>
                  </a:cubicBezTo>
                  <a:cubicBezTo>
                    <a:pt x="2614422" y="0"/>
                    <a:pt x="0" y="161925"/>
                    <a:pt x="0" y="161925"/>
                  </a:cubicBezTo>
                </a:path>
              </a:pathLst>
            </a:custGeom>
            <a:solidFill>
              <a:srgbClr val="FFFFFF">
                <a:alpha val="16863"/>
              </a:srgbClr>
            </a:solidFill>
          </p:spPr>
          <p:txBody>
            <a:bodyPr/>
            <a:lstStyle/>
            <a:p>
              <a:endParaRPr lang="en-US"/>
            </a:p>
          </p:txBody>
        </p:sp>
      </p:grpSp>
      <p:sp>
        <p:nvSpPr>
          <p:cNvPr id="22" name="Freeform 22"/>
          <p:cNvSpPr/>
          <p:nvPr/>
        </p:nvSpPr>
        <p:spPr>
          <a:xfrm>
            <a:off x="1551468" y="773936"/>
            <a:ext cx="260654" cy="236427"/>
          </a:xfrm>
          <a:custGeom>
            <a:avLst/>
            <a:gdLst/>
            <a:ahLst/>
            <a:cxnLst/>
            <a:rect l="l" t="t" r="r" b="b"/>
            <a:pathLst>
              <a:path w="521307" h="472854">
                <a:moveTo>
                  <a:pt x="0" y="0"/>
                </a:moveTo>
                <a:lnTo>
                  <a:pt x="521306" y="0"/>
                </a:lnTo>
                <a:lnTo>
                  <a:pt x="521306" y="472854"/>
                </a:lnTo>
                <a:lnTo>
                  <a:pt x="0" y="472854"/>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en-US"/>
          </a:p>
        </p:txBody>
      </p:sp>
      <p:sp>
        <p:nvSpPr>
          <p:cNvPr id="23" name="Freeform 23"/>
          <p:cNvSpPr/>
          <p:nvPr/>
        </p:nvSpPr>
        <p:spPr>
          <a:xfrm>
            <a:off x="582893" y="1071236"/>
            <a:ext cx="260654" cy="236427"/>
          </a:xfrm>
          <a:custGeom>
            <a:avLst/>
            <a:gdLst/>
            <a:ahLst/>
            <a:cxnLst/>
            <a:rect l="l" t="t" r="r" b="b"/>
            <a:pathLst>
              <a:path w="521307" h="472854">
                <a:moveTo>
                  <a:pt x="0" y="0"/>
                </a:moveTo>
                <a:lnTo>
                  <a:pt x="521306" y="0"/>
                </a:lnTo>
                <a:lnTo>
                  <a:pt x="521306" y="472854"/>
                </a:lnTo>
                <a:lnTo>
                  <a:pt x="0" y="472854"/>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en-US"/>
          </a:p>
        </p:txBody>
      </p:sp>
      <p:grpSp>
        <p:nvGrpSpPr>
          <p:cNvPr id="25" name="Google Shape;1117;p30">
            <a:extLst>
              <a:ext uri="{FF2B5EF4-FFF2-40B4-BE49-F238E27FC236}">
                <a16:creationId xmlns:a16="http://schemas.microsoft.com/office/drawing/2014/main" id="{C8D4CF0C-3ABC-D1CF-8F0B-38DE58D745D6}"/>
              </a:ext>
            </a:extLst>
          </p:cNvPr>
          <p:cNvGrpSpPr/>
          <p:nvPr/>
        </p:nvGrpSpPr>
        <p:grpSpPr>
          <a:xfrm>
            <a:off x="-3440106" y="3968318"/>
            <a:ext cx="3304919" cy="877464"/>
            <a:chOff x="3962175" y="2631750"/>
            <a:chExt cx="3075700" cy="952625"/>
          </a:xfrm>
        </p:grpSpPr>
        <p:sp>
          <p:nvSpPr>
            <p:cNvPr id="26" name="Google Shape;1118;p30">
              <a:extLst>
                <a:ext uri="{FF2B5EF4-FFF2-40B4-BE49-F238E27FC236}">
                  <a16:creationId xmlns:a16="http://schemas.microsoft.com/office/drawing/2014/main" id="{612AE22B-327B-C572-DB59-ADCD16E66B05}"/>
                </a:ext>
              </a:extLst>
            </p:cNvPr>
            <p:cNvSpPr/>
            <p:nvPr/>
          </p:nvSpPr>
          <p:spPr>
            <a:xfrm>
              <a:off x="3962175" y="3227750"/>
              <a:ext cx="3075700" cy="356625"/>
            </a:xfrm>
            <a:custGeom>
              <a:avLst/>
              <a:gdLst/>
              <a:ahLst/>
              <a:cxnLst/>
              <a:rect l="l" t="t" r="r" b="b"/>
              <a:pathLst>
                <a:path w="123028" h="14265" extrusionOk="0">
                  <a:moveTo>
                    <a:pt x="114046" y="1"/>
                  </a:moveTo>
                  <a:lnTo>
                    <a:pt x="114046" y="1239"/>
                  </a:lnTo>
                  <a:lnTo>
                    <a:pt x="114579" y="1239"/>
                  </a:lnTo>
                  <a:lnTo>
                    <a:pt x="114579" y="3167"/>
                  </a:lnTo>
                  <a:lnTo>
                    <a:pt x="109877" y="3167"/>
                  </a:lnTo>
                  <a:lnTo>
                    <a:pt x="109877" y="2728"/>
                  </a:lnTo>
                  <a:lnTo>
                    <a:pt x="108984" y="2728"/>
                  </a:lnTo>
                  <a:lnTo>
                    <a:pt x="108984" y="1913"/>
                  </a:lnTo>
                  <a:cubicBezTo>
                    <a:pt x="108984" y="1411"/>
                    <a:pt x="108513" y="1004"/>
                    <a:pt x="107980" y="1098"/>
                  </a:cubicBezTo>
                  <a:lnTo>
                    <a:pt x="107980" y="1098"/>
                  </a:lnTo>
                  <a:cubicBezTo>
                    <a:pt x="107573" y="1161"/>
                    <a:pt x="107291" y="1553"/>
                    <a:pt x="107291" y="1960"/>
                  </a:cubicBezTo>
                  <a:lnTo>
                    <a:pt x="107291" y="1960"/>
                  </a:lnTo>
                  <a:lnTo>
                    <a:pt x="107291" y="2728"/>
                  </a:lnTo>
                  <a:lnTo>
                    <a:pt x="106397" y="2728"/>
                  </a:lnTo>
                  <a:lnTo>
                    <a:pt x="106397" y="3167"/>
                  </a:lnTo>
                  <a:lnTo>
                    <a:pt x="105237" y="3167"/>
                  </a:lnTo>
                  <a:lnTo>
                    <a:pt x="105237" y="1615"/>
                  </a:lnTo>
                  <a:lnTo>
                    <a:pt x="103921" y="1615"/>
                  </a:lnTo>
                  <a:lnTo>
                    <a:pt x="103921" y="3167"/>
                  </a:lnTo>
                  <a:lnTo>
                    <a:pt x="100112" y="3167"/>
                  </a:lnTo>
                  <a:lnTo>
                    <a:pt x="100112" y="1521"/>
                  </a:lnTo>
                  <a:cubicBezTo>
                    <a:pt x="100112" y="675"/>
                    <a:pt x="99438" y="1"/>
                    <a:pt x="98591" y="1"/>
                  </a:cubicBezTo>
                  <a:lnTo>
                    <a:pt x="98591" y="1"/>
                  </a:lnTo>
                  <a:lnTo>
                    <a:pt x="88403" y="1"/>
                  </a:lnTo>
                  <a:cubicBezTo>
                    <a:pt x="87870" y="1"/>
                    <a:pt x="87431" y="440"/>
                    <a:pt x="87463" y="988"/>
                  </a:cubicBezTo>
                  <a:lnTo>
                    <a:pt x="87463" y="988"/>
                  </a:lnTo>
                  <a:cubicBezTo>
                    <a:pt x="87494" y="1490"/>
                    <a:pt x="87949" y="1882"/>
                    <a:pt x="88466" y="1882"/>
                  </a:cubicBezTo>
                  <a:lnTo>
                    <a:pt x="88466" y="1882"/>
                  </a:lnTo>
                  <a:lnTo>
                    <a:pt x="92149" y="1882"/>
                  </a:lnTo>
                  <a:cubicBezTo>
                    <a:pt x="92964" y="1882"/>
                    <a:pt x="93638" y="2540"/>
                    <a:pt x="93638" y="3355"/>
                  </a:cubicBezTo>
                  <a:lnTo>
                    <a:pt x="93638" y="3355"/>
                  </a:lnTo>
                  <a:lnTo>
                    <a:pt x="93638" y="5785"/>
                  </a:lnTo>
                  <a:cubicBezTo>
                    <a:pt x="93638" y="5988"/>
                    <a:pt x="93466" y="6161"/>
                    <a:pt x="93247" y="6161"/>
                  </a:cubicBezTo>
                  <a:lnTo>
                    <a:pt x="93247" y="6161"/>
                  </a:lnTo>
                  <a:lnTo>
                    <a:pt x="88293" y="6161"/>
                  </a:lnTo>
                  <a:cubicBezTo>
                    <a:pt x="87839" y="6161"/>
                    <a:pt x="87463" y="6537"/>
                    <a:pt x="87463" y="6992"/>
                  </a:cubicBezTo>
                  <a:lnTo>
                    <a:pt x="87463" y="6992"/>
                  </a:lnTo>
                  <a:lnTo>
                    <a:pt x="87463" y="9468"/>
                  </a:lnTo>
                  <a:cubicBezTo>
                    <a:pt x="87463" y="10299"/>
                    <a:pt x="87823" y="11036"/>
                    <a:pt x="88403" y="11537"/>
                  </a:cubicBezTo>
                  <a:lnTo>
                    <a:pt x="88403" y="11537"/>
                  </a:lnTo>
                  <a:cubicBezTo>
                    <a:pt x="88388" y="11615"/>
                    <a:pt x="88388" y="11678"/>
                    <a:pt x="88372" y="11741"/>
                  </a:cubicBezTo>
                  <a:lnTo>
                    <a:pt x="88372" y="11741"/>
                  </a:lnTo>
                  <a:lnTo>
                    <a:pt x="85221" y="11741"/>
                  </a:lnTo>
                  <a:lnTo>
                    <a:pt x="85221" y="3512"/>
                  </a:lnTo>
                  <a:cubicBezTo>
                    <a:pt x="85221" y="2430"/>
                    <a:pt x="84359" y="1553"/>
                    <a:pt x="83278" y="1553"/>
                  </a:cubicBezTo>
                  <a:lnTo>
                    <a:pt x="83278" y="1553"/>
                  </a:lnTo>
                  <a:lnTo>
                    <a:pt x="46083" y="1553"/>
                  </a:lnTo>
                  <a:cubicBezTo>
                    <a:pt x="45017" y="1553"/>
                    <a:pt x="44139" y="2430"/>
                    <a:pt x="44139" y="3512"/>
                  </a:cubicBezTo>
                  <a:lnTo>
                    <a:pt x="44139" y="3512"/>
                  </a:lnTo>
                  <a:lnTo>
                    <a:pt x="44139" y="10330"/>
                  </a:lnTo>
                  <a:lnTo>
                    <a:pt x="42211" y="10330"/>
                  </a:lnTo>
                  <a:lnTo>
                    <a:pt x="42211" y="3512"/>
                  </a:lnTo>
                  <a:cubicBezTo>
                    <a:pt x="42211" y="2430"/>
                    <a:pt x="41333" y="1553"/>
                    <a:pt x="40267" y="1553"/>
                  </a:cubicBezTo>
                  <a:lnTo>
                    <a:pt x="40267" y="1553"/>
                  </a:lnTo>
                  <a:lnTo>
                    <a:pt x="3072" y="1553"/>
                  </a:lnTo>
                  <a:cubicBezTo>
                    <a:pt x="2006" y="1553"/>
                    <a:pt x="1129" y="2430"/>
                    <a:pt x="1129" y="3512"/>
                  </a:cubicBezTo>
                  <a:lnTo>
                    <a:pt x="1129" y="3512"/>
                  </a:lnTo>
                  <a:lnTo>
                    <a:pt x="1129" y="10330"/>
                  </a:lnTo>
                  <a:lnTo>
                    <a:pt x="0" y="10330"/>
                  </a:lnTo>
                  <a:lnTo>
                    <a:pt x="0" y="11130"/>
                  </a:lnTo>
                  <a:lnTo>
                    <a:pt x="1129" y="11130"/>
                  </a:lnTo>
                  <a:lnTo>
                    <a:pt x="1129" y="12650"/>
                  </a:lnTo>
                  <a:lnTo>
                    <a:pt x="1865" y="12650"/>
                  </a:lnTo>
                  <a:cubicBezTo>
                    <a:pt x="1865" y="13481"/>
                    <a:pt x="2555" y="14170"/>
                    <a:pt x="3386" y="14170"/>
                  </a:cubicBezTo>
                  <a:lnTo>
                    <a:pt x="3386" y="14170"/>
                  </a:lnTo>
                  <a:cubicBezTo>
                    <a:pt x="4232" y="14170"/>
                    <a:pt x="4906" y="13481"/>
                    <a:pt x="4906" y="12650"/>
                  </a:cubicBezTo>
                  <a:lnTo>
                    <a:pt x="4906" y="12650"/>
                  </a:lnTo>
                  <a:lnTo>
                    <a:pt x="6113" y="12650"/>
                  </a:lnTo>
                  <a:cubicBezTo>
                    <a:pt x="6113" y="13481"/>
                    <a:pt x="6803" y="14170"/>
                    <a:pt x="7633" y="14170"/>
                  </a:cubicBezTo>
                  <a:lnTo>
                    <a:pt x="7633" y="14170"/>
                  </a:lnTo>
                  <a:cubicBezTo>
                    <a:pt x="8480" y="14170"/>
                    <a:pt x="9154" y="13481"/>
                    <a:pt x="9154" y="12650"/>
                  </a:cubicBezTo>
                  <a:lnTo>
                    <a:pt x="9154" y="12650"/>
                  </a:lnTo>
                  <a:lnTo>
                    <a:pt x="33966" y="12650"/>
                  </a:lnTo>
                  <a:cubicBezTo>
                    <a:pt x="33966" y="13481"/>
                    <a:pt x="34640" y="14170"/>
                    <a:pt x="35487" y="14170"/>
                  </a:cubicBezTo>
                  <a:lnTo>
                    <a:pt x="35487" y="14170"/>
                  </a:lnTo>
                  <a:cubicBezTo>
                    <a:pt x="36317" y="14170"/>
                    <a:pt x="37007" y="13481"/>
                    <a:pt x="37007" y="12650"/>
                  </a:cubicBezTo>
                  <a:lnTo>
                    <a:pt x="37007" y="12650"/>
                  </a:lnTo>
                  <a:lnTo>
                    <a:pt x="38198" y="12650"/>
                  </a:lnTo>
                  <a:cubicBezTo>
                    <a:pt x="38198" y="13481"/>
                    <a:pt x="38888" y="14170"/>
                    <a:pt x="39734" y="14170"/>
                  </a:cubicBezTo>
                  <a:lnTo>
                    <a:pt x="39734" y="14170"/>
                  </a:lnTo>
                  <a:cubicBezTo>
                    <a:pt x="40565" y="14170"/>
                    <a:pt x="41255" y="13481"/>
                    <a:pt x="41255" y="12650"/>
                  </a:cubicBezTo>
                  <a:lnTo>
                    <a:pt x="41255" y="12650"/>
                  </a:lnTo>
                  <a:lnTo>
                    <a:pt x="42211" y="12650"/>
                  </a:lnTo>
                  <a:lnTo>
                    <a:pt x="42211" y="11130"/>
                  </a:lnTo>
                  <a:lnTo>
                    <a:pt x="44139" y="11130"/>
                  </a:lnTo>
                  <a:lnTo>
                    <a:pt x="44139" y="12650"/>
                  </a:lnTo>
                  <a:lnTo>
                    <a:pt x="44876" y="12650"/>
                  </a:lnTo>
                  <a:cubicBezTo>
                    <a:pt x="44876" y="13481"/>
                    <a:pt x="45565" y="14170"/>
                    <a:pt x="46412" y="14170"/>
                  </a:cubicBezTo>
                  <a:lnTo>
                    <a:pt x="46412" y="14170"/>
                  </a:lnTo>
                  <a:cubicBezTo>
                    <a:pt x="47242" y="14170"/>
                    <a:pt x="47932" y="13481"/>
                    <a:pt x="47932" y="12650"/>
                  </a:cubicBezTo>
                  <a:lnTo>
                    <a:pt x="47932" y="12650"/>
                  </a:lnTo>
                  <a:lnTo>
                    <a:pt x="49123" y="12650"/>
                  </a:lnTo>
                  <a:cubicBezTo>
                    <a:pt x="49123" y="13481"/>
                    <a:pt x="49813" y="14170"/>
                    <a:pt x="50644" y="14170"/>
                  </a:cubicBezTo>
                  <a:lnTo>
                    <a:pt x="50644" y="14170"/>
                  </a:lnTo>
                  <a:cubicBezTo>
                    <a:pt x="51490" y="14170"/>
                    <a:pt x="52164" y="13481"/>
                    <a:pt x="52164" y="12650"/>
                  </a:cubicBezTo>
                  <a:lnTo>
                    <a:pt x="52164" y="12650"/>
                  </a:lnTo>
                  <a:lnTo>
                    <a:pt x="76977" y="12650"/>
                  </a:lnTo>
                  <a:cubicBezTo>
                    <a:pt x="76977" y="13481"/>
                    <a:pt x="77651" y="14170"/>
                    <a:pt x="78497" y="14170"/>
                  </a:cubicBezTo>
                  <a:lnTo>
                    <a:pt x="78497" y="14170"/>
                  </a:lnTo>
                  <a:cubicBezTo>
                    <a:pt x="79343" y="14170"/>
                    <a:pt x="80017" y="13481"/>
                    <a:pt x="80017" y="12650"/>
                  </a:cubicBezTo>
                  <a:lnTo>
                    <a:pt x="80017" y="12650"/>
                  </a:lnTo>
                  <a:lnTo>
                    <a:pt x="81224" y="12650"/>
                  </a:lnTo>
                  <a:cubicBezTo>
                    <a:pt x="81224" y="13481"/>
                    <a:pt x="81898" y="14170"/>
                    <a:pt x="82745" y="14170"/>
                  </a:cubicBezTo>
                  <a:lnTo>
                    <a:pt x="82745" y="14170"/>
                  </a:lnTo>
                  <a:cubicBezTo>
                    <a:pt x="83575" y="14170"/>
                    <a:pt x="84265" y="13481"/>
                    <a:pt x="84265" y="12650"/>
                  </a:cubicBezTo>
                  <a:lnTo>
                    <a:pt x="84265" y="12650"/>
                  </a:lnTo>
                  <a:lnTo>
                    <a:pt x="88497" y="12650"/>
                  </a:lnTo>
                  <a:cubicBezTo>
                    <a:pt x="88811" y="13528"/>
                    <a:pt x="89657" y="14170"/>
                    <a:pt x="90645" y="14170"/>
                  </a:cubicBezTo>
                  <a:lnTo>
                    <a:pt x="90645" y="14170"/>
                  </a:lnTo>
                  <a:cubicBezTo>
                    <a:pt x="91789" y="14170"/>
                    <a:pt x="92729" y="13340"/>
                    <a:pt x="92902" y="12258"/>
                  </a:cubicBezTo>
                  <a:lnTo>
                    <a:pt x="92902" y="12258"/>
                  </a:lnTo>
                  <a:lnTo>
                    <a:pt x="94939" y="12258"/>
                  </a:lnTo>
                  <a:cubicBezTo>
                    <a:pt x="95174" y="13340"/>
                    <a:pt x="96146" y="14170"/>
                    <a:pt x="97322" y="14170"/>
                  </a:cubicBezTo>
                  <a:lnTo>
                    <a:pt x="97322" y="14170"/>
                  </a:lnTo>
                  <a:cubicBezTo>
                    <a:pt x="98482" y="14170"/>
                    <a:pt x="99454" y="13340"/>
                    <a:pt x="99704" y="12258"/>
                  </a:cubicBezTo>
                  <a:lnTo>
                    <a:pt x="99704" y="12258"/>
                  </a:lnTo>
                  <a:lnTo>
                    <a:pt x="100535" y="12258"/>
                  </a:lnTo>
                  <a:cubicBezTo>
                    <a:pt x="100770" y="13340"/>
                    <a:pt x="101758" y="14170"/>
                    <a:pt x="102918" y="14170"/>
                  </a:cubicBezTo>
                  <a:lnTo>
                    <a:pt x="102918" y="14170"/>
                  </a:lnTo>
                  <a:cubicBezTo>
                    <a:pt x="104093" y="14170"/>
                    <a:pt x="105065" y="13340"/>
                    <a:pt x="105300" y="12258"/>
                  </a:cubicBezTo>
                  <a:lnTo>
                    <a:pt x="105300" y="12258"/>
                  </a:lnTo>
                  <a:lnTo>
                    <a:pt x="106601" y="12258"/>
                  </a:lnTo>
                  <a:cubicBezTo>
                    <a:pt x="106836" y="13340"/>
                    <a:pt x="107808" y="14170"/>
                    <a:pt x="108984" y="14170"/>
                  </a:cubicBezTo>
                  <a:lnTo>
                    <a:pt x="108984" y="14170"/>
                  </a:lnTo>
                  <a:cubicBezTo>
                    <a:pt x="110143" y="14170"/>
                    <a:pt x="111115" y="13340"/>
                    <a:pt x="111366" y="12258"/>
                  </a:cubicBezTo>
                  <a:lnTo>
                    <a:pt x="111366" y="12258"/>
                  </a:lnTo>
                  <a:lnTo>
                    <a:pt x="112197" y="12258"/>
                  </a:lnTo>
                  <a:cubicBezTo>
                    <a:pt x="112448" y="13340"/>
                    <a:pt x="113419" y="14170"/>
                    <a:pt x="114579" y="14170"/>
                  </a:cubicBezTo>
                  <a:lnTo>
                    <a:pt x="114579" y="14170"/>
                  </a:lnTo>
                  <a:cubicBezTo>
                    <a:pt x="115755" y="14170"/>
                    <a:pt x="116727" y="13340"/>
                    <a:pt x="116962" y="12258"/>
                  </a:cubicBezTo>
                  <a:lnTo>
                    <a:pt x="116962" y="12258"/>
                  </a:lnTo>
                  <a:lnTo>
                    <a:pt x="117244" y="12258"/>
                  </a:lnTo>
                  <a:cubicBezTo>
                    <a:pt x="117056" y="12525"/>
                    <a:pt x="116977" y="12854"/>
                    <a:pt x="117056" y="13230"/>
                  </a:cubicBezTo>
                  <a:lnTo>
                    <a:pt x="117056" y="13230"/>
                  </a:lnTo>
                  <a:cubicBezTo>
                    <a:pt x="117166" y="13684"/>
                    <a:pt x="117542" y="14061"/>
                    <a:pt x="118012" y="14139"/>
                  </a:cubicBezTo>
                  <a:lnTo>
                    <a:pt x="118012" y="14139"/>
                  </a:lnTo>
                  <a:cubicBezTo>
                    <a:pt x="118655" y="14264"/>
                    <a:pt x="119219" y="13888"/>
                    <a:pt x="119391" y="13324"/>
                  </a:cubicBezTo>
                  <a:lnTo>
                    <a:pt x="119391" y="13324"/>
                  </a:lnTo>
                  <a:cubicBezTo>
                    <a:pt x="122369" y="13308"/>
                    <a:pt x="123028" y="12556"/>
                    <a:pt x="123028" y="12556"/>
                  </a:cubicBezTo>
                  <a:lnTo>
                    <a:pt x="123028" y="12556"/>
                  </a:lnTo>
                  <a:lnTo>
                    <a:pt x="119783" y="9108"/>
                  </a:lnTo>
                  <a:lnTo>
                    <a:pt x="118749" y="9108"/>
                  </a:lnTo>
                  <a:cubicBezTo>
                    <a:pt x="120128" y="8841"/>
                    <a:pt x="121178" y="7619"/>
                    <a:pt x="121178" y="6161"/>
                  </a:cubicBezTo>
                  <a:lnTo>
                    <a:pt x="121178" y="6161"/>
                  </a:lnTo>
                  <a:cubicBezTo>
                    <a:pt x="121178" y="5330"/>
                    <a:pt x="120849" y="4578"/>
                    <a:pt x="120300" y="4045"/>
                  </a:cubicBezTo>
                  <a:lnTo>
                    <a:pt x="120300" y="4045"/>
                  </a:lnTo>
                  <a:cubicBezTo>
                    <a:pt x="119752" y="3496"/>
                    <a:pt x="118999" y="3167"/>
                    <a:pt x="118184" y="3167"/>
                  </a:cubicBezTo>
                  <a:lnTo>
                    <a:pt x="118184" y="3167"/>
                  </a:lnTo>
                  <a:lnTo>
                    <a:pt x="116068" y="3167"/>
                  </a:lnTo>
                  <a:lnTo>
                    <a:pt x="116068" y="1239"/>
                  </a:lnTo>
                  <a:lnTo>
                    <a:pt x="116601" y="1239"/>
                  </a:lnTo>
                  <a:lnTo>
                    <a:pt x="116601" y="1"/>
                  </a:lnTo>
                  <a:close/>
                  <a:moveTo>
                    <a:pt x="58214" y="11130"/>
                  </a:moveTo>
                  <a:lnTo>
                    <a:pt x="71146" y="11130"/>
                  </a:lnTo>
                  <a:lnTo>
                    <a:pt x="71146" y="11741"/>
                  </a:lnTo>
                  <a:lnTo>
                    <a:pt x="58214" y="11741"/>
                  </a:lnTo>
                  <a:close/>
                  <a:moveTo>
                    <a:pt x="15204" y="11130"/>
                  </a:moveTo>
                  <a:lnTo>
                    <a:pt x="28135" y="11130"/>
                  </a:lnTo>
                  <a:lnTo>
                    <a:pt x="28135" y="11741"/>
                  </a:lnTo>
                  <a:lnTo>
                    <a:pt x="15204" y="11741"/>
                  </a:lnTo>
                  <a:close/>
                </a:path>
              </a:pathLst>
            </a:custGeom>
            <a:solidFill>
              <a:srgbClr val="0913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 name="Google Shape;1119;p30">
              <a:extLst>
                <a:ext uri="{FF2B5EF4-FFF2-40B4-BE49-F238E27FC236}">
                  <a16:creationId xmlns:a16="http://schemas.microsoft.com/office/drawing/2014/main" id="{E56FB95C-ACB4-7B30-DFDB-E0512D108314}"/>
                </a:ext>
              </a:extLst>
            </p:cNvPr>
            <p:cNvSpPr/>
            <p:nvPr/>
          </p:nvSpPr>
          <p:spPr>
            <a:xfrm>
              <a:off x="6345450" y="3293600"/>
              <a:ext cx="84275" cy="84275"/>
            </a:xfrm>
            <a:custGeom>
              <a:avLst/>
              <a:gdLst/>
              <a:ahLst/>
              <a:cxnLst/>
              <a:rect l="l" t="t" r="r" b="b"/>
              <a:pathLst>
                <a:path w="3371" h="3371" extrusionOk="0">
                  <a:moveTo>
                    <a:pt x="1050" y="0"/>
                  </a:moveTo>
                  <a:cubicBezTo>
                    <a:pt x="470" y="0"/>
                    <a:pt x="0" y="470"/>
                    <a:pt x="0" y="1050"/>
                  </a:cubicBezTo>
                  <a:lnTo>
                    <a:pt x="0" y="2320"/>
                  </a:lnTo>
                  <a:cubicBezTo>
                    <a:pt x="0" y="2900"/>
                    <a:pt x="470" y="3370"/>
                    <a:pt x="1050" y="3370"/>
                  </a:cubicBezTo>
                  <a:lnTo>
                    <a:pt x="2320" y="3370"/>
                  </a:lnTo>
                  <a:cubicBezTo>
                    <a:pt x="2900" y="3370"/>
                    <a:pt x="3370" y="2900"/>
                    <a:pt x="3370" y="2320"/>
                  </a:cubicBezTo>
                  <a:lnTo>
                    <a:pt x="3370" y="1050"/>
                  </a:lnTo>
                  <a:cubicBezTo>
                    <a:pt x="3370" y="470"/>
                    <a:pt x="2900" y="0"/>
                    <a:pt x="232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1120;p30">
              <a:extLst>
                <a:ext uri="{FF2B5EF4-FFF2-40B4-BE49-F238E27FC236}">
                  <a16:creationId xmlns:a16="http://schemas.microsoft.com/office/drawing/2014/main" id="{CD2D51F1-3328-C065-3E52-E6E543CDC116}"/>
                </a:ext>
              </a:extLst>
            </p:cNvPr>
            <p:cNvSpPr/>
            <p:nvPr/>
          </p:nvSpPr>
          <p:spPr>
            <a:xfrm>
              <a:off x="5924600" y="3351575"/>
              <a:ext cx="74475" cy="70575"/>
            </a:xfrm>
            <a:custGeom>
              <a:avLst/>
              <a:gdLst/>
              <a:ahLst/>
              <a:cxnLst/>
              <a:rect l="l" t="t" r="r" b="b"/>
              <a:pathLst>
                <a:path w="2979" h="2823" extrusionOk="0">
                  <a:moveTo>
                    <a:pt x="1050" y="1"/>
                  </a:moveTo>
                  <a:cubicBezTo>
                    <a:pt x="470" y="1"/>
                    <a:pt x="0" y="471"/>
                    <a:pt x="0" y="1051"/>
                  </a:cubicBezTo>
                  <a:lnTo>
                    <a:pt x="0" y="1788"/>
                  </a:lnTo>
                  <a:cubicBezTo>
                    <a:pt x="0" y="2368"/>
                    <a:pt x="470" y="2822"/>
                    <a:pt x="1050" y="2822"/>
                  </a:cubicBezTo>
                  <a:lnTo>
                    <a:pt x="1944" y="2822"/>
                  </a:lnTo>
                  <a:cubicBezTo>
                    <a:pt x="2508" y="2822"/>
                    <a:pt x="2978" y="2368"/>
                    <a:pt x="2978" y="1788"/>
                  </a:cubicBezTo>
                  <a:lnTo>
                    <a:pt x="2978" y="1051"/>
                  </a:lnTo>
                  <a:cubicBezTo>
                    <a:pt x="2978" y="471"/>
                    <a:pt x="2508"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1121;p30">
              <a:extLst>
                <a:ext uri="{FF2B5EF4-FFF2-40B4-BE49-F238E27FC236}">
                  <a16:creationId xmlns:a16="http://schemas.microsoft.com/office/drawing/2014/main" id="{570E53D9-2072-7855-5820-C8B46B1FDFA8}"/>
                </a:ext>
              </a:extLst>
            </p:cNvPr>
            <p:cNvSpPr/>
            <p:nvPr/>
          </p:nvSpPr>
          <p:spPr>
            <a:xfrm>
              <a:off x="5812125" y="3351575"/>
              <a:ext cx="74475" cy="70575"/>
            </a:xfrm>
            <a:custGeom>
              <a:avLst/>
              <a:gdLst/>
              <a:ahLst/>
              <a:cxnLst/>
              <a:rect l="l" t="t" r="r" b="b"/>
              <a:pathLst>
                <a:path w="2979" h="2823" extrusionOk="0">
                  <a:moveTo>
                    <a:pt x="1035" y="1"/>
                  </a:moveTo>
                  <a:cubicBezTo>
                    <a:pt x="455" y="1"/>
                    <a:pt x="0" y="471"/>
                    <a:pt x="0" y="1051"/>
                  </a:cubicBezTo>
                  <a:lnTo>
                    <a:pt x="0" y="1788"/>
                  </a:lnTo>
                  <a:cubicBezTo>
                    <a:pt x="0" y="2368"/>
                    <a:pt x="455" y="2822"/>
                    <a:pt x="1035" y="2822"/>
                  </a:cubicBezTo>
                  <a:lnTo>
                    <a:pt x="1928" y="2822"/>
                  </a:lnTo>
                  <a:cubicBezTo>
                    <a:pt x="2508" y="2822"/>
                    <a:pt x="2979" y="2368"/>
                    <a:pt x="2979" y="1788"/>
                  </a:cubicBezTo>
                  <a:lnTo>
                    <a:pt x="2979" y="1051"/>
                  </a:lnTo>
                  <a:cubicBezTo>
                    <a:pt x="2979" y="471"/>
                    <a:pt x="2508" y="1"/>
                    <a:pt x="192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1122;p30">
              <a:extLst>
                <a:ext uri="{FF2B5EF4-FFF2-40B4-BE49-F238E27FC236}">
                  <a16:creationId xmlns:a16="http://schemas.microsoft.com/office/drawing/2014/main" id="{10DC5244-F511-3D7C-1F25-4F92C320951B}"/>
                </a:ext>
              </a:extLst>
            </p:cNvPr>
            <p:cNvSpPr/>
            <p:nvPr/>
          </p:nvSpPr>
          <p:spPr>
            <a:xfrm>
              <a:off x="5703575" y="3351575"/>
              <a:ext cx="74475" cy="70575"/>
            </a:xfrm>
            <a:custGeom>
              <a:avLst/>
              <a:gdLst/>
              <a:ahLst/>
              <a:cxnLst/>
              <a:rect l="l" t="t" r="r" b="b"/>
              <a:pathLst>
                <a:path w="2979" h="2823" extrusionOk="0">
                  <a:moveTo>
                    <a:pt x="1051" y="1"/>
                  </a:moveTo>
                  <a:cubicBezTo>
                    <a:pt x="471" y="1"/>
                    <a:pt x="1" y="471"/>
                    <a:pt x="1" y="1051"/>
                  </a:cubicBezTo>
                  <a:lnTo>
                    <a:pt x="1" y="1788"/>
                  </a:lnTo>
                  <a:cubicBezTo>
                    <a:pt x="1" y="2368"/>
                    <a:pt x="471" y="2822"/>
                    <a:pt x="1051" y="2822"/>
                  </a:cubicBezTo>
                  <a:lnTo>
                    <a:pt x="1944" y="2822"/>
                  </a:lnTo>
                  <a:cubicBezTo>
                    <a:pt x="2524" y="2822"/>
                    <a:pt x="2979" y="2368"/>
                    <a:pt x="2979" y="1788"/>
                  </a:cubicBezTo>
                  <a:lnTo>
                    <a:pt x="2979" y="1051"/>
                  </a:lnTo>
                  <a:cubicBezTo>
                    <a:pt x="2979"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1123;p30">
              <a:extLst>
                <a:ext uri="{FF2B5EF4-FFF2-40B4-BE49-F238E27FC236}">
                  <a16:creationId xmlns:a16="http://schemas.microsoft.com/office/drawing/2014/main" id="{15061B88-37D1-86FA-F2F4-9D0DAED77795}"/>
                </a:ext>
              </a:extLst>
            </p:cNvPr>
            <p:cNvSpPr/>
            <p:nvPr/>
          </p:nvSpPr>
          <p:spPr>
            <a:xfrm>
              <a:off x="5595425" y="3351575"/>
              <a:ext cx="74475" cy="70575"/>
            </a:xfrm>
            <a:custGeom>
              <a:avLst/>
              <a:gdLst/>
              <a:ahLst/>
              <a:cxnLst/>
              <a:rect l="l" t="t" r="r" b="b"/>
              <a:pathLst>
                <a:path w="2979" h="2823" extrusionOk="0">
                  <a:moveTo>
                    <a:pt x="1035" y="1"/>
                  </a:moveTo>
                  <a:cubicBezTo>
                    <a:pt x="455" y="1"/>
                    <a:pt x="1" y="471"/>
                    <a:pt x="1" y="1051"/>
                  </a:cubicBezTo>
                  <a:lnTo>
                    <a:pt x="1" y="1788"/>
                  </a:lnTo>
                  <a:cubicBezTo>
                    <a:pt x="1" y="2368"/>
                    <a:pt x="455" y="2822"/>
                    <a:pt x="1035" y="2822"/>
                  </a:cubicBezTo>
                  <a:lnTo>
                    <a:pt x="1929" y="2822"/>
                  </a:lnTo>
                  <a:cubicBezTo>
                    <a:pt x="2508" y="2822"/>
                    <a:pt x="2979" y="2368"/>
                    <a:pt x="2979" y="1788"/>
                  </a:cubicBezTo>
                  <a:lnTo>
                    <a:pt x="2979" y="1051"/>
                  </a:lnTo>
                  <a:cubicBezTo>
                    <a:pt x="2979" y="471"/>
                    <a:pt x="2508" y="1"/>
                    <a:pt x="19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1124;p30">
              <a:extLst>
                <a:ext uri="{FF2B5EF4-FFF2-40B4-BE49-F238E27FC236}">
                  <a16:creationId xmlns:a16="http://schemas.microsoft.com/office/drawing/2014/main" id="{3E71F4B7-D653-9A28-E0A2-37EC19287B3F}"/>
                </a:ext>
              </a:extLst>
            </p:cNvPr>
            <p:cNvSpPr/>
            <p:nvPr/>
          </p:nvSpPr>
          <p:spPr>
            <a:xfrm>
              <a:off x="5486875" y="3351575"/>
              <a:ext cx="74475" cy="70575"/>
            </a:xfrm>
            <a:custGeom>
              <a:avLst/>
              <a:gdLst/>
              <a:ahLst/>
              <a:cxnLst/>
              <a:rect l="l" t="t" r="r" b="b"/>
              <a:pathLst>
                <a:path w="2979" h="2823" extrusionOk="0">
                  <a:moveTo>
                    <a:pt x="1051" y="1"/>
                  </a:moveTo>
                  <a:cubicBezTo>
                    <a:pt x="471" y="1"/>
                    <a:pt x="1" y="471"/>
                    <a:pt x="1" y="1051"/>
                  </a:cubicBezTo>
                  <a:lnTo>
                    <a:pt x="1" y="1788"/>
                  </a:lnTo>
                  <a:cubicBezTo>
                    <a:pt x="1" y="2368"/>
                    <a:pt x="471" y="2822"/>
                    <a:pt x="1051" y="2822"/>
                  </a:cubicBezTo>
                  <a:lnTo>
                    <a:pt x="1944" y="2822"/>
                  </a:lnTo>
                  <a:cubicBezTo>
                    <a:pt x="2509" y="2822"/>
                    <a:pt x="2979" y="2368"/>
                    <a:pt x="2979" y="1788"/>
                  </a:cubicBezTo>
                  <a:lnTo>
                    <a:pt x="2979" y="1051"/>
                  </a:lnTo>
                  <a:cubicBezTo>
                    <a:pt x="2979" y="471"/>
                    <a:pt x="2509"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1125;p30">
              <a:extLst>
                <a:ext uri="{FF2B5EF4-FFF2-40B4-BE49-F238E27FC236}">
                  <a16:creationId xmlns:a16="http://schemas.microsoft.com/office/drawing/2014/main" id="{7A57D951-C644-B759-F61B-B8AEC0023DD8}"/>
                </a:ext>
              </a:extLst>
            </p:cNvPr>
            <p:cNvSpPr/>
            <p:nvPr/>
          </p:nvSpPr>
          <p:spPr>
            <a:xfrm>
              <a:off x="5378350" y="3351575"/>
              <a:ext cx="74850" cy="70575"/>
            </a:xfrm>
            <a:custGeom>
              <a:avLst/>
              <a:gdLst/>
              <a:ahLst/>
              <a:cxnLst/>
              <a:rect l="l" t="t" r="r" b="b"/>
              <a:pathLst>
                <a:path w="2994" h="2823" extrusionOk="0">
                  <a:moveTo>
                    <a:pt x="1050" y="1"/>
                  </a:moveTo>
                  <a:cubicBezTo>
                    <a:pt x="470" y="1"/>
                    <a:pt x="0" y="471"/>
                    <a:pt x="0" y="1051"/>
                  </a:cubicBezTo>
                  <a:lnTo>
                    <a:pt x="0" y="1788"/>
                  </a:lnTo>
                  <a:cubicBezTo>
                    <a:pt x="0" y="2368"/>
                    <a:pt x="470" y="2822"/>
                    <a:pt x="1050"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1126;p30">
              <a:extLst>
                <a:ext uri="{FF2B5EF4-FFF2-40B4-BE49-F238E27FC236}">
                  <a16:creationId xmlns:a16="http://schemas.microsoft.com/office/drawing/2014/main" id="{909F5A08-3E09-8FEB-B789-23A9575D6F29}"/>
                </a:ext>
              </a:extLst>
            </p:cNvPr>
            <p:cNvSpPr/>
            <p:nvPr/>
          </p:nvSpPr>
          <p:spPr>
            <a:xfrm>
              <a:off x="5270175" y="3351575"/>
              <a:ext cx="74500" cy="70575"/>
            </a:xfrm>
            <a:custGeom>
              <a:avLst/>
              <a:gdLst/>
              <a:ahLst/>
              <a:cxnLst/>
              <a:rect l="l" t="t" r="r" b="b"/>
              <a:pathLst>
                <a:path w="2980" h="2823" extrusionOk="0">
                  <a:moveTo>
                    <a:pt x="1051" y="1"/>
                  </a:moveTo>
                  <a:cubicBezTo>
                    <a:pt x="471" y="1"/>
                    <a:pt x="1" y="471"/>
                    <a:pt x="1" y="1051"/>
                  </a:cubicBezTo>
                  <a:lnTo>
                    <a:pt x="1" y="1788"/>
                  </a:lnTo>
                  <a:cubicBezTo>
                    <a:pt x="1" y="2368"/>
                    <a:pt x="471" y="2822"/>
                    <a:pt x="1051" y="2822"/>
                  </a:cubicBezTo>
                  <a:lnTo>
                    <a:pt x="1945" y="2822"/>
                  </a:lnTo>
                  <a:cubicBezTo>
                    <a:pt x="2509" y="2822"/>
                    <a:pt x="2979" y="2368"/>
                    <a:pt x="2979" y="1788"/>
                  </a:cubicBezTo>
                  <a:lnTo>
                    <a:pt x="2979" y="1051"/>
                  </a:lnTo>
                  <a:cubicBezTo>
                    <a:pt x="2979" y="471"/>
                    <a:pt x="2509" y="1"/>
                    <a:pt x="194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1127;p30">
              <a:extLst>
                <a:ext uri="{FF2B5EF4-FFF2-40B4-BE49-F238E27FC236}">
                  <a16:creationId xmlns:a16="http://schemas.microsoft.com/office/drawing/2014/main" id="{EBE8FC55-4521-5D03-B619-04D5FC5A8102}"/>
                </a:ext>
              </a:extLst>
            </p:cNvPr>
            <p:cNvSpPr/>
            <p:nvPr/>
          </p:nvSpPr>
          <p:spPr>
            <a:xfrm>
              <a:off x="5161650" y="3351575"/>
              <a:ext cx="74850" cy="70575"/>
            </a:xfrm>
            <a:custGeom>
              <a:avLst/>
              <a:gdLst/>
              <a:ahLst/>
              <a:cxnLst/>
              <a:rect l="l" t="t" r="r" b="b"/>
              <a:pathLst>
                <a:path w="2994" h="2823" extrusionOk="0">
                  <a:moveTo>
                    <a:pt x="1050" y="1"/>
                  </a:moveTo>
                  <a:cubicBezTo>
                    <a:pt x="470" y="1"/>
                    <a:pt x="0" y="471"/>
                    <a:pt x="0" y="1051"/>
                  </a:cubicBezTo>
                  <a:lnTo>
                    <a:pt x="0" y="1788"/>
                  </a:lnTo>
                  <a:cubicBezTo>
                    <a:pt x="0" y="2368"/>
                    <a:pt x="470" y="2822"/>
                    <a:pt x="1050"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1128;p30">
              <a:extLst>
                <a:ext uri="{FF2B5EF4-FFF2-40B4-BE49-F238E27FC236}">
                  <a16:creationId xmlns:a16="http://schemas.microsoft.com/office/drawing/2014/main" id="{6A6249C9-1E53-62ED-A741-36FCF7E03E63}"/>
                </a:ext>
              </a:extLst>
            </p:cNvPr>
            <p:cNvSpPr/>
            <p:nvPr/>
          </p:nvSpPr>
          <p:spPr>
            <a:xfrm>
              <a:off x="4849325" y="3351575"/>
              <a:ext cx="74475" cy="70575"/>
            </a:xfrm>
            <a:custGeom>
              <a:avLst/>
              <a:gdLst/>
              <a:ahLst/>
              <a:cxnLst/>
              <a:rect l="l" t="t" r="r" b="b"/>
              <a:pathLst>
                <a:path w="2979" h="2823" extrusionOk="0">
                  <a:moveTo>
                    <a:pt x="1035" y="1"/>
                  </a:moveTo>
                  <a:cubicBezTo>
                    <a:pt x="471" y="1"/>
                    <a:pt x="1" y="471"/>
                    <a:pt x="1" y="1051"/>
                  </a:cubicBezTo>
                  <a:lnTo>
                    <a:pt x="1" y="1788"/>
                  </a:lnTo>
                  <a:cubicBezTo>
                    <a:pt x="1" y="2368"/>
                    <a:pt x="471" y="2822"/>
                    <a:pt x="1035" y="2822"/>
                  </a:cubicBezTo>
                  <a:lnTo>
                    <a:pt x="1929" y="2822"/>
                  </a:lnTo>
                  <a:cubicBezTo>
                    <a:pt x="2509" y="2822"/>
                    <a:pt x="2979" y="2368"/>
                    <a:pt x="2979" y="1788"/>
                  </a:cubicBezTo>
                  <a:lnTo>
                    <a:pt x="2979" y="1051"/>
                  </a:lnTo>
                  <a:cubicBezTo>
                    <a:pt x="2979" y="471"/>
                    <a:pt x="2509" y="1"/>
                    <a:pt x="19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1129;p30">
              <a:extLst>
                <a:ext uri="{FF2B5EF4-FFF2-40B4-BE49-F238E27FC236}">
                  <a16:creationId xmlns:a16="http://schemas.microsoft.com/office/drawing/2014/main" id="{A3CC5ABF-3803-AE97-2801-E18A15FCD4C2}"/>
                </a:ext>
              </a:extLst>
            </p:cNvPr>
            <p:cNvSpPr/>
            <p:nvPr/>
          </p:nvSpPr>
          <p:spPr>
            <a:xfrm>
              <a:off x="4736475" y="3351575"/>
              <a:ext cx="74875" cy="70575"/>
            </a:xfrm>
            <a:custGeom>
              <a:avLst/>
              <a:gdLst/>
              <a:ahLst/>
              <a:cxnLst/>
              <a:rect l="l" t="t" r="r" b="b"/>
              <a:pathLst>
                <a:path w="2995" h="2823" extrusionOk="0">
                  <a:moveTo>
                    <a:pt x="1051" y="1"/>
                  </a:moveTo>
                  <a:cubicBezTo>
                    <a:pt x="471" y="1"/>
                    <a:pt x="0" y="471"/>
                    <a:pt x="0" y="1051"/>
                  </a:cubicBezTo>
                  <a:lnTo>
                    <a:pt x="0" y="1788"/>
                  </a:lnTo>
                  <a:cubicBezTo>
                    <a:pt x="0" y="2368"/>
                    <a:pt x="471" y="2822"/>
                    <a:pt x="1051"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1130;p30">
              <a:extLst>
                <a:ext uri="{FF2B5EF4-FFF2-40B4-BE49-F238E27FC236}">
                  <a16:creationId xmlns:a16="http://schemas.microsoft.com/office/drawing/2014/main" id="{4CC0EAEF-456B-02B5-B8D2-E35A1531EB9B}"/>
                </a:ext>
              </a:extLst>
            </p:cNvPr>
            <p:cNvSpPr/>
            <p:nvPr/>
          </p:nvSpPr>
          <p:spPr>
            <a:xfrm>
              <a:off x="4628325" y="3351575"/>
              <a:ext cx="74475" cy="70575"/>
            </a:xfrm>
            <a:custGeom>
              <a:avLst/>
              <a:gdLst/>
              <a:ahLst/>
              <a:cxnLst/>
              <a:rect l="l" t="t" r="r" b="b"/>
              <a:pathLst>
                <a:path w="2979" h="2823" extrusionOk="0">
                  <a:moveTo>
                    <a:pt x="1051" y="1"/>
                  </a:moveTo>
                  <a:cubicBezTo>
                    <a:pt x="471" y="1"/>
                    <a:pt x="0" y="471"/>
                    <a:pt x="0" y="1051"/>
                  </a:cubicBezTo>
                  <a:lnTo>
                    <a:pt x="0" y="1788"/>
                  </a:lnTo>
                  <a:cubicBezTo>
                    <a:pt x="0" y="2368"/>
                    <a:pt x="471" y="2822"/>
                    <a:pt x="1051" y="2822"/>
                  </a:cubicBezTo>
                  <a:lnTo>
                    <a:pt x="1944" y="2822"/>
                  </a:lnTo>
                  <a:cubicBezTo>
                    <a:pt x="2508" y="2822"/>
                    <a:pt x="2978" y="2368"/>
                    <a:pt x="2978" y="1788"/>
                  </a:cubicBezTo>
                  <a:lnTo>
                    <a:pt x="2978" y="1051"/>
                  </a:lnTo>
                  <a:cubicBezTo>
                    <a:pt x="2978" y="471"/>
                    <a:pt x="2508"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1131;p30">
              <a:extLst>
                <a:ext uri="{FF2B5EF4-FFF2-40B4-BE49-F238E27FC236}">
                  <a16:creationId xmlns:a16="http://schemas.microsoft.com/office/drawing/2014/main" id="{117926D4-835E-B2B2-0C48-1F6F062397B5}"/>
                </a:ext>
              </a:extLst>
            </p:cNvPr>
            <p:cNvSpPr/>
            <p:nvPr/>
          </p:nvSpPr>
          <p:spPr>
            <a:xfrm>
              <a:off x="4519775" y="3351575"/>
              <a:ext cx="74875" cy="70575"/>
            </a:xfrm>
            <a:custGeom>
              <a:avLst/>
              <a:gdLst/>
              <a:ahLst/>
              <a:cxnLst/>
              <a:rect l="l" t="t" r="r" b="b"/>
              <a:pathLst>
                <a:path w="2995" h="2823" extrusionOk="0">
                  <a:moveTo>
                    <a:pt x="1051" y="1"/>
                  </a:moveTo>
                  <a:cubicBezTo>
                    <a:pt x="471" y="1"/>
                    <a:pt x="1" y="471"/>
                    <a:pt x="1" y="1051"/>
                  </a:cubicBezTo>
                  <a:lnTo>
                    <a:pt x="1" y="1788"/>
                  </a:lnTo>
                  <a:cubicBezTo>
                    <a:pt x="1" y="2368"/>
                    <a:pt x="471" y="2822"/>
                    <a:pt x="1051"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1132;p30">
              <a:extLst>
                <a:ext uri="{FF2B5EF4-FFF2-40B4-BE49-F238E27FC236}">
                  <a16:creationId xmlns:a16="http://schemas.microsoft.com/office/drawing/2014/main" id="{680A3F98-BF52-1ECD-1E85-B615DC881AC3}"/>
                </a:ext>
              </a:extLst>
            </p:cNvPr>
            <p:cNvSpPr/>
            <p:nvPr/>
          </p:nvSpPr>
          <p:spPr>
            <a:xfrm>
              <a:off x="4411625" y="3351575"/>
              <a:ext cx="74475" cy="70575"/>
            </a:xfrm>
            <a:custGeom>
              <a:avLst/>
              <a:gdLst/>
              <a:ahLst/>
              <a:cxnLst/>
              <a:rect l="l" t="t" r="r" b="b"/>
              <a:pathLst>
                <a:path w="2979" h="2823" extrusionOk="0">
                  <a:moveTo>
                    <a:pt x="1035" y="1"/>
                  </a:moveTo>
                  <a:cubicBezTo>
                    <a:pt x="471" y="1"/>
                    <a:pt x="0" y="471"/>
                    <a:pt x="0" y="1051"/>
                  </a:cubicBezTo>
                  <a:lnTo>
                    <a:pt x="0" y="1788"/>
                  </a:lnTo>
                  <a:cubicBezTo>
                    <a:pt x="0" y="2368"/>
                    <a:pt x="471" y="2822"/>
                    <a:pt x="1035" y="2822"/>
                  </a:cubicBezTo>
                  <a:lnTo>
                    <a:pt x="1928" y="2822"/>
                  </a:lnTo>
                  <a:cubicBezTo>
                    <a:pt x="2508" y="2822"/>
                    <a:pt x="2979" y="2368"/>
                    <a:pt x="2979" y="1788"/>
                  </a:cubicBezTo>
                  <a:lnTo>
                    <a:pt x="2979" y="1051"/>
                  </a:lnTo>
                  <a:cubicBezTo>
                    <a:pt x="2979" y="471"/>
                    <a:pt x="2508" y="1"/>
                    <a:pt x="192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1133;p30">
              <a:extLst>
                <a:ext uri="{FF2B5EF4-FFF2-40B4-BE49-F238E27FC236}">
                  <a16:creationId xmlns:a16="http://schemas.microsoft.com/office/drawing/2014/main" id="{8F24C2BF-3A2C-9A2B-EC94-99958C897406}"/>
                </a:ext>
              </a:extLst>
            </p:cNvPr>
            <p:cNvSpPr/>
            <p:nvPr/>
          </p:nvSpPr>
          <p:spPr>
            <a:xfrm>
              <a:off x="4303075" y="3351575"/>
              <a:ext cx="74875" cy="70575"/>
            </a:xfrm>
            <a:custGeom>
              <a:avLst/>
              <a:gdLst/>
              <a:ahLst/>
              <a:cxnLst/>
              <a:rect l="l" t="t" r="r" b="b"/>
              <a:pathLst>
                <a:path w="2995" h="2823" extrusionOk="0">
                  <a:moveTo>
                    <a:pt x="1051" y="1"/>
                  </a:moveTo>
                  <a:cubicBezTo>
                    <a:pt x="471" y="1"/>
                    <a:pt x="1" y="471"/>
                    <a:pt x="1" y="1051"/>
                  </a:cubicBezTo>
                  <a:lnTo>
                    <a:pt x="1" y="1788"/>
                  </a:lnTo>
                  <a:cubicBezTo>
                    <a:pt x="1" y="2368"/>
                    <a:pt x="471" y="2822"/>
                    <a:pt x="1051"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1134;p30">
              <a:extLst>
                <a:ext uri="{FF2B5EF4-FFF2-40B4-BE49-F238E27FC236}">
                  <a16:creationId xmlns:a16="http://schemas.microsoft.com/office/drawing/2014/main" id="{6637D04A-B5BE-9FC1-ED7B-92419CB78EF7}"/>
                </a:ext>
              </a:extLst>
            </p:cNvPr>
            <p:cNvSpPr/>
            <p:nvPr/>
          </p:nvSpPr>
          <p:spPr>
            <a:xfrm>
              <a:off x="4194925" y="3351575"/>
              <a:ext cx="74475" cy="70575"/>
            </a:xfrm>
            <a:custGeom>
              <a:avLst/>
              <a:gdLst/>
              <a:ahLst/>
              <a:cxnLst/>
              <a:rect l="l" t="t" r="r" b="b"/>
              <a:pathLst>
                <a:path w="2979" h="2823" extrusionOk="0">
                  <a:moveTo>
                    <a:pt x="1035" y="1"/>
                  </a:moveTo>
                  <a:cubicBezTo>
                    <a:pt x="471" y="1"/>
                    <a:pt x="1" y="471"/>
                    <a:pt x="1" y="1051"/>
                  </a:cubicBezTo>
                  <a:lnTo>
                    <a:pt x="1" y="1788"/>
                  </a:lnTo>
                  <a:cubicBezTo>
                    <a:pt x="1" y="2368"/>
                    <a:pt x="471" y="2822"/>
                    <a:pt x="1035" y="2822"/>
                  </a:cubicBezTo>
                  <a:lnTo>
                    <a:pt x="1928" y="2822"/>
                  </a:lnTo>
                  <a:cubicBezTo>
                    <a:pt x="2508" y="2822"/>
                    <a:pt x="2979" y="2368"/>
                    <a:pt x="2979" y="1788"/>
                  </a:cubicBezTo>
                  <a:lnTo>
                    <a:pt x="2979" y="1051"/>
                  </a:lnTo>
                  <a:cubicBezTo>
                    <a:pt x="2979" y="471"/>
                    <a:pt x="2508" y="1"/>
                    <a:pt x="192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1135;p30">
              <a:extLst>
                <a:ext uri="{FF2B5EF4-FFF2-40B4-BE49-F238E27FC236}">
                  <a16:creationId xmlns:a16="http://schemas.microsoft.com/office/drawing/2014/main" id="{91F566EC-E850-C250-097A-F8E47B376D61}"/>
                </a:ext>
              </a:extLst>
            </p:cNvPr>
            <p:cNvSpPr/>
            <p:nvPr/>
          </p:nvSpPr>
          <p:spPr>
            <a:xfrm>
              <a:off x="4086375" y="3351575"/>
              <a:ext cx="74875" cy="70575"/>
            </a:xfrm>
            <a:custGeom>
              <a:avLst/>
              <a:gdLst/>
              <a:ahLst/>
              <a:cxnLst/>
              <a:rect l="l" t="t" r="r" b="b"/>
              <a:pathLst>
                <a:path w="2995" h="2823" extrusionOk="0">
                  <a:moveTo>
                    <a:pt x="1051" y="1"/>
                  </a:moveTo>
                  <a:cubicBezTo>
                    <a:pt x="471" y="1"/>
                    <a:pt x="1" y="471"/>
                    <a:pt x="1" y="1051"/>
                  </a:cubicBezTo>
                  <a:lnTo>
                    <a:pt x="1" y="1788"/>
                  </a:lnTo>
                  <a:cubicBezTo>
                    <a:pt x="1" y="2368"/>
                    <a:pt x="471" y="2822"/>
                    <a:pt x="1051" y="2822"/>
                  </a:cubicBezTo>
                  <a:lnTo>
                    <a:pt x="1944" y="2822"/>
                  </a:lnTo>
                  <a:cubicBezTo>
                    <a:pt x="2524" y="2822"/>
                    <a:pt x="2995" y="2368"/>
                    <a:pt x="2995" y="1788"/>
                  </a:cubicBezTo>
                  <a:lnTo>
                    <a:pt x="2995" y="1051"/>
                  </a:lnTo>
                  <a:cubicBezTo>
                    <a:pt x="2995"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1136;p30">
              <a:extLst>
                <a:ext uri="{FF2B5EF4-FFF2-40B4-BE49-F238E27FC236}">
                  <a16:creationId xmlns:a16="http://schemas.microsoft.com/office/drawing/2014/main" id="{7B7BF184-5D28-875A-5831-3F3BD3FD9EB6}"/>
                </a:ext>
              </a:extLst>
            </p:cNvPr>
            <p:cNvSpPr/>
            <p:nvPr/>
          </p:nvSpPr>
          <p:spPr>
            <a:xfrm>
              <a:off x="4570325" y="2631750"/>
              <a:ext cx="2293575" cy="582700"/>
            </a:xfrm>
            <a:custGeom>
              <a:avLst/>
              <a:gdLst/>
              <a:ahLst/>
              <a:cxnLst/>
              <a:rect l="l" t="t" r="r" b="b"/>
              <a:pathLst>
                <a:path w="91743" h="23308" extrusionOk="0">
                  <a:moveTo>
                    <a:pt x="23857" y="188"/>
                  </a:moveTo>
                  <a:cubicBezTo>
                    <a:pt x="21694" y="658"/>
                    <a:pt x="19813" y="1944"/>
                    <a:pt x="17854" y="2947"/>
                  </a:cubicBezTo>
                  <a:lnTo>
                    <a:pt x="17854" y="2947"/>
                  </a:lnTo>
                  <a:cubicBezTo>
                    <a:pt x="15001" y="4420"/>
                    <a:pt x="11835" y="5376"/>
                    <a:pt x="8637" y="5282"/>
                  </a:cubicBezTo>
                  <a:lnTo>
                    <a:pt x="8637" y="5282"/>
                  </a:lnTo>
                  <a:cubicBezTo>
                    <a:pt x="5440" y="5204"/>
                    <a:pt x="2211" y="4013"/>
                    <a:pt x="1" y="1709"/>
                  </a:cubicBezTo>
                  <a:lnTo>
                    <a:pt x="1" y="1709"/>
                  </a:lnTo>
                  <a:cubicBezTo>
                    <a:pt x="251" y="3339"/>
                    <a:pt x="1458" y="4467"/>
                    <a:pt x="2963" y="5173"/>
                  </a:cubicBezTo>
                  <a:lnTo>
                    <a:pt x="2963" y="5173"/>
                  </a:lnTo>
                  <a:cubicBezTo>
                    <a:pt x="6082" y="6615"/>
                    <a:pt x="9672" y="7022"/>
                    <a:pt x="13026" y="6286"/>
                  </a:cubicBezTo>
                  <a:lnTo>
                    <a:pt x="13026" y="6286"/>
                  </a:lnTo>
                  <a:cubicBezTo>
                    <a:pt x="15910" y="5643"/>
                    <a:pt x="18559" y="4232"/>
                    <a:pt x="21365" y="3323"/>
                  </a:cubicBezTo>
                  <a:lnTo>
                    <a:pt x="21365" y="3323"/>
                  </a:lnTo>
                  <a:cubicBezTo>
                    <a:pt x="24170" y="2414"/>
                    <a:pt x="27384" y="2069"/>
                    <a:pt x="29954" y="3511"/>
                  </a:cubicBezTo>
                  <a:lnTo>
                    <a:pt x="29954" y="3511"/>
                  </a:lnTo>
                  <a:cubicBezTo>
                    <a:pt x="31804" y="4546"/>
                    <a:pt x="33058" y="6364"/>
                    <a:pt x="34735" y="7649"/>
                  </a:cubicBezTo>
                  <a:lnTo>
                    <a:pt x="34735" y="7649"/>
                  </a:lnTo>
                  <a:cubicBezTo>
                    <a:pt x="39108" y="11051"/>
                    <a:pt x="45440" y="10330"/>
                    <a:pt x="50629" y="8386"/>
                  </a:cubicBezTo>
                  <a:lnTo>
                    <a:pt x="50629" y="8386"/>
                  </a:lnTo>
                  <a:cubicBezTo>
                    <a:pt x="52274" y="7775"/>
                    <a:pt x="53905" y="7038"/>
                    <a:pt x="55644" y="6803"/>
                  </a:cubicBezTo>
                  <a:lnTo>
                    <a:pt x="55644" y="6803"/>
                  </a:lnTo>
                  <a:cubicBezTo>
                    <a:pt x="57384" y="6552"/>
                    <a:pt x="59312" y="6897"/>
                    <a:pt x="60550" y="8135"/>
                  </a:cubicBezTo>
                  <a:lnTo>
                    <a:pt x="60550" y="8135"/>
                  </a:lnTo>
                  <a:cubicBezTo>
                    <a:pt x="61851" y="9452"/>
                    <a:pt x="62149" y="11489"/>
                    <a:pt x="63340" y="12916"/>
                  </a:cubicBezTo>
                  <a:lnTo>
                    <a:pt x="63340" y="12916"/>
                  </a:lnTo>
                  <a:cubicBezTo>
                    <a:pt x="64516" y="14326"/>
                    <a:pt x="66413" y="14922"/>
                    <a:pt x="68231" y="15126"/>
                  </a:cubicBezTo>
                  <a:lnTo>
                    <a:pt x="68231" y="15126"/>
                  </a:lnTo>
                  <a:cubicBezTo>
                    <a:pt x="73215" y="15690"/>
                    <a:pt x="76648" y="12571"/>
                    <a:pt x="81397" y="12383"/>
                  </a:cubicBezTo>
                  <a:lnTo>
                    <a:pt x="81397" y="12383"/>
                  </a:lnTo>
                  <a:cubicBezTo>
                    <a:pt x="83200" y="12305"/>
                    <a:pt x="85081" y="12712"/>
                    <a:pt x="86476" y="13841"/>
                  </a:cubicBezTo>
                  <a:lnTo>
                    <a:pt x="86476" y="13841"/>
                  </a:lnTo>
                  <a:cubicBezTo>
                    <a:pt x="87479" y="14656"/>
                    <a:pt x="88169" y="15800"/>
                    <a:pt x="88796" y="16944"/>
                  </a:cubicBezTo>
                  <a:lnTo>
                    <a:pt x="88796" y="16944"/>
                  </a:lnTo>
                  <a:cubicBezTo>
                    <a:pt x="89877" y="18935"/>
                    <a:pt x="90833" y="21051"/>
                    <a:pt x="91225" y="23292"/>
                  </a:cubicBezTo>
                  <a:lnTo>
                    <a:pt x="91225" y="23292"/>
                  </a:lnTo>
                  <a:lnTo>
                    <a:pt x="91398" y="23308"/>
                  </a:lnTo>
                  <a:cubicBezTo>
                    <a:pt x="91742" y="20048"/>
                    <a:pt x="91492" y="16631"/>
                    <a:pt x="89940" y="13747"/>
                  </a:cubicBezTo>
                  <a:lnTo>
                    <a:pt x="89940" y="13747"/>
                  </a:lnTo>
                  <a:cubicBezTo>
                    <a:pt x="88388" y="10862"/>
                    <a:pt x="85332" y="8637"/>
                    <a:pt x="82056" y="8746"/>
                  </a:cubicBezTo>
                  <a:lnTo>
                    <a:pt x="82056" y="8746"/>
                  </a:lnTo>
                  <a:cubicBezTo>
                    <a:pt x="79846" y="8809"/>
                    <a:pt x="77808" y="9891"/>
                    <a:pt x="75723" y="10643"/>
                  </a:cubicBezTo>
                  <a:lnTo>
                    <a:pt x="75723" y="10643"/>
                  </a:lnTo>
                  <a:cubicBezTo>
                    <a:pt x="73544" y="11411"/>
                    <a:pt x="71240" y="11819"/>
                    <a:pt x="68936" y="11850"/>
                  </a:cubicBezTo>
                  <a:lnTo>
                    <a:pt x="68936" y="11850"/>
                  </a:lnTo>
                  <a:cubicBezTo>
                    <a:pt x="67745" y="11881"/>
                    <a:pt x="66491" y="11787"/>
                    <a:pt x="65425" y="11223"/>
                  </a:cubicBezTo>
                  <a:lnTo>
                    <a:pt x="65425" y="11223"/>
                  </a:lnTo>
                  <a:cubicBezTo>
                    <a:pt x="63654" y="10314"/>
                    <a:pt x="62714" y="8370"/>
                    <a:pt x="61334" y="6944"/>
                  </a:cubicBezTo>
                  <a:lnTo>
                    <a:pt x="61334" y="6944"/>
                  </a:lnTo>
                  <a:cubicBezTo>
                    <a:pt x="57839" y="3370"/>
                    <a:pt x="51977" y="3574"/>
                    <a:pt x="47243" y="5188"/>
                  </a:cubicBezTo>
                  <a:lnTo>
                    <a:pt x="47243" y="5188"/>
                  </a:lnTo>
                  <a:cubicBezTo>
                    <a:pt x="45064" y="5925"/>
                    <a:pt x="42838" y="6913"/>
                    <a:pt x="40581" y="6521"/>
                  </a:cubicBezTo>
                  <a:lnTo>
                    <a:pt x="40581" y="6521"/>
                  </a:lnTo>
                  <a:cubicBezTo>
                    <a:pt x="39030" y="6239"/>
                    <a:pt x="37682" y="5345"/>
                    <a:pt x="36381" y="4452"/>
                  </a:cubicBezTo>
                  <a:lnTo>
                    <a:pt x="36381" y="4452"/>
                  </a:lnTo>
                  <a:cubicBezTo>
                    <a:pt x="33152" y="2273"/>
                    <a:pt x="29515" y="0"/>
                    <a:pt x="25738" y="0"/>
                  </a:cubicBezTo>
                  <a:lnTo>
                    <a:pt x="25738" y="0"/>
                  </a:lnTo>
                  <a:cubicBezTo>
                    <a:pt x="25111" y="0"/>
                    <a:pt x="24484" y="63"/>
                    <a:pt x="23857" y="188"/>
                  </a:cubicBezTo>
                </a:path>
              </a:pathLst>
            </a:custGeom>
            <a:solidFill>
              <a:srgbClr val="FFFFFF">
                <a:alpha val="410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 name="Slide Number Placeholder 44">
            <a:extLst>
              <a:ext uri="{FF2B5EF4-FFF2-40B4-BE49-F238E27FC236}">
                <a16:creationId xmlns:a16="http://schemas.microsoft.com/office/drawing/2014/main" id="{C48CAAF9-826F-9A0C-72FC-08E0C1B1704A}"/>
              </a:ext>
            </a:extLst>
          </p:cNvPr>
          <p:cNvSpPr>
            <a:spLocks noGrp="1"/>
          </p:cNvSpPr>
          <p:nvPr>
            <p:ph type="sldNum" sz="quarter" idx="12"/>
          </p:nvPr>
        </p:nvSpPr>
        <p:spPr/>
        <p:txBody>
          <a:bodyPr/>
          <a:lstStyle/>
          <a:p>
            <a:fld id="{B6F15528-21DE-4FAA-801E-634DDDAF4B2B}" type="slidenum">
              <a:rPr lang="en-US" smtClean="0"/>
              <a:pPr/>
              <a:t>23</a:t>
            </a:fld>
            <a:endParaRPr 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arn(inVertical)">
                                      <p:cBhvr>
                                        <p:cTn id="7" dur="500"/>
                                        <p:tgtEl>
                                          <p:spTgt spid="11"/>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3">
                                            <p:txEl>
                                              <p:pRg st="0" end="0"/>
                                            </p:txEl>
                                          </p:spTgt>
                                        </p:tgtEl>
                                        <p:attrNameLst>
                                          <p:attrName>style.visibility</p:attrName>
                                        </p:attrNameLst>
                                      </p:cBhvr>
                                      <p:to>
                                        <p:strVal val="visible"/>
                                      </p:to>
                                    </p:set>
                                    <p:animEffect transition="in" filter="fade">
                                      <p:cBhvr>
                                        <p:cTn id="11" dur="500"/>
                                        <p:tgtEl>
                                          <p:spTgt spid="13">
                                            <p:txEl>
                                              <p:pRg st="0" end="0"/>
                                            </p:txEl>
                                          </p:spTgt>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13">
                                            <p:txEl>
                                              <p:pRg st="1" end="1"/>
                                            </p:txEl>
                                          </p:spTgt>
                                        </p:tgtEl>
                                        <p:attrNameLst>
                                          <p:attrName>style.visibility</p:attrName>
                                        </p:attrNameLst>
                                      </p:cBhvr>
                                      <p:to>
                                        <p:strVal val="visible"/>
                                      </p:to>
                                    </p:set>
                                    <p:animEffect transition="in" filter="fade">
                                      <p:cBhvr>
                                        <p:cTn id="15" dur="500"/>
                                        <p:tgtEl>
                                          <p:spTgt spid="13">
                                            <p:txEl>
                                              <p:pRg st="1" end="1"/>
                                            </p:txEl>
                                          </p:spTgt>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13">
                                            <p:txEl>
                                              <p:pRg st="2" end="2"/>
                                            </p:txEl>
                                          </p:spTgt>
                                        </p:tgtEl>
                                        <p:attrNameLst>
                                          <p:attrName>style.visibility</p:attrName>
                                        </p:attrNameLst>
                                      </p:cBhvr>
                                      <p:to>
                                        <p:strVal val="visible"/>
                                      </p:to>
                                    </p:set>
                                    <p:animEffect transition="in" filter="fade">
                                      <p:cBhvr>
                                        <p:cTn id="19" dur="500"/>
                                        <p:tgtEl>
                                          <p:spTgt spid="13">
                                            <p:txEl>
                                              <p:pRg st="2" end="2"/>
                                            </p:txEl>
                                          </p:spTgt>
                                        </p:tgtEl>
                                      </p:cBhvr>
                                    </p:animEffect>
                                  </p:childTnLst>
                                </p:cTn>
                              </p:par>
                            </p:childTnLst>
                          </p:cTn>
                        </p:par>
                        <p:par>
                          <p:cTn id="20" fill="hold">
                            <p:stCondLst>
                              <p:cond delay="2000"/>
                            </p:stCondLst>
                            <p:childTnLst>
                              <p:par>
                                <p:cTn id="21" presetID="10" presetClass="entr" presetSubtype="0" fill="hold" grpId="0" nodeType="afterEffect">
                                  <p:stCondLst>
                                    <p:cond delay="0"/>
                                  </p:stCondLst>
                                  <p:childTnLst>
                                    <p:set>
                                      <p:cBhvr>
                                        <p:cTn id="22" dur="1" fill="hold">
                                          <p:stCondLst>
                                            <p:cond delay="0"/>
                                          </p:stCondLst>
                                        </p:cTn>
                                        <p:tgtEl>
                                          <p:spTgt spid="13">
                                            <p:txEl>
                                              <p:pRg st="3" end="3"/>
                                            </p:txEl>
                                          </p:spTgt>
                                        </p:tgtEl>
                                        <p:attrNameLst>
                                          <p:attrName>style.visibility</p:attrName>
                                        </p:attrNameLst>
                                      </p:cBhvr>
                                      <p:to>
                                        <p:strVal val="visible"/>
                                      </p:to>
                                    </p:set>
                                    <p:animEffect transition="in" filter="fade">
                                      <p:cBhvr>
                                        <p:cTn id="23" dur="500"/>
                                        <p:tgtEl>
                                          <p:spTgt spid="13">
                                            <p:txEl>
                                              <p:pRg st="3" end="3"/>
                                            </p:txEl>
                                          </p:spTgt>
                                        </p:tgtEl>
                                      </p:cBhvr>
                                    </p:animEffect>
                                  </p:childTnLst>
                                </p:cTn>
                              </p:par>
                            </p:childTnLst>
                          </p:cTn>
                        </p:par>
                        <p:par>
                          <p:cTn id="24" fill="hold">
                            <p:stCondLst>
                              <p:cond delay="2500"/>
                            </p:stCondLst>
                            <p:childTnLst>
                              <p:par>
                                <p:cTn id="25" presetID="10" presetClass="entr" presetSubtype="0" fill="hold" grpId="0" nodeType="afterEffect">
                                  <p:stCondLst>
                                    <p:cond delay="0"/>
                                  </p:stCondLst>
                                  <p:childTnLst>
                                    <p:set>
                                      <p:cBhvr>
                                        <p:cTn id="26" dur="1" fill="hold">
                                          <p:stCondLst>
                                            <p:cond delay="0"/>
                                          </p:stCondLst>
                                        </p:cTn>
                                        <p:tgtEl>
                                          <p:spTgt spid="13">
                                            <p:txEl>
                                              <p:pRg st="4" end="4"/>
                                            </p:txEl>
                                          </p:spTgt>
                                        </p:tgtEl>
                                        <p:attrNameLst>
                                          <p:attrName>style.visibility</p:attrName>
                                        </p:attrNameLst>
                                      </p:cBhvr>
                                      <p:to>
                                        <p:strVal val="visible"/>
                                      </p:to>
                                    </p:set>
                                    <p:animEffect transition="in" filter="fade">
                                      <p:cBhvr>
                                        <p:cTn id="27" dur="500"/>
                                        <p:tgtEl>
                                          <p:spTgt spid="13">
                                            <p:txEl>
                                              <p:pRg st="4" end="4"/>
                                            </p:txEl>
                                          </p:spTgt>
                                        </p:tgtEl>
                                      </p:cBhvr>
                                    </p:animEffect>
                                  </p:childTnLst>
                                </p:cTn>
                              </p:par>
                            </p:childTnLst>
                          </p:cTn>
                        </p:par>
                        <p:par>
                          <p:cTn id="28" fill="hold">
                            <p:stCondLst>
                              <p:cond delay="3000"/>
                            </p:stCondLst>
                            <p:childTnLst>
                              <p:par>
                                <p:cTn id="29" presetID="10" presetClass="entr" presetSubtype="0" fill="hold" grpId="0" nodeType="afterEffect">
                                  <p:stCondLst>
                                    <p:cond delay="0"/>
                                  </p:stCondLst>
                                  <p:childTnLst>
                                    <p:set>
                                      <p:cBhvr>
                                        <p:cTn id="30" dur="1" fill="hold">
                                          <p:stCondLst>
                                            <p:cond delay="0"/>
                                          </p:stCondLst>
                                        </p:cTn>
                                        <p:tgtEl>
                                          <p:spTgt spid="14">
                                            <p:txEl>
                                              <p:pRg st="0" end="0"/>
                                            </p:txEl>
                                          </p:spTgt>
                                        </p:tgtEl>
                                        <p:attrNameLst>
                                          <p:attrName>style.visibility</p:attrName>
                                        </p:attrNameLst>
                                      </p:cBhvr>
                                      <p:to>
                                        <p:strVal val="visible"/>
                                      </p:to>
                                    </p:set>
                                    <p:animEffect transition="in" filter="fade">
                                      <p:cBhvr>
                                        <p:cTn id="31" dur="500"/>
                                        <p:tgtEl>
                                          <p:spTgt spid="14">
                                            <p:txEl>
                                              <p:pRg st="0" end="0"/>
                                            </p:txEl>
                                          </p:spTgt>
                                        </p:tgtEl>
                                      </p:cBhvr>
                                    </p:animEffect>
                                  </p:childTnLst>
                                </p:cTn>
                              </p:par>
                            </p:childTnLst>
                          </p:cTn>
                        </p:par>
                        <p:par>
                          <p:cTn id="32" fill="hold">
                            <p:stCondLst>
                              <p:cond delay="3500"/>
                            </p:stCondLst>
                            <p:childTnLst>
                              <p:par>
                                <p:cTn id="33" presetID="10" presetClass="entr" presetSubtype="0" fill="hold" grpId="0" nodeType="afterEffect">
                                  <p:stCondLst>
                                    <p:cond delay="0"/>
                                  </p:stCondLst>
                                  <p:childTnLst>
                                    <p:set>
                                      <p:cBhvr>
                                        <p:cTn id="34" dur="1" fill="hold">
                                          <p:stCondLst>
                                            <p:cond delay="0"/>
                                          </p:stCondLst>
                                        </p:cTn>
                                        <p:tgtEl>
                                          <p:spTgt spid="14">
                                            <p:txEl>
                                              <p:pRg st="1" end="1"/>
                                            </p:txEl>
                                          </p:spTgt>
                                        </p:tgtEl>
                                        <p:attrNameLst>
                                          <p:attrName>style.visibility</p:attrName>
                                        </p:attrNameLst>
                                      </p:cBhvr>
                                      <p:to>
                                        <p:strVal val="visible"/>
                                      </p:to>
                                    </p:set>
                                    <p:animEffect transition="in" filter="fade">
                                      <p:cBhvr>
                                        <p:cTn id="35" dur="500"/>
                                        <p:tgtEl>
                                          <p:spTgt spid="14">
                                            <p:txEl>
                                              <p:pRg st="1" end="1"/>
                                            </p:txEl>
                                          </p:spTgt>
                                        </p:tgtEl>
                                      </p:cBhvr>
                                    </p:animEffect>
                                  </p:childTnLst>
                                </p:cTn>
                              </p:par>
                            </p:childTnLst>
                          </p:cTn>
                        </p:par>
                        <p:par>
                          <p:cTn id="36" fill="hold">
                            <p:stCondLst>
                              <p:cond delay="4000"/>
                            </p:stCondLst>
                            <p:childTnLst>
                              <p:par>
                                <p:cTn id="37" presetID="10" presetClass="entr" presetSubtype="0" fill="hold" grpId="0" nodeType="afterEffect">
                                  <p:stCondLst>
                                    <p:cond delay="0"/>
                                  </p:stCondLst>
                                  <p:childTnLst>
                                    <p:set>
                                      <p:cBhvr>
                                        <p:cTn id="38" dur="1" fill="hold">
                                          <p:stCondLst>
                                            <p:cond delay="0"/>
                                          </p:stCondLst>
                                        </p:cTn>
                                        <p:tgtEl>
                                          <p:spTgt spid="14">
                                            <p:txEl>
                                              <p:pRg st="2" end="2"/>
                                            </p:txEl>
                                          </p:spTgt>
                                        </p:tgtEl>
                                        <p:attrNameLst>
                                          <p:attrName>style.visibility</p:attrName>
                                        </p:attrNameLst>
                                      </p:cBhvr>
                                      <p:to>
                                        <p:strVal val="visible"/>
                                      </p:to>
                                    </p:set>
                                    <p:animEffect transition="in" filter="fade">
                                      <p:cBhvr>
                                        <p:cTn id="39" dur="500"/>
                                        <p:tgtEl>
                                          <p:spTgt spid="14">
                                            <p:txEl>
                                              <p:pRg st="2" end="2"/>
                                            </p:txEl>
                                          </p:spTgt>
                                        </p:tgtEl>
                                      </p:cBhvr>
                                    </p:animEffect>
                                  </p:childTnLst>
                                </p:cTn>
                              </p:par>
                            </p:childTnLst>
                          </p:cTn>
                        </p:par>
                        <p:par>
                          <p:cTn id="40" fill="hold">
                            <p:stCondLst>
                              <p:cond delay="4500"/>
                            </p:stCondLst>
                            <p:childTnLst>
                              <p:par>
                                <p:cTn id="41" presetID="10" presetClass="entr" presetSubtype="0" fill="hold" grpId="0" nodeType="afterEffect">
                                  <p:stCondLst>
                                    <p:cond delay="0"/>
                                  </p:stCondLst>
                                  <p:childTnLst>
                                    <p:set>
                                      <p:cBhvr>
                                        <p:cTn id="42" dur="1" fill="hold">
                                          <p:stCondLst>
                                            <p:cond delay="0"/>
                                          </p:stCondLst>
                                        </p:cTn>
                                        <p:tgtEl>
                                          <p:spTgt spid="14">
                                            <p:txEl>
                                              <p:pRg st="3" end="3"/>
                                            </p:txEl>
                                          </p:spTgt>
                                        </p:tgtEl>
                                        <p:attrNameLst>
                                          <p:attrName>style.visibility</p:attrName>
                                        </p:attrNameLst>
                                      </p:cBhvr>
                                      <p:to>
                                        <p:strVal val="visible"/>
                                      </p:to>
                                    </p:set>
                                    <p:animEffect transition="in" filter="fade">
                                      <p:cBhvr>
                                        <p:cTn id="43" dur="500"/>
                                        <p:tgtEl>
                                          <p:spTgt spid="14">
                                            <p:txEl>
                                              <p:pRg st="3" end="3"/>
                                            </p:txEl>
                                          </p:spTgt>
                                        </p:tgtEl>
                                      </p:cBhvr>
                                    </p:animEffect>
                                  </p:childTnLst>
                                </p:cTn>
                              </p:par>
                            </p:childTnLst>
                          </p:cTn>
                        </p:par>
                        <p:par>
                          <p:cTn id="44" fill="hold">
                            <p:stCondLst>
                              <p:cond delay="5000"/>
                            </p:stCondLst>
                            <p:childTnLst>
                              <p:par>
                                <p:cTn id="45" presetID="10" presetClass="entr" presetSubtype="0" fill="hold" grpId="0" nodeType="afterEffect">
                                  <p:stCondLst>
                                    <p:cond delay="0"/>
                                  </p:stCondLst>
                                  <p:childTnLst>
                                    <p:set>
                                      <p:cBhvr>
                                        <p:cTn id="46" dur="1" fill="hold">
                                          <p:stCondLst>
                                            <p:cond delay="0"/>
                                          </p:stCondLst>
                                        </p:cTn>
                                        <p:tgtEl>
                                          <p:spTgt spid="14">
                                            <p:txEl>
                                              <p:pRg st="4" end="4"/>
                                            </p:txEl>
                                          </p:spTgt>
                                        </p:tgtEl>
                                        <p:attrNameLst>
                                          <p:attrName>style.visibility</p:attrName>
                                        </p:attrNameLst>
                                      </p:cBhvr>
                                      <p:to>
                                        <p:strVal val="visible"/>
                                      </p:to>
                                    </p:set>
                                    <p:animEffect transition="in" filter="fade">
                                      <p:cBhvr>
                                        <p:cTn id="47" dur="500"/>
                                        <p:tgtEl>
                                          <p:spTgt spid="14">
                                            <p:txEl>
                                              <p:pRg st="4" end="4"/>
                                            </p:txEl>
                                          </p:spTgt>
                                        </p:tgtEl>
                                      </p:cBhvr>
                                    </p:animEffect>
                                  </p:childTnLst>
                                </p:cTn>
                              </p:par>
                              <p:par>
                                <p:cTn id="48" presetID="63" presetClass="path" presetSubtype="0" accel="50000" decel="50000" fill="hold" nodeType="withEffect">
                                  <p:stCondLst>
                                    <p:cond delay="0"/>
                                  </p:stCondLst>
                                  <p:childTnLst>
                                    <p:animMotion origin="layout" path="M -0.10989 -0.01327 L 1.38837 -0.04352 " pathEditMode="relative" rAng="0" ptsTypes="AA">
                                      <p:cBhvr>
                                        <p:cTn id="49" dur="5000" fill="hold"/>
                                        <p:tgtEl>
                                          <p:spTgt spid="25"/>
                                        </p:tgtEl>
                                        <p:attrNameLst>
                                          <p:attrName>ppt_x</p:attrName>
                                          <p:attrName>ppt_y</p:attrName>
                                        </p:attrNameLst>
                                      </p:cBhvr>
                                      <p:rCtr x="74913" y="-1512"/>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3" grpId="0" build="p"/>
      <p:bldP spid="14"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119668" y="2595768"/>
            <a:ext cx="3232757" cy="2560198"/>
            <a:chOff x="0" y="0"/>
            <a:chExt cx="8620685" cy="6827195"/>
          </a:xfrm>
          <a:solidFill>
            <a:srgbClr val="0070C0"/>
          </a:solidFill>
        </p:grpSpPr>
        <p:sp>
          <p:nvSpPr>
            <p:cNvPr id="3" name="Freeform 3"/>
            <p:cNvSpPr/>
            <p:nvPr/>
          </p:nvSpPr>
          <p:spPr>
            <a:xfrm>
              <a:off x="0" y="0"/>
              <a:ext cx="8620633" cy="6827139"/>
            </a:xfrm>
            <a:custGeom>
              <a:avLst/>
              <a:gdLst/>
              <a:ahLst/>
              <a:cxnLst/>
              <a:rect l="l" t="t" r="r" b="b"/>
              <a:pathLst>
                <a:path w="8620633" h="6827139">
                  <a:moveTo>
                    <a:pt x="0" y="6827139"/>
                  </a:moveTo>
                  <a:lnTo>
                    <a:pt x="8620633" y="6827139"/>
                  </a:lnTo>
                  <a:lnTo>
                    <a:pt x="0" y="0"/>
                  </a:lnTo>
                  <a:close/>
                </a:path>
              </a:pathLst>
            </a:custGeom>
            <a:grpFill/>
          </p:spPr>
          <p:txBody>
            <a:bodyPr/>
            <a:lstStyle/>
            <a:p>
              <a:endParaRPr lang="en-US"/>
            </a:p>
          </p:txBody>
        </p:sp>
      </p:grpSp>
      <p:grpSp>
        <p:nvGrpSpPr>
          <p:cNvPr id="4" name="Group 4"/>
          <p:cNvGrpSpPr/>
          <p:nvPr/>
        </p:nvGrpSpPr>
        <p:grpSpPr>
          <a:xfrm>
            <a:off x="-1007720" y="2690249"/>
            <a:ext cx="1526503" cy="1923517"/>
            <a:chOff x="0" y="0"/>
            <a:chExt cx="4070675" cy="5129379"/>
          </a:xfrm>
        </p:grpSpPr>
        <p:sp>
          <p:nvSpPr>
            <p:cNvPr id="5" name="Freeform 5"/>
            <p:cNvSpPr/>
            <p:nvPr/>
          </p:nvSpPr>
          <p:spPr>
            <a:xfrm>
              <a:off x="0" y="0"/>
              <a:ext cx="4070604" cy="5129403"/>
            </a:xfrm>
            <a:custGeom>
              <a:avLst/>
              <a:gdLst/>
              <a:ahLst/>
              <a:cxnLst/>
              <a:rect l="l" t="t" r="r" b="b"/>
              <a:pathLst>
                <a:path w="4070604" h="5129403">
                  <a:moveTo>
                    <a:pt x="0" y="0"/>
                  </a:moveTo>
                  <a:cubicBezTo>
                    <a:pt x="0" y="0"/>
                    <a:pt x="42799" y="575945"/>
                    <a:pt x="441833" y="860552"/>
                  </a:cubicBezTo>
                  <a:cubicBezTo>
                    <a:pt x="839978" y="1145032"/>
                    <a:pt x="70993" y="1345057"/>
                    <a:pt x="441833" y="1800479"/>
                  </a:cubicBezTo>
                  <a:cubicBezTo>
                    <a:pt x="811784" y="2255901"/>
                    <a:pt x="1779905" y="2043938"/>
                    <a:pt x="1979803" y="2378075"/>
                  </a:cubicBezTo>
                  <a:cubicBezTo>
                    <a:pt x="2178939" y="2712085"/>
                    <a:pt x="1479042" y="4036568"/>
                    <a:pt x="1843151" y="4570603"/>
                  </a:cubicBezTo>
                  <a:cubicBezTo>
                    <a:pt x="2207260" y="5104638"/>
                    <a:pt x="2543810" y="5129403"/>
                    <a:pt x="2543810" y="5129403"/>
                  </a:cubicBezTo>
                  <a:lnTo>
                    <a:pt x="4070604" y="3224784"/>
                  </a:lnTo>
                  <a:close/>
                </a:path>
              </a:pathLst>
            </a:custGeom>
            <a:solidFill>
              <a:srgbClr val="FFFFFF">
                <a:alpha val="16863"/>
              </a:srgbClr>
            </a:solidFill>
          </p:spPr>
          <p:txBody>
            <a:bodyPr/>
            <a:lstStyle/>
            <a:p>
              <a:endParaRPr lang="en-US"/>
            </a:p>
          </p:txBody>
        </p:sp>
      </p:grpSp>
      <p:sp>
        <p:nvSpPr>
          <p:cNvPr id="6" name="Freeform 6"/>
          <p:cNvSpPr/>
          <p:nvPr/>
        </p:nvSpPr>
        <p:spPr>
          <a:xfrm>
            <a:off x="154729" y="4113436"/>
            <a:ext cx="724950" cy="1019250"/>
          </a:xfrm>
          <a:custGeom>
            <a:avLst/>
            <a:gdLst/>
            <a:ahLst/>
            <a:cxnLst/>
            <a:rect l="l" t="t" r="r" b="b"/>
            <a:pathLst>
              <a:path w="1449900" h="2038500">
                <a:moveTo>
                  <a:pt x="0" y="0"/>
                </a:moveTo>
                <a:lnTo>
                  <a:pt x="1449900" y="0"/>
                </a:lnTo>
                <a:lnTo>
                  <a:pt x="1449900" y="2038500"/>
                </a:lnTo>
                <a:lnTo>
                  <a:pt x="0" y="20385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7" name="Freeform 7"/>
          <p:cNvSpPr/>
          <p:nvPr/>
        </p:nvSpPr>
        <p:spPr>
          <a:xfrm>
            <a:off x="2106860" y="4596611"/>
            <a:ext cx="389150" cy="536075"/>
          </a:xfrm>
          <a:custGeom>
            <a:avLst/>
            <a:gdLst/>
            <a:ahLst/>
            <a:cxnLst/>
            <a:rect l="l" t="t" r="r" b="b"/>
            <a:pathLst>
              <a:path w="778300" h="1072150">
                <a:moveTo>
                  <a:pt x="0" y="0"/>
                </a:moveTo>
                <a:lnTo>
                  <a:pt x="778300" y="0"/>
                </a:lnTo>
                <a:lnTo>
                  <a:pt x="778300" y="1072150"/>
                </a:lnTo>
                <a:lnTo>
                  <a:pt x="0" y="107215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grpSp>
        <p:nvGrpSpPr>
          <p:cNvPr id="8" name="Group 8"/>
          <p:cNvGrpSpPr/>
          <p:nvPr/>
        </p:nvGrpSpPr>
        <p:grpSpPr>
          <a:xfrm>
            <a:off x="-8925" y="123275"/>
            <a:ext cx="3504800" cy="490625"/>
            <a:chOff x="0" y="0"/>
            <a:chExt cx="9346133" cy="1308333"/>
          </a:xfrm>
        </p:grpSpPr>
        <p:sp>
          <p:nvSpPr>
            <p:cNvPr id="9" name="Freeform 9"/>
            <p:cNvSpPr/>
            <p:nvPr/>
          </p:nvSpPr>
          <p:spPr>
            <a:xfrm>
              <a:off x="0" y="0"/>
              <a:ext cx="9346057" cy="1308354"/>
            </a:xfrm>
            <a:custGeom>
              <a:avLst/>
              <a:gdLst/>
              <a:ahLst/>
              <a:cxnLst/>
              <a:rect l="l" t="t" r="r" b="b"/>
              <a:pathLst>
                <a:path w="9346057" h="1308354">
                  <a:moveTo>
                    <a:pt x="3055493" y="159893"/>
                  </a:moveTo>
                  <a:cubicBezTo>
                    <a:pt x="2537079" y="518287"/>
                    <a:pt x="0" y="159893"/>
                    <a:pt x="0" y="159893"/>
                  </a:cubicBezTo>
                  <a:lnTo>
                    <a:pt x="0" y="1308354"/>
                  </a:lnTo>
                  <a:cubicBezTo>
                    <a:pt x="0" y="1308354"/>
                    <a:pt x="3886200" y="482854"/>
                    <a:pt x="4227830" y="318770"/>
                  </a:cubicBezTo>
                  <a:cubicBezTo>
                    <a:pt x="4568444" y="155829"/>
                    <a:pt x="9346057" y="160020"/>
                    <a:pt x="9346057" y="160020"/>
                  </a:cubicBezTo>
                  <a:cubicBezTo>
                    <a:pt x="9346057" y="160020"/>
                    <a:pt x="6780784" y="0"/>
                    <a:pt x="4917567" y="0"/>
                  </a:cubicBezTo>
                  <a:cubicBezTo>
                    <a:pt x="3985514" y="0"/>
                    <a:pt x="3228975" y="39751"/>
                    <a:pt x="3055493" y="159893"/>
                  </a:cubicBezTo>
                  <a:close/>
                </a:path>
              </a:pathLst>
            </a:custGeom>
            <a:solidFill>
              <a:srgbClr val="FFFFFF">
                <a:alpha val="16863"/>
              </a:srgbClr>
            </a:solidFill>
          </p:spPr>
          <p:txBody>
            <a:bodyPr/>
            <a:lstStyle/>
            <a:p>
              <a:endParaRPr lang="en-US"/>
            </a:p>
          </p:txBody>
        </p:sp>
      </p:grpSp>
      <p:sp>
        <p:nvSpPr>
          <p:cNvPr id="10" name="Freeform 10"/>
          <p:cNvSpPr/>
          <p:nvPr/>
        </p:nvSpPr>
        <p:spPr>
          <a:xfrm>
            <a:off x="1252960" y="4407050"/>
            <a:ext cx="853900" cy="770400"/>
          </a:xfrm>
          <a:custGeom>
            <a:avLst/>
            <a:gdLst/>
            <a:ahLst/>
            <a:cxnLst/>
            <a:rect l="l" t="t" r="r" b="b"/>
            <a:pathLst>
              <a:path w="1707800" h="1540800">
                <a:moveTo>
                  <a:pt x="0" y="0"/>
                </a:moveTo>
                <a:lnTo>
                  <a:pt x="1707800" y="0"/>
                </a:lnTo>
                <a:lnTo>
                  <a:pt x="1707800" y="1540800"/>
                </a:lnTo>
                <a:lnTo>
                  <a:pt x="0" y="15408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a:p>
        </p:txBody>
      </p:sp>
      <p:sp>
        <p:nvSpPr>
          <p:cNvPr id="11" name="TextBox 11"/>
          <p:cNvSpPr txBox="1"/>
          <p:nvPr/>
        </p:nvSpPr>
        <p:spPr>
          <a:xfrm>
            <a:off x="2288076" y="624778"/>
            <a:ext cx="4567846" cy="553998"/>
          </a:xfrm>
          <a:prstGeom prst="rect">
            <a:avLst/>
          </a:prstGeom>
        </p:spPr>
        <p:txBody>
          <a:bodyPr wrap="square" lIns="0" tIns="0" rIns="0" bIns="0" rtlCol="0" anchor="t">
            <a:spAutoFit/>
          </a:bodyPr>
          <a:lstStyle/>
          <a:p>
            <a:pPr lvl="0"/>
            <a:r>
              <a:rPr lang="en-US" sz="3600" dirty="0">
                <a:solidFill>
                  <a:srgbClr val="002E50"/>
                </a:solidFill>
              </a:rPr>
              <a:t>Railway Performance</a:t>
            </a:r>
          </a:p>
        </p:txBody>
      </p:sp>
      <p:sp>
        <p:nvSpPr>
          <p:cNvPr id="13" name="TextBox 13"/>
          <p:cNvSpPr txBox="1"/>
          <p:nvPr/>
        </p:nvSpPr>
        <p:spPr>
          <a:xfrm>
            <a:off x="496711" y="1259273"/>
            <a:ext cx="4567845" cy="2675028"/>
          </a:xfrm>
          <a:prstGeom prst="rect">
            <a:avLst/>
          </a:prstGeom>
        </p:spPr>
        <p:txBody>
          <a:bodyPr wrap="square" lIns="0" tIns="0" rIns="0" bIns="0" rtlCol="0" anchor="t">
            <a:spAutoFit/>
          </a:bodyPr>
          <a:lstStyle/>
          <a:p>
            <a:pPr marL="342900" indent="-342900">
              <a:lnSpc>
                <a:spcPct val="150000"/>
              </a:lnSpc>
              <a:spcBef>
                <a:spcPts val="1200"/>
              </a:spcBef>
              <a:buClr>
                <a:srgbClr val="002E50"/>
              </a:buClr>
              <a:buFont typeface="+mj-lt"/>
              <a:buAutoNum type="arabicPeriod"/>
            </a:pPr>
            <a:r>
              <a:rPr lang="en-US" kern="100" dirty="0">
                <a:solidFill>
                  <a:srgbClr val="0070C0"/>
                </a:solidFill>
                <a:latin typeface="Calibri" panose="020F0502020204030204" pitchFamily="34" charset="0"/>
                <a:ea typeface="Calibri" panose="020F0502020204030204" pitchFamily="34" charset="0"/>
                <a:cs typeface="Arial" panose="020B0604020202020204" pitchFamily="34" charset="0"/>
              </a:rPr>
              <a:t>What is the total number of Journeys?</a:t>
            </a:r>
          </a:p>
          <a:p>
            <a:pPr marL="342900" indent="-342900">
              <a:lnSpc>
                <a:spcPct val="150000"/>
              </a:lnSpc>
              <a:spcBef>
                <a:spcPts val="1200"/>
              </a:spcBef>
              <a:buClr>
                <a:srgbClr val="002E50"/>
              </a:buClr>
              <a:buFont typeface="+mj-lt"/>
              <a:buAutoNum type="arabicPeriod"/>
            </a:pPr>
            <a:r>
              <a:rPr lang="en-US" kern="100" dirty="0">
                <a:solidFill>
                  <a:srgbClr val="0070C0"/>
                </a:solidFill>
                <a:latin typeface="Calibri" panose="020F0502020204030204" pitchFamily="34" charset="0"/>
                <a:ea typeface="Calibri" panose="020F0502020204030204" pitchFamily="34" charset="0"/>
                <a:cs typeface="Arial" panose="020B0604020202020204" pitchFamily="34" charset="0"/>
              </a:rPr>
              <a:t>What is the total number of Journeys On Time?</a:t>
            </a:r>
          </a:p>
          <a:p>
            <a:pPr marL="342900" indent="-342900">
              <a:lnSpc>
                <a:spcPct val="150000"/>
              </a:lnSpc>
              <a:spcBef>
                <a:spcPts val="1200"/>
              </a:spcBef>
              <a:buClr>
                <a:srgbClr val="002E50"/>
              </a:buClr>
              <a:buFont typeface="+mj-lt"/>
              <a:buAutoNum type="arabicPeriod"/>
            </a:pPr>
            <a:r>
              <a:rPr lang="en-US" kern="100" dirty="0">
                <a:solidFill>
                  <a:srgbClr val="0070C0"/>
                </a:solidFill>
                <a:latin typeface="Calibri" panose="020F0502020204030204" pitchFamily="34" charset="0"/>
                <a:ea typeface="Calibri" panose="020F0502020204030204" pitchFamily="34" charset="0"/>
                <a:cs typeface="Arial" panose="020B0604020202020204" pitchFamily="34" charset="0"/>
              </a:rPr>
              <a:t>How many journeys are delayed?</a:t>
            </a:r>
          </a:p>
          <a:p>
            <a:pPr marL="342900" indent="-342900">
              <a:lnSpc>
                <a:spcPct val="150000"/>
              </a:lnSpc>
              <a:spcBef>
                <a:spcPts val="1200"/>
              </a:spcBef>
              <a:buClr>
                <a:srgbClr val="002E50"/>
              </a:buClr>
              <a:buFont typeface="+mj-lt"/>
              <a:buAutoNum type="arabicPeriod"/>
            </a:pPr>
            <a:r>
              <a:rPr lang="en-US" kern="100" dirty="0">
                <a:solidFill>
                  <a:srgbClr val="0070C0"/>
                </a:solidFill>
                <a:latin typeface="Calibri" panose="020F0502020204030204" pitchFamily="34" charset="0"/>
                <a:ea typeface="Calibri" panose="020F0502020204030204" pitchFamily="34" charset="0"/>
                <a:cs typeface="Arial" panose="020B0604020202020204" pitchFamily="34" charset="0"/>
              </a:rPr>
              <a:t>How many journeys are cancelled?</a:t>
            </a:r>
          </a:p>
          <a:p>
            <a:pPr marL="342900" indent="-342900">
              <a:lnSpc>
                <a:spcPct val="150000"/>
              </a:lnSpc>
              <a:spcBef>
                <a:spcPts val="1200"/>
              </a:spcBef>
              <a:buClr>
                <a:srgbClr val="002E50"/>
              </a:buClr>
              <a:buFont typeface="+mj-lt"/>
              <a:buAutoNum type="arabicPeriod"/>
            </a:pPr>
            <a:r>
              <a:rPr lang="en-US" kern="100" dirty="0">
                <a:solidFill>
                  <a:srgbClr val="0070C0"/>
                </a:solidFill>
                <a:latin typeface="Calibri" panose="020F0502020204030204" pitchFamily="34" charset="0"/>
                <a:ea typeface="Calibri" panose="020F0502020204030204" pitchFamily="34" charset="0"/>
                <a:cs typeface="Arial" panose="020B0604020202020204" pitchFamily="34" charset="0"/>
              </a:rPr>
              <a:t>How is Journeys distributed by Journey per month?</a:t>
            </a:r>
          </a:p>
          <a:p>
            <a:pPr marL="342900" indent="-342900">
              <a:lnSpc>
                <a:spcPct val="150000"/>
              </a:lnSpc>
              <a:spcBef>
                <a:spcPts val="1200"/>
              </a:spcBef>
              <a:buClr>
                <a:srgbClr val="002E50"/>
              </a:buClr>
              <a:buFont typeface="+mj-lt"/>
              <a:buAutoNum type="arabicPeriod"/>
            </a:pPr>
            <a:r>
              <a:rPr lang="en-US" kern="100" dirty="0">
                <a:solidFill>
                  <a:srgbClr val="0070C0"/>
                </a:solidFill>
                <a:latin typeface="Calibri" panose="020F0502020204030204" pitchFamily="34" charset="0"/>
                <a:ea typeface="Calibri" panose="020F0502020204030204" pitchFamily="34" charset="0"/>
                <a:cs typeface="Arial" panose="020B0604020202020204" pitchFamily="34" charset="0"/>
              </a:rPr>
              <a:t>What is the number of Journeys On Time per Month?</a:t>
            </a:r>
          </a:p>
        </p:txBody>
      </p:sp>
      <p:sp>
        <p:nvSpPr>
          <p:cNvPr id="14" name="TextBox 14"/>
          <p:cNvSpPr txBox="1"/>
          <p:nvPr/>
        </p:nvSpPr>
        <p:spPr>
          <a:xfrm>
            <a:off x="4729017" y="1178776"/>
            <a:ext cx="4414983" cy="3039550"/>
          </a:xfrm>
          <a:prstGeom prst="rect">
            <a:avLst/>
          </a:prstGeom>
        </p:spPr>
        <p:txBody>
          <a:bodyPr wrap="square" lIns="0" tIns="0" rIns="0" bIns="0" rtlCol="0" anchor="t">
            <a:spAutoFit/>
          </a:bodyPr>
          <a:lstStyle/>
          <a:p>
            <a:pPr marL="342900" marR="0" lvl="0" indent="-342900">
              <a:lnSpc>
                <a:spcPct val="150000"/>
              </a:lnSpc>
              <a:spcBef>
                <a:spcPts val="1200"/>
              </a:spcBef>
              <a:spcAft>
                <a:spcPts val="0"/>
              </a:spcAft>
              <a:buClr>
                <a:srgbClr val="002E50"/>
              </a:buClr>
              <a:buFont typeface="+mj-lt"/>
              <a:buAutoNum type="arabicPeriod" startAt="7"/>
            </a:pPr>
            <a:r>
              <a:rPr lang="en-US"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rPr>
              <a:t>What is the Reliability Score for On Time Journeys?</a:t>
            </a:r>
          </a:p>
          <a:p>
            <a:pPr marL="342900" marR="0" lvl="0" indent="-342900">
              <a:lnSpc>
                <a:spcPct val="150000"/>
              </a:lnSpc>
              <a:spcBef>
                <a:spcPts val="1200"/>
              </a:spcBef>
              <a:spcAft>
                <a:spcPts val="0"/>
              </a:spcAft>
              <a:buClr>
                <a:srgbClr val="002E50"/>
              </a:buClr>
              <a:buFont typeface="+mj-lt"/>
              <a:buAutoNum type="arabicPeriod" startAt="7"/>
            </a:pPr>
            <a:r>
              <a:rPr lang="en-US"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rPr>
              <a:t>What is the number of Journeys per Day?</a:t>
            </a:r>
          </a:p>
          <a:p>
            <a:pPr marL="342900" marR="0" lvl="0" indent="-342900">
              <a:lnSpc>
                <a:spcPct val="150000"/>
              </a:lnSpc>
              <a:spcBef>
                <a:spcPts val="1200"/>
              </a:spcBef>
              <a:spcAft>
                <a:spcPts val="0"/>
              </a:spcAft>
              <a:buClr>
                <a:srgbClr val="002E50"/>
              </a:buClr>
              <a:buFont typeface="+mj-lt"/>
              <a:buAutoNum type="arabicPeriod" startAt="7"/>
            </a:pPr>
            <a:r>
              <a:rPr lang="en-US"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rPr>
              <a:t>How were journeys distributed by delay reasons?</a:t>
            </a:r>
          </a:p>
          <a:p>
            <a:pPr marL="342900" marR="0" lvl="0" indent="-342900">
              <a:lnSpc>
                <a:spcPct val="150000"/>
              </a:lnSpc>
              <a:spcBef>
                <a:spcPts val="1200"/>
              </a:spcBef>
              <a:spcAft>
                <a:spcPts val="0"/>
              </a:spcAft>
              <a:buClr>
                <a:srgbClr val="002E50"/>
              </a:buClr>
              <a:buFont typeface="+mj-lt"/>
              <a:buAutoNum type="arabicPeriod" startAt="7"/>
            </a:pPr>
            <a:r>
              <a:rPr lang="en-US"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rPr>
              <a:t>Number of Transactions on Cancelled and Delayed Journeys + Refunds of Them</a:t>
            </a:r>
          </a:p>
          <a:p>
            <a:pPr marL="342900" marR="0" lvl="0" indent="-342900">
              <a:lnSpc>
                <a:spcPct val="150000"/>
              </a:lnSpc>
              <a:spcBef>
                <a:spcPts val="1200"/>
              </a:spcBef>
              <a:spcAft>
                <a:spcPts val="0"/>
              </a:spcAft>
              <a:buClr>
                <a:srgbClr val="002E50"/>
              </a:buClr>
              <a:buFont typeface="+mj-lt"/>
              <a:buAutoNum type="arabicPeriod" startAt="7"/>
            </a:pPr>
            <a:r>
              <a:rPr lang="en-US"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rPr>
              <a:t>What is the Average Number of Journeys per Day Type?</a:t>
            </a:r>
          </a:p>
          <a:p>
            <a:pPr marL="342900" marR="0" lvl="0" indent="-342900">
              <a:lnSpc>
                <a:spcPct val="150000"/>
              </a:lnSpc>
              <a:spcBef>
                <a:spcPts val="1200"/>
              </a:spcBef>
              <a:spcAft>
                <a:spcPts val="0"/>
              </a:spcAft>
              <a:buClr>
                <a:srgbClr val="002E50"/>
              </a:buClr>
              <a:buFont typeface="+mj-lt"/>
              <a:buAutoNum type="arabicPeriod" startAt="7"/>
            </a:pPr>
            <a:r>
              <a:rPr lang="en-US" sz="1600"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rPr>
              <a:t>What is the average delay duration?</a:t>
            </a:r>
          </a:p>
        </p:txBody>
      </p:sp>
      <p:sp>
        <p:nvSpPr>
          <p:cNvPr id="15" name="TextBox 15"/>
          <p:cNvSpPr txBox="1"/>
          <p:nvPr/>
        </p:nvSpPr>
        <p:spPr>
          <a:xfrm>
            <a:off x="758962" y="296046"/>
            <a:ext cx="7626075" cy="502189"/>
          </a:xfrm>
          <a:prstGeom prst="rect">
            <a:avLst/>
          </a:prstGeom>
        </p:spPr>
        <p:txBody>
          <a:bodyPr lIns="0" tIns="0" rIns="0" bIns="0" rtlCol="0" anchor="t">
            <a:spAutoFit/>
          </a:bodyPr>
          <a:lstStyle/>
          <a:p>
            <a:pPr algn="ctr">
              <a:lnSpc>
                <a:spcPts val="3360"/>
              </a:lnSpc>
            </a:pPr>
            <a:r>
              <a:rPr lang="en-US" sz="5500" b="1" dirty="0">
                <a:solidFill>
                  <a:srgbClr val="002E50"/>
                </a:solidFill>
              </a:rPr>
              <a:t>Analysis Questions</a:t>
            </a:r>
            <a:endParaRPr lang="en-US" sz="5500" b="1" dirty="0">
              <a:solidFill>
                <a:srgbClr val="002E50"/>
              </a:solidFill>
              <a:latin typeface="Arimo"/>
              <a:ea typeface="Arimo"/>
              <a:cs typeface="Arimo"/>
              <a:sym typeface="Arimo"/>
            </a:endParaRPr>
          </a:p>
        </p:txBody>
      </p:sp>
      <p:sp>
        <p:nvSpPr>
          <p:cNvPr id="24" name="Google Shape;1207;p31">
            <a:extLst>
              <a:ext uri="{FF2B5EF4-FFF2-40B4-BE49-F238E27FC236}">
                <a16:creationId xmlns:a16="http://schemas.microsoft.com/office/drawing/2014/main" id="{04708B05-BAB9-3E35-1DE6-360F934F4D58}"/>
              </a:ext>
            </a:extLst>
          </p:cNvPr>
          <p:cNvSpPr/>
          <p:nvPr/>
        </p:nvSpPr>
        <p:spPr>
          <a:xfrm>
            <a:off x="8025632" y="378784"/>
            <a:ext cx="883583" cy="883564"/>
          </a:xfrm>
          <a:custGeom>
            <a:avLst/>
            <a:gdLst/>
            <a:ahLst/>
            <a:cxnLst/>
            <a:rect l="l" t="t" r="r" b="b"/>
            <a:pathLst>
              <a:path w="45990" h="45989" extrusionOk="0">
                <a:moveTo>
                  <a:pt x="1" y="22995"/>
                </a:moveTo>
                <a:cubicBezTo>
                  <a:pt x="1" y="35691"/>
                  <a:pt x="10299" y="45989"/>
                  <a:pt x="22995" y="45989"/>
                </a:cubicBezTo>
                <a:lnTo>
                  <a:pt x="22995" y="45989"/>
                </a:lnTo>
                <a:cubicBezTo>
                  <a:pt x="35691" y="45989"/>
                  <a:pt x="45989" y="35691"/>
                  <a:pt x="45989" y="22995"/>
                </a:cubicBezTo>
                <a:lnTo>
                  <a:pt x="45989" y="22995"/>
                </a:lnTo>
                <a:cubicBezTo>
                  <a:pt x="45989" y="10298"/>
                  <a:pt x="35691" y="0"/>
                  <a:pt x="22995" y="0"/>
                </a:cubicBezTo>
                <a:lnTo>
                  <a:pt x="22995" y="0"/>
                </a:lnTo>
                <a:cubicBezTo>
                  <a:pt x="10299" y="0"/>
                  <a:pt x="1" y="10298"/>
                  <a:pt x="1" y="22995"/>
                </a:cubicBezTo>
                <a:close/>
              </a:path>
            </a:pathLst>
          </a:custGeom>
          <a:solidFill>
            <a:srgbClr val="0070C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Freeform 17"/>
          <p:cNvSpPr/>
          <p:nvPr/>
        </p:nvSpPr>
        <p:spPr>
          <a:xfrm rot="21449085">
            <a:off x="-108965" y="4349190"/>
            <a:ext cx="9276784" cy="1398672"/>
          </a:xfrm>
          <a:custGeom>
            <a:avLst/>
            <a:gdLst/>
            <a:ahLst/>
            <a:cxnLst/>
            <a:rect l="l" t="t" r="r" b="b"/>
            <a:pathLst>
              <a:path w="18553568" h="2797344">
                <a:moveTo>
                  <a:pt x="0" y="0"/>
                </a:moveTo>
                <a:lnTo>
                  <a:pt x="18553568" y="0"/>
                </a:lnTo>
                <a:lnTo>
                  <a:pt x="18553568" y="2797344"/>
                </a:lnTo>
                <a:lnTo>
                  <a:pt x="0" y="2797344"/>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US"/>
          </a:p>
        </p:txBody>
      </p:sp>
      <p:grpSp>
        <p:nvGrpSpPr>
          <p:cNvPr id="20" name="Group 20"/>
          <p:cNvGrpSpPr/>
          <p:nvPr/>
        </p:nvGrpSpPr>
        <p:grpSpPr>
          <a:xfrm>
            <a:off x="5621450" y="217675"/>
            <a:ext cx="3572600" cy="500050"/>
            <a:chOff x="0" y="0"/>
            <a:chExt cx="9526933" cy="1333467"/>
          </a:xfrm>
        </p:grpSpPr>
        <p:sp>
          <p:nvSpPr>
            <p:cNvPr id="21" name="Freeform 21"/>
            <p:cNvSpPr/>
            <p:nvPr/>
          </p:nvSpPr>
          <p:spPr>
            <a:xfrm>
              <a:off x="127" y="127"/>
              <a:ext cx="9526778" cy="1333373"/>
            </a:xfrm>
            <a:custGeom>
              <a:avLst/>
              <a:gdLst/>
              <a:ahLst/>
              <a:cxnLst/>
              <a:rect l="l" t="t" r="r" b="b"/>
              <a:pathLst>
                <a:path w="9526778" h="1333373">
                  <a:moveTo>
                    <a:pt x="0" y="161925"/>
                  </a:moveTo>
                  <a:cubicBezTo>
                    <a:pt x="0" y="161925"/>
                    <a:pt x="4869434" y="158750"/>
                    <a:pt x="5217414" y="324993"/>
                  </a:cubicBezTo>
                  <a:cubicBezTo>
                    <a:pt x="5565394" y="491236"/>
                    <a:pt x="9526778" y="1333373"/>
                    <a:pt x="9526778" y="1333373"/>
                  </a:cubicBezTo>
                  <a:lnTo>
                    <a:pt x="9526778" y="161925"/>
                  </a:lnTo>
                  <a:cubicBezTo>
                    <a:pt x="9526778" y="161925"/>
                    <a:pt x="6941566" y="527685"/>
                    <a:pt x="6411722" y="161925"/>
                  </a:cubicBezTo>
                  <a:cubicBezTo>
                    <a:pt x="6235192" y="40640"/>
                    <a:pt x="5464048" y="0"/>
                    <a:pt x="4514088" y="0"/>
                  </a:cubicBezTo>
                  <a:cubicBezTo>
                    <a:pt x="2614422" y="0"/>
                    <a:pt x="0" y="161925"/>
                    <a:pt x="0" y="161925"/>
                  </a:cubicBezTo>
                </a:path>
              </a:pathLst>
            </a:custGeom>
            <a:solidFill>
              <a:srgbClr val="FFFFFF">
                <a:alpha val="16863"/>
              </a:srgbClr>
            </a:solidFill>
          </p:spPr>
          <p:txBody>
            <a:bodyPr/>
            <a:lstStyle/>
            <a:p>
              <a:endParaRPr lang="en-US"/>
            </a:p>
          </p:txBody>
        </p:sp>
      </p:grpSp>
      <p:sp>
        <p:nvSpPr>
          <p:cNvPr id="22" name="Freeform 22"/>
          <p:cNvSpPr/>
          <p:nvPr/>
        </p:nvSpPr>
        <p:spPr>
          <a:xfrm>
            <a:off x="1551468" y="773936"/>
            <a:ext cx="260654" cy="236427"/>
          </a:xfrm>
          <a:custGeom>
            <a:avLst/>
            <a:gdLst/>
            <a:ahLst/>
            <a:cxnLst/>
            <a:rect l="l" t="t" r="r" b="b"/>
            <a:pathLst>
              <a:path w="521307" h="472854">
                <a:moveTo>
                  <a:pt x="0" y="0"/>
                </a:moveTo>
                <a:lnTo>
                  <a:pt x="521306" y="0"/>
                </a:lnTo>
                <a:lnTo>
                  <a:pt x="521306" y="472854"/>
                </a:lnTo>
                <a:lnTo>
                  <a:pt x="0" y="472854"/>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en-US"/>
          </a:p>
        </p:txBody>
      </p:sp>
      <p:sp>
        <p:nvSpPr>
          <p:cNvPr id="23" name="Freeform 23"/>
          <p:cNvSpPr/>
          <p:nvPr/>
        </p:nvSpPr>
        <p:spPr>
          <a:xfrm>
            <a:off x="582893" y="1071236"/>
            <a:ext cx="260654" cy="236427"/>
          </a:xfrm>
          <a:custGeom>
            <a:avLst/>
            <a:gdLst/>
            <a:ahLst/>
            <a:cxnLst/>
            <a:rect l="l" t="t" r="r" b="b"/>
            <a:pathLst>
              <a:path w="521307" h="472854">
                <a:moveTo>
                  <a:pt x="0" y="0"/>
                </a:moveTo>
                <a:lnTo>
                  <a:pt x="521306" y="0"/>
                </a:lnTo>
                <a:lnTo>
                  <a:pt x="521306" y="472854"/>
                </a:lnTo>
                <a:lnTo>
                  <a:pt x="0" y="472854"/>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en-US"/>
          </a:p>
        </p:txBody>
      </p:sp>
      <p:grpSp>
        <p:nvGrpSpPr>
          <p:cNvPr id="25" name="Google Shape;1117;p30">
            <a:extLst>
              <a:ext uri="{FF2B5EF4-FFF2-40B4-BE49-F238E27FC236}">
                <a16:creationId xmlns:a16="http://schemas.microsoft.com/office/drawing/2014/main" id="{C8D4CF0C-3ABC-D1CF-8F0B-38DE58D745D6}"/>
              </a:ext>
            </a:extLst>
          </p:cNvPr>
          <p:cNvGrpSpPr/>
          <p:nvPr/>
        </p:nvGrpSpPr>
        <p:grpSpPr>
          <a:xfrm>
            <a:off x="-3342759" y="3968318"/>
            <a:ext cx="3304919" cy="877464"/>
            <a:chOff x="3962175" y="2631750"/>
            <a:chExt cx="3075700" cy="952625"/>
          </a:xfrm>
        </p:grpSpPr>
        <p:sp>
          <p:nvSpPr>
            <p:cNvPr id="26" name="Google Shape;1118;p30">
              <a:extLst>
                <a:ext uri="{FF2B5EF4-FFF2-40B4-BE49-F238E27FC236}">
                  <a16:creationId xmlns:a16="http://schemas.microsoft.com/office/drawing/2014/main" id="{612AE22B-327B-C572-DB59-ADCD16E66B05}"/>
                </a:ext>
              </a:extLst>
            </p:cNvPr>
            <p:cNvSpPr/>
            <p:nvPr/>
          </p:nvSpPr>
          <p:spPr>
            <a:xfrm>
              <a:off x="3962175" y="3227750"/>
              <a:ext cx="3075700" cy="356625"/>
            </a:xfrm>
            <a:custGeom>
              <a:avLst/>
              <a:gdLst/>
              <a:ahLst/>
              <a:cxnLst/>
              <a:rect l="l" t="t" r="r" b="b"/>
              <a:pathLst>
                <a:path w="123028" h="14265" extrusionOk="0">
                  <a:moveTo>
                    <a:pt x="114046" y="1"/>
                  </a:moveTo>
                  <a:lnTo>
                    <a:pt x="114046" y="1239"/>
                  </a:lnTo>
                  <a:lnTo>
                    <a:pt x="114579" y="1239"/>
                  </a:lnTo>
                  <a:lnTo>
                    <a:pt x="114579" y="3167"/>
                  </a:lnTo>
                  <a:lnTo>
                    <a:pt x="109877" y="3167"/>
                  </a:lnTo>
                  <a:lnTo>
                    <a:pt x="109877" y="2728"/>
                  </a:lnTo>
                  <a:lnTo>
                    <a:pt x="108984" y="2728"/>
                  </a:lnTo>
                  <a:lnTo>
                    <a:pt x="108984" y="1913"/>
                  </a:lnTo>
                  <a:cubicBezTo>
                    <a:pt x="108984" y="1411"/>
                    <a:pt x="108513" y="1004"/>
                    <a:pt x="107980" y="1098"/>
                  </a:cubicBezTo>
                  <a:lnTo>
                    <a:pt x="107980" y="1098"/>
                  </a:lnTo>
                  <a:cubicBezTo>
                    <a:pt x="107573" y="1161"/>
                    <a:pt x="107291" y="1553"/>
                    <a:pt x="107291" y="1960"/>
                  </a:cubicBezTo>
                  <a:lnTo>
                    <a:pt x="107291" y="1960"/>
                  </a:lnTo>
                  <a:lnTo>
                    <a:pt x="107291" y="2728"/>
                  </a:lnTo>
                  <a:lnTo>
                    <a:pt x="106397" y="2728"/>
                  </a:lnTo>
                  <a:lnTo>
                    <a:pt x="106397" y="3167"/>
                  </a:lnTo>
                  <a:lnTo>
                    <a:pt x="105237" y="3167"/>
                  </a:lnTo>
                  <a:lnTo>
                    <a:pt x="105237" y="1615"/>
                  </a:lnTo>
                  <a:lnTo>
                    <a:pt x="103921" y="1615"/>
                  </a:lnTo>
                  <a:lnTo>
                    <a:pt x="103921" y="3167"/>
                  </a:lnTo>
                  <a:lnTo>
                    <a:pt x="100112" y="3167"/>
                  </a:lnTo>
                  <a:lnTo>
                    <a:pt x="100112" y="1521"/>
                  </a:lnTo>
                  <a:cubicBezTo>
                    <a:pt x="100112" y="675"/>
                    <a:pt x="99438" y="1"/>
                    <a:pt x="98591" y="1"/>
                  </a:cubicBezTo>
                  <a:lnTo>
                    <a:pt x="98591" y="1"/>
                  </a:lnTo>
                  <a:lnTo>
                    <a:pt x="88403" y="1"/>
                  </a:lnTo>
                  <a:cubicBezTo>
                    <a:pt x="87870" y="1"/>
                    <a:pt x="87431" y="440"/>
                    <a:pt x="87463" y="988"/>
                  </a:cubicBezTo>
                  <a:lnTo>
                    <a:pt x="87463" y="988"/>
                  </a:lnTo>
                  <a:cubicBezTo>
                    <a:pt x="87494" y="1490"/>
                    <a:pt x="87949" y="1882"/>
                    <a:pt x="88466" y="1882"/>
                  </a:cubicBezTo>
                  <a:lnTo>
                    <a:pt x="88466" y="1882"/>
                  </a:lnTo>
                  <a:lnTo>
                    <a:pt x="92149" y="1882"/>
                  </a:lnTo>
                  <a:cubicBezTo>
                    <a:pt x="92964" y="1882"/>
                    <a:pt x="93638" y="2540"/>
                    <a:pt x="93638" y="3355"/>
                  </a:cubicBezTo>
                  <a:lnTo>
                    <a:pt x="93638" y="3355"/>
                  </a:lnTo>
                  <a:lnTo>
                    <a:pt x="93638" y="5785"/>
                  </a:lnTo>
                  <a:cubicBezTo>
                    <a:pt x="93638" y="5988"/>
                    <a:pt x="93466" y="6161"/>
                    <a:pt x="93247" y="6161"/>
                  </a:cubicBezTo>
                  <a:lnTo>
                    <a:pt x="93247" y="6161"/>
                  </a:lnTo>
                  <a:lnTo>
                    <a:pt x="88293" y="6161"/>
                  </a:lnTo>
                  <a:cubicBezTo>
                    <a:pt x="87839" y="6161"/>
                    <a:pt x="87463" y="6537"/>
                    <a:pt x="87463" y="6992"/>
                  </a:cubicBezTo>
                  <a:lnTo>
                    <a:pt x="87463" y="6992"/>
                  </a:lnTo>
                  <a:lnTo>
                    <a:pt x="87463" y="9468"/>
                  </a:lnTo>
                  <a:cubicBezTo>
                    <a:pt x="87463" y="10299"/>
                    <a:pt x="87823" y="11036"/>
                    <a:pt x="88403" y="11537"/>
                  </a:cubicBezTo>
                  <a:lnTo>
                    <a:pt x="88403" y="11537"/>
                  </a:lnTo>
                  <a:cubicBezTo>
                    <a:pt x="88388" y="11615"/>
                    <a:pt x="88388" y="11678"/>
                    <a:pt x="88372" y="11741"/>
                  </a:cubicBezTo>
                  <a:lnTo>
                    <a:pt x="88372" y="11741"/>
                  </a:lnTo>
                  <a:lnTo>
                    <a:pt x="85221" y="11741"/>
                  </a:lnTo>
                  <a:lnTo>
                    <a:pt x="85221" y="3512"/>
                  </a:lnTo>
                  <a:cubicBezTo>
                    <a:pt x="85221" y="2430"/>
                    <a:pt x="84359" y="1553"/>
                    <a:pt x="83278" y="1553"/>
                  </a:cubicBezTo>
                  <a:lnTo>
                    <a:pt x="83278" y="1553"/>
                  </a:lnTo>
                  <a:lnTo>
                    <a:pt x="46083" y="1553"/>
                  </a:lnTo>
                  <a:cubicBezTo>
                    <a:pt x="45017" y="1553"/>
                    <a:pt x="44139" y="2430"/>
                    <a:pt x="44139" y="3512"/>
                  </a:cubicBezTo>
                  <a:lnTo>
                    <a:pt x="44139" y="3512"/>
                  </a:lnTo>
                  <a:lnTo>
                    <a:pt x="44139" y="10330"/>
                  </a:lnTo>
                  <a:lnTo>
                    <a:pt x="42211" y="10330"/>
                  </a:lnTo>
                  <a:lnTo>
                    <a:pt x="42211" y="3512"/>
                  </a:lnTo>
                  <a:cubicBezTo>
                    <a:pt x="42211" y="2430"/>
                    <a:pt x="41333" y="1553"/>
                    <a:pt x="40267" y="1553"/>
                  </a:cubicBezTo>
                  <a:lnTo>
                    <a:pt x="40267" y="1553"/>
                  </a:lnTo>
                  <a:lnTo>
                    <a:pt x="3072" y="1553"/>
                  </a:lnTo>
                  <a:cubicBezTo>
                    <a:pt x="2006" y="1553"/>
                    <a:pt x="1129" y="2430"/>
                    <a:pt x="1129" y="3512"/>
                  </a:cubicBezTo>
                  <a:lnTo>
                    <a:pt x="1129" y="3512"/>
                  </a:lnTo>
                  <a:lnTo>
                    <a:pt x="1129" y="10330"/>
                  </a:lnTo>
                  <a:lnTo>
                    <a:pt x="0" y="10330"/>
                  </a:lnTo>
                  <a:lnTo>
                    <a:pt x="0" y="11130"/>
                  </a:lnTo>
                  <a:lnTo>
                    <a:pt x="1129" y="11130"/>
                  </a:lnTo>
                  <a:lnTo>
                    <a:pt x="1129" y="12650"/>
                  </a:lnTo>
                  <a:lnTo>
                    <a:pt x="1865" y="12650"/>
                  </a:lnTo>
                  <a:cubicBezTo>
                    <a:pt x="1865" y="13481"/>
                    <a:pt x="2555" y="14170"/>
                    <a:pt x="3386" y="14170"/>
                  </a:cubicBezTo>
                  <a:lnTo>
                    <a:pt x="3386" y="14170"/>
                  </a:lnTo>
                  <a:cubicBezTo>
                    <a:pt x="4232" y="14170"/>
                    <a:pt x="4906" y="13481"/>
                    <a:pt x="4906" y="12650"/>
                  </a:cubicBezTo>
                  <a:lnTo>
                    <a:pt x="4906" y="12650"/>
                  </a:lnTo>
                  <a:lnTo>
                    <a:pt x="6113" y="12650"/>
                  </a:lnTo>
                  <a:cubicBezTo>
                    <a:pt x="6113" y="13481"/>
                    <a:pt x="6803" y="14170"/>
                    <a:pt x="7633" y="14170"/>
                  </a:cubicBezTo>
                  <a:lnTo>
                    <a:pt x="7633" y="14170"/>
                  </a:lnTo>
                  <a:cubicBezTo>
                    <a:pt x="8480" y="14170"/>
                    <a:pt x="9154" y="13481"/>
                    <a:pt x="9154" y="12650"/>
                  </a:cubicBezTo>
                  <a:lnTo>
                    <a:pt x="9154" y="12650"/>
                  </a:lnTo>
                  <a:lnTo>
                    <a:pt x="33966" y="12650"/>
                  </a:lnTo>
                  <a:cubicBezTo>
                    <a:pt x="33966" y="13481"/>
                    <a:pt x="34640" y="14170"/>
                    <a:pt x="35487" y="14170"/>
                  </a:cubicBezTo>
                  <a:lnTo>
                    <a:pt x="35487" y="14170"/>
                  </a:lnTo>
                  <a:cubicBezTo>
                    <a:pt x="36317" y="14170"/>
                    <a:pt x="37007" y="13481"/>
                    <a:pt x="37007" y="12650"/>
                  </a:cubicBezTo>
                  <a:lnTo>
                    <a:pt x="37007" y="12650"/>
                  </a:lnTo>
                  <a:lnTo>
                    <a:pt x="38198" y="12650"/>
                  </a:lnTo>
                  <a:cubicBezTo>
                    <a:pt x="38198" y="13481"/>
                    <a:pt x="38888" y="14170"/>
                    <a:pt x="39734" y="14170"/>
                  </a:cubicBezTo>
                  <a:lnTo>
                    <a:pt x="39734" y="14170"/>
                  </a:lnTo>
                  <a:cubicBezTo>
                    <a:pt x="40565" y="14170"/>
                    <a:pt x="41255" y="13481"/>
                    <a:pt x="41255" y="12650"/>
                  </a:cubicBezTo>
                  <a:lnTo>
                    <a:pt x="41255" y="12650"/>
                  </a:lnTo>
                  <a:lnTo>
                    <a:pt x="42211" y="12650"/>
                  </a:lnTo>
                  <a:lnTo>
                    <a:pt x="42211" y="11130"/>
                  </a:lnTo>
                  <a:lnTo>
                    <a:pt x="44139" y="11130"/>
                  </a:lnTo>
                  <a:lnTo>
                    <a:pt x="44139" y="12650"/>
                  </a:lnTo>
                  <a:lnTo>
                    <a:pt x="44876" y="12650"/>
                  </a:lnTo>
                  <a:cubicBezTo>
                    <a:pt x="44876" y="13481"/>
                    <a:pt x="45565" y="14170"/>
                    <a:pt x="46412" y="14170"/>
                  </a:cubicBezTo>
                  <a:lnTo>
                    <a:pt x="46412" y="14170"/>
                  </a:lnTo>
                  <a:cubicBezTo>
                    <a:pt x="47242" y="14170"/>
                    <a:pt x="47932" y="13481"/>
                    <a:pt x="47932" y="12650"/>
                  </a:cubicBezTo>
                  <a:lnTo>
                    <a:pt x="47932" y="12650"/>
                  </a:lnTo>
                  <a:lnTo>
                    <a:pt x="49123" y="12650"/>
                  </a:lnTo>
                  <a:cubicBezTo>
                    <a:pt x="49123" y="13481"/>
                    <a:pt x="49813" y="14170"/>
                    <a:pt x="50644" y="14170"/>
                  </a:cubicBezTo>
                  <a:lnTo>
                    <a:pt x="50644" y="14170"/>
                  </a:lnTo>
                  <a:cubicBezTo>
                    <a:pt x="51490" y="14170"/>
                    <a:pt x="52164" y="13481"/>
                    <a:pt x="52164" y="12650"/>
                  </a:cubicBezTo>
                  <a:lnTo>
                    <a:pt x="52164" y="12650"/>
                  </a:lnTo>
                  <a:lnTo>
                    <a:pt x="76977" y="12650"/>
                  </a:lnTo>
                  <a:cubicBezTo>
                    <a:pt x="76977" y="13481"/>
                    <a:pt x="77651" y="14170"/>
                    <a:pt x="78497" y="14170"/>
                  </a:cubicBezTo>
                  <a:lnTo>
                    <a:pt x="78497" y="14170"/>
                  </a:lnTo>
                  <a:cubicBezTo>
                    <a:pt x="79343" y="14170"/>
                    <a:pt x="80017" y="13481"/>
                    <a:pt x="80017" y="12650"/>
                  </a:cubicBezTo>
                  <a:lnTo>
                    <a:pt x="80017" y="12650"/>
                  </a:lnTo>
                  <a:lnTo>
                    <a:pt x="81224" y="12650"/>
                  </a:lnTo>
                  <a:cubicBezTo>
                    <a:pt x="81224" y="13481"/>
                    <a:pt x="81898" y="14170"/>
                    <a:pt x="82745" y="14170"/>
                  </a:cubicBezTo>
                  <a:lnTo>
                    <a:pt x="82745" y="14170"/>
                  </a:lnTo>
                  <a:cubicBezTo>
                    <a:pt x="83575" y="14170"/>
                    <a:pt x="84265" y="13481"/>
                    <a:pt x="84265" y="12650"/>
                  </a:cubicBezTo>
                  <a:lnTo>
                    <a:pt x="84265" y="12650"/>
                  </a:lnTo>
                  <a:lnTo>
                    <a:pt x="88497" y="12650"/>
                  </a:lnTo>
                  <a:cubicBezTo>
                    <a:pt x="88811" y="13528"/>
                    <a:pt x="89657" y="14170"/>
                    <a:pt x="90645" y="14170"/>
                  </a:cubicBezTo>
                  <a:lnTo>
                    <a:pt x="90645" y="14170"/>
                  </a:lnTo>
                  <a:cubicBezTo>
                    <a:pt x="91789" y="14170"/>
                    <a:pt x="92729" y="13340"/>
                    <a:pt x="92902" y="12258"/>
                  </a:cubicBezTo>
                  <a:lnTo>
                    <a:pt x="92902" y="12258"/>
                  </a:lnTo>
                  <a:lnTo>
                    <a:pt x="94939" y="12258"/>
                  </a:lnTo>
                  <a:cubicBezTo>
                    <a:pt x="95174" y="13340"/>
                    <a:pt x="96146" y="14170"/>
                    <a:pt x="97322" y="14170"/>
                  </a:cubicBezTo>
                  <a:lnTo>
                    <a:pt x="97322" y="14170"/>
                  </a:lnTo>
                  <a:cubicBezTo>
                    <a:pt x="98482" y="14170"/>
                    <a:pt x="99454" y="13340"/>
                    <a:pt x="99704" y="12258"/>
                  </a:cubicBezTo>
                  <a:lnTo>
                    <a:pt x="99704" y="12258"/>
                  </a:lnTo>
                  <a:lnTo>
                    <a:pt x="100535" y="12258"/>
                  </a:lnTo>
                  <a:cubicBezTo>
                    <a:pt x="100770" y="13340"/>
                    <a:pt x="101758" y="14170"/>
                    <a:pt x="102918" y="14170"/>
                  </a:cubicBezTo>
                  <a:lnTo>
                    <a:pt x="102918" y="14170"/>
                  </a:lnTo>
                  <a:cubicBezTo>
                    <a:pt x="104093" y="14170"/>
                    <a:pt x="105065" y="13340"/>
                    <a:pt x="105300" y="12258"/>
                  </a:cubicBezTo>
                  <a:lnTo>
                    <a:pt x="105300" y="12258"/>
                  </a:lnTo>
                  <a:lnTo>
                    <a:pt x="106601" y="12258"/>
                  </a:lnTo>
                  <a:cubicBezTo>
                    <a:pt x="106836" y="13340"/>
                    <a:pt x="107808" y="14170"/>
                    <a:pt x="108984" y="14170"/>
                  </a:cubicBezTo>
                  <a:lnTo>
                    <a:pt x="108984" y="14170"/>
                  </a:lnTo>
                  <a:cubicBezTo>
                    <a:pt x="110143" y="14170"/>
                    <a:pt x="111115" y="13340"/>
                    <a:pt x="111366" y="12258"/>
                  </a:cubicBezTo>
                  <a:lnTo>
                    <a:pt x="111366" y="12258"/>
                  </a:lnTo>
                  <a:lnTo>
                    <a:pt x="112197" y="12258"/>
                  </a:lnTo>
                  <a:cubicBezTo>
                    <a:pt x="112448" y="13340"/>
                    <a:pt x="113419" y="14170"/>
                    <a:pt x="114579" y="14170"/>
                  </a:cubicBezTo>
                  <a:lnTo>
                    <a:pt x="114579" y="14170"/>
                  </a:lnTo>
                  <a:cubicBezTo>
                    <a:pt x="115755" y="14170"/>
                    <a:pt x="116727" y="13340"/>
                    <a:pt x="116962" y="12258"/>
                  </a:cubicBezTo>
                  <a:lnTo>
                    <a:pt x="116962" y="12258"/>
                  </a:lnTo>
                  <a:lnTo>
                    <a:pt x="117244" y="12258"/>
                  </a:lnTo>
                  <a:cubicBezTo>
                    <a:pt x="117056" y="12525"/>
                    <a:pt x="116977" y="12854"/>
                    <a:pt x="117056" y="13230"/>
                  </a:cubicBezTo>
                  <a:lnTo>
                    <a:pt x="117056" y="13230"/>
                  </a:lnTo>
                  <a:cubicBezTo>
                    <a:pt x="117166" y="13684"/>
                    <a:pt x="117542" y="14061"/>
                    <a:pt x="118012" y="14139"/>
                  </a:cubicBezTo>
                  <a:lnTo>
                    <a:pt x="118012" y="14139"/>
                  </a:lnTo>
                  <a:cubicBezTo>
                    <a:pt x="118655" y="14264"/>
                    <a:pt x="119219" y="13888"/>
                    <a:pt x="119391" y="13324"/>
                  </a:cubicBezTo>
                  <a:lnTo>
                    <a:pt x="119391" y="13324"/>
                  </a:lnTo>
                  <a:cubicBezTo>
                    <a:pt x="122369" y="13308"/>
                    <a:pt x="123028" y="12556"/>
                    <a:pt x="123028" y="12556"/>
                  </a:cubicBezTo>
                  <a:lnTo>
                    <a:pt x="123028" y="12556"/>
                  </a:lnTo>
                  <a:lnTo>
                    <a:pt x="119783" y="9108"/>
                  </a:lnTo>
                  <a:lnTo>
                    <a:pt x="118749" y="9108"/>
                  </a:lnTo>
                  <a:cubicBezTo>
                    <a:pt x="120128" y="8841"/>
                    <a:pt x="121178" y="7619"/>
                    <a:pt x="121178" y="6161"/>
                  </a:cubicBezTo>
                  <a:lnTo>
                    <a:pt x="121178" y="6161"/>
                  </a:lnTo>
                  <a:cubicBezTo>
                    <a:pt x="121178" y="5330"/>
                    <a:pt x="120849" y="4578"/>
                    <a:pt x="120300" y="4045"/>
                  </a:cubicBezTo>
                  <a:lnTo>
                    <a:pt x="120300" y="4045"/>
                  </a:lnTo>
                  <a:cubicBezTo>
                    <a:pt x="119752" y="3496"/>
                    <a:pt x="118999" y="3167"/>
                    <a:pt x="118184" y="3167"/>
                  </a:cubicBezTo>
                  <a:lnTo>
                    <a:pt x="118184" y="3167"/>
                  </a:lnTo>
                  <a:lnTo>
                    <a:pt x="116068" y="3167"/>
                  </a:lnTo>
                  <a:lnTo>
                    <a:pt x="116068" y="1239"/>
                  </a:lnTo>
                  <a:lnTo>
                    <a:pt x="116601" y="1239"/>
                  </a:lnTo>
                  <a:lnTo>
                    <a:pt x="116601" y="1"/>
                  </a:lnTo>
                  <a:close/>
                  <a:moveTo>
                    <a:pt x="58214" y="11130"/>
                  </a:moveTo>
                  <a:lnTo>
                    <a:pt x="71146" y="11130"/>
                  </a:lnTo>
                  <a:lnTo>
                    <a:pt x="71146" y="11741"/>
                  </a:lnTo>
                  <a:lnTo>
                    <a:pt x="58214" y="11741"/>
                  </a:lnTo>
                  <a:close/>
                  <a:moveTo>
                    <a:pt x="15204" y="11130"/>
                  </a:moveTo>
                  <a:lnTo>
                    <a:pt x="28135" y="11130"/>
                  </a:lnTo>
                  <a:lnTo>
                    <a:pt x="28135" y="11741"/>
                  </a:lnTo>
                  <a:lnTo>
                    <a:pt x="15204" y="11741"/>
                  </a:lnTo>
                  <a:close/>
                </a:path>
              </a:pathLst>
            </a:custGeom>
            <a:solidFill>
              <a:srgbClr val="0913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 name="Google Shape;1119;p30">
              <a:extLst>
                <a:ext uri="{FF2B5EF4-FFF2-40B4-BE49-F238E27FC236}">
                  <a16:creationId xmlns:a16="http://schemas.microsoft.com/office/drawing/2014/main" id="{E56FB95C-ACB4-7B30-DFDB-E0512D108314}"/>
                </a:ext>
              </a:extLst>
            </p:cNvPr>
            <p:cNvSpPr/>
            <p:nvPr/>
          </p:nvSpPr>
          <p:spPr>
            <a:xfrm>
              <a:off x="6345450" y="3293600"/>
              <a:ext cx="84275" cy="84275"/>
            </a:xfrm>
            <a:custGeom>
              <a:avLst/>
              <a:gdLst/>
              <a:ahLst/>
              <a:cxnLst/>
              <a:rect l="l" t="t" r="r" b="b"/>
              <a:pathLst>
                <a:path w="3371" h="3371" extrusionOk="0">
                  <a:moveTo>
                    <a:pt x="1050" y="0"/>
                  </a:moveTo>
                  <a:cubicBezTo>
                    <a:pt x="470" y="0"/>
                    <a:pt x="0" y="470"/>
                    <a:pt x="0" y="1050"/>
                  </a:cubicBezTo>
                  <a:lnTo>
                    <a:pt x="0" y="2320"/>
                  </a:lnTo>
                  <a:cubicBezTo>
                    <a:pt x="0" y="2900"/>
                    <a:pt x="470" y="3370"/>
                    <a:pt x="1050" y="3370"/>
                  </a:cubicBezTo>
                  <a:lnTo>
                    <a:pt x="2320" y="3370"/>
                  </a:lnTo>
                  <a:cubicBezTo>
                    <a:pt x="2900" y="3370"/>
                    <a:pt x="3370" y="2900"/>
                    <a:pt x="3370" y="2320"/>
                  </a:cubicBezTo>
                  <a:lnTo>
                    <a:pt x="3370" y="1050"/>
                  </a:lnTo>
                  <a:cubicBezTo>
                    <a:pt x="3370" y="470"/>
                    <a:pt x="2900" y="0"/>
                    <a:pt x="232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1120;p30">
              <a:extLst>
                <a:ext uri="{FF2B5EF4-FFF2-40B4-BE49-F238E27FC236}">
                  <a16:creationId xmlns:a16="http://schemas.microsoft.com/office/drawing/2014/main" id="{CD2D51F1-3328-C065-3E52-E6E543CDC116}"/>
                </a:ext>
              </a:extLst>
            </p:cNvPr>
            <p:cNvSpPr/>
            <p:nvPr/>
          </p:nvSpPr>
          <p:spPr>
            <a:xfrm>
              <a:off x="5924600" y="3351575"/>
              <a:ext cx="74475" cy="70575"/>
            </a:xfrm>
            <a:custGeom>
              <a:avLst/>
              <a:gdLst/>
              <a:ahLst/>
              <a:cxnLst/>
              <a:rect l="l" t="t" r="r" b="b"/>
              <a:pathLst>
                <a:path w="2979" h="2823" extrusionOk="0">
                  <a:moveTo>
                    <a:pt x="1050" y="1"/>
                  </a:moveTo>
                  <a:cubicBezTo>
                    <a:pt x="470" y="1"/>
                    <a:pt x="0" y="471"/>
                    <a:pt x="0" y="1051"/>
                  </a:cubicBezTo>
                  <a:lnTo>
                    <a:pt x="0" y="1788"/>
                  </a:lnTo>
                  <a:cubicBezTo>
                    <a:pt x="0" y="2368"/>
                    <a:pt x="470" y="2822"/>
                    <a:pt x="1050" y="2822"/>
                  </a:cubicBezTo>
                  <a:lnTo>
                    <a:pt x="1944" y="2822"/>
                  </a:lnTo>
                  <a:cubicBezTo>
                    <a:pt x="2508" y="2822"/>
                    <a:pt x="2978" y="2368"/>
                    <a:pt x="2978" y="1788"/>
                  </a:cubicBezTo>
                  <a:lnTo>
                    <a:pt x="2978" y="1051"/>
                  </a:lnTo>
                  <a:cubicBezTo>
                    <a:pt x="2978" y="471"/>
                    <a:pt x="2508"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1121;p30">
              <a:extLst>
                <a:ext uri="{FF2B5EF4-FFF2-40B4-BE49-F238E27FC236}">
                  <a16:creationId xmlns:a16="http://schemas.microsoft.com/office/drawing/2014/main" id="{570E53D9-2072-7855-5820-C8B46B1FDFA8}"/>
                </a:ext>
              </a:extLst>
            </p:cNvPr>
            <p:cNvSpPr/>
            <p:nvPr/>
          </p:nvSpPr>
          <p:spPr>
            <a:xfrm>
              <a:off x="5812125" y="3351575"/>
              <a:ext cx="74475" cy="70575"/>
            </a:xfrm>
            <a:custGeom>
              <a:avLst/>
              <a:gdLst/>
              <a:ahLst/>
              <a:cxnLst/>
              <a:rect l="l" t="t" r="r" b="b"/>
              <a:pathLst>
                <a:path w="2979" h="2823" extrusionOk="0">
                  <a:moveTo>
                    <a:pt x="1035" y="1"/>
                  </a:moveTo>
                  <a:cubicBezTo>
                    <a:pt x="455" y="1"/>
                    <a:pt x="0" y="471"/>
                    <a:pt x="0" y="1051"/>
                  </a:cubicBezTo>
                  <a:lnTo>
                    <a:pt x="0" y="1788"/>
                  </a:lnTo>
                  <a:cubicBezTo>
                    <a:pt x="0" y="2368"/>
                    <a:pt x="455" y="2822"/>
                    <a:pt x="1035" y="2822"/>
                  </a:cubicBezTo>
                  <a:lnTo>
                    <a:pt x="1928" y="2822"/>
                  </a:lnTo>
                  <a:cubicBezTo>
                    <a:pt x="2508" y="2822"/>
                    <a:pt x="2979" y="2368"/>
                    <a:pt x="2979" y="1788"/>
                  </a:cubicBezTo>
                  <a:lnTo>
                    <a:pt x="2979" y="1051"/>
                  </a:lnTo>
                  <a:cubicBezTo>
                    <a:pt x="2979" y="471"/>
                    <a:pt x="2508" y="1"/>
                    <a:pt x="192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1122;p30">
              <a:extLst>
                <a:ext uri="{FF2B5EF4-FFF2-40B4-BE49-F238E27FC236}">
                  <a16:creationId xmlns:a16="http://schemas.microsoft.com/office/drawing/2014/main" id="{10DC5244-F511-3D7C-1F25-4F92C320951B}"/>
                </a:ext>
              </a:extLst>
            </p:cNvPr>
            <p:cNvSpPr/>
            <p:nvPr/>
          </p:nvSpPr>
          <p:spPr>
            <a:xfrm>
              <a:off x="5703575" y="3351575"/>
              <a:ext cx="74475" cy="70575"/>
            </a:xfrm>
            <a:custGeom>
              <a:avLst/>
              <a:gdLst/>
              <a:ahLst/>
              <a:cxnLst/>
              <a:rect l="l" t="t" r="r" b="b"/>
              <a:pathLst>
                <a:path w="2979" h="2823" extrusionOk="0">
                  <a:moveTo>
                    <a:pt x="1051" y="1"/>
                  </a:moveTo>
                  <a:cubicBezTo>
                    <a:pt x="471" y="1"/>
                    <a:pt x="1" y="471"/>
                    <a:pt x="1" y="1051"/>
                  </a:cubicBezTo>
                  <a:lnTo>
                    <a:pt x="1" y="1788"/>
                  </a:lnTo>
                  <a:cubicBezTo>
                    <a:pt x="1" y="2368"/>
                    <a:pt x="471" y="2822"/>
                    <a:pt x="1051" y="2822"/>
                  </a:cubicBezTo>
                  <a:lnTo>
                    <a:pt x="1944" y="2822"/>
                  </a:lnTo>
                  <a:cubicBezTo>
                    <a:pt x="2524" y="2822"/>
                    <a:pt x="2979" y="2368"/>
                    <a:pt x="2979" y="1788"/>
                  </a:cubicBezTo>
                  <a:lnTo>
                    <a:pt x="2979" y="1051"/>
                  </a:lnTo>
                  <a:cubicBezTo>
                    <a:pt x="2979"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1123;p30">
              <a:extLst>
                <a:ext uri="{FF2B5EF4-FFF2-40B4-BE49-F238E27FC236}">
                  <a16:creationId xmlns:a16="http://schemas.microsoft.com/office/drawing/2014/main" id="{15061B88-37D1-86FA-F2F4-9D0DAED77795}"/>
                </a:ext>
              </a:extLst>
            </p:cNvPr>
            <p:cNvSpPr/>
            <p:nvPr/>
          </p:nvSpPr>
          <p:spPr>
            <a:xfrm>
              <a:off x="5595425" y="3351575"/>
              <a:ext cx="74475" cy="70575"/>
            </a:xfrm>
            <a:custGeom>
              <a:avLst/>
              <a:gdLst/>
              <a:ahLst/>
              <a:cxnLst/>
              <a:rect l="l" t="t" r="r" b="b"/>
              <a:pathLst>
                <a:path w="2979" h="2823" extrusionOk="0">
                  <a:moveTo>
                    <a:pt x="1035" y="1"/>
                  </a:moveTo>
                  <a:cubicBezTo>
                    <a:pt x="455" y="1"/>
                    <a:pt x="1" y="471"/>
                    <a:pt x="1" y="1051"/>
                  </a:cubicBezTo>
                  <a:lnTo>
                    <a:pt x="1" y="1788"/>
                  </a:lnTo>
                  <a:cubicBezTo>
                    <a:pt x="1" y="2368"/>
                    <a:pt x="455" y="2822"/>
                    <a:pt x="1035" y="2822"/>
                  </a:cubicBezTo>
                  <a:lnTo>
                    <a:pt x="1929" y="2822"/>
                  </a:lnTo>
                  <a:cubicBezTo>
                    <a:pt x="2508" y="2822"/>
                    <a:pt x="2979" y="2368"/>
                    <a:pt x="2979" y="1788"/>
                  </a:cubicBezTo>
                  <a:lnTo>
                    <a:pt x="2979" y="1051"/>
                  </a:lnTo>
                  <a:cubicBezTo>
                    <a:pt x="2979" y="471"/>
                    <a:pt x="2508" y="1"/>
                    <a:pt x="19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1124;p30">
              <a:extLst>
                <a:ext uri="{FF2B5EF4-FFF2-40B4-BE49-F238E27FC236}">
                  <a16:creationId xmlns:a16="http://schemas.microsoft.com/office/drawing/2014/main" id="{3E71F4B7-D653-9A28-E0A2-37EC19287B3F}"/>
                </a:ext>
              </a:extLst>
            </p:cNvPr>
            <p:cNvSpPr/>
            <p:nvPr/>
          </p:nvSpPr>
          <p:spPr>
            <a:xfrm>
              <a:off x="5486875" y="3351575"/>
              <a:ext cx="74475" cy="70575"/>
            </a:xfrm>
            <a:custGeom>
              <a:avLst/>
              <a:gdLst/>
              <a:ahLst/>
              <a:cxnLst/>
              <a:rect l="l" t="t" r="r" b="b"/>
              <a:pathLst>
                <a:path w="2979" h="2823" extrusionOk="0">
                  <a:moveTo>
                    <a:pt x="1051" y="1"/>
                  </a:moveTo>
                  <a:cubicBezTo>
                    <a:pt x="471" y="1"/>
                    <a:pt x="1" y="471"/>
                    <a:pt x="1" y="1051"/>
                  </a:cubicBezTo>
                  <a:lnTo>
                    <a:pt x="1" y="1788"/>
                  </a:lnTo>
                  <a:cubicBezTo>
                    <a:pt x="1" y="2368"/>
                    <a:pt x="471" y="2822"/>
                    <a:pt x="1051" y="2822"/>
                  </a:cubicBezTo>
                  <a:lnTo>
                    <a:pt x="1944" y="2822"/>
                  </a:lnTo>
                  <a:cubicBezTo>
                    <a:pt x="2509" y="2822"/>
                    <a:pt x="2979" y="2368"/>
                    <a:pt x="2979" y="1788"/>
                  </a:cubicBezTo>
                  <a:lnTo>
                    <a:pt x="2979" y="1051"/>
                  </a:lnTo>
                  <a:cubicBezTo>
                    <a:pt x="2979" y="471"/>
                    <a:pt x="2509"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1125;p30">
              <a:extLst>
                <a:ext uri="{FF2B5EF4-FFF2-40B4-BE49-F238E27FC236}">
                  <a16:creationId xmlns:a16="http://schemas.microsoft.com/office/drawing/2014/main" id="{7A57D951-C644-B759-F61B-B8AEC0023DD8}"/>
                </a:ext>
              </a:extLst>
            </p:cNvPr>
            <p:cNvSpPr/>
            <p:nvPr/>
          </p:nvSpPr>
          <p:spPr>
            <a:xfrm>
              <a:off x="5378350" y="3351575"/>
              <a:ext cx="74850" cy="70575"/>
            </a:xfrm>
            <a:custGeom>
              <a:avLst/>
              <a:gdLst/>
              <a:ahLst/>
              <a:cxnLst/>
              <a:rect l="l" t="t" r="r" b="b"/>
              <a:pathLst>
                <a:path w="2994" h="2823" extrusionOk="0">
                  <a:moveTo>
                    <a:pt x="1050" y="1"/>
                  </a:moveTo>
                  <a:cubicBezTo>
                    <a:pt x="470" y="1"/>
                    <a:pt x="0" y="471"/>
                    <a:pt x="0" y="1051"/>
                  </a:cubicBezTo>
                  <a:lnTo>
                    <a:pt x="0" y="1788"/>
                  </a:lnTo>
                  <a:cubicBezTo>
                    <a:pt x="0" y="2368"/>
                    <a:pt x="470" y="2822"/>
                    <a:pt x="1050"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1126;p30">
              <a:extLst>
                <a:ext uri="{FF2B5EF4-FFF2-40B4-BE49-F238E27FC236}">
                  <a16:creationId xmlns:a16="http://schemas.microsoft.com/office/drawing/2014/main" id="{909F5A08-3E09-8FEB-B789-23A9575D6F29}"/>
                </a:ext>
              </a:extLst>
            </p:cNvPr>
            <p:cNvSpPr/>
            <p:nvPr/>
          </p:nvSpPr>
          <p:spPr>
            <a:xfrm>
              <a:off x="5270175" y="3351575"/>
              <a:ext cx="74500" cy="70575"/>
            </a:xfrm>
            <a:custGeom>
              <a:avLst/>
              <a:gdLst/>
              <a:ahLst/>
              <a:cxnLst/>
              <a:rect l="l" t="t" r="r" b="b"/>
              <a:pathLst>
                <a:path w="2980" h="2823" extrusionOk="0">
                  <a:moveTo>
                    <a:pt x="1051" y="1"/>
                  </a:moveTo>
                  <a:cubicBezTo>
                    <a:pt x="471" y="1"/>
                    <a:pt x="1" y="471"/>
                    <a:pt x="1" y="1051"/>
                  </a:cubicBezTo>
                  <a:lnTo>
                    <a:pt x="1" y="1788"/>
                  </a:lnTo>
                  <a:cubicBezTo>
                    <a:pt x="1" y="2368"/>
                    <a:pt x="471" y="2822"/>
                    <a:pt x="1051" y="2822"/>
                  </a:cubicBezTo>
                  <a:lnTo>
                    <a:pt x="1945" y="2822"/>
                  </a:lnTo>
                  <a:cubicBezTo>
                    <a:pt x="2509" y="2822"/>
                    <a:pt x="2979" y="2368"/>
                    <a:pt x="2979" y="1788"/>
                  </a:cubicBezTo>
                  <a:lnTo>
                    <a:pt x="2979" y="1051"/>
                  </a:lnTo>
                  <a:cubicBezTo>
                    <a:pt x="2979" y="471"/>
                    <a:pt x="2509" y="1"/>
                    <a:pt x="194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1127;p30">
              <a:extLst>
                <a:ext uri="{FF2B5EF4-FFF2-40B4-BE49-F238E27FC236}">
                  <a16:creationId xmlns:a16="http://schemas.microsoft.com/office/drawing/2014/main" id="{EBE8FC55-4521-5D03-B619-04D5FC5A8102}"/>
                </a:ext>
              </a:extLst>
            </p:cNvPr>
            <p:cNvSpPr/>
            <p:nvPr/>
          </p:nvSpPr>
          <p:spPr>
            <a:xfrm>
              <a:off x="5161650" y="3351575"/>
              <a:ext cx="74850" cy="70575"/>
            </a:xfrm>
            <a:custGeom>
              <a:avLst/>
              <a:gdLst/>
              <a:ahLst/>
              <a:cxnLst/>
              <a:rect l="l" t="t" r="r" b="b"/>
              <a:pathLst>
                <a:path w="2994" h="2823" extrusionOk="0">
                  <a:moveTo>
                    <a:pt x="1050" y="1"/>
                  </a:moveTo>
                  <a:cubicBezTo>
                    <a:pt x="470" y="1"/>
                    <a:pt x="0" y="471"/>
                    <a:pt x="0" y="1051"/>
                  </a:cubicBezTo>
                  <a:lnTo>
                    <a:pt x="0" y="1788"/>
                  </a:lnTo>
                  <a:cubicBezTo>
                    <a:pt x="0" y="2368"/>
                    <a:pt x="470" y="2822"/>
                    <a:pt x="1050"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1128;p30">
              <a:extLst>
                <a:ext uri="{FF2B5EF4-FFF2-40B4-BE49-F238E27FC236}">
                  <a16:creationId xmlns:a16="http://schemas.microsoft.com/office/drawing/2014/main" id="{6A6249C9-1E53-62ED-A741-36FCF7E03E63}"/>
                </a:ext>
              </a:extLst>
            </p:cNvPr>
            <p:cNvSpPr/>
            <p:nvPr/>
          </p:nvSpPr>
          <p:spPr>
            <a:xfrm>
              <a:off x="4849325" y="3351575"/>
              <a:ext cx="74475" cy="70575"/>
            </a:xfrm>
            <a:custGeom>
              <a:avLst/>
              <a:gdLst/>
              <a:ahLst/>
              <a:cxnLst/>
              <a:rect l="l" t="t" r="r" b="b"/>
              <a:pathLst>
                <a:path w="2979" h="2823" extrusionOk="0">
                  <a:moveTo>
                    <a:pt x="1035" y="1"/>
                  </a:moveTo>
                  <a:cubicBezTo>
                    <a:pt x="471" y="1"/>
                    <a:pt x="1" y="471"/>
                    <a:pt x="1" y="1051"/>
                  </a:cubicBezTo>
                  <a:lnTo>
                    <a:pt x="1" y="1788"/>
                  </a:lnTo>
                  <a:cubicBezTo>
                    <a:pt x="1" y="2368"/>
                    <a:pt x="471" y="2822"/>
                    <a:pt x="1035" y="2822"/>
                  </a:cubicBezTo>
                  <a:lnTo>
                    <a:pt x="1929" y="2822"/>
                  </a:lnTo>
                  <a:cubicBezTo>
                    <a:pt x="2509" y="2822"/>
                    <a:pt x="2979" y="2368"/>
                    <a:pt x="2979" y="1788"/>
                  </a:cubicBezTo>
                  <a:lnTo>
                    <a:pt x="2979" y="1051"/>
                  </a:lnTo>
                  <a:cubicBezTo>
                    <a:pt x="2979" y="471"/>
                    <a:pt x="2509" y="1"/>
                    <a:pt x="19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1129;p30">
              <a:extLst>
                <a:ext uri="{FF2B5EF4-FFF2-40B4-BE49-F238E27FC236}">
                  <a16:creationId xmlns:a16="http://schemas.microsoft.com/office/drawing/2014/main" id="{A3CC5ABF-3803-AE97-2801-E18A15FCD4C2}"/>
                </a:ext>
              </a:extLst>
            </p:cNvPr>
            <p:cNvSpPr/>
            <p:nvPr/>
          </p:nvSpPr>
          <p:spPr>
            <a:xfrm>
              <a:off x="4736475" y="3351575"/>
              <a:ext cx="74875" cy="70575"/>
            </a:xfrm>
            <a:custGeom>
              <a:avLst/>
              <a:gdLst/>
              <a:ahLst/>
              <a:cxnLst/>
              <a:rect l="l" t="t" r="r" b="b"/>
              <a:pathLst>
                <a:path w="2995" h="2823" extrusionOk="0">
                  <a:moveTo>
                    <a:pt x="1051" y="1"/>
                  </a:moveTo>
                  <a:cubicBezTo>
                    <a:pt x="471" y="1"/>
                    <a:pt x="0" y="471"/>
                    <a:pt x="0" y="1051"/>
                  </a:cubicBezTo>
                  <a:lnTo>
                    <a:pt x="0" y="1788"/>
                  </a:lnTo>
                  <a:cubicBezTo>
                    <a:pt x="0" y="2368"/>
                    <a:pt x="471" y="2822"/>
                    <a:pt x="1051"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1130;p30">
              <a:extLst>
                <a:ext uri="{FF2B5EF4-FFF2-40B4-BE49-F238E27FC236}">
                  <a16:creationId xmlns:a16="http://schemas.microsoft.com/office/drawing/2014/main" id="{4CC0EAEF-456B-02B5-B8D2-E35A1531EB9B}"/>
                </a:ext>
              </a:extLst>
            </p:cNvPr>
            <p:cNvSpPr/>
            <p:nvPr/>
          </p:nvSpPr>
          <p:spPr>
            <a:xfrm>
              <a:off x="4628325" y="3351575"/>
              <a:ext cx="74475" cy="70575"/>
            </a:xfrm>
            <a:custGeom>
              <a:avLst/>
              <a:gdLst/>
              <a:ahLst/>
              <a:cxnLst/>
              <a:rect l="l" t="t" r="r" b="b"/>
              <a:pathLst>
                <a:path w="2979" h="2823" extrusionOk="0">
                  <a:moveTo>
                    <a:pt x="1051" y="1"/>
                  </a:moveTo>
                  <a:cubicBezTo>
                    <a:pt x="471" y="1"/>
                    <a:pt x="0" y="471"/>
                    <a:pt x="0" y="1051"/>
                  </a:cubicBezTo>
                  <a:lnTo>
                    <a:pt x="0" y="1788"/>
                  </a:lnTo>
                  <a:cubicBezTo>
                    <a:pt x="0" y="2368"/>
                    <a:pt x="471" y="2822"/>
                    <a:pt x="1051" y="2822"/>
                  </a:cubicBezTo>
                  <a:lnTo>
                    <a:pt x="1944" y="2822"/>
                  </a:lnTo>
                  <a:cubicBezTo>
                    <a:pt x="2508" y="2822"/>
                    <a:pt x="2978" y="2368"/>
                    <a:pt x="2978" y="1788"/>
                  </a:cubicBezTo>
                  <a:lnTo>
                    <a:pt x="2978" y="1051"/>
                  </a:lnTo>
                  <a:cubicBezTo>
                    <a:pt x="2978" y="471"/>
                    <a:pt x="2508"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1131;p30">
              <a:extLst>
                <a:ext uri="{FF2B5EF4-FFF2-40B4-BE49-F238E27FC236}">
                  <a16:creationId xmlns:a16="http://schemas.microsoft.com/office/drawing/2014/main" id="{117926D4-835E-B2B2-0C48-1F6F062397B5}"/>
                </a:ext>
              </a:extLst>
            </p:cNvPr>
            <p:cNvSpPr/>
            <p:nvPr/>
          </p:nvSpPr>
          <p:spPr>
            <a:xfrm>
              <a:off x="4519775" y="3351575"/>
              <a:ext cx="74875" cy="70575"/>
            </a:xfrm>
            <a:custGeom>
              <a:avLst/>
              <a:gdLst/>
              <a:ahLst/>
              <a:cxnLst/>
              <a:rect l="l" t="t" r="r" b="b"/>
              <a:pathLst>
                <a:path w="2995" h="2823" extrusionOk="0">
                  <a:moveTo>
                    <a:pt x="1051" y="1"/>
                  </a:moveTo>
                  <a:cubicBezTo>
                    <a:pt x="471" y="1"/>
                    <a:pt x="1" y="471"/>
                    <a:pt x="1" y="1051"/>
                  </a:cubicBezTo>
                  <a:lnTo>
                    <a:pt x="1" y="1788"/>
                  </a:lnTo>
                  <a:cubicBezTo>
                    <a:pt x="1" y="2368"/>
                    <a:pt x="471" y="2822"/>
                    <a:pt x="1051"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1132;p30">
              <a:extLst>
                <a:ext uri="{FF2B5EF4-FFF2-40B4-BE49-F238E27FC236}">
                  <a16:creationId xmlns:a16="http://schemas.microsoft.com/office/drawing/2014/main" id="{680A3F98-BF52-1ECD-1E85-B615DC881AC3}"/>
                </a:ext>
              </a:extLst>
            </p:cNvPr>
            <p:cNvSpPr/>
            <p:nvPr/>
          </p:nvSpPr>
          <p:spPr>
            <a:xfrm>
              <a:off x="4411625" y="3351575"/>
              <a:ext cx="74475" cy="70575"/>
            </a:xfrm>
            <a:custGeom>
              <a:avLst/>
              <a:gdLst/>
              <a:ahLst/>
              <a:cxnLst/>
              <a:rect l="l" t="t" r="r" b="b"/>
              <a:pathLst>
                <a:path w="2979" h="2823" extrusionOk="0">
                  <a:moveTo>
                    <a:pt x="1035" y="1"/>
                  </a:moveTo>
                  <a:cubicBezTo>
                    <a:pt x="471" y="1"/>
                    <a:pt x="0" y="471"/>
                    <a:pt x="0" y="1051"/>
                  </a:cubicBezTo>
                  <a:lnTo>
                    <a:pt x="0" y="1788"/>
                  </a:lnTo>
                  <a:cubicBezTo>
                    <a:pt x="0" y="2368"/>
                    <a:pt x="471" y="2822"/>
                    <a:pt x="1035" y="2822"/>
                  </a:cubicBezTo>
                  <a:lnTo>
                    <a:pt x="1928" y="2822"/>
                  </a:lnTo>
                  <a:cubicBezTo>
                    <a:pt x="2508" y="2822"/>
                    <a:pt x="2979" y="2368"/>
                    <a:pt x="2979" y="1788"/>
                  </a:cubicBezTo>
                  <a:lnTo>
                    <a:pt x="2979" y="1051"/>
                  </a:lnTo>
                  <a:cubicBezTo>
                    <a:pt x="2979" y="471"/>
                    <a:pt x="2508" y="1"/>
                    <a:pt x="192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1133;p30">
              <a:extLst>
                <a:ext uri="{FF2B5EF4-FFF2-40B4-BE49-F238E27FC236}">
                  <a16:creationId xmlns:a16="http://schemas.microsoft.com/office/drawing/2014/main" id="{8F24C2BF-3A2C-9A2B-EC94-99958C897406}"/>
                </a:ext>
              </a:extLst>
            </p:cNvPr>
            <p:cNvSpPr/>
            <p:nvPr/>
          </p:nvSpPr>
          <p:spPr>
            <a:xfrm>
              <a:off x="4303075" y="3351575"/>
              <a:ext cx="74875" cy="70575"/>
            </a:xfrm>
            <a:custGeom>
              <a:avLst/>
              <a:gdLst/>
              <a:ahLst/>
              <a:cxnLst/>
              <a:rect l="l" t="t" r="r" b="b"/>
              <a:pathLst>
                <a:path w="2995" h="2823" extrusionOk="0">
                  <a:moveTo>
                    <a:pt x="1051" y="1"/>
                  </a:moveTo>
                  <a:cubicBezTo>
                    <a:pt x="471" y="1"/>
                    <a:pt x="1" y="471"/>
                    <a:pt x="1" y="1051"/>
                  </a:cubicBezTo>
                  <a:lnTo>
                    <a:pt x="1" y="1788"/>
                  </a:lnTo>
                  <a:cubicBezTo>
                    <a:pt x="1" y="2368"/>
                    <a:pt x="471" y="2822"/>
                    <a:pt x="1051"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1134;p30">
              <a:extLst>
                <a:ext uri="{FF2B5EF4-FFF2-40B4-BE49-F238E27FC236}">
                  <a16:creationId xmlns:a16="http://schemas.microsoft.com/office/drawing/2014/main" id="{6637D04A-B5BE-9FC1-ED7B-92419CB78EF7}"/>
                </a:ext>
              </a:extLst>
            </p:cNvPr>
            <p:cNvSpPr/>
            <p:nvPr/>
          </p:nvSpPr>
          <p:spPr>
            <a:xfrm>
              <a:off x="4194925" y="3351575"/>
              <a:ext cx="74475" cy="70575"/>
            </a:xfrm>
            <a:custGeom>
              <a:avLst/>
              <a:gdLst/>
              <a:ahLst/>
              <a:cxnLst/>
              <a:rect l="l" t="t" r="r" b="b"/>
              <a:pathLst>
                <a:path w="2979" h="2823" extrusionOk="0">
                  <a:moveTo>
                    <a:pt x="1035" y="1"/>
                  </a:moveTo>
                  <a:cubicBezTo>
                    <a:pt x="471" y="1"/>
                    <a:pt x="1" y="471"/>
                    <a:pt x="1" y="1051"/>
                  </a:cubicBezTo>
                  <a:lnTo>
                    <a:pt x="1" y="1788"/>
                  </a:lnTo>
                  <a:cubicBezTo>
                    <a:pt x="1" y="2368"/>
                    <a:pt x="471" y="2822"/>
                    <a:pt x="1035" y="2822"/>
                  </a:cubicBezTo>
                  <a:lnTo>
                    <a:pt x="1928" y="2822"/>
                  </a:lnTo>
                  <a:cubicBezTo>
                    <a:pt x="2508" y="2822"/>
                    <a:pt x="2979" y="2368"/>
                    <a:pt x="2979" y="1788"/>
                  </a:cubicBezTo>
                  <a:lnTo>
                    <a:pt x="2979" y="1051"/>
                  </a:lnTo>
                  <a:cubicBezTo>
                    <a:pt x="2979" y="471"/>
                    <a:pt x="2508" y="1"/>
                    <a:pt x="192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1135;p30">
              <a:extLst>
                <a:ext uri="{FF2B5EF4-FFF2-40B4-BE49-F238E27FC236}">
                  <a16:creationId xmlns:a16="http://schemas.microsoft.com/office/drawing/2014/main" id="{91F566EC-E850-C250-097A-F8E47B376D61}"/>
                </a:ext>
              </a:extLst>
            </p:cNvPr>
            <p:cNvSpPr/>
            <p:nvPr/>
          </p:nvSpPr>
          <p:spPr>
            <a:xfrm>
              <a:off x="4086375" y="3351575"/>
              <a:ext cx="74875" cy="70575"/>
            </a:xfrm>
            <a:custGeom>
              <a:avLst/>
              <a:gdLst/>
              <a:ahLst/>
              <a:cxnLst/>
              <a:rect l="l" t="t" r="r" b="b"/>
              <a:pathLst>
                <a:path w="2995" h="2823" extrusionOk="0">
                  <a:moveTo>
                    <a:pt x="1051" y="1"/>
                  </a:moveTo>
                  <a:cubicBezTo>
                    <a:pt x="471" y="1"/>
                    <a:pt x="1" y="471"/>
                    <a:pt x="1" y="1051"/>
                  </a:cubicBezTo>
                  <a:lnTo>
                    <a:pt x="1" y="1788"/>
                  </a:lnTo>
                  <a:cubicBezTo>
                    <a:pt x="1" y="2368"/>
                    <a:pt x="471" y="2822"/>
                    <a:pt x="1051" y="2822"/>
                  </a:cubicBezTo>
                  <a:lnTo>
                    <a:pt x="1944" y="2822"/>
                  </a:lnTo>
                  <a:cubicBezTo>
                    <a:pt x="2524" y="2822"/>
                    <a:pt x="2995" y="2368"/>
                    <a:pt x="2995" y="1788"/>
                  </a:cubicBezTo>
                  <a:lnTo>
                    <a:pt x="2995" y="1051"/>
                  </a:lnTo>
                  <a:cubicBezTo>
                    <a:pt x="2995"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1136;p30">
              <a:extLst>
                <a:ext uri="{FF2B5EF4-FFF2-40B4-BE49-F238E27FC236}">
                  <a16:creationId xmlns:a16="http://schemas.microsoft.com/office/drawing/2014/main" id="{7B7BF184-5D28-875A-5831-3F3BD3FD9EB6}"/>
                </a:ext>
              </a:extLst>
            </p:cNvPr>
            <p:cNvSpPr/>
            <p:nvPr/>
          </p:nvSpPr>
          <p:spPr>
            <a:xfrm>
              <a:off x="4570325" y="2631750"/>
              <a:ext cx="2293575" cy="582700"/>
            </a:xfrm>
            <a:custGeom>
              <a:avLst/>
              <a:gdLst/>
              <a:ahLst/>
              <a:cxnLst/>
              <a:rect l="l" t="t" r="r" b="b"/>
              <a:pathLst>
                <a:path w="91743" h="23308" extrusionOk="0">
                  <a:moveTo>
                    <a:pt x="23857" y="188"/>
                  </a:moveTo>
                  <a:cubicBezTo>
                    <a:pt x="21694" y="658"/>
                    <a:pt x="19813" y="1944"/>
                    <a:pt x="17854" y="2947"/>
                  </a:cubicBezTo>
                  <a:lnTo>
                    <a:pt x="17854" y="2947"/>
                  </a:lnTo>
                  <a:cubicBezTo>
                    <a:pt x="15001" y="4420"/>
                    <a:pt x="11835" y="5376"/>
                    <a:pt x="8637" y="5282"/>
                  </a:cubicBezTo>
                  <a:lnTo>
                    <a:pt x="8637" y="5282"/>
                  </a:lnTo>
                  <a:cubicBezTo>
                    <a:pt x="5440" y="5204"/>
                    <a:pt x="2211" y="4013"/>
                    <a:pt x="1" y="1709"/>
                  </a:cubicBezTo>
                  <a:lnTo>
                    <a:pt x="1" y="1709"/>
                  </a:lnTo>
                  <a:cubicBezTo>
                    <a:pt x="251" y="3339"/>
                    <a:pt x="1458" y="4467"/>
                    <a:pt x="2963" y="5173"/>
                  </a:cubicBezTo>
                  <a:lnTo>
                    <a:pt x="2963" y="5173"/>
                  </a:lnTo>
                  <a:cubicBezTo>
                    <a:pt x="6082" y="6615"/>
                    <a:pt x="9672" y="7022"/>
                    <a:pt x="13026" y="6286"/>
                  </a:cubicBezTo>
                  <a:lnTo>
                    <a:pt x="13026" y="6286"/>
                  </a:lnTo>
                  <a:cubicBezTo>
                    <a:pt x="15910" y="5643"/>
                    <a:pt x="18559" y="4232"/>
                    <a:pt x="21365" y="3323"/>
                  </a:cubicBezTo>
                  <a:lnTo>
                    <a:pt x="21365" y="3323"/>
                  </a:lnTo>
                  <a:cubicBezTo>
                    <a:pt x="24170" y="2414"/>
                    <a:pt x="27384" y="2069"/>
                    <a:pt x="29954" y="3511"/>
                  </a:cubicBezTo>
                  <a:lnTo>
                    <a:pt x="29954" y="3511"/>
                  </a:lnTo>
                  <a:cubicBezTo>
                    <a:pt x="31804" y="4546"/>
                    <a:pt x="33058" y="6364"/>
                    <a:pt x="34735" y="7649"/>
                  </a:cubicBezTo>
                  <a:lnTo>
                    <a:pt x="34735" y="7649"/>
                  </a:lnTo>
                  <a:cubicBezTo>
                    <a:pt x="39108" y="11051"/>
                    <a:pt x="45440" y="10330"/>
                    <a:pt x="50629" y="8386"/>
                  </a:cubicBezTo>
                  <a:lnTo>
                    <a:pt x="50629" y="8386"/>
                  </a:lnTo>
                  <a:cubicBezTo>
                    <a:pt x="52274" y="7775"/>
                    <a:pt x="53905" y="7038"/>
                    <a:pt x="55644" y="6803"/>
                  </a:cubicBezTo>
                  <a:lnTo>
                    <a:pt x="55644" y="6803"/>
                  </a:lnTo>
                  <a:cubicBezTo>
                    <a:pt x="57384" y="6552"/>
                    <a:pt x="59312" y="6897"/>
                    <a:pt x="60550" y="8135"/>
                  </a:cubicBezTo>
                  <a:lnTo>
                    <a:pt x="60550" y="8135"/>
                  </a:lnTo>
                  <a:cubicBezTo>
                    <a:pt x="61851" y="9452"/>
                    <a:pt x="62149" y="11489"/>
                    <a:pt x="63340" y="12916"/>
                  </a:cubicBezTo>
                  <a:lnTo>
                    <a:pt x="63340" y="12916"/>
                  </a:lnTo>
                  <a:cubicBezTo>
                    <a:pt x="64516" y="14326"/>
                    <a:pt x="66413" y="14922"/>
                    <a:pt x="68231" y="15126"/>
                  </a:cubicBezTo>
                  <a:lnTo>
                    <a:pt x="68231" y="15126"/>
                  </a:lnTo>
                  <a:cubicBezTo>
                    <a:pt x="73215" y="15690"/>
                    <a:pt x="76648" y="12571"/>
                    <a:pt x="81397" y="12383"/>
                  </a:cubicBezTo>
                  <a:lnTo>
                    <a:pt x="81397" y="12383"/>
                  </a:lnTo>
                  <a:cubicBezTo>
                    <a:pt x="83200" y="12305"/>
                    <a:pt x="85081" y="12712"/>
                    <a:pt x="86476" y="13841"/>
                  </a:cubicBezTo>
                  <a:lnTo>
                    <a:pt x="86476" y="13841"/>
                  </a:lnTo>
                  <a:cubicBezTo>
                    <a:pt x="87479" y="14656"/>
                    <a:pt x="88169" y="15800"/>
                    <a:pt x="88796" y="16944"/>
                  </a:cubicBezTo>
                  <a:lnTo>
                    <a:pt x="88796" y="16944"/>
                  </a:lnTo>
                  <a:cubicBezTo>
                    <a:pt x="89877" y="18935"/>
                    <a:pt x="90833" y="21051"/>
                    <a:pt x="91225" y="23292"/>
                  </a:cubicBezTo>
                  <a:lnTo>
                    <a:pt x="91225" y="23292"/>
                  </a:lnTo>
                  <a:lnTo>
                    <a:pt x="91398" y="23308"/>
                  </a:lnTo>
                  <a:cubicBezTo>
                    <a:pt x="91742" y="20048"/>
                    <a:pt x="91492" y="16631"/>
                    <a:pt x="89940" y="13747"/>
                  </a:cubicBezTo>
                  <a:lnTo>
                    <a:pt x="89940" y="13747"/>
                  </a:lnTo>
                  <a:cubicBezTo>
                    <a:pt x="88388" y="10862"/>
                    <a:pt x="85332" y="8637"/>
                    <a:pt x="82056" y="8746"/>
                  </a:cubicBezTo>
                  <a:lnTo>
                    <a:pt x="82056" y="8746"/>
                  </a:lnTo>
                  <a:cubicBezTo>
                    <a:pt x="79846" y="8809"/>
                    <a:pt x="77808" y="9891"/>
                    <a:pt x="75723" y="10643"/>
                  </a:cubicBezTo>
                  <a:lnTo>
                    <a:pt x="75723" y="10643"/>
                  </a:lnTo>
                  <a:cubicBezTo>
                    <a:pt x="73544" y="11411"/>
                    <a:pt x="71240" y="11819"/>
                    <a:pt x="68936" y="11850"/>
                  </a:cubicBezTo>
                  <a:lnTo>
                    <a:pt x="68936" y="11850"/>
                  </a:lnTo>
                  <a:cubicBezTo>
                    <a:pt x="67745" y="11881"/>
                    <a:pt x="66491" y="11787"/>
                    <a:pt x="65425" y="11223"/>
                  </a:cubicBezTo>
                  <a:lnTo>
                    <a:pt x="65425" y="11223"/>
                  </a:lnTo>
                  <a:cubicBezTo>
                    <a:pt x="63654" y="10314"/>
                    <a:pt x="62714" y="8370"/>
                    <a:pt x="61334" y="6944"/>
                  </a:cubicBezTo>
                  <a:lnTo>
                    <a:pt x="61334" y="6944"/>
                  </a:lnTo>
                  <a:cubicBezTo>
                    <a:pt x="57839" y="3370"/>
                    <a:pt x="51977" y="3574"/>
                    <a:pt x="47243" y="5188"/>
                  </a:cubicBezTo>
                  <a:lnTo>
                    <a:pt x="47243" y="5188"/>
                  </a:lnTo>
                  <a:cubicBezTo>
                    <a:pt x="45064" y="5925"/>
                    <a:pt x="42838" y="6913"/>
                    <a:pt x="40581" y="6521"/>
                  </a:cubicBezTo>
                  <a:lnTo>
                    <a:pt x="40581" y="6521"/>
                  </a:lnTo>
                  <a:cubicBezTo>
                    <a:pt x="39030" y="6239"/>
                    <a:pt x="37682" y="5345"/>
                    <a:pt x="36381" y="4452"/>
                  </a:cubicBezTo>
                  <a:lnTo>
                    <a:pt x="36381" y="4452"/>
                  </a:lnTo>
                  <a:cubicBezTo>
                    <a:pt x="33152" y="2273"/>
                    <a:pt x="29515" y="0"/>
                    <a:pt x="25738" y="0"/>
                  </a:cubicBezTo>
                  <a:lnTo>
                    <a:pt x="25738" y="0"/>
                  </a:lnTo>
                  <a:cubicBezTo>
                    <a:pt x="25111" y="0"/>
                    <a:pt x="24484" y="63"/>
                    <a:pt x="23857" y="188"/>
                  </a:cubicBezTo>
                </a:path>
              </a:pathLst>
            </a:custGeom>
            <a:solidFill>
              <a:srgbClr val="FFFFFF">
                <a:alpha val="410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 name="Slide Number Placeholder 11">
            <a:extLst>
              <a:ext uri="{FF2B5EF4-FFF2-40B4-BE49-F238E27FC236}">
                <a16:creationId xmlns:a16="http://schemas.microsoft.com/office/drawing/2014/main" id="{43D03EDD-7ECE-3F70-96AC-70B4F0B0286B}"/>
              </a:ext>
            </a:extLst>
          </p:cNvPr>
          <p:cNvSpPr>
            <a:spLocks noGrp="1"/>
          </p:cNvSpPr>
          <p:nvPr>
            <p:ph type="sldNum" sz="quarter" idx="12"/>
          </p:nvPr>
        </p:nvSpPr>
        <p:spPr/>
        <p:txBody>
          <a:bodyPr/>
          <a:lstStyle/>
          <a:p>
            <a:fld id="{B6F15528-21DE-4FAA-801E-634DDDAF4B2B}" type="slidenum">
              <a:rPr lang="en-US" smtClean="0"/>
              <a:pPr/>
              <a:t>24</a:t>
            </a:fld>
            <a:endParaRPr lang="en-US"/>
          </a:p>
        </p:txBody>
      </p:sp>
    </p:spTree>
    <p:extLst>
      <p:ext uri="{BB962C8B-B14F-4D97-AF65-F5344CB8AC3E}">
        <p14:creationId xmlns:p14="http://schemas.microsoft.com/office/powerpoint/2010/main" val="3091713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arn(inVertical)">
                                      <p:cBhvr>
                                        <p:cTn id="7" dur="500"/>
                                        <p:tgtEl>
                                          <p:spTgt spid="11"/>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3">
                                            <p:txEl>
                                              <p:pRg st="0" end="0"/>
                                            </p:txEl>
                                          </p:spTgt>
                                        </p:tgtEl>
                                        <p:attrNameLst>
                                          <p:attrName>style.visibility</p:attrName>
                                        </p:attrNameLst>
                                      </p:cBhvr>
                                      <p:to>
                                        <p:strVal val="visible"/>
                                      </p:to>
                                    </p:set>
                                    <p:animEffect transition="in" filter="fade">
                                      <p:cBhvr>
                                        <p:cTn id="11" dur="500"/>
                                        <p:tgtEl>
                                          <p:spTgt spid="13">
                                            <p:txEl>
                                              <p:pRg st="0" end="0"/>
                                            </p:txEl>
                                          </p:spTgt>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13">
                                            <p:txEl>
                                              <p:pRg st="1" end="1"/>
                                            </p:txEl>
                                          </p:spTgt>
                                        </p:tgtEl>
                                        <p:attrNameLst>
                                          <p:attrName>style.visibility</p:attrName>
                                        </p:attrNameLst>
                                      </p:cBhvr>
                                      <p:to>
                                        <p:strVal val="visible"/>
                                      </p:to>
                                    </p:set>
                                    <p:animEffect transition="in" filter="fade">
                                      <p:cBhvr>
                                        <p:cTn id="15" dur="500"/>
                                        <p:tgtEl>
                                          <p:spTgt spid="13">
                                            <p:txEl>
                                              <p:pRg st="1" end="1"/>
                                            </p:txEl>
                                          </p:spTgt>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13">
                                            <p:txEl>
                                              <p:pRg st="2" end="2"/>
                                            </p:txEl>
                                          </p:spTgt>
                                        </p:tgtEl>
                                        <p:attrNameLst>
                                          <p:attrName>style.visibility</p:attrName>
                                        </p:attrNameLst>
                                      </p:cBhvr>
                                      <p:to>
                                        <p:strVal val="visible"/>
                                      </p:to>
                                    </p:set>
                                    <p:animEffect transition="in" filter="fade">
                                      <p:cBhvr>
                                        <p:cTn id="19" dur="500"/>
                                        <p:tgtEl>
                                          <p:spTgt spid="13">
                                            <p:txEl>
                                              <p:pRg st="2" end="2"/>
                                            </p:txEl>
                                          </p:spTgt>
                                        </p:tgtEl>
                                      </p:cBhvr>
                                    </p:animEffect>
                                  </p:childTnLst>
                                </p:cTn>
                              </p:par>
                            </p:childTnLst>
                          </p:cTn>
                        </p:par>
                        <p:par>
                          <p:cTn id="20" fill="hold">
                            <p:stCondLst>
                              <p:cond delay="2000"/>
                            </p:stCondLst>
                            <p:childTnLst>
                              <p:par>
                                <p:cTn id="21" presetID="10" presetClass="entr" presetSubtype="0" fill="hold" grpId="0" nodeType="afterEffect">
                                  <p:stCondLst>
                                    <p:cond delay="0"/>
                                  </p:stCondLst>
                                  <p:childTnLst>
                                    <p:set>
                                      <p:cBhvr>
                                        <p:cTn id="22" dur="1" fill="hold">
                                          <p:stCondLst>
                                            <p:cond delay="0"/>
                                          </p:stCondLst>
                                        </p:cTn>
                                        <p:tgtEl>
                                          <p:spTgt spid="13">
                                            <p:txEl>
                                              <p:pRg st="3" end="3"/>
                                            </p:txEl>
                                          </p:spTgt>
                                        </p:tgtEl>
                                        <p:attrNameLst>
                                          <p:attrName>style.visibility</p:attrName>
                                        </p:attrNameLst>
                                      </p:cBhvr>
                                      <p:to>
                                        <p:strVal val="visible"/>
                                      </p:to>
                                    </p:set>
                                    <p:animEffect transition="in" filter="fade">
                                      <p:cBhvr>
                                        <p:cTn id="23" dur="500"/>
                                        <p:tgtEl>
                                          <p:spTgt spid="13">
                                            <p:txEl>
                                              <p:pRg st="3" end="3"/>
                                            </p:txEl>
                                          </p:spTgt>
                                        </p:tgtEl>
                                      </p:cBhvr>
                                    </p:animEffect>
                                  </p:childTnLst>
                                </p:cTn>
                              </p:par>
                            </p:childTnLst>
                          </p:cTn>
                        </p:par>
                        <p:par>
                          <p:cTn id="24" fill="hold">
                            <p:stCondLst>
                              <p:cond delay="2500"/>
                            </p:stCondLst>
                            <p:childTnLst>
                              <p:par>
                                <p:cTn id="25" presetID="10" presetClass="entr" presetSubtype="0" fill="hold" grpId="0" nodeType="afterEffect">
                                  <p:stCondLst>
                                    <p:cond delay="0"/>
                                  </p:stCondLst>
                                  <p:childTnLst>
                                    <p:set>
                                      <p:cBhvr>
                                        <p:cTn id="26" dur="1" fill="hold">
                                          <p:stCondLst>
                                            <p:cond delay="0"/>
                                          </p:stCondLst>
                                        </p:cTn>
                                        <p:tgtEl>
                                          <p:spTgt spid="13">
                                            <p:txEl>
                                              <p:pRg st="4" end="4"/>
                                            </p:txEl>
                                          </p:spTgt>
                                        </p:tgtEl>
                                        <p:attrNameLst>
                                          <p:attrName>style.visibility</p:attrName>
                                        </p:attrNameLst>
                                      </p:cBhvr>
                                      <p:to>
                                        <p:strVal val="visible"/>
                                      </p:to>
                                    </p:set>
                                    <p:animEffect transition="in" filter="fade">
                                      <p:cBhvr>
                                        <p:cTn id="27" dur="500"/>
                                        <p:tgtEl>
                                          <p:spTgt spid="13">
                                            <p:txEl>
                                              <p:pRg st="4" end="4"/>
                                            </p:txEl>
                                          </p:spTgt>
                                        </p:tgtEl>
                                      </p:cBhvr>
                                    </p:animEffect>
                                  </p:childTnLst>
                                </p:cTn>
                              </p:par>
                            </p:childTnLst>
                          </p:cTn>
                        </p:par>
                        <p:par>
                          <p:cTn id="28" fill="hold">
                            <p:stCondLst>
                              <p:cond delay="3000"/>
                            </p:stCondLst>
                            <p:childTnLst>
                              <p:par>
                                <p:cTn id="29" presetID="10" presetClass="entr" presetSubtype="0" fill="hold" grpId="0" nodeType="afterEffect">
                                  <p:stCondLst>
                                    <p:cond delay="0"/>
                                  </p:stCondLst>
                                  <p:childTnLst>
                                    <p:set>
                                      <p:cBhvr>
                                        <p:cTn id="30" dur="1" fill="hold">
                                          <p:stCondLst>
                                            <p:cond delay="0"/>
                                          </p:stCondLst>
                                        </p:cTn>
                                        <p:tgtEl>
                                          <p:spTgt spid="13">
                                            <p:txEl>
                                              <p:pRg st="5" end="5"/>
                                            </p:txEl>
                                          </p:spTgt>
                                        </p:tgtEl>
                                        <p:attrNameLst>
                                          <p:attrName>style.visibility</p:attrName>
                                        </p:attrNameLst>
                                      </p:cBhvr>
                                      <p:to>
                                        <p:strVal val="visible"/>
                                      </p:to>
                                    </p:set>
                                    <p:animEffect transition="in" filter="fade">
                                      <p:cBhvr>
                                        <p:cTn id="31" dur="500"/>
                                        <p:tgtEl>
                                          <p:spTgt spid="13">
                                            <p:txEl>
                                              <p:pRg st="5" end="5"/>
                                            </p:txEl>
                                          </p:spTgt>
                                        </p:tgtEl>
                                      </p:cBhvr>
                                    </p:animEffect>
                                  </p:childTnLst>
                                </p:cTn>
                              </p:par>
                            </p:childTnLst>
                          </p:cTn>
                        </p:par>
                        <p:par>
                          <p:cTn id="32" fill="hold">
                            <p:stCondLst>
                              <p:cond delay="3500"/>
                            </p:stCondLst>
                            <p:childTnLst>
                              <p:par>
                                <p:cTn id="33" presetID="10" presetClass="entr" presetSubtype="0" fill="hold" grpId="0" nodeType="afterEffect">
                                  <p:stCondLst>
                                    <p:cond delay="0"/>
                                  </p:stCondLst>
                                  <p:childTnLst>
                                    <p:set>
                                      <p:cBhvr>
                                        <p:cTn id="34" dur="1" fill="hold">
                                          <p:stCondLst>
                                            <p:cond delay="0"/>
                                          </p:stCondLst>
                                        </p:cTn>
                                        <p:tgtEl>
                                          <p:spTgt spid="14">
                                            <p:txEl>
                                              <p:pRg st="0" end="0"/>
                                            </p:txEl>
                                          </p:spTgt>
                                        </p:tgtEl>
                                        <p:attrNameLst>
                                          <p:attrName>style.visibility</p:attrName>
                                        </p:attrNameLst>
                                      </p:cBhvr>
                                      <p:to>
                                        <p:strVal val="visible"/>
                                      </p:to>
                                    </p:set>
                                    <p:animEffect transition="in" filter="fade">
                                      <p:cBhvr>
                                        <p:cTn id="35" dur="500"/>
                                        <p:tgtEl>
                                          <p:spTgt spid="14">
                                            <p:txEl>
                                              <p:pRg st="0" end="0"/>
                                            </p:txEl>
                                          </p:spTgt>
                                        </p:tgtEl>
                                      </p:cBhvr>
                                    </p:animEffect>
                                  </p:childTnLst>
                                </p:cTn>
                              </p:par>
                            </p:childTnLst>
                          </p:cTn>
                        </p:par>
                        <p:par>
                          <p:cTn id="36" fill="hold">
                            <p:stCondLst>
                              <p:cond delay="4000"/>
                            </p:stCondLst>
                            <p:childTnLst>
                              <p:par>
                                <p:cTn id="37" presetID="10" presetClass="entr" presetSubtype="0" fill="hold" grpId="0" nodeType="afterEffect">
                                  <p:stCondLst>
                                    <p:cond delay="0"/>
                                  </p:stCondLst>
                                  <p:childTnLst>
                                    <p:set>
                                      <p:cBhvr>
                                        <p:cTn id="38" dur="1" fill="hold">
                                          <p:stCondLst>
                                            <p:cond delay="0"/>
                                          </p:stCondLst>
                                        </p:cTn>
                                        <p:tgtEl>
                                          <p:spTgt spid="14">
                                            <p:txEl>
                                              <p:pRg st="1" end="1"/>
                                            </p:txEl>
                                          </p:spTgt>
                                        </p:tgtEl>
                                        <p:attrNameLst>
                                          <p:attrName>style.visibility</p:attrName>
                                        </p:attrNameLst>
                                      </p:cBhvr>
                                      <p:to>
                                        <p:strVal val="visible"/>
                                      </p:to>
                                    </p:set>
                                    <p:animEffect transition="in" filter="fade">
                                      <p:cBhvr>
                                        <p:cTn id="39" dur="500"/>
                                        <p:tgtEl>
                                          <p:spTgt spid="14">
                                            <p:txEl>
                                              <p:pRg st="1" end="1"/>
                                            </p:txEl>
                                          </p:spTgt>
                                        </p:tgtEl>
                                      </p:cBhvr>
                                    </p:animEffect>
                                  </p:childTnLst>
                                </p:cTn>
                              </p:par>
                            </p:childTnLst>
                          </p:cTn>
                        </p:par>
                        <p:par>
                          <p:cTn id="40" fill="hold">
                            <p:stCondLst>
                              <p:cond delay="4500"/>
                            </p:stCondLst>
                            <p:childTnLst>
                              <p:par>
                                <p:cTn id="41" presetID="10" presetClass="entr" presetSubtype="0" fill="hold" grpId="0" nodeType="afterEffect">
                                  <p:stCondLst>
                                    <p:cond delay="0"/>
                                  </p:stCondLst>
                                  <p:childTnLst>
                                    <p:set>
                                      <p:cBhvr>
                                        <p:cTn id="42" dur="1" fill="hold">
                                          <p:stCondLst>
                                            <p:cond delay="0"/>
                                          </p:stCondLst>
                                        </p:cTn>
                                        <p:tgtEl>
                                          <p:spTgt spid="14">
                                            <p:txEl>
                                              <p:pRg st="2" end="2"/>
                                            </p:txEl>
                                          </p:spTgt>
                                        </p:tgtEl>
                                        <p:attrNameLst>
                                          <p:attrName>style.visibility</p:attrName>
                                        </p:attrNameLst>
                                      </p:cBhvr>
                                      <p:to>
                                        <p:strVal val="visible"/>
                                      </p:to>
                                    </p:set>
                                    <p:animEffect transition="in" filter="fade">
                                      <p:cBhvr>
                                        <p:cTn id="43" dur="500"/>
                                        <p:tgtEl>
                                          <p:spTgt spid="14">
                                            <p:txEl>
                                              <p:pRg st="2" end="2"/>
                                            </p:txEl>
                                          </p:spTgt>
                                        </p:tgtEl>
                                      </p:cBhvr>
                                    </p:animEffect>
                                  </p:childTnLst>
                                </p:cTn>
                              </p:par>
                            </p:childTnLst>
                          </p:cTn>
                        </p:par>
                        <p:par>
                          <p:cTn id="44" fill="hold">
                            <p:stCondLst>
                              <p:cond delay="5000"/>
                            </p:stCondLst>
                            <p:childTnLst>
                              <p:par>
                                <p:cTn id="45" presetID="10" presetClass="entr" presetSubtype="0" fill="hold" grpId="0" nodeType="afterEffect">
                                  <p:stCondLst>
                                    <p:cond delay="0"/>
                                  </p:stCondLst>
                                  <p:childTnLst>
                                    <p:set>
                                      <p:cBhvr>
                                        <p:cTn id="46" dur="1" fill="hold">
                                          <p:stCondLst>
                                            <p:cond delay="0"/>
                                          </p:stCondLst>
                                        </p:cTn>
                                        <p:tgtEl>
                                          <p:spTgt spid="14">
                                            <p:txEl>
                                              <p:pRg st="3" end="3"/>
                                            </p:txEl>
                                          </p:spTgt>
                                        </p:tgtEl>
                                        <p:attrNameLst>
                                          <p:attrName>style.visibility</p:attrName>
                                        </p:attrNameLst>
                                      </p:cBhvr>
                                      <p:to>
                                        <p:strVal val="visible"/>
                                      </p:to>
                                    </p:set>
                                    <p:animEffect transition="in" filter="fade">
                                      <p:cBhvr>
                                        <p:cTn id="47" dur="500"/>
                                        <p:tgtEl>
                                          <p:spTgt spid="14">
                                            <p:txEl>
                                              <p:pRg st="3" end="3"/>
                                            </p:txEl>
                                          </p:spTgt>
                                        </p:tgtEl>
                                      </p:cBhvr>
                                    </p:animEffect>
                                  </p:childTnLst>
                                </p:cTn>
                              </p:par>
                            </p:childTnLst>
                          </p:cTn>
                        </p:par>
                        <p:par>
                          <p:cTn id="48" fill="hold">
                            <p:stCondLst>
                              <p:cond delay="5500"/>
                            </p:stCondLst>
                            <p:childTnLst>
                              <p:par>
                                <p:cTn id="49" presetID="10" presetClass="entr" presetSubtype="0" fill="hold" grpId="0" nodeType="afterEffect">
                                  <p:stCondLst>
                                    <p:cond delay="0"/>
                                  </p:stCondLst>
                                  <p:childTnLst>
                                    <p:set>
                                      <p:cBhvr>
                                        <p:cTn id="50" dur="1" fill="hold">
                                          <p:stCondLst>
                                            <p:cond delay="0"/>
                                          </p:stCondLst>
                                        </p:cTn>
                                        <p:tgtEl>
                                          <p:spTgt spid="14">
                                            <p:txEl>
                                              <p:pRg st="4" end="4"/>
                                            </p:txEl>
                                          </p:spTgt>
                                        </p:tgtEl>
                                        <p:attrNameLst>
                                          <p:attrName>style.visibility</p:attrName>
                                        </p:attrNameLst>
                                      </p:cBhvr>
                                      <p:to>
                                        <p:strVal val="visible"/>
                                      </p:to>
                                    </p:set>
                                    <p:animEffect transition="in" filter="fade">
                                      <p:cBhvr>
                                        <p:cTn id="51" dur="500"/>
                                        <p:tgtEl>
                                          <p:spTgt spid="14">
                                            <p:txEl>
                                              <p:pRg st="4" end="4"/>
                                            </p:txEl>
                                          </p:spTgt>
                                        </p:tgtEl>
                                      </p:cBhvr>
                                    </p:animEffect>
                                  </p:childTnLst>
                                </p:cTn>
                              </p:par>
                            </p:childTnLst>
                          </p:cTn>
                        </p:par>
                        <p:par>
                          <p:cTn id="52" fill="hold">
                            <p:stCondLst>
                              <p:cond delay="6000"/>
                            </p:stCondLst>
                            <p:childTnLst>
                              <p:par>
                                <p:cTn id="53" presetID="10" presetClass="entr" presetSubtype="0" fill="hold" grpId="0" nodeType="afterEffect">
                                  <p:stCondLst>
                                    <p:cond delay="0"/>
                                  </p:stCondLst>
                                  <p:childTnLst>
                                    <p:set>
                                      <p:cBhvr>
                                        <p:cTn id="54" dur="1" fill="hold">
                                          <p:stCondLst>
                                            <p:cond delay="0"/>
                                          </p:stCondLst>
                                        </p:cTn>
                                        <p:tgtEl>
                                          <p:spTgt spid="14">
                                            <p:txEl>
                                              <p:pRg st="5" end="5"/>
                                            </p:txEl>
                                          </p:spTgt>
                                        </p:tgtEl>
                                        <p:attrNameLst>
                                          <p:attrName>style.visibility</p:attrName>
                                        </p:attrNameLst>
                                      </p:cBhvr>
                                      <p:to>
                                        <p:strVal val="visible"/>
                                      </p:to>
                                    </p:set>
                                    <p:animEffect transition="in" filter="fade">
                                      <p:cBhvr>
                                        <p:cTn id="55" dur="500"/>
                                        <p:tgtEl>
                                          <p:spTgt spid="14">
                                            <p:txEl>
                                              <p:pRg st="5" end="5"/>
                                            </p:txEl>
                                          </p:spTgt>
                                        </p:tgtEl>
                                      </p:cBhvr>
                                    </p:animEffect>
                                  </p:childTnLst>
                                </p:cTn>
                              </p:par>
                              <p:par>
                                <p:cTn id="56" presetID="63" presetClass="path" presetSubtype="0" accel="50000" decel="50000" fill="hold" nodeType="withEffect">
                                  <p:stCondLst>
                                    <p:cond delay="0"/>
                                  </p:stCondLst>
                                  <p:childTnLst>
                                    <p:animMotion origin="layout" path="M -0.10989 -0.01327 L 1.38837 -0.04352 " pathEditMode="relative" rAng="0" ptsTypes="AA">
                                      <p:cBhvr>
                                        <p:cTn id="57" dur="5000" fill="hold"/>
                                        <p:tgtEl>
                                          <p:spTgt spid="25"/>
                                        </p:tgtEl>
                                        <p:attrNameLst>
                                          <p:attrName>ppt_x</p:attrName>
                                          <p:attrName>ppt_y</p:attrName>
                                        </p:attrNameLst>
                                      </p:cBhvr>
                                      <p:rCtr x="74913" y="-1512"/>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3" grpId="0" build="p"/>
      <p:bldP spid="14"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119668" y="2595768"/>
            <a:ext cx="3232757" cy="2560198"/>
            <a:chOff x="0" y="0"/>
            <a:chExt cx="8620685" cy="6827195"/>
          </a:xfrm>
          <a:solidFill>
            <a:srgbClr val="0070C0"/>
          </a:solidFill>
        </p:grpSpPr>
        <p:sp>
          <p:nvSpPr>
            <p:cNvPr id="3" name="Freeform 3"/>
            <p:cNvSpPr/>
            <p:nvPr/>
          </p:nvSpPr>
          <p:spPr>
            <a:xfrm>
              <a:off x="0" y="0"/>
              <a:ext cx="8620633" cy="6827139"/>
            </a:xfrm>
            <a:custGeom>
              <a:avLst/>
              <a:gdLst/>
              <a:ahLst/>
              <a:cxnLst/>
              <a:rect l="l" t="t" r="r" b="b"/>
              <a:pathLst>
                <a:path w="8620633" h="6827139">
                  <a:moveTo>
                    <a:pt x="0" y="6827139"/>
                  </a:moveTo>
                  <a:lnTo>
                    <a:pt x="8620633" y="6827139"/>
                  </a:lnTo>
                  <a:lnTo>
                    <a:pt x="0" y="0"/>
                  </a:lnTo>
                  <a:close/>
                </a:path>
              </a:pathLst>
            </a:custGeom>
            <a:grpFill/>
          </p:spPr>
          <p:txBody>
            <a:bodyPr/>
            <a:lstStyle/>
            <a:p>
              <a:endParaRPr lang="en-US"/>
            </a:p>
          </p:txBody>
        </p:sp>
      </p:grpSp>
      <p:grpSp>
        <p:nvGrpSpPr>
          <p:cNvPr id="4" name="Group 4"/>
          <p:cNvGrpSpPr/>
          <p:nvPr/>
        </p:nvGrpSpPr>
        <p:grpSpPr>
          <a:xfrm>
            <a:off x="-960579" y="2691831"/>
            <a:ext cx="1526503" cy="1923517"/>
            <a:chOff x="0" y="0"/>
            <a:chExt cx="4070675" cy="5129379"/>
          </a:xfrm>
        </p:grpSpPr>
        <p:sp>
          <p:nvSpPr>
            <p:cNvPr id="5" name="Freeform 5"/>
            <p:cNvSpPr/>
            <p:nvPr/>
          </p:nvSpPr>
          <p:spPr>
            <a:xfrm>
              <a:off x="0" y="0"/>
              <a:ext cx="4070604" cy="5129403"/>
            </a:xfrm>
            <a:custGeom>
              <a:avLst/>
              <a:gdLst/>
              <a:ahLst/>
              <a:cxnLst/>
              <a:rect l="l" t="t" r="r" b="b"/>
              <a:pathLst>
                <a:path w="4070604" h="5129403">
                  <a:moveTo>
                    <a:pt x="0" y="0"/>
                  </a:moveTo>
                  <a:cubicBezTo>
                    <a:pt x="0" y="0"/>
                    <a:pt x="42799" y="575945"/>
                    <a:pt x="441833" y="860552"/>
                  </a:cubicBezTo>
                  <a:cubicBezTo>
                    <a:pt x="839978" y="1145032"/>
                    <a:pt x="70993" y="1345057"/>
                    <a:pt x="441833" y="1800479"/>
                  </a:cubicBezTo>
                  <a:cubicBezTo>
                    <a:pt x="811784" y="2255901"/>
                    <a:pt x="1779905" y="2043938"/>
                    <a:pt x="1979803" y="2378075"/>
                  </a:cubicBezTo>
                  <a:cubicBezTo>
                    <a:pt x="2178939" y="2712085"/>
                    <a:pt x="1479042" y="4036568"/>
                    <a:pt x="1843151" y="4570603"/>
                  </a:cubicBezTo>
                  <a:cubicBezTo>
                    <a:pt x="2207260" y="5104638"/>
                    <a:pt x="2543810" y="5129403"/>
                    <a:pt x="2543810" y="5129403"/>
                  </a:cubicBezTo>
                  <a:lnTo>
                    <a:pt x="4070604" y="3224784"/>
                  </a:lnTo>
                  <a:close/>
                </a:path>
              </a:pathLst>
            </a:custGeom>
            <a:solidFill>
              <a:srgbClr val="FFFFFF">
                <a:alpha val="16863"/>
              </a:srgbClr>
            </a:solidFill>
          </p:spPr>
          <p:txBody>
            <a:bodyPr/>
            <a:lstStyle/>
            <a:p>
              <a:endParaRPr lang="en-US"/>
            </a:p>
          </p:txBody>
        </p:sp>
      </p:grpSp>
      <p:sp>
        <p:nvSpPr>
          <p:cNvPr id="6" name="Freeform 6"/>
          <p:cNvSpPr/>
          <p:nvPr/>
        </p:nvSpPr>
        <p:spPr>
          <a:xfrm>
            <a:off x="154729" y="4113436"/>
            <a:ext cx="724950" cy="1019250"/>
          </a:xfrm>
          <a:custGeom>
            <a:avLst/>
            <a:gdLst/>
            <a:ahLst/>
            <a:cxnLst/>
            <a:rect l="l" t="t" r="r" b="b"/>
            <a:pathLst>
              <a:path w="1449900" h="2038500">
                <a:moveTo>
                  <a:pt x="0" y="0"/>
                </a:moveTo>
                <a:lnTo>
                  <a:pt x="1449900" y="0"/>
                </a:lnTo>
                <a:lnTo>
                  <a:pt x="1449900" y="2038500"/>
                </a:lnTo>
                <a:lnTo>
                  <a:pt x="0" y="20385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7" name="Freeform 7"/>
          <p:cNvSpPr/>
          <p:nvPr/>
        </p:nvSpPr>
        <p:spPr>
          <a:xfrm>
            <a:off x="2106860" y="4596611"/>
            <a:ext cx="389150" cy="536075"/>
          </a:xfrm>
          <a:custGeom>
            <a:avLst/>
            <a:gdLst/>
            <a:ahLst/>
            <a:cxnLst/>
            <a:rect l="l" t="t" r="r" b="b"/>
            <a:pathLst>
              <a:path w="778300" h="1072150">
                <a:moveTo>
                  <a:pt x="0" y="0"/>
                </a:moveTo>
                <a:lnTo>
                  <a:pt x="778300" y="0"/>
                </a:lnTo>
                <a:lnTo>
                  <a:pt x="778300" y="1072150"/>
                </a:lnTo>
                <a:lnTo>
                  <a:pt x="0" y="107215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grpSp>
        <p:nvGrpSpPr>
          <p:cNvPr id="8" name="Group 8"/>
          <p:cNvGrpSpPr/>
          <p:nvPr/>
        </p:nvGrpSpPr>
        <p:grpSpPr>
          <a:xfrm>
            <a:off x="-8925" y="123275"/>
            <a:ext cx="3504800" cy="490625"/>
            <a:chOff x="0" y="0"/>
            <a:chExt cx="9346133" cy="1308333"/>
          </a:xfrm>
        </p:grpSpPr>
        <p:sp>
          <p:nvSpPr>
            <p:cNvPr id="9" name="Freeform 9"/>
            <p:cNvSpPr/>
            <p:nvPr/>
          </p:nvSpPr>
          <p:spPr>
            <a:xfrm>
              <a:off x="0" y="0"/>
              <a:ext cx="9346057" cy="1308354"/>
            </a:xfrm>
            <a:custGeom>
              <a:avLst/>
              <a:gdLst/>
              <a:ahLst/>
              <a:cxnLst/>
              <a:rect l="l" t="t" r="r" b="b"/>
              <a:pathLst>
                <a:path w="9346057" h="1308354">
                  <a:moveTo>
                    <a:pt x="3055493" y="159893"/>
                  </a:moveTo>
                  <a:cubicBezTo>
                    <a:pt x="2537079" y="518287"/>
                    <a:pt x="0" y="159893"/>
                    <a:pt x="0" y="159893"/>
                  </a:cubicBezTo>
                  <a:lnTo>
                    <a:pt x="0" y="1308354"/>
                  </a:lnTo>
                  <a:cubicBezTo>
                    <a:pt x="0" y="1308354"/>
                    <a:pt x="3886200" y="482854"/>
                    <a:pt x="4227830" y="318770"/>
                  </a:cubicBezTo>
                  <a:cubicBezTo>
                    <a:pt x="4568444" y="155829"/>
                    <a:pt x="9346057" y="160020"/>
                    <a:pt x="9346057" y="160020"/>
                  </a:cubicBezTo>
                  <a:cubicBezTo>
                    <a:pt x="9346057" y="160020"/>
                    <a:pt x="6780784" y="0"/>
                    <a:pt x="4917567" y="0"/>
                  </a:cubicBezTo>
                  <a:cubicBezTo>
                    <a:pt x="3985514" y="0"/>
                    <a:pt x="3228975" y="39751"/>
                    <a:pt x="3055493" y="159893"/>
                  </a:cubicBezTo>
                  <a:close/>
                </a:path>
              </a:pathLst>
            </a:custGeom>
            <a:solidFill>
              <a:srgbClr val="FFFFFF">
                <a:alpha val="16863"/>
              </a:srgbClr>
            </a:solidFill>
          </p:spPr>
          <p:txBody>
            <a:bodyPr/>
            <a:lstStyle/>
            <a:p>
              <a:endParaRPr lang="en-US"/>
            </a:p>
          </p:txBody>
        </p:sp>
      </p:grpSp>
      <p:sp>
        <p:nvSpPr>
          <p:cNvPr id="10" name="Freeform 10"/>
          <p:cNvSpPr/>
          <p:nvPr/>
        </p:nvSpPr>
        <p:spPr>
          <a:xfrm>
            <a:off x="1252960" y="4407050"/>
            <a:ext cx="853900" cy="770400"/>
          </a:xfrm>
          <a:custGeom>
            <a:avLst/>
            <a:gdLst/>
            <a:ahLst/>
            <a:cxnLst/>
            <a:rect l="l" t="t" r="r" b="b"/>
            <a:pathLst>
              <a:path w="1707800" h="1540800">
                <a:moveTo>
                  <a:pt x="0" y="0"/>
                </a:moveTo>
                <a:lnTo>
                  <a:pt x="1707800" y="0"/>
                </a:lnTo>
                <a:lnTo>
                  <a:pt x="1707800" y="1540800"/>
                </a:lnTo>
                <a:lnTo>
                  <a:pt x="0" y="15408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a:p>
        </p:txBody>
      </p:sp>
      <p:sp>
        <p:nvSpPr>
          <p:cNvPr id="11" name="TextBox 11"/>
          <p:cNvSpPr txBox="1"/>
          <p:nvPr/>
        </p:nvSpPr>
        <p:spPr>
          <a:xfrm>
            <a:off x="3301444" y="708106"/>
            <a:ext cx="5056433" cy="553998"/>
          </a:xfrm>
          <a:prstGeom prst="rect">
            <a:avLst/>
          </a:prstGeom>
        </p:spPr>
        <p:txBody>
          <a:bodyPr wrap="square" lIns="0" tIns="0" rIns="0" bIns="0" rtlCol="0" anchor="t">
            <a:spAutoFit/>
          </a:bodyPr>
          <a:lstStyle/>
          <a:p>
            <a:pPr lvl="0"/>
            <a:r>
              <a:rPr lang="en-US" sz="3600" dirty="0">
                <a:solidFill>
                  <a:srgbClr val="002E50"/>
                </a:solidFill>
              </a:rPr>
              <a:t>Sales Analysis</a:t>
            </a:r>
          </a:p>
        </p:txBody>
      </p:sp>
      <p:sp>
        <p:nvSpPr>
          <p:cNvPr id="13" name="TextBox 13"/>
          <p:cNvSpPr txBox="1"/>
          <p:nvPr/>
        </p:nvSpPr>
        <p:spPr>
          <a:xfrm>
            <a:off x="999890" y="1204054"/>
            <a:ext cx="4567845" cy="3152081"/>
          </a:xfrm>
          <a:prstGeom prst="rect">
            <a:avLst/>
          </a:prstGeom>
        </p:spPr>
        <p:txBody>
          <a:bodyPr wrap="square" lIns="0" tIns="0" rIns="0" bIns="0" rtlCol="0" anchor="t">
            <a:spAutoFit/>
          </a:bodyPr>
          <a:lstStyle/>
          <a:p>
            <a:pPr marL="342900" marR="0" lvl="0" indent="-342900" rtl="0">
              <a:lnSpc>
                <a:spcPct val="150000"/>
              </a:lnSpc>
              <a:spcBef>
                <a:spcPts val="1200"/>
              </a:spcBef>
              <a:spcAft>
                <a:spcPts val="0"/>
              </a:spcAft>
              <a:buClr>
                <a:srgbClr val="002E50"/>
              </a:buClr>
              <a:buFont typeface="+mj-lt"/>
              <a:buAutoNum type="arabicPeriod"/>
            </a:pPr>
            <a:r>
              <a:rPr lang="en-US"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rPr>
              <a:t>What is the total revenue and net revenue?</a:t>
            </a:r>
          </a:p>
          <a:p>
            <a:pPr marL="342900" marR="0" lvl="0" indent="-342900" rtl="0">
              <a:lnSpc>
                <a:spcPct val="150000"/>
              </a:lnSpc>
              <a:spcBef>
                <a:spcPts val="1200"/>
              </a:spcBef>
              <a:spcAft>
                <a:spcPts val="0"/>
              </a:spcAft>
              <a:buClr>
                <a:srgbClr val="002E50"/>
              </a:buClr>
              <a:buFont typeface="+mj-lt"/>
              <a:buAutoNum type="arabicPeriod"/>
            </a:pPr>
            <a:r>
              <a:rPr lang="en-US"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rPr>
              <a:t>What is the total refund?</a:t>
            </a:r>
          </a:p>
          <a:p>
            <a:pPr marL="342900" marR="0" lvl="0" indent="-342900" rtl="0">
              <a:lnSpc>
                <a:spcPct val="150000"/>
              </a:lnSpc>
              <a:spcBef>
                <a:spcPts val="1200"/>
              </a:spcBef>
              <a:spcAft>
                <a:spcPts val="0"/>
              </a:spcAft>
              <a:buClr>
                <a:srgbClr val="002E50"/>
              </a:buClr>
              <a:buFont typeface="+mj-lt"/>
              <a:buAutoNum type="arabicPeriod"/>
            </a:pPr>
            <a:r>
              <a:rPr lang="en-US"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rPr>
              <a:t>What is the average ticket price?</a:t>
            </a:r>
          </a:p>
          <a:p>
            <a:pPr marL="342900" marR="0" lvl="0" indent="-342900" rtl="0">
              <a:lnSpc>
                <a:spcPct val="150000"/>
              </a:lnSpc>
              <a:spcBef>
                <a:spcPts val="1200"/>
              </a:spcBef>
              <a:spcAft>
                <a:spcPts val="0"/>
              </a:spcAft>
              <a:buClr>
                <a:srgbClr val="002E50"/>
              </a:buClr>
              <a:buFont typeface="+mj-lt"/>
              <a:buAutoNum type="arabicPeriod"/>
            </a:pPr>
            <a:r>
              <a:rPr lang="en-US"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rPr>
              <a:t>What is the top 5 Routes by Revenue?</a:t>
            </a:r>
          </a:p>
          <a:p>
            <a:pPr marL="342900" marR="0" lvl="0" indent="-342900" rtl="0">
              <a:lnSpc>
                <a:spcPct val="150000"/>
              </a:lnSpc>
              <a:spcBef>
                <a:spcPts val="1200"/>
              </a:spcBef>
              <a:spcAft>
                <a:spcPts val="0"/>
              </a:spcAft>
              <a:buClr>
                <a:srgbClr val="002E50"/>
              </a:buClr>
              <a:buFont typeface="+mj-lt"/>
              <a:buAutoNum type="arabicPeriod"/>
            </a:pPr>
            <a:r>
              <a:rPr lang="en-US"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rPr>
              <a:t>What is the bottom 5 Routes by Revenue?</a:t>
            </a:r>
          </a:p>
          <a:p>
            <a:pPr marL="342900" marR="0" lvl="0" indent="-342900" rtl="0">
              <a:lnSpc>
                <a:spcPct val="150000"/>
              </a:lnSpc>
              <a:spcBef>
                <a:spcPts val="1200"/>
              </a:spcBef>
              <a:spcAft>
                <a:spcPts val="0"/>
              </a:spcAft>
              <a:buClr>
                <a:srgbClr val="002E50"/>
              </a:buClr>
              <a:buFont typeface="+mj-lt"/>
              <a:buAutoNum type="arabicPeriod"/>
            </a:pPr>
            <a:r>
              <a:rPr lang="en-US"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rPr>
              <a:t>How is revenue distributed by payment method?</a:t>
            </a:r>
          </a:p>
          <a:p>
            <a:pPr marL="342900" marR="0" lvl="0" indent="-342900" rtl="0">
              <a:lnSpc>
                <a:spcPct val="150000"/>
              </a:lnSpc>
              <a:spcBef>
                <a:spcPts val="1200"/>
              </a:spcBef>
              <a:spcAft>
                <a:spcPts val="0"/>
              </a:spcAft>
              <a:buClr>
                <a:srgbClr val="002E50"/>
              </a:buClr>
              <a:buFont typeface="+mj-lt"/>
              <a:buAutoNum type="arabicPeriod"/>
            </a:pPr>
            <a:r>
              <a:rPr lang="en-US"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rPr>
              <a:t>How is revenue distributed by Purchase Type?</a:t>
            </a:r>
          </a:p>
        </p:txBody>
      </p:sp>
      <p:sp>
        <p:nvSpPr>
          <p:cNvPr id="14" name="TextBox 14"/>
          <p:cNvSpPr txBox="1"/>
          <p:nvPr/>
        </p:nvSpPr>
        <p:spPr>
          <a:xfrm>
            <a:off x="5045616" y="1307325"/>
            <a:ext cx="4260254" cy="2675028"/>
          </a:xfrm>
          <a:prstGeom prst="rect">
            <a:avLst/>
          </a:prstGeom>
        </p:spPr>
        <p:txBody>
          <a:bodyPr wrap="square" lIns="0" tIns="0" rIns="0" bIns="0" rtlCol="0" anchor="t">
            <a:spAutoFit/>
          </a:bodyPr>
          <a:lstStyle/>
          <a:p>
            <a:pPr marL="342900" marR="0" lvl="0" indent="-342900">
              <a:lnSpc>
                <a:spcPct val="150000"/>
              </a:lnSpc>
              <a:spcBef>
                <a:spcPts val="1200"/>
              </a:spcBef>
              <a:spcAft>
                <a:spcPts val="0"/>
              </a:spcAft>
              <a:buClr>
                <a:srgbClr val="002E50"/>
              </a:buClr>
              <a:buFont typeface="+mj-lt"/>
              <a:buAutoNum type="arabicPeriod" startAt="8"/>
            </a:pPr>
            <a:r>
              <a:rPr lang="en-US"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rPr>
              <a:t>How are ticket sales distributed by ticket type?</a:t>
            </a:r>
          </a:p>
          <a:p>
            <a:pPr marL="342900" marR="0" lvl="0" indent="-342900">
              <a:lnSpc>
                <a:spcPct val="150000"/>
              </a:lnSpc>
              <a:spcBef>
                <a:spcPts val="1200"/>
              </a:spcBef>
              <a:spcAft>
                <a:spcPts val="0"/>
              </a:spcAft>
              <a:buClr>
                <a:srgbClr val="002E50"/>
              </a:buClr>
              <a:buFont typeface="+mj-lt"/>
              <a:buAutoNum type="arabicPeriod" startAt="8"/>
            </a:pPr>
            <a:r>
              <a:rPr lang="en-US"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rPr>
              <a:t>What is the monthly Trend of Net Revenue?</a:t>
            </a:r>
          </a:p>
          <a:p>
            <a:pPr marL="342900" marR="0" lvl="0" indent="-342900">
              <a:lnSpc>
                <a:spcPct val="150000"/>
              </a:lnSpc>
              <a:spcBef>
                <a:spcPts val="1200"/>
              </a:spcBef>
              <a:spcAft>
                <a:spcPts val="0"/>
              </a:spcAft>
              <a:buClr>
                <a:srgbClr val="002E50"/>
              </a:buClr>
              <a:buFont typeface="+mj-lt"/>
              <a:buAutoNum type="arabicPeriod" startAt="8"/>
            </a:pPr>
            <a:r>
              <a:rPr lang="en-US"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rPr>
              <a:t>What is the Average Net Revenue per Day Type?</a:t>
            </a:r>
          </a:p>
          <a:p>
            <a:pPr marL="342900" marR="0" lvl="0" indent="-342900">
              <a:lnSpc>
                <a:spcPct val="150000"/>
              </a:lnSpc>
              <a:spcBef>
                <a:spcPts val="1200"/>
              </a:spcBef>
              <a:spcAft>
                <a:spcPts val="0"/>
              </a:spcAft>
              <a:buClr>
                <a:srgbClr val="002E50"/>
              </a:buClr>
              <a:buFont typeface="+mj-lt"/>
              <a:buAutoNum type="arabicPeriod" startAt="8"/>
            </a:pPr>
            <a:r>
              <a:rPr lang="en-US"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rPr>
              <a:t>What is the Net Revenue by Journey Statues?</a:t>
            </a:r>
          </a:p>
          <a:p>
            <a:pPr marL="342900" marR="0" lvl="0" indent="-342900">
              <a:lnSpc>
                <a:spcPct val="150000"/>
              </a:lnSpc>
              <a:spcBef>
                <a:spcPts val="1200"/>
              </a:spcBef>
              <a:spcAft>
                <a:spcPts val="0"/>
              </a:spcAft>
              <a:buClr>
                <a:srgbClr val="002E50"/>
              </a:buClr>
              <a:buFont typeface="+mj-lt"/>
              <a:buAutoNum type="arabicPeriod" startAt="8"/>
            </a:pPr>
            <a:r>
              <a:rPr lang="en-US"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rPr>
              <a:t>What is the Impact of Delay Time on refund?</a:t>
            </a:r>
          </a:p>
          <a:p>
            <a:pPr marL="342900" marR="0" lvl="0" indent="-342900">
              <a:lnSpc>
                <a:spcPct val="150000"/>
              </a:lnSpc>
              <a:spcBef>
                <a:spcPts val="1200"/>
              </a:spcBef>
              <a:spcAft>
                <a:spcPts val="0"/>
              </a:spcAft>
              <a:buClr>
                <a:srgbClr val="002E50"/>
              </a:buClr>
              <a:buFont typeface="+mj-lt"/>
              <a:buAutoNum type="arabicPeriod" startAt="8"/>
            </a:pPr>
            <a:r>
              <a:rPr lang="en-US"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rPr>
              <a:t>What is the total refund by journey statues?</a:t>
            </a:r>
          </a:p>
        </p:txBody>
      </p:sp>
      <p:sp>
        <p:nvSpPr>
          <p:cNvPr id="15" name="TextBox 15"/>
          <p:cNvSpPr txBox="1"/>
          <p:nvPr/>
        </p:nvSpPr>
        <p:spPr>
          <a:xfrm>
            <a:off x="758962" y="296046"/>
            <a:ext cx="7626075" cy="502189"/>
          </a:xfrm>
          <a:prstGeom prst="rect">
            <a:avLst/>
          </a:prstGeom>
        </p:spPr>
        <p:txBody>
          <a:bodyPr lIns="0" tIns="0" rIns="0" bIns="0" rtlCol="0" anchor="t">
            <a:spAutoFit/>
          </a:bodyPr>
          <a:lstStyle/>
          <a:p>
            <a:pPr algn="ctr">
              <a:lnSpc>
                <a:spcPts val="3360"/>
              </a:lnSpc>
            </a:pPr>
            <a:r>
              <a:rPr lang="en-US" sz="5500" b="1" dirty="0">
                <a:solidFill>
                  <a:srgbClr val="002E50"/>
                </a:solidFill>
              </a:rPr>
              <a:t>Analysis Questions</a:t>
            </a:r>
            <a:endParaRPr lang="en-US" sz="5500" b="1" dirty="0">
              <a:solidFill>
                <a:srgbClr val="002E50"/>
              </a:solidFill>
              <a:latin typeface="Arimo"/>
              <a:ea typeface="Arimo"/>
              <a:cs typeface="Arimo"/>
              <a:sym typeface="Arimo"/>
            </a:endParaRPr>
          </a:p>
        </p:txBody>
      </p:sp>
      <p:sp>
        <p:nvSpPr>
          <p:cNvPr id="24" name="Google Shape;1207;p31">
            <a:extLst>
              <a:ext uri="{FF2B5EF4-FFF2-40B4-BE49-F238E27FC236}">
                <a16:creationId xmlns:a16="http://schemas.microsoft.com/office/drawing/2014/main" id="{04708B05-BAB9-3E35-1DE6-360F934F4D58}"/>
              </a:ext>
            </a:extLst>
          </p:cNvPr>
          <p:cNvSpPr/>
          <p:nvPr/>
        </p:nvSpPr>
        <p:spPr>
          <a:xfrm>
            <a:off x="8025632" y="378784"/>
            <a:ext cx="883583" cy="883564"/>
          </a:xfrm>
          <a:custGeom>
            <a:avLst/>
            <a:gdLst/>
            <a:ahLst/>
            <a:cxnLst/>
            <a:rect l="l" t="t" r="r" b="b"/>
            <a:pathLst>
              <a:path w="45990" h="45989" extrusionOk="0">
                <a:moveTo>
                  <a:pt x="1" y="22995"/>
                </a:moveTo>
                <a:cubicBezTo>
                  <a:pt x="1" y="35691"/>
                  <a:pt x="10299" y="45989"/>
                  <a:pt x="22995" y="45989"/>
                </a:cubicBezTo>
                <a:lnTo>
                  <a:pt x="22995" y="45989"/>
                </a:lnTo>
                <a:cubicBezTo>
                  <a:pt x="35691" y="45989"/>
                  <a:pt x="45989" y="35691"/>
                  <a:pt x="45989" y="22995"/>
                </a:cubicBezTo>
                <a:lnTo>
                  <a:pt x="45989" y="22995"/>
                </a:lnTo>
                <a:cubicBezTo>
                  <a:pt x="45989" y="10298"/>
                  <a:pt x="35691" y="0"/>
                  <a:pt x="22995" y="0"/>
                </a:cubicBezTo>
                <a:lnTo>
                  <a:pt x="22995" y="0"/>
                </a:lnTo>
                <a:cubicBezTo>
                  <a:pt x="10299" y="0"/>
                  <a:pt x="1" y="10298"/>
                  <a:pt x="1" y="22995"/>
                </a:cubicBezTo>
                <a:close/>
              </a:path>
            </a:pathLst>
          </a:custGeom>
          <a:solidFill>
            <a:srgbClr val="0070C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Freeform 17"/>
          <p:cNvSpPr/>
          <p:nvPr/>
        </p:nvSpPr>
        <p:spPr>
          <a:xfrm rot="21449085">
            <a:off x="-108965" y="4349190"/>
            <a:ext cx="9276784" cy="1398672"/>
          </a:xfrm>
          <a:custGeom>
            <a:avLst/>
            <a:gdLst/>
            <a:ahLst/>
            <a:cxnLst/>
            <a:rect l="l" t="t" r="r" b="b"/>
            <a:pathLst>
              <a:path w="18553568" h="2797344">
                <a:moveTo>
                  <a:pt x="0" y="0"/>
                </a:moveTo>
                <a:lnTo>
                  <a:pt x="18553568" y="0"/>
                </a:lnTo>
                <a:lnTo>
                  <a:pt x="18553568" y="2797344"/>
                </a:lnTo>
                <a:lnTo>
                  <a:pt x="0" y="2797344"/>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US"/>
          </a:p>
        </p:txBody>
      </p:sp>
      <p:grpSp>
        <p:nvGrpSpPr>
          <p:cNvPr id="20" name="Group 20"/>
          <p:cNvGrpSpPr/>
          <p:nvPr/>
        </p:nvGrpSpPr>
        <p:grpSpPr>
          <a:xfrm>
            <a:off x="5621450" y="217675"/>
            <a:ext cx="3572600" cy="500050"/>
            <a:chOff x="0" y="0"/>
            <a:chExt cx="9526933" cy="1333467"/>
          </a:xfrm>
        </p:grpSpPr>
        <p:sp>
          <p:nvSpPr>
            <p:cNvPr id="21" name="Freeform 21"/>
            <p:cNvSpPr/>
            <p:nvPr/>
          </p:nvSpPr>
          <p:spPr>
            <a:xfrm>
              <a:off x="127" y="127"/>
              <a:ext cx="9526778" cy="1333373"/>
            </a:xfrm>
            <a:custGeom>
              <a:avLst/>
              <a:gdLst/>
              <a:ahLst/>
              <a:cxnLst/>
              <a:rect l="l" t="t" r="r" b="b"/>
              <a:pathLst>
                <a:path w="9526778" h="1333373">
                  <a:moveTo>
                    <a:pt x="0" y="161925"/>
                  </a:moveTo>
                  <a:cubicBezTo>
                    <a:pt x="0" y="161925"/>
                    <a:pt x="4869434" y="158750"/>
                    <a:pt x="5217414" y="324993"/>
                  </a:cubicBezTo>
                  <a:cubicBezTo>
                    <a:pt x="5565394" y="491236"/>
                    <a:pt x="9526778" y="1333373"/>
                    <a:pt x="9526778" y="1333373"/>
                  </a:cubicBezTo>
                  <a:lnTo>
                    <a:pt x="9526778" y="161925"/>
                  </a:lnTo>
                  <a:cubicBezTo>
                    <a:pt x="9526778" y="161925"/>
                    <a:pt x="6941566" y="527685"/>
                    <a:pt x="6411722" y="161925"/>
                  </a:cubicBezTo>
                  <a:cubicBezTo>
                    <a:pt x="6235192" y="40640"/>
                    <a:pt x="5464048" y="0"/>
                    <a:pt x="4514088" y="0"/>
                  </a:cubicBezTo>
                  <a:cubicBezTo>
                    <a:pt x="2614422" y="0"/>
                    <a:pt x="0" y="161925"/>
                    <a:pt x="0" y="161925"/>
                  </a:cubicBezTo>
                </a:path>
              </a:pathLst>
            </a:custGeom>
            <a:solidFill>
              <a:srgbClr val="FFFFFF">
                <a:alpha val="16863"/>
              </a:srgbClr>
            </a:solidFill>
          </p:spPr>
          <p:txBody>
            <a:bodyPr/>
            <a:lstStyle/>
            <a:p>
              <a:endParaRPr lang="en-US"/>
            </a:p>
          </p:txBody>
        </p:sp>
      </p:grpSp>
      <p:sp>
        <p:nvSpPr>
          <p:cNvPr id="22" name="Freeform 22"/>
          <p:cNvSpPr/>
          <p:nvPr/>
        </p:nvSpPr>
        <p:spPr>
          <a:xfrm>
            <a:off x="1551468" y="773936"/>
            <a:ext cx="260654" cy="236427"/>
          </a:xfrm>
          <a:custGeom>
            <a:avLst/>
            <a:gdLst/>
            <a:ahLst/>
            <a:cxnLst/>
            <a:rect l="l" t="t" r="r" b="b"/>
            <a:pathLst>
              <a:path w="521307" h="472854">
                <a:moveTo>
                  <a:pt x="0" y="0"/>
                </a:moveTo>
                <a:lnTo>
                  <a:pt x="521306" y="0"/>
                </a:lnTo>
                <a:lnTo>
                  <a:pt x="521306" y="472854"/>
                </a:lnTo>
                <a:lnTo>
                  <a:pt x="0" y="472854"/>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en-US"/>
          </a:p>
        </p:txBody>
      </p:sp>
      <p:sp>
        <p:nvSpPr>
          <p:cNvPr id="23" name="Freeform 23"/>
          <p:cNvSpPr/>
          <p:nvPr/>
        </p:nvSpPr>
        <p:spPr>
          <a:xfrm>
            <a:off x="582893" y="1071236"/>
            <a:ext cx="260654" cy="236427"/>
          </a:xfrm>
          <a:custGeom>
            <a:avLst/>
            <a:gdLst/>
            <a:ahLst/>
            <a:cxnLst/>
            <a:rect l="l" t="t" r="r" b="b"/>
            <a:pathLst>
              <a:path w="521307" h="472854">
                <a:moveTo>
                  <a:pt x="0" y="0"/>
                </a:moveTo>
                <a:lnTo>
                  <a:pt x="521306" y="0"/>
                </a:lnTo>
                <a:lnTo>
                  <a:pt x="521306" y="472854"/>
                </a:lnTo>
                <a:lnTo>
                  <a:pt x="0" y="472854"/>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en-US"/>
          </a:p>
        </p:txBody>
      </p:sp>
      <p:grpSp>
        <p:nvGrpSpPr>
          <p:cNvPr id="25" name="Google Shape;1117;p30">
            <a:extLst>
              <a:ext uri="{FF2B5EF4-FFF2-40B4-BE49-F238E27FC236}">
                <a16:creationId xmlns:a16="http://schemas.microsoft.com/office/drawing/2014/main" id="{C8D4CF0C-3ABC-D1CF-8F0B-38DE58D745D6}"/>
              </a:ext>
            </a:extLst>
          </p:cNvPr>
          <p:cNvGrpSpPr/>
          <p:nvPr/>
        </p:nvGrpSpPr>
        <p:grpSpPr>
          <a:xfrm>
            <a:off x="-3440106" y="3968318"/>
            <a:ext cx="3304919" cy="877464"/>
            <a:chOff x="3962175" y="2631750"/>
            <a:chExt cx="3075700" cy="952625"/>
          </a:xfrm>
        </p:grpSpPr>
        <p:sp>
          <p:nvSpPr>
            <p:cNvPr id="26" name="Google Shape;1118;p30">
              <a:extLst>
                <a:ext uri="{FF2B5EF4-FFF2-40B4-BE49-F238E27FC236}">
                  <a16:creationId xmlns:a16="http://schemas.microsoft.com/office/drawing/2014/main" id="{612AE22B-327B-C572-DB59-ADCD16E66B05}"/>
                </a:ext>
              </a:extLst>
            </p:cNvPr>
            <p:cNvSpPr/>
            <p:nvPr/>
          </p:nvSpPr>
          <p:spPr>
            <a:xfrm>
              <a:off x="3962175" y="3227750"/>
              <a:ext cx="3075700" cy="356625"/>
            </a:xfrm>
            <a:custGeom>
              <a:avLst/>
              <a:gdLst/>
              <a:ahLst/>
              <a:cxnLst/>
              <a:rect l="l" t="t" r="r" b="b"/>
              <a:pathLst>
                <a:path w="123028" h="14265" extrusionOk="0">
                  <a:moveTo>
                    <a:pt x="114046" y="1"/>
                  </a:moveTo>
                  <a:lnTo>
                    <a:pt x="114046" y="1239"/>
                  </a:lnTo>
                  <a:lnTo>
                    <a:pt x="114579" y="1239"/>
                  </a:lnTo>
                  <a:lnTo>
                    <a:pt x="114579" y="3167"/>
                  </a:lnTo>
                  <a:lnTo>
                    <a:pt x="109877" y="3167"/>
                  </a:lnTo>
                  <a:lnTo>
                    <a:pt x="109877" y="2728"/>
                  </a:lnTo>
                  <a:lnTo>
                    <a:pt x="108984" y="2728"/>
                  </a:lnTo>
                  <a:lnTo>
                    <a:pt x="108984" y="1913"/>
                  </a:lnTo>
                  <a:cubicBezTo>
                    <a:pt x="108984" y="1411"/>
                    <a:pt x="108513" y="1004"/>
                    <a:pt x="107980" y="1098"/>
                  </a:cubicBezTo>
                  <a:lnTo>
                    <a:pt x="107980" y="1098"/>
                  </a:lnTo>
                  <a:cubicBezTo>
                    <a:pt x="107573" y="1161"/>
                    <a:pt x="107291" y="1553"/>
                    <a:pt x="107291" y="1960"/>
                  </a:cubicBezTo>
                  <a:lnTo>
                    <a:pt x="107291" y="1960"/>
                  </a:lnTo>
                  <a:lnTo>
                    <a:pt x="107291" y="2728"/>
                  </a:lnTo>
                  <a:lnTo>
                    <a:pt x="106397" y="2728"/>
                  </a:lnTo>
                  <a:lnTo>
                    <a:pt x="106397" y="3167"/>
                  </a:lnTo>
                  <a:lnTo>
                    <a:pt x="105237" y="3167"/>
                  </a:lnTo>
                  <a:lnTo>
                    <a:pt x="105237" y="1615"/>
                  </a:lnTo>
                  <a:lnTo>
                    <a:pt x="103921" y="1615"/>
                  </a:lnTo>
                  <a:lnTo>
                    <a:pt x="103921" y="3167"/>
                  </a:lnTo>
                  <a:lnTo>
                    <a:pt x="100112" y="3167"/>
                  </a:lnTo>
                  <a:lnTo>
                    <a:pt x="100112" y="1521"/>
                  </a:lnTo>
                  <a:cubicBezTo>
                    <a:pt x="100112" y="675"/>
                    <a:pt x="99438" y="1"/>
                    <a:pt x="98591" y="1"/>
                  </a:cubicBezTo>
                  <a:lnTo>
                    <a:pt x="98591" y="1"/>
                  </a:lnTo>
                  <a:lnTo>
                    <a:pt x="88403" y="1"/>
                  </a:lnTo>
                  <a:cubicBezTo>
                    <a:pt x="87870" y="1"/>
                    <a:pt x="87431" y="440"/>
                    <a:pt x="87463" y="988"/>
                  </a:cubicBezTo>
                  <a:lnTo>
                    <a:pt x="87463" y="988"/>
                  </a:lnTo>
                  <a:cubicBezTo>
                    <a:pt x="87494" y="1490"/>
                    <a:pt x="87949" y="1882"/>
                    <a:pt x="88466" y="1882"/>
                  </a:cubicBezTo>
                  <a:lnTo>
                    <a:pt x="88466" y="1882"/>
                  </a:lnTo>
                  <a:lnTo>
                    <a:pt x="92149" y="1882"/>
                  </a:lnTo>
                  <a:cubicBezTo>
                    <a:pt x="92964" y="1882"/>
                    <a:pt x="93638" y="2540"/>
                    <a:pt x="93638" y="3355"/>
                  </a:cubicBezTo>
                  <a:lnTo>
                    <a:pt x="93638" y="3355"/>
                  </a:lnTo>
                  <a:lnTo>
                    <a:pt x="93638" y="5785"/>
                  </a:lnTo>
                  <a:cubicBezTo>
                    <a:pt x="93638" y="5988"/>
                    <a:pt x="93466" y="6161"/>
                    <a:pt x="93247" y="6161"/>
                  </a:cubicBezTo>
                  <a:lnTo>
                    <a:pt x="93247" y="6161"/>
                  </a:lnTo>
                  <a:lnTo>
                    <a:pt x="88293" y="6161"/>
                  </a:lnTo>
                  <a:cubicBezTo>
                    <a:pt x="87839" y="6161"/>
                    <a:pt x="87463" y="6537"/>
                    <a:pt x="87463" y="6992"/>
                  </a:cubicBezTo>
                  <a:lnTo>
                    <a:pt x="87463" y="6992"/>
                  </a:lnTo>
                  <a:lnTo>
                    <a:pt x="87463" y="9468"/>
                  </a:lnTo>
                  <a:cubicBezTo>
                    <a:pt x="87463" y="10299"/>
                    <a:pt x="87823" y="11036"/>
                    <a:pt x="88403" y="11537"/>
                  </a:cubicBezTo>
                  <a:lnTo>
                    <a:pt x="88403" y="11537"/>
                  </a:lnTo>
                  <a:cubicBezTo>
                    <a:pt x="88388" y="11615"/>
                    <a:pt x="88388" y="11678"/>
                    <a:pt x="88372" y="11741"/>
                  </a:cubicBezTo>
                  <a:lnTo>
                    <a:pt x="88372" y="11741"/>
                  </a:lnTo>
                  <a:lnTo>
                    <a:pt x="85221" y="11741"/>
                  </a:lnTo>
                  <a:lnTo>
                    <a:pt x="85221" y="3512"/>
                  </a:lnTo>
                  <a:cubicBezTo>
                    <a:pt x="85221" y="2430"/>
                    <a:pt x="84359" y="1553"/>
                    <a:pt x="83278" y="1553"/>
                  </a:cubicBezTo>
                  <a:lnTo>
                    <a:pt x="83278" y="1553"/>
                  </a:lnTo>
                  <a:lnTo>
                    <a:pt x="46083" y="1553"/>
                  </a:lnTo>
                  <a:cubicBezTo>
                    <a:pt x="45017" y="1553"/>
                    <a:pt x="44139" y="2430"/>
                    <a:pt x="44139" y="3512"/>
                  </a:cubicBezTo>
                  <a:lnTo>
                    <a:pt x="44139" y="3512"/>
                  </a:lnTo>
                  <a:lnTo>
                    <a:pt x="44139" y="10330"/>
                  </a:lnTo>
                  <a:lnTo>
                    <a:pt x="42211" y="10330"/>
                  </a:lnTo>
                  <a:lnTo>
                    <a:pt x="42211" y="3512"/>
                  </a:lnTo>
                  <a:cubicBezTo>
                    <a:pt x="42211" y="2430"/>
                    <a:pt x="41333" y="1553"/>
                    <a:pt x="40267" y="1553"/>
                  </a:cubicBezTo>
                  <a:lnTo>
                    <a:pt x="40267" y="1553"/>
                  </a:lnTo>
                  <a:lnTo>
                    <a:pt x="3072" y="1553"/>
                  </a:lnTo>
                  <a:cubicBezTo>
                    <a:pt x="2006" y="1553"/>
                    <a:pt x="1129" y="2430"/>
                    <a:pt x="1129" y="3512"/>
                  </a:cubicBezTo>
                  <a:lnTo>
                    <a:pt x="1129" y="3512"/>
                  </a:lnTo>
                  <a:lnTo>
                    <a:pt x="1129" y="10330"/>
                  </a:lnTo>
                  <a:lnTo>
                    <a:pt x="0" y="10330"/>
                  </a:lnTo>
                  <a:lnTo>
                    <a:pt x="0" y="11130"/>
                  </a:lnTo>
                  <a:lnTo>
                    <a:pt x="1129" y="11130"/>
                  </a:lnTo>
                  <a:lnTo>
                    <a:pt x="1129" y="12650"/>
                  </a:lnTo>
                  <a:lnTo>
                    <a:pt x="1865" y="12650"/>
                  </a:lnTo>
                  <a:cubicBezTo>
                    <a:pt x="1865" y="13481"/>
                    <a:pt x="2555" y="14170"/>
                    <a:pt x="3386" y="14170"/>
                  </a:cubicBezTo>
                  <a:lnTo>
                    <a:pt x="3386" y="14170"/>
                  </a:lnTo>
                  <a:cubicBezTo>
                    <a:pt x="4232" y="14170"/>
                    <a:pt x="4906" y="13481"/>
                    <a:pt x="4906" y="12650"/>
                  </a:cubicBezTo>
                  <a:lnTo>
                    <a:pt x="4906" y="12650"/>
                  </a:lnTo>
                  <a:lnTo>
                    <a:pt x="6113" y="12650"/>
                  </a:lnTo>
                  <a:cubicBezTo>
                    <a:pt x="6113" y="13481"/>
                    <a:pt x="6803" y="14170"/>
                    <a:pt x="7633" y="14170"/>
                  </a:cubicBezTo>
                  <a:lnTo>
                    <a:pt x="7633" y="14170"/>
                  </a:lnTo>
                  <a:cubicBezTo>
                    <a:pt x="8480" y="14170"/>
                    <a:pt x="9154" y="13481"/>
                    <a:pt x="9154" y="12650"/>
                  </a:cubicBezTo>
                  <a:lnTo>
                    <a:pt x="9154" y="12650"/>
                  </a:lnTo>
                  <a:lnTo>
                    <a:pt x="33966" y="12650"/>
                  </a:lnTo>
                  <a:cubicBezTo>
                    <a:pt x="33966" y="13481"/>
                    <a:pt x="34640" y="14170"/>
                    <a:pt x="35487" y="14170"/>
                  </a:cubicBezTo>
                  <a:lnTo>
                    <a:pt x="35487" y="14170"/>
                  </a:lnTo>
                  <a:cubicBezTo>
                    <a:pt x="36317" y="14170"/>
                    <a:pt x="37007" y="13481"/>
                    <a:pt x="37007" y="12650"/>
                  </a:cubicBezTo>
                  <a:lnTo>
                    <a:pt x="37007" y="12650"/>
                  </a:lnTo>
                  <a:lnTo>
                    <a:pt x="38198" y="12650"/>
                  </a:lnTo>
                  <a:cubicBezTo>
                    <a:pt x="38198" y="13481"/>
                    <a:pt x="38888" y="14170"/>
                    <a:pt x="39734" y="14170"/>
                  </a:cubicBezTo>
                  <a:lnTo>
                    <a:pt x="39734" y="14170"/>
                  </a:lnTo>
                  <a:cubicBezTo>
                    <a:pt x="40565" y="14170"/>
                    <a:pt x="41255" y="13481"/>
                    <a:pt x="41255" y="12650"/>
                  </a:cubicBezTo>
                  <a:lnTo>
                    <a:pt x="41255" y="12650"/>
                  </a:lnTo>
                  <a:lnTo>
                    <a:pt x="42211" y="12650"/>
                  </a:lnTo>
                  <a:lnTo>
                    <a:pt x="42211" y="11130"/>
                  </a:lnTo>
                  <a:lnTo>
                    <a:pt x="44139" y="11130"/>
                  </a:lnTo>
                  <a:lnTo>
                    <a:pt x="44139" y="12650"/>
                  </a:lnTo>
                  <a:lnTo>
                    <a:pt x="44876" y="12650"/>
                  </a:lnTo>
                  <a:cubicBezTo>
                    <a:pt x="44876" y="13481"/>
                    <a:pt x="45565" y="14170"/>
                    <a:pt x="46412" y="14170"/>
                  </a:cubicBezTo>
                  <a:lnTo>
                    <a:pt x="46412" y="14170"/>
                  </a:lnTo>
                  <a:cubicBezTo>
                    <a:pt x="47242" y="14170"/>
                    <a:pt x="47932" y="13481"/>
                    <a:pt x="47932" y="12650"/>
                  </a:cubicBezTo>
                  <a:lnTo>
                    <a:pt x="47932" y="12650"/>
                  </a:lnTo>
                  <a:lnTo>
                    <a:pt x="49123" y="12650"/>
                  </a:lnTo>
                  <a:cubicBezTo>
                    <a:pt x="49123" y="13481"/>
                    <a:pt x="49813" y="14170"/>
                    <a:pt x="50644" y="14170"/>
                  </a:cubicBezTo>
                  <a:lnTo>
                    <a:pt x="50644" y="14170"/>
                  </a:lnTo>
                  <a:cubicBezTo>
                    <a:pt x="51490" y="14170"/>
                    <a:pt x="52164" y="13481"/>
                    <a:pt x="52164" y="12650"/>
                  </a:cubicBezTo>
                  <a:lnTo>
                    <a:pt x="52164" y="12650"/>
                  </a:lnTo>
                  <a:lnTo>
                    <a:pt x="76977" y="12650"/>
                  </a:lnTo>
                  <a:cubicBezTo>
                    <a:pt x="76977" y="13481"/>
                    <a:pt x="77651" y="14170"/>
                    <a:pt x="78497" y="14170"/>
                  </a:cubicBezTo>
                  <a:lnTo>
                    <a:pt x="78497" y="14170"/>
                  </a:lnTo>
                  <a:cubicBezTo>
                    <a:pt x="79343" y="14170"/>
                    <a:pt x="80017" y="13481"/>
                    <a:pt x="80017" y="12650"/>
                  </a:cubicBezTo>
                  <a:lnTo>
                    <a:pt x="80017" y="12650"/>
                  </a:lnTo>
                  <a:lnTo>
                    <a:pt x="81224" y="12650"/>
                  </a:lnTo>
                  <a:cubicBezTo>
                    <a:pt x="81224" y="13481"/>
                    <a:pt x="81898" y="14170"/>
                    <a:pt x="82745" y="14170"/>
                  </a:cubicBezTo>
                  <a:lnTo>
                    <a:pt x="82745" y="14170"/>
                  </a:lnTo>
                  <a:cubicBezTo>
                    <a:pt x="83575" y="14170"/>
                    <a:pt x="84265" y="13481"/>
                    <a:pt x="84265" y="12650"/>
                  </a:cubicBezTo>
                  <a:lnTo>
                    <a:pt x="84265" y="12650"/>
                  </a:lnTo>
                  <a:lnTo>
                    <a:pt x="88497" y="12650"/>
                  </a:lnTo>
                  <a:cubicBezTo>
                    <a:pt x="88811" y="13528"/>
                    <a:pt x="89657" y="14170"/>
                    <a:pt x="90645" y="14170"/>
                  </a:cubicBezTo>
                  <a:lnTo>
                    <a:pt x="90645" y="14170"/>
                  </a:lnTo>
                  <a:cubicBezTo>
                    <a:pt x="91789" y="14170"/>
                    <a:pt x="92729" y="13340"/>
                    <a:pt x="92902" y="12258"/>
                  </a:cubicBezTo>
                  <a:lnTo>
                    <a:pt x="92902" y="12258"/>
                  </a:lnTo>
                  <a:lnTo>
                    <a:pt x="94939" y="12258"/>
                  </a:lnTo>
                  <a:cubicBezTo>
                    <a:pt x="95174" y="13340"/>
                    <a:pt x="96146" y="14170"/>
                    <a:pt x="97322" y="14170"/>
                  </a:cubicBezTo>
                  <a:lnTo>
                    <a:pt x="97322" y="14170"/>
                  </a:lnTo>
                  <a:cubicBezTo>
                    <a:pt x="98482" y="14170"/>
                    <a:pt x="99454" y="13340"/>
                    <a:pt x="99704" y="12258"/>
                  </a:cubicBezTo>
                  <a:lnTo>
                    <a:pt x="99704" y="12258"/>
                  </a:lnTo>
                  <a:lnTo>
                    <a:pt x="100535" y="12258"/>
                  </a:lnTo>
                  <a:cubicBezTo>
                    <a:pt x="100770" y="13340"/>
                    <a:pt x="101758" y="14170"/>
                    <a:pt x="102918" y="14170"/>
                  </a:cubicBezTo>
                  <a:lnTo>
                    <a:pt x="102918" y="14170"/>
                  </a:lnTo>
                  <a:cubicBezTo>
                    <a:pt x="104093" y="14170"/>
                    <a:pt x="105065" y="13340"/>
                    <a:pt x="105300" y="12258"/>
                  </a:cubicBezTo>
                  <a:lnTo>
                    <a:pt x="105300" y="12258"/>
                  </a:lnTo>
                  <a:lnTo>
                    <a:pt x="106601" y="12258"/>
                  </a:lnTo>
                  <a:cubicBezTo>
                    <a:pt x="106836" y="13340"/>
                    <a:pt x="107808" y="14170"/>
                    <a:pt x="108984" y="14170"/>
                  </a:cubicBezTo>
                  <a:lnTo>
                    <a:pt x="108984" y="14170"/>
                  </a:lnTo>
                  <a:cubicBezTo>
                    <a:pt x="110143" y="14170"/>
                    <a:pt x="111115" y="13340"/>
                    <a:pt x="111366" y="12258"/>
                  </a:cubicBezTo>
                  <a:lnTo>
                    <a:pt x="111366" y="12258"/>
                  </a:lnTo>
                  <a:lnTo>
                    <a:pt x="112197" y="12258"/>
                  </a:lnTo>
                  <a:cubicBezTo>
                    <a:pt x="112448" y="13340"/>
                    <a:pt x="113419" y="14170"/>
                    <a:pt x="114579" y="14170"/>
                  </a:cubicBezTo>
                  <a:lnTo>
                    <a:pt x="114579" y="14170"/>
                  </a:lnTo>
                  <a:cubicBezTo>
                    <a:pt x="115755" y="14170"/>
                    <a:pt x="116727" y="13340"/>
                    <a:pt x="116962" y="12258"/>
                  </a:cubicBezTo>
                  <a:lnTo>
                    <a:pt x="116962" y="12258"/>
                  </a:lnTo>
                  <a:lnTo>
                    <a:pt x="117244" y="12258"/>
                  </a:lnTo>
                  <a:cubicBezTo>
                    <a:pt x="117056" y="12525"/>
                    <a:pt x="116977" y="12854"/>
                    <a:pt x="117056" y="13230"/>
                  </a:cubicBezTo>
                  <a:lnTo>
                    <a:pt x="117056" y="13230"/>
                  </a:lnTo>
                  <a:cubicBezTo>
                    <a:pt x="117166" y="13684"/>
                    <a:pt x="117542" y="14061"/>
                    <a:pt x="118012" y="14139"/>
                  </a:cubicBezTo>
                  <a:lnTo>
                    <a:pt x="118012" y="14139"/>
                  </a:lnTo>
                  <a:cubicBezTo>
                    <a:pt x="118655" y="14264"/>
                    <a:pt x="119219" y="13888"/>
                    <a:pt x="119391" y="13324"/>
                  </a:cubicBezTo>
                  <a:lnTo>
                    <a:pt x="119391" y="13324"/>
                  </a:lnTo>
                  <a:cubicBezTo>
                    <a:pt x="122369" y="13308"/>
                    <a:pt x="123028" y="12556"/>
                    <a:pt x="123028" y="12556"/>
                  </a:cubicBezTo>
                  <a:lnTo>
                    <a:pt x="123028" y="12556"/>
                  </a:lnTo>
                  <a:lnTo>
                    <a:pt x="119783" y="9108"/>
                  </a:lnTo>
                  <a:lnTo>
                    <a:pt x="118749" y="9108"/>
                  </a:lnTo>
                  <a:cubicBezTo>
                    <a:pt x="120128" y="8841"/>
                    <a:pt x="121178" y="7619"/>
                    <a:pt x="121178" y="6161"/>
                  </a:cubicBezTo>
                  <a:lnTo>
                    <a:pt x="121178" y="6161"/>
                  </a:lnTo>
                  <a:cubicBezTo>
                    <a:pt x="121178" y="5330"/>
                    <a:pt x="120849" y="4578"/>
                    <a:pt x="120300" y="4045"/>
                  </a:cubicBezTo>
                  <a:lnTo>
                    <a:pt x="120300" y="4045"/>
                  </a:lnTo>
                  <a:cubicBezTo>
                    <a:pt x="119752" y="3496"/>
                    <a:pt x="118999" y="3167"/>
                    <a:pt x="118184" y="3167"/>
                  </a:cubicBezTo>
                  <a:lnTo>
                    <a:pt x="118184" y="3167"/>
                  </a:lnTo>
                  <a:lnTo>
                    <a:pt x="116068" y="3167"/>
                  </a:lnTo>
                  <a:lnTo>
                    <a:pt x="116068" y="1239"/>
                  </a:lnTo>
                  <a:lnTo>
                    <a:pt x="116601" y="1239"/>
                  </a:lnTo>
                  <a:lnTo>
                    <a:pt x="116601" y="1"/>
                  </a:lnTo>
                  <a:close/>
                  <a:moveTo>
                    <a:pt x="58214" y="11130"/>
                  </a:moveTo>
                  <a:lnTo>
                    <a:pt x="71146" y="11130"/>
                  </a:lnTo>
                  <a:lnTo>
                    <a:pt x="71146" y="11741"/>
                  </a:lnTo>
                  <a:lnTo>
                    <a:pt x="58214" y="11741"/>
                  </a:lnTo>
                  <a:close/>
                  <a:moveTo>
                    <a:pt x="15204" y="11130"/>
                  </a:moveTo>
                  <a:lnTo>
                    <a:pt x="28135" y="11130"/>
                  </a:lnTo>
                  <a:lnTo>
                    <a:pt x="28135" y="11741"/>
                  </a:lnTo>
                  <a:lnTo>
                    <a:pt x="15204" y="11741"/>
                  </a:lnTo>
                  <a:close/>
                </a:path>
              </a:pathLst>
            </a:custGeom>
            <a:solidFill>
              <a:srgbClr val="0913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 name="Google Shape;1119;p30">
              <a:extLst>
                <a:ext uri="{FF2B5EF4-FFF2-40B4-BE49-F238E27FC236}">
                  <a16:creationId xmlns:a16="http://schemas.microsoft.com/office/drawing/2014/main" id="{E56FB95C-ACB4-7B30-DFDB-E0512D108314}"/>
                </a:ext>
              </a:extLst>
            </p:cNvPr>
            <p:cNvSpPr/>
            <p:nvPr/>
          </p:nvSpPr>
          <p:spPr>
            <a:xfrm>
              <a:off x="6345450" y="3293600"/>
              <a:ext cx="84275" cy="84275"/>
            </a:xfrm>
            <a:custGeom>
              <a:avLst/>
              <a:gdLst/>
              <a:ahLst/>
              <a:cxnLst/>
              <a:rect l="l" t="t" r="r" b="b"/>
              <a:pathLst>
                <a:path w="3371" h="3371" extrusionOk="0">
                  <a:moveTo>
                    <a:pt x="1050" y="0"/>
                  </a:moveTo>
                  <a:cubicBezTo>
                    <a:pt x="470" y="0"/>
                    <a:pt x="0" y="470"/>
                    <a:pt x="0" y="1050"/>
                  </a:cubicBezTo>
                  <a:lnTo>
                    <a:pt x="0" y="2320"/>
                  </a:lnTo>
                  <a:cubicBezTo>
                    <a:pt x="0" y="2900"/>
                    <a:pt x="470" y="3370"/>
                    <a:pt x="1050" y="3370"/>
                  </a:cubicBezTo>
                  <a:lnTo>
                    <a:pt x="2320" y="3370"/>
                  </a:lnTo>
                  <a:cubicBezTo>
                    <a:pt x="2900" y="3370"/>
                    <a:pt x="3370" y="2900"/>
                    <a:pt x="3370" y="2320"/>
                  </a:cubicBezTo>
                  <a:lnTo>
                    <a:pt x="3370" y="1050"/>
                  </a:lnTo>
                  <a:cubicBezTo>
                    <a:pt x="3370" y="470"/>
                    <a:pt x="2900" y="0"/>
                    <a:pt x="232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1120;p30">
              <a:extLst>
                <a:ext uri="{FF2B5EF4-FFF2-40B4-BE49-F238E27FC236}">
                  <a16:creationId xmlns:a16="http://schemas.microsoft.com/office/drawing/2014/main" id="{CD2D51F1-3328-C065-3E52-E6E543CDC116}"/>
                </a:ext>
              </a:extLst>
            </p:cNvPr>
            <p:cNvSpPr/>
            <p:nvPr/>
          </p:nvSpPr>
          <p:spPr>
            <a:xfrm>
              <a:off x="5924600" y="3351575"/>
              <a:ext cx="74475" cy="70575"/>
            </a:xfrm>
            <a:custGeom>
              <a:avLst/>
              <a:gdLst/>
              <a:ahLst/>
              <a:cxnLst/>
              <a:rect l="l" t="t" r="r" b="b"/>
              <a:pathLst>
                <a:path w="2979" h="2823" extrusionOk="0">
                  <a:moveTo>
                    <a:pt x="1050" y="1"/>
                  </a:moveTo>
                  <a:cubicBezTo>
                    <a:pt x="470" y="1"/>
                    <a:pt x="0" y="471"/>
                    <a:pt x="0" y="1051"/>
                  </a:cubicBezTo>
                  <a:lnTo>
                    <a:pt x="0" y="1788"/>
                  </a:lnTo>
                  <a:cubicBezTo>
                    <a:pt x="0" y="2368"/>
                    <a:pt x="470" y="2822"/>
                    <a:pt x="1050" y="2822"/>
                  </a:cubicBezTo>
                  <a:lnTo>
                    <a:pt x="1944" y="2822"/>
                  </a:lnTo>
                  <a:cubicBezTo>
                    <a:pt x="2508" y="2822"/>
                    <a:pt x="2978" y="2368"/>
                    <a:pt x="2978" y="1788"/>
                  </a:cubicBezTo>
                  <a:lnTo>
                    <a:pt x="2978" y="1051"/>
                  </a:lnTo>
                  <a:cubicBezTo>
                    <a:pt x="2978" y="471"/>
                    <a:pt x="2508"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1121;p30">
              <a:extLst>
                <a:ext uri="{FF2B5EF4-FFF2-40B4-BE49-F238E27FC236}">
                  <a16:creationId xmlns:a16="http://schemas.microsoft.com/office/drawing/2014/main" id="{570E53D9-2072-7855-5820-C8B46B1FDFA8}"/>
                </a:ext>
              </a:extLst>
            </p:cNvPr>
            <p:cNvSpPr/>
            <p:nvPr/>
          </p:nvSpPr>
          <p:spPr>
            <a:xfrm>
              <a:off x="5812125" y="3351575"/>
              <a:ext cx="74475" cy="70575"/>
            </a:xfrm>
            <a:custGeom>
              <a:avLst/>
              <a:gdLst/>
              <a:ahLst/>
              <a:cxnLst/>
              <a:rect l="l" t="t" r="r" b="b"/>
              <a:pathLst>
                <a:path w="2979" h="2823" extrusionOk="0">
                  <a:moveTo>
                    <a:pt x="1035" y="1"/>
                  </a:moveTo>
                  <a:cubicBezTo>
                    <a:pt x="455" y="1"/>
                    <a:pt x="0" y="471"/>
                    <a:pt x="0" y="1051"/>
                  </a:cubicBezTo>
                  <a:lnTo>
                    <a:pt x="0" y="1788"/>
                  </a:lnTo>
                  <a:cubicBezTo>
                    <a:pt x="0" y="2368"/>
                    <a:pt x="455" y="2822"/>
                    <a:pt x="1035" y="2822"/>
                  </a:cubicBezTo>
                  <a:lnTo>
                    <a:pt x="1928" y="2822"/>
                  </a:lnTo>
                  <a:cubicBezTo>
                    <a:pt x="2508" y="2822"/>
                    <a:pt x="2979" y="2368"/>
                    <a:pt x="2979" y="1788"/>
                  </a:cubicBezTo>
                  <a:lnTo>
                    <a:pt x="2979" y="1051"/>
                  </a:lnTo>
                  <a:cubicBezTo>
                    <a:pt x="2979" y="471"/>
                    <a:pt x="2508" y="1"/>
                    <a:pt x="192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1122;p30">
              <a:extLst>
                <a:ext uri="{FF2B5EF4-FFF2-40B4-BE49-F238E27FC236}">
                  <a16:creationId xmlns:a16="http://schemas.microsoft.com/office/drawing/2014/main" id="{10DC5244-F511-3D7C-1F25-4F92C320951B}"/>
                </a:ext>
              </a:extLst>
            </p:cNvPr>
            <p:cNvSpPr/>
            <p:nvPr/>
          </p:nvSpPr>
          <p:spPr>
            <a:xfrm>
              <a:off x="5703575" y="3351575"/>
              <a:ext cx="74475" cy="70575"/>
            </a:xfrm>
            <a:custGeom>
              <a:avLst/>
              <a:gdLst/>
              <a:ahLst/>
              <a:cxnLst/>
              <a:rect l="l" t="t" r="r" b="b"/>
              <a:pathLst>
                <a:path w="2979" h="2823" extrusionOk="0">
                  <a:moveTo>
                    <a:pt x="1051" y="1"/>
                  </a:moveTo>
                  <a:cubicBezTo>
                    <a:pt x="471" y="1"/>
                    <a:pt x="1" y="471"/>
                    <a:pt x="1" y="1051"/>
                  </a:cubicBezTo>
                  <a:lnTo>
                    <a:pt x="1" y="1788"/>
                  </a:lnTo>
                  <a:cubicBezTo>
                    <a:pt x="1" y="2368"/>
                    <a:pt x="471" y="2822"/>
                    <a:pt x="1051" y="2822"/>
                  </a:cubicBezTo>
                  <a:lnTo>
                    <a:pt x="1944" y="2822"/>
                  </a:lnTo>
                  <a:cubicBezTo>
                    <a:pt x="2524" y="2822"/>
                    <a:pt x="2979" y="2368"/>
                    <a:pt x="2979" y="1788"/>
                  </a:cubicBezTo>
                  <a:lnTo>
                    <a:pt x="2979" y="1051"/>
                  </a:lnTo>
                  <a:cubicBezTo>
                    <a:pt x="2979"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1123;p30">
              <a:extLst>
                <a:ext uri="{FF2B5EF4-FFF2-40B4-BE49-F238E27FC236}">
                  <a16:creationId xmlns:a16="http://schemas.microsoft.com/office/drawing/2014/main" id="{15061B88-37D1-86FA-F2F4-9D0DAED77795}"/>
                </a:ext>
              </a:extLst>
            </p:cNvPr>
            <p:cNvSpPr/>
            <p:nvPr/>
          </p:nvSpPr>
          <p:spPr>
            <a:xfrm>
              <a:off x="5595425" y="3351575"/>
              <a:ext cx="74475" cy="70575"/>
            </a:xfrm>
            <a:custGeom>
              <a:avLst/>
              <a:gdLst/>
              <a:ahLst/>
              <a:cxnLst/>
              <a:rect l="l" t="t" r="r" b="b"/>
              <a:pathLst>
                <a:path w="2979" h="2823" extrusionOk="0">
                  <a:moveTo>
                    <a:pt x="1035" y="1"/>
                  </a:moveTo>
                  <a:cubicBezTo>
                    <a:pt x="455" y="1"/>
                    <a:pt x="1" y="471"/>
                    <a:pt x="1" y="1051"/>
                  </a:cubicBezTo>
                  <a:lnTo>
                    <a:pt x="1" y="1788"/>
                  </a:lnTo>
                  <a:cubicBezTo>
                    <a:pt x="1" y="2368"/>
                    <a:pt x="455" y="2822"/>
                    <a:pt x="1035" y="2822"/>
                  </a:cubicBezTo>
                  <a:lnTo>
                    <a:pt x="1929" y="2822"/>
                  </a:lnTo>
                  <a:cubicBezTo>
                    <a:pt x="2508" y="2822"/>
                    <a:pt x="2979" y="2368"/>
                    <a:pt x="2979" y="1788"/>
                  </a:cubicBezTo>
                  <a:lnTo>
                    <a:pt x="2979" y="1051"/>
                  </a:lnTo>
                  <a:cubicBezTo>
                    <a:pt x="2979" y="471"/>
                    <a:pt x="2508" y="1"/>
                    <a:pt x="19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1124;p30">
              <a:extLst>
                <a:ext uri="{FF2B5EF4-FFF2-40B4-BE49-F238E27FC236}">
                  <a16:creationId xmlns:a16="http://schemas.microsoft.com/office/drawing/2014/main" id="{3E71F4B7-D653-9A28-E0A2-37EC19287B3F}"/>
                </a:ext>
              </a:extLst>
            </p:cNvPr>
            <p:cNvSpPr/>
            <p:nvPr/>
          </p:nvSpPr>
          <p:spPr>
            <a:xfrm>
              <a:off x="5486875" y="3351575"/>
              <a:ext cx="74475" cy="70575"/>
            </a:xfrm>
            <a:custGeom>
              <a:avLst/>
              <a:gdLst/>
              <a:ahLst/>
              <a:cxnLst/>
              <a:rect l="l" t="t" r="r" b="b"/>
              <a:pathLst>
                <a:path w="2979" h="2823" extrusionOk="0">
                  <a:moveTo>
                    <a:pt x="1051" y="1"/>
                  </a:moveTo>
                  <a:cubicBezTo>
                    <a:pt x="471" y="1"/>
                    <a:pt x="1" y="471"/>
                    <a:pt x="1" y="1051"/>
                  </a:cubicBezTo>
                  <a:lnTo>
                    <a:pt x="1" y="1788"/>
                  </a:lnTo>
                  <a:cubicBezTo>
                    <a:pt x="1" y="2368"/>
                    <a:pt x="471" y="2822"/>
                    <a:pt x="1051" y="2822"/>
                  </a:cubicBezTo>
                  <a:lnTo>
                    <a:pt x="1944" y="2822"/>
                  </a:lnTo>
                  <a:cubicBezTo>
                    <a:pt x="2509" y="2822"/>
                    <a:pt x="2979" y="2368"/>
                    <a:pt x="2979" y="1788"/>
                  </a:cubicBezTo>
                  <a:lnTo>
                    <a:pt x="2979" y="1051"/>
                  </a:lnTo>
                  <a:cubicBezTo>
                    <a:pt x="2979" y="471"/>
                    <a:pt x="2509"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1125;p30">
              <a:extLst>
                <a:ext uri="{FF2B5EF4-FFF2-40B4-BE49-F238E27FC236}">
                  <a16:creationId xmlns:a16="http://schemas.microsoft.com/office/drawing/2014/main" id="{7A57D951-C644-B759-F61B-B8AEC0023DD8}"/>
                </a:ext>
              </a:extLst>
            </p:cNvPr>
            <p:cNvSpPr/>
            <p:nvPr/>
          </p:nvSpPr>
          <p:spPr>
            <a:xfrm>
              <a:off x="5378350" y="3351575"/>
              <a:ext cx="74850" cy="70575"/>
            </a:xfrm>
            <a:custGeom>
              <a:avLst/>
              <a:gdLst/>
              <a:ahLst/>
              <a:cxnLst/>
              <a:rect l="l" t="t" r="r" b="b"/>
              <a:pathLst>
                <a:path w="2994" h="2823" extrusionOk="0">
                  <a:moveTo>
                    <a:pt x="1050" y="1"/>
                  </a:moveTo>
                  <a:cubicBezTo>
                    <a:pt x="470" y="1"/>
                    <a:pt x="0" y="471"/>
                    <a:pt x="0" y="1051"/>
                  </a:cubicBezTo>
                  <a:lnTo>
                    <a:pt x="0" y="1788"/>
                  </a:lnTo>
                  <a:cubicBezTo>
                    <a:pt x="0" y="2368"/>
                    <a:pt x="470" y="2822"/>
                    <a:pt x="1050"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1126;p30">
              <a:extLst>
                <a:ext uri="{FF2B5EF4-FFF2-40B4-BE49-F238E27FC236}">
                  <a16:creationId xmlns:a16="http://schemas.microsoft.com/office/drawing/2014/main" id="{909F5A08-3E09-8FEB-B789-23A9575D6F29}"/>
                </a:ext>
              </a:extLst>
            </p:cNvPr>
            <p:cNvSpPr/>
            <p:nvPr/>
          </p:nvSpPr>
          <p:spPr>
            <a:xfrm>
              <a:off x="5270175" y="3351575"/>
              <a:ext cx="74500" cy="70575"/>
            </a:xfrm>
            <a:custGeom>
              <a:avLst/>
              <a:gdLst/>
              <a:ahLst/>
              <a:cxnLst/>
              <a:rect l="l" t="t" r="r" b="b"/>
              <a:pathLst>
                <a:path w="2980" h="2823" extrusionOk="0">
                  <a:moveTo>
                    <a:pt x="1051" y="1"/>
                  </a:moveTo>
                  <a:cubicBezTo>
                    <a:pt x="471" y="1"/>
                    <a:pt x="1" y="471"/>
                    <a:pt x="1" y="1051"/>
                  </a:cubicBezTo>
                  <a:lnTo>
                    <a:pt x="1" y="1788"/>
                  </a:lnTo>
                  <a:cubicBezTo>
                    <a:pt x="1" y="2368"/>
                    <a:pt x="471" y="2822"/>
                    <a:pt x="1051" y="2822"/>
                  </a:cubicBezTo>
                  <a:lnTo>
                    <a:pt x="1945" y="2822"/>
                  </a:lnTo>
                  <a:cubicBezTo>
                    <a:pt x="2509" y="2822"/>
                    <a:pt x="2979" y="2368"/>
                    <a:pt x="2979" y="1788"/>
                  </a:cubicBezTo>
                  <a:lnTo>
                    <a:pt x="2979" y="1051"/>
                  </a:lnTo>
                  <a:cubicBezTo>
                    <a:pt x="2979" y="471"/>
                    <a:pt x="2509" y="1"/>
                    <a:pt x="194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1127;p30">
              <a:extLst>
                <a:ext uri="{FF2B5EF4-FFF2-40B4-BE49-F238E27FC236}">
                  <a16:creationId xmlns:a16="http://schemas.microsoft.com/office/drawing/2014/main" id="{EBE8FC55-4521-5D03-B619-04D5FC5A8102}"/>
                </a:ext>
              </a:extLst>
            </p:cNvPr>
            <p:cNvSpPr/>
            <p:nvPr/>
          </p:nvSpPr>
          <p:spPr>
            <a:xfrm>
              <a:off x="5161650" y="3351575"/>
              <a:ext cx="74850" cy="70575"/>
            </a:xfrm>
            <a:custGeom>
              <a:avLst/>
              <a:gdLst/>
              <a:ahLst/>
              <a:cxnLst/>
              <a:rect l="l" t="t" r="r" b="b"/>
              <a:pathLst>
                <a:path w="2994" h="2823" extrusionOk="0">
                  <a:moveTo>
                    <a:pt x="1050" y="1"/>
                  </a:moveTo>
                  <a:cubicBezTo>
                    <a:pt x="470" y="1"/>
                    <a:pt x="0" y="471"/>
                    <a:pt x="0" y="1051"/>
                  </a:cubicBezTo>
                  <a:lnTo>
                    <a:pt x="0" y="1788"/>
                  </a:lnTo>
                  <a:cubicBezTo>
                    <a:pt x="0" y="2368"/>
                    <a:pt x="470" y="2822"/>
                    <a:pt x="1050"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1128;p30">
              <a:extLst>
                <a:ext uri="{FF2B5EF4-FFF2-40B4-BE49-F238E27FC236}">
                  <a16:creationId xmlns:a16="http://schemas.microsoft.com/office/drawing/2014/main" id="{6A6249C9-1E53-62ED-A741-36FCF7E03E63}"/>
                </a:ext>
              </a:extLst>
            </p:cNvPr>
            <p:cNvSpPr/>
            <p:nvPr/>
          </p:nvSpPr>
          <p:spPr>
            <a:xfrm>
              <a:off x="4849325" y="3351575"/>
              <a:ext cx="74475" cy="70575"/>
            </a:xfrm>
            <a:custGeom>
              <a:avLst/>
              <a:gdLst/>
              <a:ahLst/>
              <a:cxnLst/>
              <a:rect l="l" t="t" r="r" b="b"/>
              <a:pathLst>
                <a:path w="2979" h="2823" extrusionOk="0">
                  <a:moveTo>
                    <a:pt x="1035" y="1"/>
                  </a:moveTo>
                  <a:cubicBezTo>
                    <a:pt x="471" y="1"/>
                    <a:pt x="1" y="471"/>
                    <a:pt x="1" y="1051"/>
                  </a:cubicBezTo>
                  <a:lnTo>
                    <a:pt x="1" y="1788"/>
                  </a:lnTo>
                  <a:cubicBezTo>
                    <a:pt x="1" y="2368"/>
                    <a:pt x="471" y="2822"/>
                    <a:pt x="1035" y="2822"/>
                  </a:cubicBezTo>
                  <a:lnTo>
                    <a:pt x="1929" y="2822"/>
                  </a:lnTo>
                  <a:cubicBezTo>
                    <a:pt x="2509" y="2822"/>
                    <a:pt x="2979" y="2368"/>
                    <a:pt x="2979" y="1788"/>
                  </a:cubicBezTo>
                  <a:lnTo>
                    <a:pt x="2979" y="1051"/>
                  </a:lnTo>
                  <a:cubicBezTo>
                    <a:pt x="2979" y="471"/>
                    <a:pt x="2509" y="1"/>
                    <a:pt x="19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1129;p30">
              <a:extLst>
                <a:ext uri="{FF2B5EF4-FFF2-40B4-BE49-F238E27FC236}">
                  <a16:creationId xmlns:a16="http://schemas.microsoft.com/office/drawing/2014/main" id="{A3CC5ABF-3803-AE97-2801-E18A15FCD4C2}"/>
                </a:ext>
              </a:extLst>
            </p:cNvPr>
            <p:cNvSpPr/>
            <p:nvPr/>
          </p:nvSpPr>
          <p:spPr>
            <a:xfrm>
              <a:off x="4736475" y="3351575"/>
              <a:ext cx="74875" cy="70575"/>
            </a:xfrm>
            <a:custGeom>
              <a:avLst/>
              <a:gdLst/>
              <a:ahLst/>
              <a:cxnLst/>
              <a:rect l="l" t="t" r="r" b="b"/>
              <a:pathLst>
                <a:path w="2995" h="2823" extrusionOk="0">
                  <a:moveTo>
                    <a:pt x="1051" y="1"/>
                  </a:moveTo>
                  <a:cubicBezTo>
                    <a:pt x="471" y="1"/>
                    <a:pt x="0" y="471"/>
                    <a:pt x="0" y="1051"/>
                  </a:cubicBezTo>
                  <a:lnTo>
                    <a:pt x="0" y="1788"/>
                  </a:lnTo>
                  <a:cubicBezTo>
                    <a:pt x="0" y="2368"/>
                    <a:pt x="471" y="2822"/>
                    <a:pt x="1051"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1130;p30">
              <a:extLst>
                <a:ext uri="{FF2B5EF4-FFF2-40B4-BE49-F238E27FC236}">
                  <a16:creationId xmlns:a16="http://schemas.microsoft.com/office/drawing/2014/main" id="{4CC0EAEF-456B-02B5-B8D2-E35A1531EB9B}"/>
                </a:ext>
              </a:extLst>
            </p:cNvPr>
            <p:cNvSpPr/>
            <p:nvPr/>
          </p:nvSpPr>
          <p:spPr>
            <a:xfrm>
              <a:off x="4628325" y="3351575"/>
              <a:ext cx="74475" cy="70575"/>
            </a:xfrm>
            <a:custGeom>
              <a:avLst/>
              <a:gdLst/>
              <a:ahLst/>
              <a:cxnLst/>
              <a:rect l="l" t="t" r="r" b="b"/>
              <a:pathLst>
                <a:path w="2979" h="2823" extrusionOk="0">
                  <a:moveTo>
                    <a:pt x="1051" y="1"/>
                  </a:moveTo>
                  <a:cubicBezTo>
                    <a:pt x="471" y="1"/>
                    <a:pt x="0" y="471"/>
                    <a:pt x="0" y="1051"/>
                  </a:cubicBezTo>
                  <a:lnTo>
                    <a:pt x="0" y="1788"/>
                  </a:lnTo>
                  <a:cubicBezTo>
                    <a:pt x="0" y="2368"/>
                    <a:pt x="471" y="2822"/>
                    <a:pt x="1051" y="2822"/>
                  </a:cubicBezTo>
                  <a:lnTo>
                    <a:pt x="1944" y="2822"/>
                  </a:lnTo>
                  <a:cubicBezTo>
                    <a:pt x="2508" y="2822"/>
                    <a:pt x="2978" y="2368"/>
                    <a:pt x="2978" y="1788"/>
                  </a:cubicBezTo>
                  <a:lnTo>
                    <a:pt x="2978" y="1051"/>
                  </a:lnTo>
                  <a:cubicBezTo>
                    <a:pt x="2978" y="471"/>
                    <a:pt x="2508"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1131;p30">
              <a:extLst>
                <a:ext uri="{FF2B5EF4-FFF2-40B4-BE49-F238E27FC236}">
                  <a16:creationId xmlns:a16="http://schemas.microsoft.com/office/drawing/2014/main" id="{117926D4-835E-B2B2-0C48-1F6F062397B5}"/>
                </a:ext>
              </a:extLst>
            </p:cNvPr>
            <p:cNvSpPr/>
            <p:nvPr/>
          </p:nvSpPr>
          <p:spPr>
            <a:xfrm>
              <a:off x="4519775" y="3351575"/>
              <a:ext cx="74875" cy="70575"/>
            </a:xfrm>
            <a:custGeom>
              <a:avLst/>
              <a:gdLst/>
              <a:ahLst/>
              <a:cxnLst/>
              <a:rect l="l" t="t" r="r" b="b"/>
              <a:pathLst>
                <a:path w="2995" h="2823" extrusionOk="0">
                  <a:moveTo>
                    <a:pt x="1051" y="1"/>
                  </a:moveTo>
                  <a:cubicBezTo>
                    <a:pt x="471" y="1"/>
                    <a:pt x="1" y="471"/>
                    <a:pt x="1" y="1051"/>
                  </a:cubicBezTo>
                  <a:lnTo>
                    <a:pt x="1" y="1788"/>
                  </a:lnTo>
                  <a:cubicBezTo>
                    <a:pt x="1" y="2368"/>
                    <a:pt x="471" y="2822"/>
                    <a:pt x="1051"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1132;p30">
              <a:extLst>
                <a:ext uri="{FF2B5EF4-FFF2-40B4-BE49-F238E27FC236}">
                  <a16:creationId xmlns:a16="http://schemas.microsoft.com/office/drawing/2014/main" id="{680A3F98-BF52-1ECD-1E85-B615DC881AC3}"/>
                </a:ext>
              </a:extLst>
            </p:cNvPr>
            <p:cNvSpPr/>
            <p:nvPr/>
          </p:nvSpPr>
          <p:spPr>
            <a:xfrm>
              <a:off x="4411625" y="3351575"/>
              <a:ext cx="74475" cy="70575"/>
            </a:xfrm>
            <a:custGeom>
              <a:avLst/>
              <a:gdLst/>
              <a:ahLst/>
              <a:cxnLst/>
              <a:rect l="l" t="t" r="r" b="b"/>
              <a:pathLst>
                <a:path w="2979" h="2823" extrusionOk="0">
                  <a:moveTo>
                    <a:pt x="1035" y="1"/>
                  </a:moveTo>
                  <a:cubicBezTo>
                    <a:pt x="471" y="1"/>
                    <a:pt x="0" y="471"/>
                    <a:pt x="0" y="1051"/>
                  </a:cubicBezTo>
                  <a:lnTo>
                    <a:pt x="0" y="1788"/>
                  </a:lnTo>
                  <a:cubicBezTo>
                    <a:pt x="0" y="2368"/>
                    <a:pt x="471" y="2822"/>
                    <a:pt x="1035" y="2822"/>
                  </a:cubicBezTo>
                  <a:lnTo>
                    <a:pt x="1928" y="2822"/>
                  </a:lnTo>
                  <a:cubicBezTo>
                    <a:pt x="2508" y="2822"/>
                    <a:pt x="2979" y="2368"/>
                    <a:pt x="2979" y="1788"/>
                  </a:cubicBezTo>
                  <a:lnTo>
                    <a:pt x="2979" y="1051"/>
                  </a:lnTo>
                  <a:cubicBezTo>
                    <a:pt x="2979" y="471"/>
                    <a:pt x="2508" y="1"/>
                    <a:pt x="192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1133;p30">
              <a:extLst>
                <a:ext uri="{FF2B5EF4-FFF2-40B4-BE49-F238E27FC236}">
                  <a16:creationId xmlns:a16="http://schemas.microsoft.com/office/drawing/2014/main" id="{8F24C2BF-3A2C-9A2B-EC94-99958C897406}"/>
                </a:ext>
              </a:extLst>
            </p:cNvPr>
            <p:cNvSpPr/>
            <p:nvPr/>
          </p:nvSpPr>
          <p:spPr>
            <a:xfrm>
              <a:off x="4303075" y="3351575"/>
              <a:ext cx="74875" cy="70575"/>
            </a:xfrm>
            <a:custGeom>
              <a:avLst/>
              <a:gdLst/>
              <a:ahLst/>
              <a:cxnLst/>
              <a:rect l="l" t="t" r="r" b="b"/>
              <a:pathLst>
                <a:path w="2995" h="2823" extrusionOk="0">
                  <a:moveTo>
                    <a:pt x="1051" y="1"/>
                  </a:moveTo>
                  <a:cubicBezTo>
                    <a:pt x="471" y="1"/>
                    <a:pt x="1" y="471"/>
                    <a:pt x="1" y="1051"/>
                  </a:cubicBezTo>
                  <a:lnTo>
                    <a:pt x="1" y="1788"/>
                  </a:lnTo>
                  <a:cubicBezTo>
                    <a:pt x="1" y="2368"/>
                    <a:pt x="471" y="2822"/>
                    <a:pt x="1051"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1134;p30">
              <a:extLst>
                <a:ext uri="{FF2B5EF4-FFF2-40B4-BE49-F238E27FC236}">
                  <a16:creationId xmlns:a16="http://schemas.microsoft.com/office/drawing/2014/main" id="{6637D04A-B5BE-9FC1-ED7B-92419CB78EF7}"/>
                </a:ext>
              </a:extLst>
            </p:cNvPr>
            <p:cNvSpPr/>
            <p:nvPr/>
          </p:nvSpPr>
          <p:spPr>
            <a:xfrm>
              <a:off x="4194925" y="3351575"/>
              <a:ext cx="74475" cy="70575"/>
            </a:xfrm>
            <a:custGeom>
              <a:avLst/>
              <a:gdLst/>
              <a:ahLst/>
              <a:cxnLst/>
              <a:rect l="l" t="t" r="r" b="b"/>
              <a:pathLst>
                <a:path w="2979" h="2823" extrusionOk="0">
                  <a:moveTo>
                    <a:pt x="1035" y="1"/>
                  </a:moveTo>
                  <a:cubicBezTo>
                    <a:pt x="471" y="1"/>
                    <a:pt x="1" y="471"/>
                    <a:pt x="1" y="1051"/>
                  </a:cubicBezTo>
                  <a:lnTo>
                    <a:pt x="1" y="1788"/>
                  </a:lnTo>
                  <a:cubicBezTo>
                    <a:pt x="1" y="2368"/>
                    <a:pt x="471" y="2822"/>
                    <a:pt x="1035" y="2822"/>
                  </a:cubicBezTo>
                  <a:lnTo>
                    <a:pt x="1928" y="2822"/>
                  </a:lnTo>
                  <a:cubicBezTo>
                    <a:pt x="2508" y="2822"/>
                    <a:pt x="2979" y="2368"/>
                    <a:pt x="2979" y="1788"/>
                  </a:cubicBezTo>
                  <a:lnTo>
                    <a:pt x="2979" y="1051"/>
                  </a:lnTo>
                  <a:cubicBezTo>
                    <a:pt x="2979" y="471"/>
                    <a:pt x="2508" y="1"/>
                    <a:pt x="192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1135;p30">
              <a:extLst>
                <a:ext uri="{FF2B5EF4-FFF2-40B4-BE49-F238E27FC236}">
                  <a16:creationId xmlns:a16="http://schemas.microsoft.com/office/drawing/2014/main" id="{91F566EC-E850-C250-097A-F8E47B376D61}"/>
                </a:ext>
              </a:extLst>
            </p:cNvPr>
            <p:cNvSpPr/>
            <p:nvPr/>
          </p:nvSpPr>
          <p:spPr>
            <a:xfrm>
              <a:off x="4086375" y="3351575"/>
              <a:ext cx="74875" cy="70575"/>
            </a:xfrm>
            <a:custGeom>
              <a:avLst/>
              <a:gdLst/>
              <a:ahLst/>
              <a:cxnLst/>
              <a:rect l="l" t="t" r="r" b="b"/>
              <a:pathLst>
                <a:path w="2995" h="2823" extrusionOk="0">
                  <a:moveTo>
                    <a:pt x="1051" y="1"/>
                  </a:moveTo>
                  <a:cubicBezTo>
                    <a:pt x="471" y="1"/>
                    <a:pt x="1" y="471"/>
                    <a:pt x="1" y="1051"/>
                  </a:cubicBezTo>
                  <a:lnTo>
                    <a:pt x="1" y="1788"/>
                  </a:lnTo>
                  <a:cubicBezTo>
                    <a:pt x="1" y="2368"/>
                    <a:pt x="471" y="2822"/>
                    <a:pt x="1051" y="2822"/>
                  </a:cubicBezTo>
                  <a:lnTo>
                    <a:pt x="1944" y="2822"/>
                  </a:lnTo>
                  <a:cubicBezTo>
                    <a:pt x="2524" y="2822"/>
                    <a:pt x="2995" y="2368"/>
                    <a:pt x="2995" y="1788"/>
                  </a:cubicBezTo>
                  <a:lnTo>
                    <a:pt x="2995" y="1051"/>
                  </a:lnTo>
                  <a:cubicBezTo>
                    <a:pt x="2995"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1136;p30">
              <a:extLst>
                <a:ext uri="{FF2B5EF4-FFF2-40B4-BE49-F238E27FC236}">
                  <a16:creationId xmlns:a16="http://schemas.microsoft.com/office/drawing/2014/main" id="{7B7BF184-5D28-875A-5831-3F3BD3FD9EB6}"/>
                </a:ext>
              </a:extLst>
            </p:cNvPr>
            <p:cNvSpPr/>
            <p:nvPr/>
          </p:nvSpPr>
          <p:spPr>
            <a:xfrm>
              <a:off x="4570325" y="2631750"/>
              <a:ext cx="2293575" cy="582700"/>
            </a:xfrm>
            <a:custGeom>
              <a:avLst/>
              <a:gdLst/>
              <a:ahLst/>
              <a:cxnLst/>
              <a:rect l="l" t="t" r="r" b="b"/>
              <a:pathLst>
                <a:path w="91743" h="23308" extrusionOk="0">
                  <a:moveTo>
                    <a:pt x="23857" y="188"/>
                  </a:moveTo>
                  <a:cubicBezTo>
                    <a:pt x="21694" y="658"/>
                    <a:pt x="19813" y="1944"/>
                    <a:pt x="17854" y="2947"/>
                  </a:cubicBezTo>
                  <a:lnTo>
                    <a:pt x="17854" y="2947"/>
                  </a:lnTo>
                  <a:cubicBezTo>
                    <a:pt x="15001" y="4420"/>
                    <a:pt x="11835" y="5376"/>
                    <a:pt x="8637" y="5282"/>
                  </a:cubicBezTo>
                  <a:lnTo>
                    <a:pt x="8637" y="5282"/>
                  </a:lnTo>
                  <a:cubicBezTo>
                    <a:pt x="5440" y="5204"/>
                    <a:pt x="2211" y="4013"/>
                    <a:pt x="1" y="1709"/>
                  </a:cubicBezTo>
                  <a:lnTo>
                    <a:pt x="1" y="1709"/>
                  </a:lnTo>
                  <a:cubicBezTo>
                    <a:pt x="251" y="3339"/>
                    <a:pt x="1458" y="4467"/>
                    <a:pt x="2963" y="5173"/>
                  </a:cubicBezTo>
                  <a:lnTo>
                    <a:pt x="2963" y="5173"/>
                  </a:lnTo>
                  <a:cubicBezTo>
                    <a:pt x="6082" y="6615"/>
                    <a:pt x="9672" y="7022"/>
                    <a:pt x="13026" y="6286"/>
                  </a:cubicBezTo>
                  <a:lnTo>
                    <a:pt x="13026" y="6286"/>
                  </a:lnTo>
                  <a:cubicBezTo>
                    <a:pt x="15910" y="5643"/>
                    <a:pt x="18559" y="4232"/>
                    <a:pt x="21365" y="3323"/>
                  </a:cubicBezTo>
                  <a:lnTo>
                    <a:pt x="21365" y="3323"/>
                  </a:lnTo>
                  <a:cubicBezTo>
                    <a:pt x="24170" y="2414"/>
                    <a:pt x="27384" y="2069"/>
                    <a:pt x="29954" y="3511"/>
                  </a:cubicBezTo>
                  <a:lnTo>
                    <a:pt x="29954" y="3511"/>
                  </a:lnTo>
                  <a:cubicBezTo>
                    <a:pt x="31804" y="4546"/>
                    <a:pt x="33058" y="6364"/>
                    <a:pt x="34735" y="7649"/>
                  </a:cubicBezTo>
                  <a:lnTo>
                    <a:pt x="34735" y="7649"/>
                  </a:lnTo>
                  <a:cubicBezTo>
                    <a:pt x="39108" y="11051"/>
                    <a:pt x="45440" y="10330"/>
                    <a:pt x="50629" y="8386"/>
                  </a:cubicBezTo>
                  <a:lnTo>
                    <a:pt x="50629" y="8386"/>
                  </a:lnTo>
                  <a:cubicBezTo>
                    <a:pt x="52274" y="7775"/>
                    <a:pt x="53905" y="7038"/>
                    <a:pt x="55644" y="6803"/>
                  </a:cubicBezTo>
                  <a:lnTo>
                    <a:pt x="55644" y="6803"/>
                  </a:lnTo>
                  <a:cubicBezTo>
                    <a:pt x="57384" y="6552"/>
                    <a:pt x="59312" y="6897"/>
                    <a:pt x="60550" y="8135"/>
                  </a:cubicBezTo>
                  <a:lnTo>
                    <a:pt x="60550" y="8135"/>
                  </a:lnTo>
                  <a:cubicBezTo>
                    <a:pt x="61851" y="9452"/>
                    <a:pt x="62149" y="11489"/>
                    <a:pt x="63340" y="12916"/>
                  </a:cubicBezTo>
                  <a:lnTo>
                    <a:pt x="63340" y="12916"/>
                  </a:lnTo>
                  <a:cubicBezTo>
                    <a:pt x="64516" y="14326"/>
                    <a:pt x="66413" y="14922"/>
                    <a:pt x="68231" y="15126"/>
                  </a:cubicBezTo>
                  <a:lnTo>
                    <a:pt x="68231" y="15126"/>
                  </a:lnTo>
                  <a:cubicBezTo>
                    <a:pt x="73215" y="15690"/>
                    <a:pt x="76648" y="12571"/>
                    <a:pt x="81397" y="12383"/>
                  </a:cubicBezTo>
                  <a:lnTo>
                    <a:pt x="81397" y="12383"/>
                  </a:lnTo>
                  <a:cubicBezTo>
                    <a:pt x="83200" y="12305"/>
                    <a:pt x="85081" y="12712"/>
                    <a:pt x="86476" y="13841"/>
                  </a:cubicBezTo>
                  <a:lnTo>
                    <a:pt x="86476" y="13841"/>
                  </a:lnTo>
                  <a:cubicBezTo>
                    <a:pt x="87479" y="14656"/>
                    <a:pt x="88169" y="15800"/>
                    <a:pt x="88796" y="16944"/>
                  </a:cubicBezTo>
                  <a:lnTo>
                    <a:pt x="88796" y="16944"/>
                  </a:lnTo>
                  <a:cubicBezTo>
                    <a:pt x="89877" y="18935"/>
                    <a:pt x="90833" y="21051"/>
                    <a:pt x="91225" y="23292"/>
                  </a:cubicBezTo>
                  <a:lnTo>
                    <a:pt x="91225" y="23292"/>
                  </a:lnTo>
                  <a:lnTo>
                    <a:pt x="91398" y="23308"/>
                  </a:lnTo>
                  <a:cubicBezTo>
                    <a:pt x="91742" y="20048"/>
                    <a:pt x="91492" y="16631"/>
                    <a:pt x="89940" y="13747"/>
                  </a:cubicBezTo>
                  <a:lnTo>
                    <a:pt x="89940" y="13747"/>
                  </a:lnTo>
                  <a:cubicBezTo>
                    <a:pt x="88388" y="10862"/>
                    <a:pt x="85332" y="8637"/>
                    <a:pt x="82056" y="8746"/>
                  </a:cubicBezTo>
                  <a:lnTo>
                    <a:pt x="82056" y="8746"/>
                  </a:lnTo>
                  <a:cubicBezTo>
                    <a:pt x="79846" y="8809"/>
                    <a:pt x="77808" y="9891"/>
                    <a:pt x="75723" y="10643"/>
                  </a:cubicBezTo>
                  <a:lnTo>
                    <a:pt x="75723" y="10643"/>
                  </a:lnTo>
                  <a:cubicBezTo>
                    <a:pt x="73544" y="11411"/>
                    <a:pt x="71240" y="11819"/>
                    <a:pt x="68936" y="11850"/>
                  </a:cubicBezTo>
                  <a:lnTo>
                    <a:pt x="68936" y="11850"/>
                  </a:lnTo>
                  <a:cubicBezTo>
                    <a:pt x="67745" y="11881"/>
                    <a:pt x="66491" y="11787"/>
                    <a:pt x="65425" y="11223"/>
                  </a:cubicBezTo>
                  <a:lnTo>
                    <a:pt x="65425" y="11223"/>
                  </a:lnTo>
                  <a:cubicBezTo>
                    <a:pt x="63654" y="10314"/>
                    <a:pt x="62714" y="8370"/>
                    <a:pt x="61334" y="6944"/>
                  </a:cubicBezTo>
                  <a:lnTo>
                    <a:pt x="61334" y="6944"/>
                  </a:lnTo>
                  <a:cubicBezTo>
                    <a:pt x="57839" y="3370"/>
                    <a:pt x="51977" y="3574"/>
                    <a:pt x="47243" y="5188"/>
                  </a:cubicBezTo>
                  <a:lnTo>
                    <a:pt x="47243" y="5188"/>
                  </a:lnTo>
                  <a:cubicBezTo>
                    <a:pt x="45064" y="5925"/>
                    <a:pt x="42838" y="6913"/>
                    <a:pt x="40581" y="6521"/>
                  </a:cubicBezTo>
                  <a:lnTo>
                    <a:pt x="40581" y="6521"/>
                  </a:lnTo>
                  <a:cubicBezTo>
                    <a:pt x="39030" y="6239"/>
                    <a:pt x="37682" y="5345"/>
                    <a:pt x="36381" y="4452"/>
                  </a:cubicBezTo>
                  <a:lnTo>
                    <a:pt x="36381" y="4452"/>
                  </a:lnTo>
                  <a:cubicBezTo>
                    <a:pt x="33152" y="2273"/>
                    <a:pt x="29515" y="0"/>
                    <a:pt x="25738" y="0"/>
                  </a:cubicBezTo>
                  <a:lnTo>
                    <a:pt x="25738" y="0"/>
                  </a:lnTo>
                  <a:cubicBezTo>
                    <a:pt x="25111" y="0"/>
                    <a:pt x="24484" y="63"/>
                    <a:pt x="23857" y="188"/>
                  </a:cubicBezTo>
                </a:path>
              </a:pathLst>
            </a:custGeom>
            <a:solidFill>
              <a:srgbClr val="FFFFFF">
                <a:alpha val="410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8" name="Slide Number Placeholder 17">
            <a:extLst>
              <a:ext uri="{FF2B5EF4-FFF2-40B4-BE49-F238E27FC236}">
                <a16:creationId xmlns:a16="http://schemas.microsoft.com/office/drawing/2014/main" id="{B7C00801-EA0E-220C-6F49-BBB45030D380}"/>
              </a:ext>
            </a:extLst>
          </p:cNvPr>
          <p:cNvSpPr>
            <a:spLocks noGrp="1"/>
          </p:cNvSpPr>
          <p:nvPr>
            <p:ph type="sldNum" sz="quarter" idx="12"/>
          </p:nvPr>
        </p:nvSpPr>
        <p:spPr/>
        <p:txBody>
          <a:bodyPr/>
          <a:lstStyle/>
          <a:p>
            <a:fld id="{B6F15528-21DE-4FAA-801E-634DDDAF4B2B}" type="slidenum">
              <a:rPr lang="en-US" smtClean="0"/>
              <a:pPr/>
              <a:t>25</a:t>
            </a:fld>
            <a:endParaRPr lang="en-US"/>
          </a:p>
        </p:txBody>
      </p:sp>
    </p:spTree>
    <p:extLst>
      <p:ext uri="{BB962C8B-B14F-4D97-AF65-F5344CB8AC3E}">
        <p14:creationId xmlns:p14="http://schemas.microsoft.com/office/powerpoint/2010/main" val="34629141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arn(inVertical)">
                                      <p:cBhvr>
                                        <p:cTn id="7" dur="500"/>
                                        <p:tgtEl>
                                          <p:spTgt spid="11"/>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3">
                                            <p:txEl>
                                              <p:pRg st="0" end="0"/>
                                            </p:txEl>
                                          </p:spTgt>
                                        </p:tgtEl>
                                        <p:attrNameLst>
                                          <p:attrName>style.visibility</p:attrName>
                                        </p:attrNameLst>
                                      </p:cBhvr>
                                      <p:to>
                                        <p:strVal val="visible"/>
                                      </p:to>
                                    </p:set>
                                    <p:animEffect transition="in" filter="fade">
                                      <p:cBhvr>
                                        <p:cTn id="11" dur="500"/>
                                        <p:tgtEl>
                                          <p:spTgt spid="13">
                                            <p:txEl>
                                              <p:pRg st="0" end="0"/>
                                            </p:txEl>
                                          </p:spTgt>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13">
                                            <p:txEl>
                                              <p:pRg st="1" end="1"/>
                                            </p:txEl>
                                          </p:spTgt>
                                        </p:tgtEl>
                                        <p:attrNameLst>
                                          <p:attrName>style.visibility</p:attrName>
                                        </p:attrNameLst>
                                      </p:cBhvr>
                                      <p:to>
                                        <p:strVal val="visible"/>
                                      </p:to>
                                    </p:set>
                                    <p:animEffect transition="in" filter="fade">
                                      <p:cBhvr>
                                        <p:cTn id="15" dur="500"/>
                                        <p:tgtEl>
                                          <p:spTgt spid="13">
                                            <p:txEl>
                                              <p:pRg st="1" end="1"/>
                                            </p:txEl>
                                          </p:spTgt>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13">
                                            <p:txEl>
                                              <p:pRg st="2" end="2"/>
                                            </p:txEl>
                                          </p:spTgt>
                                        </p:tgtEl>
                                        <p:attrNameLst>
                                          <p:attrName>style.visibility</p:attrName>
                                        </p:attrNameLst>
                                      </p:cBhvr>
                                      <p:to>
                                        <p:strVal val="visible"/>
                                      </p:to>
                                    </p:set>
                                    <p:animEffect transition="in" filter="fade">
                                      <p:cBhvr>
                                        <p:cTn id="19" dur="500"/>
                                        <p:tgtEl>
                                          <p:spTgt spid="13">
                                            <p:txEl>
                                              <p:pRg st="2" end="2"/>
                                            </p:txEl>
                                          </p:spTgt>
                                        </p:tgtEl>
                                      </p:cBhvr>
                                    </p:animEffect>
                                  </p:childTnLst>
                                </p:cTn>
                              </p:par>
                            </p:childTnLst>
                          </p:cTn>
                        </p:par>
                        <p:par>
                          <p:cTn id="20" fill="hold">
                            <p:stCondLst>
                              <p:cond delay="2000"/>
                            </p:stCondLst>
                            <p:childTnLst>
                              <p:par>
                                <p:cTn id="21" presetID="10" presetClass="entr" presetSubtype="0" fill="hold" grpId="0" nodeType="afterEffect">
                                  <p:stCondLst>
                                    <p:cond delay="0"/>
                                  </p:stCondLst>
                                  <p:childTnLst>
                                    <p:set>
                                      <p:cBhvr>
                                        <p:cTn id="22" dur="1" fill="hold">
                                          <p:stCondLst>
                                            <p:cond delay="0"/>
                                          </p:stCondLst>
                                        </p:cTn>
                                        <p:tgtEl>
                                          <p:spTgt spid="13">
                                            <p:txEl>
                                              <p:pRg st="3" end="3"/>
                                            </p:txEl>
                                          </p:spTgt>
                                        </p:tgtEl>
                                        <p:attrNameLst>
                                          <p:attrName>style.visibility</p:attrName>
                                        </p:attrNameLst>
                                      </p:cBhvr>
                                      <p:to>
                                        <p:strVal val="visible"/>
                                      </p:to>
                                    </p:set>
                                    <p:animEffect transition="in" filter="fade">
                                      <p:cBhvr>
                                        <p:cTn id="23" dur="500"/>
                                        <p:tgtEl>
                                          <p:spTgt spid="13">
                                            <p:txEl>
                                              <p:pRg st="3" end="3"/>
                                            </p:txEl>
                                          </p:spTgt>
                                        </p:tgtEl>
                                      </p:cBhvr>
                                    </p:animEffect>
                                  </p:childTnLst>
                                </p:cTn>
                              </p:par>
                            </p:childTnLst>
                          </p:cTn>
                        </p:par>
                        <p:par>
                          <p:cTn id="24" fill="hold">
                            <p:stCondLst>
                              <p:cond delay="2500"/>
                            </p:stCondLst>
                            <p:childTnLst>
                              <p:par>
                                <p:cTn id="25" presetID="10" presetClass="entr" presetSubtype="0" fill="hold" grpId="0" nodeType="afterEffect">
                                  <p:stCondLst>
                                    <p:cond delay="0"/>
                                  </p:stCondLst>
                                  <p:childTnLst>
                                    <p:set>
                                      <p:cBhvr>
                                        <p:cTn id="26" dur="1" fill="hold">
                                          <p:stCondLst>
                                            <p:cond delay="0"/>
                                          </p:stCondLst>
                                        </p:cTn>
                                        <p:tgtEl>
                                          <p:spTgt spid="13">
                                            <p:txEl>
                                              <p:pRg st="4" end="4"/>
                                            </p:txEl>
                                          </p:spTgt>
                                        </p:tgtEl>
                                        <p:attrNameLst>
                                          <p:attrName>style.visibility</p:attrName>
                                        </p:attrNameLst>
                                      </p:cBhvr>
                                      <p:to>
                                        <p:strVal val="visible"/>
                                      </p:to>
                                    </p:set>
                                    <p:animEffect transition="in" filter="fade">
                                      <p:cBhvr>
                                        <p:cTn id="27" dur="500"/>
                                        <p:tgtEl>
                                          <p:spTgt spid="13">
                                            <p:txEl>
                                              <p:pRg st="4" end="4"/>
                                            </p:txEl>
                                          </p:spTgt>
                                        </p:tgtEl>
                                      </p:cBhvr>
                                    </p:animEffect>
                                  </p:childTnLst>
                                </p:cTn>
                              </p:par>
                            </p:childTnLst>
                          </p:cTn>
                        </p:par>
                        <p:par>
                          <p:cTn id="28" fill="hold">
                            <p:stCondLst>
                              <p:cond delay="3000"/>
                            </p:stCondLst>
                            <p:childTnLst>
                              <p:par>
                                <p:cTn id="29" presetID="10" presetClass="entr" presetSubtype="0" fill="hold" grpId="0" nodeType="afterEffect">
                                  <p:stCondLst>
                                    <p:cond delay="0"/>
                                  </p:stCondLst>
                                  <p:childTnLst>
                                    <p:set>
                                      <p:cBhvr>
                                        <p:cTn id="30" dur="1" fill="hold">
                                          <p:stCondLst>
                                            <p:cond delay="0"/>
                                          </p:stCondLst>
                                        </p:cTn>
                                        <p:tgtEl>
                                          <p:spTgt spid="13">
                                            <p:txEl>
                                              <p:pRg st="5" end="5"/>
                                            </p:txEl>
                                          </p:spTgt>
                                        </p:tgtEl>
                                        <p:attrNameLst>
                                          <p:attrName>style.visibility</p:attrName>
                                        </p:attrNameLst>
                                      </p:cBhvr>
                                      <p:to>
                                        <p:strVal val="visible"/>
                                      </p:to>
                                    </p:set>
                                    <p:animEffect transition="in" filter="fade">
                                      <p:cBhvr>
                                        <p:cTn id="31" dur="500"/>
                                        <p:tgtEl>
                                          <p:spTgt spid="13">
                                            <p:txEl>
                                              <p:pRg st="5" end="5"/>
                                            </p:txEl>
                                          </p:spTgt>
                                        </p:tgtEl>
                                      </p:cBhvr>
                                    </p:animEffect>
                                  </p:childTnLst>
                                </p:cTn>
                              </p:par>
                            </p:childTnLst>
                          </p:cTn>
                        </p:par>
                        <p:par>
                          <p:cTn id="32" fill="hold">
                            <p:stCondLst>
                              <p:cond delay="3500"/>
                            </p:stCondLst>
                            <p:childTnLst>
                              <p:par>
                                <p:cTn id="33" presetID="10" presetClass="entr" presetSubtype="0" fill="hold" grpId="0" nodeType="afterEffect">
                                  <p:stCondLst>
                                    <p:cond delay="0"/>
                                  </p:stCondLst>
                                  <p:childTnLst>
                                    <p:set>
                                      <p:cBhvr>
                                        <p:cTn id="34" dur="1" fill="hold">
                                          <p:stCondLst>
                                            <p:cond delay="0"/>
                                          </p:stCondLst>
                                        </p:cTn>
                                        <p:tgtEl>
                                          <p:spTgt spid="13">
                                            <p:txEl>
                                              <p:pRg st="6" end="6"/>
                                            </p:txEl>
                                          </p:spTgt>
                                        </p:tgtEl>
                                        <p:attrNameLst>
                                          <p:attrName>style.visibility</p:attrName>
                                        </p:attrNameLst>
                                      </p:cBhvr>
                                      <p:to>
                                        <p:strVal val="visible"/>
                                      </p:to>
                                    </p:set>
                                    <p:animEffect transition="in" filter="fade">
                                      <p:cBhvr>
                                        <p:cTn id="35" dur="500"/>
                                        <p:tgtEl>
                                          <p:spTgt spid="13">
                                            <p:txEl>
                                              <p:pRg st="6" end="6"/>
                                            </p:txEl>
                                          </p:spTgt>
                                        </p:tgtEl>
                                      </p:cBhvr>
                                    </p:animEffect>
                                  </p:childTnLst>
                                </p:cTn>
                              </p:par>
                            </p:childTnLst>
                          </p:cTn>
                        </p:par>
                        <p:par>
                          <p:cTn id="36" fill="hold">
                            <p:stCondLst>
                              <p:cond delay="4000"/>
                            </p:stCondLst>
                            <p:childTnLst>
                              <p:par>
                                <p:cTn id="37" presetID="10" presetClass="entr" presetSubtype="0" fill="hold" grpId="0" nodeType="afterEffect">
                                  <p:stCondLst>
                                    <p:cond delay="0"/>
                                  </p:stCondLst>
                                  <p:childTnLst>
                                    <p:set>
                                      <p:cBhvr>
                                        <p:cTn id="38" dur="1" fill="hold">
                                          <p:stCondLst>
                                            <p:cond delay="0"/>
                                          </p:stCondLst>
                                        </p:cTn>
                                        <p:tgtEl>
                                          <p:spTgt spid="14">
                                            <p:txEl>
                                              <p:pRg st="0" end="0"/>
                                            </p:txEl>
                                          </p:spTgt>
                                        </p:tgtEl>
                                        <p:attrNameLst>
                                          <p:attrName>style.visibility</p:attrName>
                                        </p:attrNameLst>
                                      </p:cBhvr>
                                      <p:to>
                                        <p:strVal val="visible"/>
                                      </p:to>
                                    </p:set>
                                    <p:animEffect transition="in" filter="fade">
                                      <p:cBhvr>
                                        <p:cTn id="39" dur="500"/>
                                        <p:tgtEl>
                                          <p:spTgt spid="14">
                                            <p:txEl>
                                              <p:pRg st="0" end="0"/>
                                            </p:txEl>
                                          </p:spTgt>
                                        </p:tgtEl>
                                      </p:cBhvr>
                                    </p:animEffect>
                                  </p:childTnLst>
                                </p:cTn>
                              </p:par>
                            </p:childTnLst>
                          </p:cTn>
                        </p:par>
                        <p:par>
                          <p:cTn id="40" fill="hold">
                            <p:stCondLst>
                              <p:cond delay="4500"/>
                            </p:stCondLst>
                            <p:childTnLst>
                              <p:par>
                                <p:cTn id="41" presetID="10" presetClass="entr" presetSubtype="0" fill="hold" grpId="0" nodeType="afterEffect">
                                  <p:stCondLst>
                                    <p:cond delay="0"/>
                                  </p:stCondLst>
                                  <p:childTnLst>
                                    <p:set>
                                      <p:cBhvr>
                                        <p:cTn id="42" dur="1" fill="hold">
                                          <p:stCondLst>
                                            <p:cond delay="0"/>
                                          </p:stCondLst>
                                        </p:cTn>
                                        <p:tgtEl>
                                          <p:spTgt spid="14">
                                            <p:txEl>
                                              <p:pRg st="1" end="1"/>
                                            </p:txEl>
                                          </p:spTgt>
                                        </p:tgtEl>
                                        <p:attrNameLst>
                                          <p:attrName>style.visibility</p:attrName>
                                        </p:attrNameLst>
                                      </p:cBhvr>
                                      <p:to>
                                        <p:strVal val="visible"/>
                                      </p:to>
                                    </p:set>
                                    <p:animEffect transition="in" filter="fade">
                                      <p:cBhvr>
                                        <p:cTn id="43" dur="500"/>
                                        <p:tgtEl>
                                          <p:spTgt spid="14">
                                            <p:txEl>
                                              <p:pRg st="1" end="1"/>
                                            </p:txEl>
                                          </p:spTgt>
                                        </p:tgtEl>
                                      </p:cBhvr>
                                    </p:animEffect>
                                  </p:childTnLst>
                                </p:cTn>
                              </p:par>
                            </p:childTnLst>
                          </p:cTn>
                        </p:par>
                        <p:par>
                          <p:cTn id="44" fill="hold">
                            <p:stCondLst>
                              <p:cond delay="5000"/>
                            </p:stCondLst>
                            <p:childTnLst>
                              <p:par>
                                <p:cTn id="45" presetID="10" presetClass="entr" presetSubtype="0" fill="hold" grpId="0" nodeType="afterEffect">
                                  <p:stCondLst>
                                    <p:cond delay="0"/>
                                  </p:stCondLst>
                                  <p:childTnLst>
                                    <p:set>
                                      <p:cBhvr>
                                        <p:cTn id="46" dur="1" fill="hold">
                                          <p:stCondLst>
                                            <p:cond delay="0"/>
                                          </p:stCondLst>
                                        </p:cTn>
                                        <p:tgtEl>
                                          <p:spTgt spid="14">
                                            <p:txEl>
                                              <p:pRg st="2" end="2"/>
                                            </p:txEl>
                                          </p:spTgt>
                                        </p:tgtEl>
                                        <p:attrNameLst>
                                          <p:attrName>style.visibility</p:attrName>
                                        </p:attrNameLst>
                                      </p:cBhvr>
                                      <p:to>
                                        <p:strVal val="visible"/>
                                      </p:to>
                                    </p:set>
                                    <p:animEffect transition="in" filter="fade">
                                      <p:cBhvr>
                                        <p:cTn id="47" dur="500"/>
                                        <p:tgtEl>
                                          <p:spTgt spid="14">
                                            <p:txEl>
                                              <p:pRg st="2" end="2"/>
                                            </p:txEl>
                                          </p:spTgt>
                                        </p:tgtEl>
                                      </p:cBhvr>
                                    </p:animEffect>
                                  </p:childTnLst>
                                </p:cTn>
                              </p:par>
                            </p:childTnLst>
                          </p:cTn>
                        </p:par>
                        <p:par>
                          <p:cTn id="48" fill="hold">
                            <p:stCondLst>
                              <p:cond delay="5500"/>
                            </p:stCondLst>
                            <p:childTnLst>
                              <p:par>
                                <p:cTn id="49" presetID="10" presetClass="entr" presetSubtype="0" fill="hold" grpId="0" nodeType="afterEffect">
                                  <p:stCondLst>
                                    <p:cond delay="0"/>
                                  </p:stCondLst>
                                  <p:childTnLst>
                                    <p:set>
                                      <p:cBhvr>
                                        <p:cTn id="50" dur="1" fill="hold">
                                          <p:stCondLst>
                                            <p:cond delay="0"/>
                                          </p:stCondLst>
                                        </p:cTn>
                                        <p:tgtEl>
                                          <p:spTgt spid="14">
                                            <p:txEl>
                                              <p:pRg st="3" end="3"/>
                                            </p:txEl>
                                          </p:spTgt>
                                        </p:tgtEl>
                                        <p:attrNameLst>
                                          <p:attrName>style.visibility</p:attrName>
                                        </p:attrNameLst>
                                      </p:cBhvr>
                                      <p:to>
                                        <p:strVal val="visible"/>
                                      </p:to>
                                    </p:set>
                                    <p:animEffect transition="in" filter="fade">
                                      <p:cBhvr>
                                        <p:cTn id="51" dur="500"/>
                                        <p:tgtEl>
                                          <p:spTgt spid="14">
                                            <p:txEl>
                                              <p:pRg st="3" end="3"/>
                                            </p:txEl>
                                          </p:spTgt>
                                        </p:tgtEl>
                                      </p:cBhvr>
                                    </p:animEffect>
                                  </p:childTnLst>
                                </p:cTn>
                              </p:par>
                            </p:childTnLst>
                          </p:cTn>
                        </p:par>
                        <p:par>
                          <p:cTn id="52" fill="hold">
                            <p:stCondLst>
                              <p:cond delay="6000"/>
                            </p:stCondLst>
                            <p:childTnLst>
                              <p:par>
                                <p:cTn id="53" presetID="10" presetClass="entr" presetSubtype="0" fill="hold" grpId="0" nodeType="afterEffect">
                                  <p:stCondLst>
                                    <p:cond delay="0"/>
                                  </p:stCondLst>
                                  <p:childTnLst>
                                    <p:set>
                                      <p:cBhvr>
                                        <p:cTn id="54" dur="1" fill="hold">
                                          <p:stCondLst>
                                            <p:cond delay="0"/>
                                          </p:stCondLst>
                                        </p:cTn>
                                        <p:tgtEl>
                                          <p:spTgt spid="14">
                                            <p:txEl>
                                              <p:pRg st="4" end="4"/>
                                            </p:txEl>
                                          </p:spTgt>
                                        </p:tgtEl>
                                        <p:attrNameLst>
                                          <p:attrName>style.visibility</p:attrName>
                                        </p:attrNameLst>
                                      </p:cBhvr>
                                      <p:to>
                                        <p:strVal val="visible"/>
                                      </p:to>
                                    </p:set>
                                    <p:animEffect transition="in" filter="fade">
                                      <p:cBhvr>
                                        <p:cTn id="55" dur="500"/>
                                        <p:tgtEl>
                                          <p:spTgt spid="14">
                                            <p:txEl>
                                              <p:pRg st="4" end="4"/>
                                            </p:txEl>
                                          </p:spTgt>
                                        </p:tgtEl>
                                      </p:cBhvr>
                                    </p:animEffect>
                                  </p:childTnLst>
                                </p:cTn>
                              </p:par>
                            </p:childTnLst>
                          </p:cTn>
                        </p:par>
                        <p:par>
                          <p:cTn id="56" fill="hold">
                            <p:stCondLst>
                              <p:cond delay="6500"/>
                            </p:stCondLst>
                            <p:childTnLst>
                              <p:par>
                                <p:cTn id="57" presetID="10" presetClass="entr" presetSubtype="0" fill="hold" grpId="0" nodeType="afterEffect">
                                  <p:stCondLst>
                                    <p:cond delay="0"/>
                                  </p:stCondLst>
                                  <p:childTnLst>
                                    <p:set>
                                      <p:cBhvr>
                                        <p:cTn id="58" dur="1" fill="hold">
                                          <p:stCondLst>
                                            <p:cond delay="0"/>
                                          </p:stCondLst>
                                        </p:cTn>
                                        <p:tgtEl>
                                          <p:spTgt spid="14">
                                            <p:txEl>
                                              <p:pRg st="5" end="5"/>
                                            </p:txEl>
                                          </p:spTgt>
                                        </p:tgtEl>
                                        <p:attrNameLst>
                                          <p:attrName>style.visibility</p:attrName>
                                        </p:attrNameLst>
                                      </p:cBhvr>
                                      <p:to>
                                        <p:strVal val="visible"/>
                                      </p:to>
                                    </p:set>
                                    <p:animEffect transition="in" filter="fade">
                                      <p:cBhvr>
                                        <p:cTn id="59" dur="500"/>
                                        <p:tgtEl>
                                          <p:spTgt spid="14">
                                            <p:txEl>
                                              <p:pRg st="5" end="5"/>
                                            </p:txEl>
                                          </p:spTgt>
                                        </p:tgtEl>
                                      </p:cBhvr>
                                    </p:animEffect>
                                  </p:childTnLst>
                                </p:cTn>
                              </p:par>
                              <p:par>
                                <p:cTn id="60" presetID="63" presetClass="path" presetSubtype="0" accel="50000" decel="50000" fill="hold" nodeType="withEffect">
                                  <p:stCondLst>
                                    <p:cond delay="0"/>
                                  </p:stCondLst>
                                  <p:childTnLst>
                                    <p:animMotion origin="layout" path="M -0.10989 -0.01327 L 1.38837 -0.04352 " pathEditMode="relative" rAng="0" ptsTypes="AA">
                                      <p:cBhvr>
                                        <p:cTn id="61" dur="5000" fill="hold"/>
                                        <p:tgtEl>
                                          <p:spTgt spid="25"/>
                                        </p:tgtEl>
                                        <p:attrNameLst>
                                          <p:attrName>ppt_x</p:attrName>
                                          <p:attrName>ppt_y</p:attrName>
                                        </p:attrNameLst>
                                      </p:cBhvr>
                                      <p:rCtr x="74913" y="-1512"/>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3" grpId="0" build="p"/>
      <p:bldP spid="14"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119668" y="2595768"/>
            <a:ext cx="3232757" cy="2560198"/>
            <a:chOff x="0" y="0"/>
            <a:chExt cx="8620685" cy="6827195"/>
          </a:xfrm>
          <a:solidFill>
            <a:srgbClr val="0070C0"/>
          </a:solidFill>
        </p:grpSpPr>
        <p:sp>
          <p:nvSpPr>
            <p:cNvPr id="3" name="Freeform 3"/>
            <p:cNvSpPr/>
            <p:nvPr/>
          </p:nvSpPr>
          <p:spPr>
            <a:xfrm>
              <a:off x="0" y="0"/>
              <a:ext cx="8620633" cy="6827139"/>
            </a:xfrm>
            <a:custGeom>
              <a:avLst/>
              <a:gdLst/>
              <a:ahLst/>
              <a:cxnLst/>
              <a:rect l="l" t="t" r="r" b="b"/>
              <a:pathLst>
                <a:path w="8620633" h="6827139">
                  <a:moveTo>
                    <a:pt x="0" y="6827139"/>
                  </a:moveTo>
                  <a:lnTo>
                    <a:pt x="8620633" y="6827139"/>
                  </a:lnTo>
                  <a:lnTo>
                    <a:pt x="0" y="0"/>
                  </a:lnTo>
                  <a:close/>
                </a:path>
              </a:pathLst>
            </a:custGeom>
            <a:grpFill/>
          </p:spPr>
          <p:txBody>
            <a:bodyPr/>
            <a:lstStyle/>
            <a:p>
              <a:endParaRPr lang="en-US"/>
            </a:p>
          </p:txBody>
        </p:sp>
      </p:grpSp>
      <p:grpSp>
        <p:nvGrpSpPr>
          <p:cNvPr id="4" name="Group 4"/>
          <p:cNvGrpSpPr/>
          <p:nvPr/>
        </p:nvGrpSpPr>
        <p:grpSpPr>
          <a:xfrm>
            <a:off x="-1007720" y="2690249"/>
            <a:ext cx="1526503" cy="1923517"/>
            <a:chOff x="0" y="0"/>
            <a:chExt cx="4070675" cy="5129379"/>
          </a:xfrm>
        </p:grpSpPr>
        <p:sp>
          <p:nvSpPr>
            <p:cNvPr id="5" name="Freeform 5"/>
            <p:cNvSpPr/>
            <p:nvPr/>
          </p:nvSpPr>
          <p:spPr>
            <a:xfrm>
              <a:off x="0" y="0"/>
              <a:ext cx="4070604" cy="5129403"/>
            </a:xfrm>
            <a:custGeom>
              <a:avLst/>
              <a:gdLst/>
              <a:ahLst/>
              <a:cxnLst/>
              <a:rect l="l" t="t" r="r" b="b"/>
              <a:pathLst>
                <a:path w="4070604" h="5129403">
                  <a:moveTo>
                    <a:pt x="0" y="0"/>
                  </a:moveTo>
                  <a:cubicBezTo>
                    <a:pt x="0" y="0"/>
                    <a:pt x="42799" y="575945"/>
                    <a:pt x="441833" y="860552"/>
                  </a:cubicBezTo>
                  <a:cubicBezTo>
                    <a:pt x="839978" y="1145032"/>
                    <a:pt x="70993" y="1345057"/>
                    <a:pt x="441833" y="1800479"/>
                  </a:cubicBezTo>
                  <a:cubicBezTo>
                    <a:pt x="811784" y="2255901"/>
                    <a:pt x="1779905" y="2043938"/>
                    <a:pt x="1979803" y="2378075"/>
                  </a:cubicBezTo>
                  <a:cubicBezTo>
                    <a:pt x="2178939" y="2712085"/>
                    <a:pt x="1479042" y="4036568"/>
                    <a:pt x="1843151" y="4570603"/>
                  </a:cubicBezTo>
                  <a:cubicBezTo>
                    <a:pt x="2207260" y="5104638"/>
                    <a:pt x="2543810" y="5129403"/>
                    <a:pt x="2543810" y="5129403"/>
                  </a:cubicBezTo>
                  <a:lnTo>
                    <a:pt x="4070604" y="3224784"/>
                  </a:lnTo>
                  <a:close/>
                </a:path>
              </a:pathLst>
            </a:custGeom>
            <a:solidFill>
              <a:srgbClr val="FFFFFF">
                <a:alpha val="16863"/>
              </a:srgbClr>
            </a:solidFill>
          </p:spPr>
          <p:txBody>
            <a:bodyPr/>
            <a:lstStyle/>
            <a:p>
              <a:endParaRPr lang="en-US"/>
            </a:p>
          </p:txBody>
        </p:sp>
      </p:grpSp>
      <p:sp>
        <p:nvSpPr>
          <p:cNvPr id="6" name="Freeform 6"/>
          <p:cNvSpPr/>
          <p:nvPr/>
        </p:nvSpPr>
        <p:spPr>
          <a:xfrm>
            <a:off x="154729" y="4113436"/>
            <a:ext cx="724950" cy="1019250"/>
          </a:xfrm>
          <a:custGeom>
            <a:avLst/>
            <a:gdLst/>
            <a:ahLst/>
            <a:cxnLst/>
            <a:rect l="l" t="t" r="r" b="b"/>
            <a:pathLst>
              <a:path w="1449900" h="2038500">
                <a:moveTo>
                  <a:pt x="0" y="0"/>
                </a:moveTo>
                <a:lnTo>
                  <a:pt x="1449900" y="0"/>
                </a:lnTo>
                <a:lnTo>
                  <a:pt x="1449900" y="2038500"/>
                </a:lnTo>
                <a:lnTo>
                  <a:pt x="0" y="20385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7" name="Freeform 7"/>
          <p:cNvSpPr/>
          <p:nvPr/>
        </p:nvSpPr>
        <p:spPr>
          <a:xfrm>
            <a:off x="2106860" y="4596611"/>
            <a:ext cx="389150" cy="536075"/>
          </a:xfrm>
          <a:custGeom>
            <a:avLst/>
            <a:gdLst/>
            <a:ahLst/>
            <a:cxnLst/>
            <a:rect l="l" t="t" r="r" b="b"/>
            <a:pathLst>
              <a:path w="778300" h="1072150">
                <a:moveTo>
                  <a:pt x="0" y="0"/>
                </a:moveTo>
                <a:lnTo>
                  <a:pt x="778300" y="0"/>
                </a:lnTo>
                <a:lnTo>
                  <a:pt x="778300" y="1072150"/>
                </a:lnTo>
                <a:lnTo>
                  <a:pt x="0" y="107215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grpSp>
        <p:nvGrpSpPr>
          <p:cNvPr id="8" name="Group 8"/>
          <p:cNvGrpSpPr/>
          <p:nvPr/>
        </p:nvGrpSpPr>
        <p:grpSpPr>
          <a:xfrm>
            <a:off x="-8925" y="123275"/>
            <a:ext cx="3504800" cy="490625"/>
            <a:chOff x="0" y="0"/>
            <a:chExt cx="9346133" cy="1308333"/>
          </a:xfrm>
        </p:grpSpPr>
        <p:sp>
          <p:nvSpPr>
            <p:cNvPr id="9" name="Freeform 9"/>
            <p:cNvSpPr/>
            <p:nvPr/>
          </p:nvSpPr>
          <p:spPr>
            <a:xfrm>
              <a:off x="0" y="0"/>
              <a:ext cx="9346057" cy="1308354"/>
            </a:xfrm>
            <a:custGeom>
              <a:avLst/>
              <a:gdLst/>
              <a:ahLst/>
              <a:cxnLst/>
              <a:rect l="l" t="t" r="r" b="b"/>
              <a:pathLst>
                <a:path w="9346057" h="1308354">
                  <a:moveTo>
                    <a:pt x="3055493" y="159893"/>
                  </a:moveTo>
                  <a:cubicBezTo>
                    <a:pt x="2537079" y="518287"/>
                    <a:pt x="0" y="159893"/>
                    <a:pt x="0" y="159893"/>
                  </a:cubicBezTo>
                  <a:lnTo>
                    <a:pt x="0" y="1308354"/>
                  </a:lnTo>
                  <a:cubicBezTo>
                    <a:pt x="0" y="1308354"/>
                    <a:pt x="3886200" y="482854"/>
                    <a:pt x="4227830" y="318770"/>
                  </a:cubicBezTo>
                  <a:cubicBezTo>
                    <a:pt x="4568444" y="155829"/>
                    <a:pt x="9346057" y="160020"/>
                    <a:pt x="9346057" y="160020"/>
                  </a:cubicBezTo>
                  <a:cubicBezTo>
                    <a:pt x="9346057" y="160020"/>
                    <a:pt x="6780784" y="0"/>
                    <a:pt x="4917567" y="0"/>
                  </a:cubicBezTo>
                  <a:cubicBezTo>
                    <a:pt x="3985514" y="0"/>
                    <a:pt x="3228975" y="39751"/>
                    <a:pt x="3055493" y="159893"/>
                  </a:cubicBezTo>
                  <a:close/>
                </a:path>
              </a:pathLst>
            </a:custGeom>
            <a:solidFill>
              <a:srgbClr val="FFFFFF">
                <a:alpha val="16863"/>
              </a:srgbClr>
            </a:solidFill>
          </p:spPr>
          <p:txBody>
            <a:bodyPr/>
            <a:lstStyle/>
            <a:p>
              <a:endParaRPr lang="en-US"/>
            </a:p>
          </p:txBody>
        </p:sp>
      </p:grpSp>
      <p:sp>
        <p:nvSpPr>
          <p:cNvPr id="10" name="Freeform 10"/>
          <p:cNvSpPr/>
          <p:nvPr/>
        </p:nvSpPr>
        <p:spPr>
          <a:xfrm>
            <a:off x="1252960" y="4407050"/>
            <a:ext cx="853900" cy="770400"/>
          </a:xfrm>
          <a:custGeom>
            <a:avLst/>
            <a:gdLst/>
            <a:ahLst/>
            <a:cxnLst/>
            <a:rect l="l" t="t" r="r" b="b"/>
            <a:pathLst>
              <a:path w="1707800" h="1540800">
                <a:moveTo>
                  <a:pt x="0" y="0"/>
                </a:moveTo>
                <a:lnTo>
                  <a:pt x="1707800" y="0"/>
                </a:lnTo>
                <a:lnTo>
                  <a:pt x="1707800" y="1540800"/>
                </a:lnTo>
                <a:lnTo>
                  <a:pt x="0" y="15408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a:p>
        </p:txBody>
      </p:sp>
      <p:sp>
        <p:nvSpPr>
          <p:cNvPr id="11" name="TextBox 11"/>
          <p:cNvSpPr txBox="1"/>
          <p:nvPr/>
        </p:nvSpPr>
        <p:spPr>
          <a:xfrm>
            <a:off x="1743460" y="661094"/>
            <a:ext cx="5562317" cy="553998"/>
          </a:xfrm>
          <a:prstGeom prst="rect">
            <a:avLst/>
          </a:prstGeom>
        </p:spPr>
        <p:txBody>
          <a:bodyPr wrap="square" lIns="0" tIns="0" rIns="0" bIns="0" rtlCol="0" anchor="t">
            <a:spAutoFit/>
          </a:bodyPr>
          <a:lstStyle/>
          <a:p>
            <a:pPr marL="0" lvl="0" indent="0" algn="l" rtl="0">
              <a:spcBef>
                <a:spcPts val="0"/>
              </a:spcBef>
              <a:spcAft>
                <a:spcPts val="0"/>
              </a:spcAft>
              <a:buNone/>
            </a:pPr>
            <a:r>
              <a:rPr lang="en-US" sz="3600" dirty="0">
                <a:solidFill>
                  <a:srgbClr val="002E50"/>
                </a:solidFill>
              </a:rPr>
              <a:t>Routes &amp; Stations Analysis </a:t>
            </a:r>
          </a:p>
        </p:txBody>
      </p:sp>
      <p:sp>
        <p:nvSpPr>
          <p:cNvPr id="13" name="TextBox 13"/>
          <p:cNvSpPr txBox="1"/>
          <p:nvPr/>
        </p:nvSpPr>
        <p:spPr>
          <a:xfrm>
            <a:off x="421753" y="1199924"/>
            <a:ext cx="4567845" cy="2844305"/>
          </a:xfrm>
          <a:prstGeom prst="rect">
            <a:avLst/>
          </a:prstGeom>
        </p:spPr>
        <p:txBody>
          <a:bodyPr wrap="square" lIns="0" tIns="0" rIns="0" bIns="0" rtlCol="0" anchor="t">
            <a:spAutoFit/>
          </a:bodyPr>
          <a:lstStyle/>
          <a:p>
            <a:pPr marL="342900" marR="0" lvl="0" indent="-342900" rtl="0">
              <a:lnSpc>
                <a:spcPct val="150000"/>
              </a:lnSpc>
              <a:spcBef>
                <a:spcPts val="1200"/>
              </a:spcBef>
              <a:spcAft>
                <a:spcPts val="0"/>
              </a:spcAft>
              <a:buClr>
                <a:srgbClr val="002E50"/>
              </a:buClr>
              <a:buFont typeface="+mj-lt"/>
              <a:buAutoNum type="arabicPeriod"/>
            </a:pPr>
            <a:r>
              <a:rPr lang="en-US"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rPr>
              <a:t>What is the number of Routes ? </a:t>
            </a:r>
          </a:p>
          <a:p>
            <a:pPr marL="342900" marR="0" lvl="0" indent="-342900" rtl="0">
              <a:lnSpc>
                <a:spcPct val="150000"/>
              </a:lnSpc>
              <a:spcBef>
                <a:spcPts val="1200"/>
              </a:spcBef>
              <a:spcAft>
                <a:spcPts val="0"/>
              </a:spcAft>
              <a:buClr>
                <a:srgbClr val="002E50"/>
              </a:buClr>
              <a:buFont typeface="+mj-lt"/>
              <a:buAutoNum type="arabicPeriod"/>
            </a:pPr>
            <a:r>
              <a:rPr lang="en-US"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rPr>
              <a:t>What is the number of Departure Stations?</a:t>
            </a:r>
          </a:p>
          <a:p>
            <a:pPr marL="342900" marR="0" lvl="0" indent="-342900" rtl="0">
              <a:lnSpc>
                <a:spcPct val="150000"/>
              </a:lnSpc>
              <a:spcBef>
                <a:spcPts val="1200"/>
              </a:spcBef>
              <a:spcAft>
                <a:spcPts val="0"/>
              </a:spcAft>
              <a:buClr>
                <a:srgbClr val="002E50"/>
              </a:buClr>
              <a:buFont typeface="+mj-lt"/>
              <a:buAutoNum type="arabicPeriod"/>
            </a:pPr>
            <a:r>
              <a:rPr lang="en-US"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rPr>
              <a:t>What is the number of Arrival Stations?</a:t>
            </a:r>
          </a:p>
          <a:p>
            <a:pPr marL="342900" marR="0" lvl="0" indent="-342900" rtl="0">
              <a:lnSpc>
                <a:spcPct val="150000"/>
              </a:lnSpc>
              <a:spcBef>
                <a:spcPts val="1200"/>
              </a:spcBef>
              <a:spcAft>
                <a:spcPts val="0"/>
              </a:spcAft>
              <a:buClr>
                <a:srgbClr val="002E50"/>
              </a:buClr>
              <a:buFont typeface="+mj-lt"/>
              <a:buAutoNum type="arabicPeriod"/>
            </a:pPr>
            <a:r>
              <a:rPr lang="en-US"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rPr>
              <a:t>What are the top 5 routes with highest percentage of delays?</a:t>
            </a:r>
          </a:p>
          <a:p>
            <a:pPr marL="342900" marR="0" lvl="0" indent="-342900" rtl="0">
              <a:lnSpc>
                <a:spcPct val="150000"/>
              </a:lnSpc>
              <a:spcBef>
                <a:spcPts val="1200"/>
              </a:spcBef>
              <a:spcAft>
                <a:spcPts val="0"/>
              </a:spcAft>
              <a:buClr>
                <a:srgbClr val="002E50"/>
              </a:buClr>
              <a:buFont typeface="+mj-lt"/>
              <a:buAutoNum type="arabicPeriod"/>
            </a:pPr>
            <a:r>
              <a:rPr lang="en-US"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rPr>
              <a:t>What are the top 5 routes with highest percentage of cancellations ?</a:t>
            </a:r>
          </a:p>
        </p:txBody>
      </p:sp>
      <p:sp>
        <p:nvSpPr>
          <p:cNvPr id="14" name="TextBox 14"/>
          <p:cNvSpPr txBox="1"/>
          <p:nvPr/>
        </p:nvSpPr>
        <p:spPr>
          <a:xfrm>
            <a:off x="4729017" y="1234175"/>
            <a:ext cx="4260254" cy="2675028"/>
          </a:xfrm>
          <a:prstGeom prst="rect">
            <a:avLst/>
          </a:prstGeom>
        </p:spPr>
        <p:txBody>
          <a:bodyPr wrap="square" lIns="0" tIns="0" rIns="0" bIns="0" rtlCol="0" anchor="t">
            <a:spAutoFit/>
          </a:bodyPr>
          <a:lstStyle/>
          <a:p>
            <a:pPr marL="342900" lvl="0" indent="-342900">
              <a:lnSpc>
                <a:spcPct val="150000"/>
              </a:lnSpc>
              <a:spcBef>
                <a:spcPts val="1200"/>
              </a:spcBef>
              <a:buClr>
                <a:srgbClr val="002E50"/>
              </a:buClr>
              <a:buFont typeface="+mj-lt"/>
              <a:buAutoNum type="arabicPeriod" startAt="6"/>
            </a:pPr>
            <a:r>
              <a:rPr lang="en-US" kern="100" dirty="0">
                <a:solidFill>
                  <a:srgbClr val="0070C0"/>
                </a:solidFill>
                <a:latin typeface="Calibri" panose="020F0502020204030204" pitchFamily="34" charset="0"/>
                <a:ea typeface="Calibri" panose="020F0502020204030204" pitchFamily="34" charset="0"/>
                <a:cs typeface="Arial" panose="020B0604020202020204" pitchFamily="34" charset="0"/>
              </a:rPr>
              <a:t>What is the top 5 of used Departure?</a:t>
            </a:r>
          </a:p>
          <a:p>
            <a:pPr marL="342900" lvl="0" indent="-342900">
              <a:lnSpc>
                <a:spcPct val="150000"/>
              </a:lnSpc>
              <a:spcBef>
                <a:spcPts val="1200"/>
              </a:spcBef>
              <a:buClr>
                <a:srgbClr val="002E50"/>
              </a:buClr>
              <a:buFont typeface="+mj-lt"/>
              <a:buAutoNum type="arabicPeriod" startAt="6"/>
            </a:pPr>
            <a:r>
              <a:rPr lang="en-US" kern="100" dirty="0">
                <a:solidFill>
                  <a:srgbClr val="0070C0"/>
                </a:solidFill>
                <a:latin typeface="Calibri" panose="020F0502020204030204" pitchFamily="34" charset="0"/>
                <a:ea typeface="Calibri" panose="020F0502020204030204" pitchFamily="34" charset="0"/>
                <a:cs typeface="Arial" panose="020B0604020202020204" pitchFamily="34" charset="0"/>
              </a:rPr>
              <a:t>What is the Bottom 5 of used Departure Stations?</a:t>
            </a:r>
          </a:p>
          <a:p>
            <a:pPr marL="342900" lvl="0" indent="-342900">
              <a:lnSpc>
                <a:spcPct val="150000"/>
              </a:lnSpc>
              <a:spcBef>
                <a:spcPts val="1200"/>
              </a:spcBef>
              <a:buClr>
                <a:srgbClr val="002E50"/>
              </a:buClr>
              <a:buFont typeface="+mj-lt"/>
              <a:buAutoNum type="arabicPeriod" startAt="6"/>
            </a:pPr>
            <a:r>
              <a:rPr lang="en-US" kern="100" dirty="0">
                <a:solidFill>
                  <a:srgbClr val="0070C0"/>
                </a:solidFill>
                <a:latin typeface="Calibri" panose="020F0502020204030204" pitchFamily="34" charset="0"/>
                <a:ea typeface="Calibri" panose="020F0502020204030204" pitchFamily="34" charset="0"/>
                <a:cs typeface="Arial" panose="020B0604020202020204" pitchFamily="34" charset="0"/>
              </a:rPr>
              <a:t>What is the top 5 of used Arrival Stations?</a:t>
            </a:r>
          </a:p>
          <a:p>
            <a:pPr marL="342900" lvl="0" indent="-342900">
              <a:lnSpc>
                <a:spcPct val="150000"/>
              </a:lnSpc>
              <a:spcBef>
                <a:spcPts val="1200"/>
              </a:spcBef>
              <a:buClr>
                <a:srgbClr val="002E50"/>
              </a:buClr>
              <a:buFont typeface="+mj-lt"/>
              <a:buAutoNum type="arabicPeriod" startAt="6"/>
            </a:pPr>
            <a:r>
              <a:rPr lang="en-US" kern="100" dirty="0">
                <a:solidFill>
                  <a:srgbClr val="0070C0"/>
                </a:solidFill>
                <a:latin typeface="Calibri" panose="020F0502020204030204" pitchFamily="34" charset="0"/>
                <a:ea typeface="Calibri" panose="020F0502020204030204" pitchFamily="34" charset="0"/>
                <a:cs typeface="Arial" panose="020B0604020202020204" pitchFamily="34" charset="0"/>
              </a:rPr>
              <a:t>What is the Bottom 5 of used Arrival Stations?</a:t>
            </a:r>
          </a:p>
          <a:p>
            <a:pPr marL="342900" lvl="0" indent="-342900">
              <a:lnSpc>
                <a:spcPct val="150000"/>
              </a:lnSpc>
              <a:spcBef>
                <a:spcPts val="1200"/>
              </a:spcBef>
              <a:buClr>
                <a:srgbClr val="002E50"/>
              </a:buClr>
              <a:buFont typeface="+mj-lt"/>
              <a:buAutoNum type="arabicPeriod" startAt="6"/>
            </a:pPr>
            <a:r>
              <a:rPr lang="en-US" kern="100" dirty="0">
                <a:solidFill>
                  <a:srgbClr val="0070C0"/>
                </a:solidFill>
                <a:latin typeface="Calibri" panose="020F0502020204030204" pitchFamily="34" charset="0"/>
                <a:ea typeface="Calibri" panose="020F0502020204030204" pitchFamily="34" charset="0"/>
                <a:cs typeface="Arial" panose="020B0604020202020204" pitchFamily="34" charset="0"/>
              </a:rPr>
              <a:t>What is the top 5 Routes of number of journeys?</a:t>
            </a:r>
          </a:p>
          <a:p>
            <a:pPr marL="342900" lvl="0" indent="-342900">
              <a:lnSpc>
                <a:spcPct val="150000"/>
              </a:lnSpc>
              <a:spcBef>
                <a:spcPts val="1200"/>
              </a:spcBef>
              <a:buClr>
                <a:srgbClr val="002E50"/>
              </a:buClr>
              <a:buFont typeface="+mj-lt"/>
              <a:buAutoNum type="arabicPeriod" startAt="6"/>
            </a:pPr>
            <a:r>
              <a:rPr lang="en-US" kern="100" dirty="0">
                <a:solidFill>
                  <a:srgbClr val="0070C0"/>
                </a:solidFill>
                <a:latin typeface="Calibri" panose="020F0502020204030204" pitchFamily="34" charset="0"/>
                <a:ea typeface="Calibri" panose="020F0502020204030204" pitchFamily="34" charset="0"/>
                <a:cs typeface="Arial" panose="020B0604020202020204" pitchFamily="34" charset="0"/>
              </a:rPr>
              <a:t>What is the bottom 5 Routes of number of journeys?</a:t>
            </a:r>
          </a:p>
        </p:txBody>
      </p:sp>
      <p:sp>
        <p:nvSpPr>
          <p:cNvPr id="15" name="TextBox 15"/>
          <p:cNvSpPr txBox="1"/>
          <p:nvPr/>
        </p:nvSpPr>
        <p:spPr>
          <a:xfrm>
            <a:off x="758962" y="296046"/>
            <a:ext cx="7626075" cy="502189"/>
          </a:xfrm>
          <a:prstGeom prst="rect">
            <a:avLst/>
          </a:prstGeom>
        </p:spPr>
        <p:txBody>
          <a:bodyPr lIns="0" tIns="0" rIns="0" bIns="0" rtlCol="0" anchor="t">
            <a:spAutoFit/>
          </a:bodyPr>
          <a:lstStyle/>
          <a:p>
            <a:pPr algn="ctr">
              <a:lnSpc>
                <a:spcPts val="3360"/>
              </a:lnSpc>
            </a:pPr>
            <a:r>
              <a:rPr lang="en-US" sz="5500" b="1" dirty="0">
                <a:solidFill>
                  <a:srgbClr val="002E50"/>
                </a:solidFill>
              </a:rPr>
              <a:t>Analysis Questions</a:t>
            </a:r>
            <a:endParaRPr lang="en-US" sz="5500" b="1" dirty="0">
              <a:solidFill>
                <a:srgbClr val="002E50"/>
              </a:solidFill>
              <a:latin typeface="Arimo"/>
              <a:ea typeface="Arimo"/>
              <a:cs typeface="Arimo"/>
              <a:sym typeface="Arimo"/>
            </a:endParaRPr>
          </a:p>
        </p:txBody>
      </p:sp>
      <p:sp>
        <p:nvSpPr>
          <p:cNvPr id="24" name="Google Shape;1207;p31">
            <a:extLst>
              <a:ext uri="{FF2B5EF4-FFF2-40B4-BE49-F238E27FC236}">
                <a16:creationId xmlns:a16="http://schemas.microsoft.com/office/drawing/2014/main" id="{04708B05-BAB9-3E35-1DE6-360F934F4D58}"/>
              </a:ext>
            </a:extLst>
          </p:cNvPr>
          <p:cNvSpPr/>
          <p:nvPr/>
        </p:nvSpPr>
        <p:spPr>
          <a:xfrm>
            <a:off x="8025632" y="378784"/>
            <a:ext cx="883583" cy="883564"/>
          </a:xfrm>
          <a:custGeom>
            <a:avLst/>
            <a:gdLst/>
            <a:ahLst/>
            <a:cxnLst/>
            <a:rect l="l" t="t" r="r" b="b"/>
            <a:pathLst>
              <a:path w="45990" h="45989" extrusionOk="0">
                <a:moveTo>
                  <a:pt x="1" y="22995"/>
                </a:moveTo>
                <a:cubicBezTo>
                  <a:pt x="1" y="35691"/>
                  <a:pt x="10299" y="45989"/>
                  <a:pt x="22995" y="45989"/>
                </a:cubicBezTo>
                <a:lnTo>
                  <a:pt x="22995" y="45989"/>
                </a:lnTo>
                <a:cubicBezTo>
                  <a:pt x="35691" y="45989"/>
                  <a:pt x="45989" y="35691"/>
                  <a:pt x="45989" y="22995"/>
                </a:cubicBezTo>
                <a:lnTo>
                  <a:pt x="45989" y="22995"/>
                </a:lnTo>
                <a:cubicBezTo>
                  <a:pt x="45989" y="10298"/>
                  <a:pt x="35691" y="0"/>
                  <a:pt x="22995" y="0"/>
                </a:cubicBezTo>
                <a:lnTo>
                  <a:pt x="22995" y="0"/>
                </a:lnTo>
                <a:cubicBezTo>
                  <a:pt x="10299" y="0"/>
                  <a:pt x="1" y="10298"/>
                  <a:pt x="1" y="22995"/>
                </a:cubicBezTo>
                <a:close/>
              </a:path>
            </a:pathLst>
          </a:custGeom>
          <a:solidFill>
            <a:srgbClr val="0070C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Freeform 17"/>
          <p:cNvSpPr/>
          <p:nvPr/>
        </p:nvSpPr>
        <p:spPr>
          <a:xfrm rot="21449085">
            <a:off x="-108965" y="4349190"/>
            <a:ext cx="9276784" cy="1398672"/>
          </a:xfrm>
          <a:custGeom>
            <a:avLst/>
            <a:gdLst/>
            <a:ahLst/>
            <a:cxnLst/>
            <a:rect l="l" t="t" r="r" b="b"/>
            <a:pathLst>
              <a:path w="18553568" h="2797344">
                <a:moveTo>
                  <a:pt x="0" y="0"/>
                </a:moveTo>
                <a:lnTo>
                  <a:pt x="18553568" y="0"/>
                </a:lnTo>
                <a:lnTo>
                  <a:pt x="18553568" y="2797344"/>
                </a:lnTo>
                <a:lnTo>
                  <a:pt x="0" y="2797344"/>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US"/>
          </a:p>
        </p:txBody>
      </p:sp>
      <p:grpSp>
        <p:nvGrpSpPr>
          <p:cNvPr id="20" name="Group 20"/>
          <p:cNvGrpSpPr/>
          <p:nvPr/>
        </p:nvGrpSpPr>
        <p:grpSpPr>
          <a:xfrm>
            <a:off x="5621450" y="217675"/>
            <a:ext cx="3572600" cy="500050"/>
            <a:chOff x="0" y="0"/>
            <a:chExt cx="9526933" cy="1333467"/>
          </a:xfrm>
        </p:grpSpPr>
        <p:sp>
          <p:nvSpPr>
            <p:cNvPr id="21" name="Freeform 21"/>
            <p:cNvSpPr/>
            <p:nvPr/>
          </p:nvSpPr>
          <p:spPr>
            <a:xfrm>
              <a:off x="127" y="127"/>
              <a:ext cx="9526778" cy="1333373"/>
            </a:xfrm>
            <a:custGeom>
              <a:avLst/>
              <a:gdLst/>
              <a:ahLst/>
              <a:cxnLst/>
              <a:rect l="l" t="t" r="r" b="b"/>
              <a:pathLst>
                <a:path w="9526778" h="1333373">
                  <a:moveTo>
                    <a:pt x="0" y="161925"/>
                  </a:moveTo>
                  <a:cubicBezTo>
                    <a:pt x="0" y="161925"/>
                    <a:pt x="4869434" y="158750"/>
                    <a:pt x="5217414" y="324993"/>
                  </a:cubicBezTo>
                  <a:cubicBezTo>
                    <a:pt x="5565394" y="491236"/>
                    <a:pt x="9526778" y="1333373"/>
                    <a:pt x="9526778" y="1333373"/>
                  </a:cubicBezTo>
                  <a:lnTo>
                    <a:pt x="9526778" y="161925"/>
                  </a:lnTo>
                  <a:cubicBezTo>
                    <a:pt x="9526778" y="161925"/>
                    <a:pt x="6941566" y="527685"/>
                    <a:pt x="6411722" y="161925"/>
                  </a:cubicBezTo>
                  <a:cubicBezTo>
                    <a:pt x="6235192" y="40640"/>
                    <a:pt x="5464048" y="0"/>
                    <a:pt x="4514088" y="0"/>
                  </a:cubicBezTo>
                  <a:cubicBezTo>
                    <a:pt x="2614422" y="0"/>
                    <a:pt x="0" y="161925"/>
                    <a:pt x="0" y="161925"/>
                  </a:cubicBezTo>
                </a:path>
              </a:pathLst>
            </a:custGeom>
            <a:solidFill>
              <a:srgbClr val="FFFFFF">
                <a:alpha val="16863"/>
              </a:srgbClr>
            </a:solidFill>
          </p:spPr>
          <p:txBody>
            <a:bodyPr/>
            <a:lstStyle/>
            <a:p>
              <a:endParaRPr lang="en-US"/>
            </a:p>
          </p:txBody>
        </p:sp>
      </p:grpSp>
      <p:sp>
        <p:nvSpPr>
          <p:cNvPr id="22" name="Freeform 22"/>
          <p:cNvSpPr/>
          <p:nvPr/>
        </p:nvSpPr>
        <p:spPr>
          <a:xfrm>
            <a:off x="1551468" y="773936"/>
            <a:ext cx="260654" cy="236427"/>
          </a:xfrm>
          <a:custGeom>
            <a:avLst/>
            <a:gdLst/>
            <a:ahLst/>
            <a:cxnLst/>
            <a:rect l="l" t="t" r="r" b="b"/>
            <a:pathLst>
              <a:path w="521307" h="472854">
                <a:moveTo>
                  <a:pt x="0" y="0"/>
                </a:moveTo>
                <a:lnTo>
                  <a:pt x="521306" y="0"/>
                </a:lnTo>
                <a:lnTo>
                  <a:pt x="521306" y="472854"/>
                </a:lnTo>
                <a:lnTo>
                  <a:pt x="0" y="472854"/>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en-US"/>
          </a:p>
        </p:txBody>
      </p:sp>
      <p:sp>
        <p:nvSpPr>
          <p:cNvPr id="23" name="Freeform 23"/>
          <p:cNvSpPr/>
          <p:nvPr/>
        </p:nvSpPr>
        <p:spPr>
          <a:xfrm>
            <a:off x="582893" y="1071236"/>
            <a:ext cx="260654" cy="236427"/>
          </a:xfrm>
          <a:custGeom>
            <a:avLst/>
            <a:gdLst/>
            <a:ahLst/>
            <a:cxnLst/>
            <a:rect l="l" t="t" r="r" b="b"/>
            <a:pathLst>
              <a:path w="521307" h="472854">
                <a:moveTo>
                  <a:pt x="0" y="0"/>
                </a:moveTo>
                <a:lnTo>
                  <a:pt x="521306" y="0"/>
                </a:lnTo>
                <a:lnTo>
                  <a:pt x="521306" y="472854"/>
                </a:lnTo>
                <a:lnTo>
                  <a:pt x="0" y="472854"/>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en-US"/>
          </a:p>
        </p:txBody>
      </p:sp>
      <p:grpSp>
        <p:nvGrpSpPr>
          <p:cNvPr id="25" name="Google Shape;1117;p30">
            <a:extLst>
              <a:ext uri="{FF2B5EF4-FFF2-40B4-BE49-F238E27FC236}">
                <a16:creationId xmlns:a16="http://schemas.microsoft.com/office/drawing/2014/main" id="{C8D4CF0C-3ABC-D1CF-8F0B-38DE58D745D6}"/>
              </a:ext>
            </a:extLst>
          </p:cNvPr>
          <p:cNvGrpSpPr/>
          <p:nvPr/>
        </p:nvGrpSpPr>
        <p:grpSpPr>
          <a:xfrm>
            <a:off x="-3313844" y="3968318"/>
            <a:ext cx="3304919" cy="877464"/>
            <a:chOff x="3962175" y="2631750"/>
            <a:chExt cx="3075700" cy="952625"/>
          </a:xfrm>
        </p:grpSpPr>
        <p:sp>
          <p:nvSpPr>
            <p:cNvPr id="26" name="Google Shape;1118;p30">
              <a:extLst>
                <a:ext uri="{FF2B5EF4-FFF2-40B4-BE49-F238E27FC236}">
                  <a16:creationId xmlns:a16="http://schemas.microsoft.com/office/drawing/2014/main" id="{612AE22B-327B-C572-DB59-ADCD16E66B05}"/>
                </a:ext>
              </a:extLst>
            </p:cNvPr>
            <p:cNvSpPr/>
            <p:nvPr/>
          </p:nvSpPr>
          <p:spPr>
            <a:xfrm>
              <a:off x="3962175" y="3227750"/>
              <a:ext cx="3075700" cy="356625"/>
            </a:xfrm>
            <a:custGeom>
              <a:avLst/>
              <a:gdLst/>
              <a:ahLst/>
              <a:cxnLst/>
              <a:rect l="l" t="t" r="r" b="b"/>
              <a:pathLst>
                <a:path w="123028" h="14265" extrusionOk="0">
                  <a:moveTo>
                    <a:pt x="114046" y="1"/>
                  </a:moveTo>
                  <a:lnTo>
                    <a:pt x="114046" y="1239"/>
                  </a:lnTo>
                  <a:lnTo>
                    <a:pt x="114579" y="1239"/>
                  </a:lnTo>
                  <a:lnTo>
                    <a:pt x="114579" y="3167"/>
                  </a:lnTo>
                  <a:lnTo>
                    <a:pt x="109877" y="3167"/>
                  </a:lnTo>
                  <a:lnTo>
                    <a:pt x="109877" y="2728"/>
                  </a:lnTo>
                  <a:lnTo>
                    <a:pt x="108984" y="2728"/>
                  </a:lnTo>
                  <a:lnTo>
                    <a:pt x="108984" y="1913"/>
                  </a:lnTo>
                  <a:cubicBezTo>
                    <a:pt x="108984" y="1411"/>
                    <a:pt x="108513" y="1004"/>
                    <a:pt x="107980" y="1098"/>
                  </a:cubicBezTo>
                  <a:lnTo>
                    <a:pt x="107980" y="1098"/>
                  </a:lnTo>
                  <a:cubicBezTo>
                    <a:pt x="107573" y="1161"/>
                    <a:pt x="107291" y="1553"/>
                    <a:pt x="107291" y="1960"/>
                  </a:cubicBezTo>
                  <a:lnTo>
                    <a:pt x="107291" y="1960"/>
                  </a:lnTo>
                  <a:lnTo>
                    <a:pt x="107291" y="2728"/>
                  </a:lnTo>
                  <a:lnTo>
                    <a:pt x="106397" y="2728"/>
                  </a:lnTo>
                  <a:lnTo>
                    <a:pt x="106397" y="3167"/>
                  </a:lnTo>
                  <a:lnTo>
                    <a:pt x="105237" y="3167"/>
                  </a:lnTo>
                  <a:lnTo>
                    <a:pt x="105237" y="1615"/>
                  </a:lnTo>
                  <a:lnTo>
                    <a:pt x="103921" y="1615"/>
                  </a:lnTo>
                  <a:lnTo>
                    <a:pt x="103921" y="3167"/>
                  </a:lnTo>
                  <a:lnTo>
                    <a:pt x="100112" y="3167"/>
                  </a:lnTo>
                  <a:lnTo>
                    <a:pt x="100112" y="1521"/>
                  </a:lnTo>
                  <a:cubicBezTo>
                    <a:pt x="100112" y="675"/>
                    <a:pt x="99438" y="1"/>
                    <a:pt x="98591" y="1"/>
                  </a:cubicBezTo>
                  <a:lnTo>
                    <a:pt x="98591" y="1"/>
                  </a:lnTo>
                  <a:lnTo>
                    <a:pt x="88403" y="1"/>
                  </a:lnTo>
                  <a:cubicBezTo>
                    <a:pt x="87870" y="1"/>
                    <a:pt x="87431" y="440"/>
                    <a:pt x="87463" y="988"/>
                  </a:cubicBezTo>
                  <a:lnTo>
                    <a:pt x="87463" y="988"/>
                  </a:lnTo>
                  <a:cubicBezTo>
                    <a:pt x="87494" y="1490"/>
                    <a:pt x="87949" y="1882"/>
                    <a:pt x="88466" y="1882"/>
                  </a:cubicBezTo>
                  <a:lnTo>
                    <a:pt x="88466" y="1882"/>
                  </a:lnTo>
                  <a:lnTo>
                    <a:pt x="92149" y="1882"/>
                  </a:lnTo>
                  <a:cubicBezTo>
                    <a:pt x="92964" y="1882"/>
                    <a:pt x="93638" y="2540"/>
                    <a:pt x="93638" y="3355"/>
                  </a:cubicBezTo>
                  <a:lnTo>
                    <a:pt x="93638" y="3355"/>
                  </a:lnTo>
                  <a:lnTo>
                    <a:pt x="93638" y="5785"/>
                  </a:lnTo>
                  <a:cubicBezTo>
                    <a:pt x="93638" y="5988"/>
                    <a:pt x="93466" y="6161"/>
                    <a:pt x="93247" y="6161"/>
                  </a:cubicBezTo>
                  <a:lnTo>
                    <a:pt x="93247" y="6161"/>
                  </a:lnTo>
                  <a:lnTo>
                    <a:pt x="88293" y="6161"/>
                  </a:lnTo>
                  <a:cubicBezTo>
                    <a:pt x="87839" y="6161"/>
                    <a:pt x="87463" y="6537"/>
                    <a:pt x="87463" y="6992"/>
                  </a:cubicBezTo>
                  <a:lnTo>
                    <a:pt x="87463" y="6992"/>
                  </a:lnTo>
                  <a:lnTo>
                    <a:pt x="87463" y="9468"/>
                  </a:lnTo>
                  <a:cubicBezTo>
                    <a:pt x="87463" y="10299"/>
                    <a:pt x="87823" y="11036"/>
                    <a:pt x="88403" y="11537"/>
                  </a:cubicBezTo>
                  <a:lnTo>
                    <a:pt x="88403" y="11537"/>
                  </a:lnTo>
                  <a:cubicBezTo>
                    <a:pt x="88388" y="11615"/>
                    <a:pt x="88388" y="11678"/>
                    <a:pt x="88372" y="11741"/>
                  </a:cubicBezTo>
                  <a:lnTo>
                    <a:pt x="88372" y="11741"/>
                  </a:lnTo>
                  <a:lnTo>
                    <a:pt x="85221" y="11741"/>
                  </a:lnTo>
                  <a:lnTo>
                    <a:pt x="85221" y="3512"/>
                  </a:lnTo>
                  <a:cubicBezTo>
                    <a:pt x="85221" y="2430"/>
                    <a:pt x="84359" y="1553"/>
                    <a:pt x="83278" y="1553"/>
                  </a:cubicBezTo>
                  <a:lnTo>
                    <a:pt x="83278" y="1553"/>
                  </a:lnTo>
                  <a:lnTo>
                    <a:pt x="46083" y="1553"/>
                  </a:lnTo>
                  <a:cubicBezTo>
                    <a:pt x="45017" y="1553"/>
                    <a:pt x="44139" y="2430"/>
                    <a:pt x="44139" y="3512"/>
                  </a:cubicBezTo>
                  <a:lnTo>
                    <a:pt x="44139" y="3512"/>
                  </a:lnTo>
                  <a:lnTo>
                    <a:pt x="44139" y="10330"/>
                  </a:lnTo>
                  <a:lnTo>
                    <a:pt x="42211" y="10330"/>
                  </a:lnTo>
                  <a:lnTo>
                    <a:pt x="42211" y="3512"/>
                  </a:lnTo>
                  <a:cubicBezTo>
                    <a:pt x="42211" y="2430"/>
                    <a:pt x="41333" y="1553"/>
                    <a:pt x="40267" y="1553"/>
                  </a:cubicBezTo>
                  <a:lnTo>
                    <a:pt x="40267" y="1553"/>
                  </a:lnTo>
                  <a:lnTo>
                    <a:pt x="3072" y="1553"/>
                  </a:lnTo>
                  <a:cubicBezTo>
                    <a:pt x="2006" y="1553"/>
                    <a:pt x="1129" y="2430"/>
                    <a:pt x="1129" y="3512"/>
                  </a:cubicBezTo>
                  <a:lnTo>
                    <a:pt x="1129" y="3512"/>
                  </a:lnTo>
                  <a:lnTo>
                    <a:pt x="1129" y="10330"/>
                  </a:lnTo>
                  <a:lnTo>
                    <a:pt x="0" y="10330"/>
                  </a:lnTo>
                  <a:lnTo>
                    <a:pt x="0" y="11130"/>
                  </a:lnTo>
                  <a:lnTo>
                    <a:pt x="1129" y="11130"/>
                  </a:lnTo>
                  <a:lnTo>
                    <a:pt x="1129" y="12650"/>
                  </a:lnTo>
                  <a:lnTo>
                    <a:pt x="1865" y="12650"/>
                  </a:lnTo>
                  <a:cubicBezTo>
                    <a:pt x="1865" y="13481"/>
                    <a:pt x="2555" y="14170"/>
                    <a:pt x="3386" y="14170"/>
                  </a:cubicBezTo>
                  <a:lnTo>
                    <a:pt x="3386" y="14170"/>
                  </a:lnTo>
                  <a:cubicBezTo>
                    <a:pt x="4232" y="14170"/>
                    <a:pt x="4906" y="13481"/>
                    <a:pt x="4906" y="12650"/>
                  </a:cubicBezTo>
                  <a:lnTo>
                    <a:pt x="4906" y="12650"/>
                  </a:lnTo>
                  <a:lnTo>
                    <a:pt x="6113" y="12650"/>
                  </a:lnTo>
                  <a:cubicBezTo>
                    <a:pt x="6113" y="13481"/>
                    <a:pt x="6803" y="14170"/>
                    <a:pt x="7633" y="14170"/>
                  </a:cubicBezTo>
                  <a:lnTo>
                    <a:pt x="7633" y="14170"/>
                  </a:lnTo>
                  <a:cubicBezTo>
                    <a:pt x="8480" y="14170"/>
                    <a:pt x="9154" y="13481"/>
                    <a:pt x="9154" y="12650"/>
                  </a:cubicBezTo>
                  <a:lnTo>
                    <a:pt x="9154" y="12650"/>
                  </a:lnTo>
                  <a:lnTo>
                    <a:pt x="33966" y="12650"/>
                  </a:lnTo>
                  <a:cubicBezTo>
                    <a:pt x="33966" y="13481"/>
                    <a:pt x="34640" y="14170"/>
                    <a:pt x="35487" y="14170"/>
                  </a:cubicBezTo>
                  <a:lnTo>
                    <a:pt x="35487" y="14170"/>
                  </a:lnTo>
                  <a:cubicBezTo>
                    <a:pt x="36317" y="14170"/>
                    <a:pt x="37007" y="13481"/>
                    <a:pt x="37007" y="12650"/>
                  </a:cubicBezTo>
                  <a:lnTo>
                    <a:pt x="37007" y="12650"/>
                  </a:lnTo>
                  <a:lnTo>
                    <a:pt x="38198" y="12650"/>
                  </a:lnTo>
                  <a:cubicBezTo>
                    <a:pt x="38198" y="13481"/>
                    <a:pt x="38888" y="14170"/>
                    <a:pt x="39734" y="14170"/>
                  </a:cubicBezTo>
                  <a:lnTo>
                    <a:pt x="39734" y="14170"/>
                  </a:lnTo>
                  <a:cubicBezTo>
                    <a:pt x="40565" y="14170"/>
                    <a:pt x="41255" y="13481"/>
                    <a:pt x="41255" y="12650"/>
                  </a:cubicBezTo>
                  <a:lnTo>
                    <a:pt x="41255" y="12650"/>
                  </a:lnTo>
                  <a:lnTo>
                    <a:pt x="42211" y="12650"/>
                  </a:lnTo>
                  <a:lnTo>
                    <a:pt x="42211" y="11130"/>
                  </a:lnTo>
                  <a:lnTo>
                    <a:pt x="44139" y="11130"/>
                  </a:lnTo>
                  <a:lnTo>
                    <a:pt x="44139" y="12650"/>
                  </a:lnTo>
                  <a:lnTo>
                    <a:pt x="44876" y="12650"/>
                  </a:lnTo>
                  <a:cubicBezTo>
                    <a:pt x="44876" y="13481"/>
                    <a:pt x="45565" y="14170"/>
                    <a:pt x="46412" y="14170"/>
                  </a:cubicBezTo>
                  <a:lnTo>
                    <a:pt x="46412" y="14170"/>
                  </a:lnTo>
                  <a:cubicBezTo>
                    <a:pt x="47242" y="14170"/>
                    <a:pt x="47932" y="13481"/>
                    <a:pt x="47932" y="12650"/>
                  </a:cubicBezTo>
                  <a:lnTo>
                    <a:pt x="47932" y="12650"/>
                  </a:lnTo>
                  <a:lnTo>
                    <a:pt x="49123" y="12650"/>
                  </a:lnTo>
                  <a:cubicBezTo>
                    <a:pt x="49123" y="13481"/>
                    <a:pt x="49813" y="14170"/>
                    <a:pt x="50644" y="14170"/>
                  </a:cubicBezTo>
                  <a:lnTo>
                    <a:pt x="50644" y="14170"/>
                  </a:lnTo>
                  <a:cubicBezTo>
                    <a:pt x="51490" y="14170"/>
                    <a:pt x="52164" y="13481"/>
                    <a:pt x="52164" y="12650"/>
                  </a:cubicBezTo>
                  <a:lnTo>
                    <a:pt x="52164" y="12650"/>
                  </a:lnTo>
                  <a:lnTo>
                    <a:pt x="76977" y="12650"/>
                  </a:lnTo>
                  <a:cubicBezTo>
                    <a:pt x="76977" y="13481"/>
                    <a:pt x="77651" y="14170"/>
                    <a:pt x="78497" y="14170"/>
                  </a:cubicBezTo>
                  <a:lnTo>
                    <a:pt x="78497" y="14170"/>
                  </a:lnTo>
                  <a:cubicBezTo>
                    <a:pt x="79343" y="14170"/>
                    <a:pt x="80017" y="13481"/>
                    <a:pt x="80017" y="12650"/>
                  </a:cubicBezTo>
                  <a:lnTo>
                    <a:pt x="80017" y="12650"/>
                  </a:lnTo>
                  <a:lnTo>
                    <a:pt x="81224" y="12650"/>
                  </a:lnTo>
                  <a:cubicBezTo>
                    <a:pt x="81224" y="13481"/>
                    <a:pt x="81898" y="14170"/>
                    <a:pt x="82745" y="14170"/>
                  </a:cubicBezTo>
                  <a:lnTo>
                    <a:pt x="82745" y="14170"/>
                  </a:lnTo>
                  <a:cubicBezTo>
                    <a:pt x="83575" y="14170"/>
                    <a:pt x="84265" y="13481"/>
                    <a:pt x="84265" y="12650"/>
                  </a:cubicBezTo>
                  <a:lnTo>
                    <a:pt x="84265" y="12650"/>
                  </a:lnTo>
                  <a:lnTo>
                    <a:pt x="88497" y="12650"/>
                  </a:lnTo>
                  <a:cubicBezTo>
                    <a:pt x="88811" y="13528"/>
                    <a:pt x="89657" y="14170"/>
                    <a:pt x="90645" y="14170"/>
                  </a:cubicBezTo>
                  <a:lnTo>
                    <a:pt x="90645" y="14170"/>
                  </a:lnTo>
                  <a:cubicBezTo>
                    <a:pt x="91789" y="14170"/>
                    <a:pt x="92729" y="13340"/>
                    <a:pt x="92902" y="12258"/>
                  </a:cubicBezTo>
                  <a:lnTo>
                    <a:pt x="92902" y="12258"/>
                  </a:lnTo>
                  <a:lnTo>
                    <a:pt x="94939" y="12258"/>
                  </a:lnTo>
                  <a:cubicBezTo>
                    <a:pt x="95174" y="13340"/>
                    <a:pt x="96146" y="14170"/>
                    <a:pt x="97322" y="14170"/>
                  </a:cubicBezTo>
                  <a:lnTo>
                    <a:pt x="97322" y="14170"/>
                  </a:lnTo>
                  <a:cubicBezTo>
                    <a:pt x="98482" y="14170"/>
                    <a:pt x="99454" y="13340"/>
                    <a:pt x="99704" y="12258"/>
                  </a:cubicBezTo>
                  <a:lnTo>
                    <a:pt x="99704" y="12258"/>
                  </a:lnTo>
                  <a:lnTo>
                    <a:pt x="100535" y="12258"/>
                  </a:lnTo>
                  <a:cubicBezTo>
                    <a:pt x="100770" y="13340"/>
                    <a:pt x="101758" y="14170"/>
                    <a:pt x="102918" y="14170"/>
                  </a:cubicBezTo>
                  <a:lnTo>
                    <a:pt x="102918" y="14170"/>
                  </a:lnTo>
                  <a:cubicBezTo>
                    <a:pt x="104093" y="14170"/>
                    <a:pt x="105065" y="13340"/>
                    <a:pt x="105300" y="12258"/>
                  </a:cubicBezTo>
                  <a:lnTo>
                    <a:pt x="105300" y="12258"/>
                  </a:lnTo>
                  <a:lnTo>
                    <a:pt x="106601" y="12258"/>
                  </a:lnTo>
                  <a:cubicBezTo>
                    <a:pt x="106836" y="13340"/>
                    <a:pt x="107808" y="14170"/>
                    <a:pt x="108984" y="14170"/>
                  </a:cubicBezTo>
                  <a:lnTo>
                    <a:pt x="108984" y="14170"/>
                  </a:lnTo>
                  <a:cubicBezTo>
                    <a:pt x="110143" y="14170"/>
                    <a:pt x="111115" y="13340"/>
                    <a:pt x="111366" y="12258"/>
                  </a:cubicBezTo>
                  <a:lnTo>
                    <a:pt x="111366" y="12258"/>
                  </a:lnTo>
                  <a:lnTo>
                    <a:pt x="112197" y="12258"/>
                  </a:lnTo>
                  <a:cubicBezTo>
                    <a:pt x="112448" y="13340"/>
                    <a:pt x="113419" y="14170"/>
                    <a:pt x="114579" y="14170"/>
                  </a:cubicBezTo>
                  <a:lnTo>
                    <a:pt x="114579" y="14170"/>
                  </a:lnTo>
                  <a:cubicBezTo>
                    <a:pt x="115755" y="14170"/>
                    <a:pt x="116727" y="13340"/>
                    <a:pt x="116962" y="12258"/>
                  </a:cubicBezTo>
                  <a:lnTo>
                    <a:pt x="116962" y="12258"/>
                  </a:lnTo>
                  <a:lnTo>
                    <a:pt x="117244" y="12258"/>
                  </a:lnTo>
                  <a:cubicBezTo>
                    <a:pt x="117056" y="12525"/>
                    <a:pt x="116977" y="12854"/>
                    <a:pt x="117056" y="13230"/>
                  </a:cubicBezTo>
                  <a:lnTo>
                    <a:pt x="117056" y="13230"/>
                  </a:lnTo>
                  <a:cubicBezTo>
                    <a:pt x="117166" y="13684"/>
                    <a:pt x="117542" y="14061"/>
                    <a:pt x="118012" y="14139"/>
                  </a:cubicBezTo>
                  <a:lnTo>
                    <a:pt x="118012" y="14139"/>
                  </a:lnTo>
                  <a:cubicBezTo>
                    <a:pt x="118655" y="14264"/>
                    <a:pt x="119219" y="13888"/>
                    <a:pt x="119391" y="13324"/>
                  </a:cubicBezTo>
                  <a:lnTo>
                    <a:pt x="119391" y="13324"/>
                  </a:lnTo>
                  <a:cubicBezTo>
                    <a:pt x="122369" y="13308"/>
                    <a:pt x="123028" y="12556"/>
                    <a:pt x="123028" y="12556"/>
                  </a:cubicBezTo>
                  <a:lnTo>
                    <a:pt x="123028" y="12556"/>
                  </a:lnTo>
                  <a:lnTo>
                    <a:pt x="119783" y="9108"/>
                  </a:lnTo>
                  <a:lnTo>
                    <a:pt x="118749" y="9108"/>
                  </a:lnTo>
                  <a:cubicBezTo>
                    <a:pt x="120128" y="8841"/>
                    <a:pt x="121178" y="7619"/>
                    <a:pt x="121178" y="6161"/>
                  </a:cubicBezTo>
                  <a:lnTo>
                    <a:pt x="121178" y="6161"/>
                  </a:lnTo>
                  <a:cubicBezTo>
                    <a:pt x="121178" y="5330"/>
                    <a:pt x="120849" y="4578"/>
                    <a:pt x="120300" y="4045"/>
                  </a:cubicBezTo>
                  <a:lnTo>
                    <a:pt x="120300" y="4045"/>
                  </a:lnTo>
                  <a:cubicBezTo>
                    <a:pt x="119752" y="3496"/>
                    <a:pt x="118999" y="3167"/>
                    <a:pt x="118184" y="3167"/>
                  </a:cubicBezTo>
                  <a:lnTo>
                    <a:pt x="118184" y="3167"/>
                  </a:lnTo>
                  <a:lnTo>
                    <a:pt x="116068" y="3167"/>
                  </a:lnTo>
                  <a:lnTo>
                    <a:pt x="116068" y="1239"/>
                  </a:lnTo>
                  <a:lnTo>
                    <a:pt x="116601" y="1239"/>
                  </a:lnTo>
                  <a:lnTo>
                    <a:pt x="116601" y="1"/>
                  </a:lnTo>
                  <a:close/>
                  <a:moveTo>
                    <a:pt x="58214" y="11130"/>
                  </a:moveTo>
                  <a:lnTo>
                    <a:pt x="71146" y="11130"/>
                  </a:lnTo>
                  <a:lnTo>
                    <a:pt x="71146" y="11741"/>
                  </a:lnTo>
                  <a:lnTo>
                    <a:pt x="58214" y="11741"/>
                  </a:lnTo>
                  <a:close/>
                  <a:moveTo>
                    <a:pt x="15204" y="11130"/>
                  </a:moveTo>
                  <a:lnTo>
                    <a:pt x="28135" y="11130"/>
                  </a:lnTo>
                  <a:lnTo>
                    <a:pt x="28135" y="11741"/>
                  </a:lnTo>
                  <a:lnTo>
                    <a:pt x="15204" y="11741"/>
                  </a:lnTo>
                  <a:close/>
                </a:path>
              </a:pathLst>
            </a:custGeom>
            <a:solidFill>
              <a:srgbClr val="0913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 name="Google Shape;1119;p30">
              <a:extLst>
                <a:ext uri="{FF2B5EF4-FFF2-40B4-BE49-F238E27FC236}">
                  <a16:creationId xmlns:a16="http://schemas.microsoft.com/office/drawing/2014/main" id="{E56FB95C-ACB4-7B30-DFDB-E0512D108314}"/>
                </a:ext>
              </a:extLst>
            </p:cNvPr>
            <p:cNvSpPr/>
            <p:nvPr/>
          </p:nvSpPr>
          <p:spPr>
            <a:xfrm>
              <a:off x="6345450" y="3293600"/>
              <a:ext cx="84275" cy="84275"/>
            </a:xfrm>
            <a:custGeom>
              <a:avLst/>
              <a:gdLst/>
              <a:ahLst/>
              <a:cxnLst/>
              <a:rect l="l" t="t" r="r" b="b"/>
              <a:pathLst>
                <a:path w="3371" h="3371" extrusionOk="0">
                  <a:moveTo>
                    <a:pt x="1050" y="0"/>
                  </a:moveTo>
                  <a:cubicBezTo>
                    <a:pt x="470" y="0"/>
                    <a:pt x="0" y="470"/>
                    <a:pt x="0" y="1050"/>
                  </a:cubicBezTo>
                  <a:lnTo>
                    <a:pt x="0" y="2320"/>
                  </a:lnTo>
                  <a:cubicBezTo>
                    <a:pt x="0" y="2900"/>
                    <a:pt x="470" y="3370"/>
                    <a:pt x="1050" y="3370"/>
                  </a:cubicBezTo>
                  <a:lnTo>
                    <a:pt x="2320" y="3370"/>
                  </a:lnTo>
                  <a:cubicBezTo>
                    <a:pt x="2900" y="3370"/>
                    <a:pt x="3370" y="2900"/>
                    <a:pt x="3370" y="2320"/>
                  </a:cubicBezTo>
                  <a:lnTo>
                    <a:pt x="3370" y="1050"/>
                  </a:lnTo>
                  <a:cubicBezTo>
                    <a:pt x="3370" y="470"/>
                    <a:pt x="2900" y="0"/>
                    <a:pt x="232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1120;p30">
              <a:extLst>
                <a:ext uri="{FF2B5EF4-FFF2-40B4-BE49-F238E27FC236}">
                  <a16:creationId xmlns:a16="http://schemas.microsoft.com/office/drawing/2014/main" id="{CD2D51F1-3328-C065-3E52-E6E543CDC116}"/>
                </a:ext>
              </a:extLst>
            </p:cNvPr>
            <p:cNvSpPr/>
            <p:nvPr/>
          </p:nvSpPr>
          <p:spPr>
            <a:xfrm>
              <a:off x="5924600" y="3351575"/>
              <a:ext cx="74475" cy="70575"/>
            </a:xfrm>
            <a:custGeom>
              <a:avLst/>
              <a:gdLst/>
              <a:ahLst/>
              <a:cxnLst/>
              <a:rect l="l" t="t" r="r" b="b"/>
              <a:pathLst>
                <a:path w="2979" h="2823" extrusionOk="0">
                  <a:moveTo>
                    <a:pt x="1050" y="1"/>
                  </a:moveTo>
                  <a:cubicBezTo>
                    <a:pt x="470" y="1"/>
                    <a:pt x="0" y="471"/>
                    <a:pt x="0" y="1051"/>
                  </a:cubicBezTo>
                  <a:lnTo>
                    <a:pt x="0" y="1788"/>
                  </a:lnTo>
                  <a:cubicBezTo>
                    <a:pt x="0" y="2368"/>
                    <a:pt x="470" y="2822"/>
                    <a:pt x="1050" y="2822"/>
                  </a:cubicBezTo>
                  <a:lnTo>
                    <a:pt x="1944" y="2822"/>
                  </a:lnTo>
                  <a:cubicBezTo>
                    <a:pt x="2508" y="2822"/>
                    <a:pt x="2978" y="2368"/>
                    <a:pt x="2978" y="1788"/>
                  </a:cubicBezTo>
                  <a:lnTo>
                    <a:pt x="2978" y="1051"/>
                  </a:lnTo>
                  <a:cubicBezTo>
                    <a:pt x="2978" y="471"/>
                    <a:pt x="2508"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1121;p30">
              <a:extLst>
                <a:ext uri="{FF2B5EF4-FFF2-40B4-BE49-F238E27FC236}">
                  <a16:creationId xmlns:a16="http://schemas.microsoft.com/office/drawing/2014/main" id="{570E53D9-2072-7855-5820-C8B46B1FDFA8}"/>
                </a:ext>
              </a:extLst>
            </p:cNvPr>
            <p:cNvSpPr/>
            <p:nvPr/>
          </p:nvSpPr>
          <p:spPr>
            <a:xfrm>
              <a:off x="5812125" y="3351575"/>
              <a:ext cx="74475" cy="70575"/>
            </a:xfrm>
            <a:custGeom>
              <a:avLst/>
              <a:gdLst/>
              <a:ahLst/>
              <a:cxnLst/>
              <a:rect l="l" t="t" r="r" b="b"/>
              <a:pathLst>
                <a:path w="2979" h="2823" extrusionOk="0">
                  <a:moveTo>
                    <a:pt x="1035" y="1"/>
                  </a:moveTo>
                  <a:cubicBezTo>
                    <a:pt x="455" y="1"/>
                    <a:pt x="0" y="471"/>
                    <a:pt x="0" y="1051"/>
                  </a:cubicBezTo>
                  <a:lnTo>
                    <a:pt x="0" y="1788"/>
                  </a:lnTo>
                  <a:cubicBezTo>
                    <a:pt x="0" y="2368"/>
                    <a:pt x="455" y="2822"/>
                    <a:pt x="1035" y="2822"/>
                  </a:cubicBezTo>
                  <a:lnTo>
                    <a:pt x="1928" y="2822"/>
                  </a:lnTo>
                  <a:cubicBezTo>
                    <a:pt x="2508" y="2822"/>
                    <a:pt x="2979" y="2368"/>
                    <a:pt x="2979" y="1788"/>
                  </a:cubicBezTo>
                  <a:lnTo>
                    <a:pt x="2979" y="1051"/>
                  </a:lnTo>
                  <a:cubicBezTo>
                    <a:pt x="2979" y="471"/>
                    <a:pt x="2508" y="1"/>
                    <a:pt x="192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1122;p30">
              <a:extLst>
                <a:ext uri="{FF2B5EF4-FFF2-40B4-BE49-F238E27FC236}">
                  <a16:creationId xmlns:a16="http://schemas.microsoft.com/office/drawing/2014/main" id="{10DC5244-F511-3D7C-1F25-4F92C320951B}"/>
                </a:ext>
              </a:extLst>
            </p:cNvPr>
            <p:cNvSpPr/>
            <p:nvPr/>
          </p:nvSpPr>
          <p:spPr>
            <a:xfrm>
              <a:off x="5703575" y="3351575"/>
              <a:ext cx="74475" cy="70575"/>
            </a:xfrm>
            <a:custGeom>
              <a:avLst/>
              <a:gdLst/>
              <a:ahLst/>
              <a:cxnLst/>
              <a:rect l="l" t="t" r="r" b="b"/>
              <a:pathLst>
                <a:path w="2979" h="2823" extrusionOk="0">
                  <a:moveTo>
                    <a:pt x="1051" y="1"/>
                  </a:moveTo>
                  <a:cubicBezTo>
                    <a:pt x="471" y="1"/>
                    <a:pt x="1" y="471"/>
                    <a:pt x="1" y="1051"/>
                  </a:cubicBezTo>
                  <a:lnTo>
                    <a:pt x="1" y="1788"/>
                  </a:lnTo>
                  <a:cubicBezTo>
                    <a:pt x="1" y="2368"/>
                    <a:pt x="471" y="2822"/>
                    <a:pt x="1051" y="2822"/>
                  </a:cubicBezTo>
                  <a:lnTo>
                    <a:pt x="1944" y="2822"/>
                  </a:lnTo>
                  <a:cubicBezTo>
                    <a:pt x="2524" y="2822"/>
                    <a:pt x="2979" y="2368"/>
                    <a:pt x="2979" y="1788"/>
                  </a:cubicBezTo>
                  <a:lnTo>
                    <a:pt x="2979" y="1051"/>
                  </a:lnTo>
                  <a:cubicBezTo>
                    <a:pt x="2979"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1123;p30">
              <a:extLst>
                <a:ext uri="{FF2B5EF4-FFF2-40B4-BE49-F238E27FC236}">
                  <a16:creationId xmlns:a16="http://schemas.microsoft.com/office/drawing/2014/main" id="{15061B88-37D1-86FA-F2F4-9D0DAED77795}"/>
                </a:ext>
              </a:extLst>
            </p:cNvPr>
            <p:cNvSpPr/>
            <p:nvPr/>
          </p:nvSpPr>
          <p:spPr>
            <a:xfrm>
              <a:off x="5595425" y="3351575"/>
              <a:ext cx="74475" cy="70575"/>
            </a:xfrm>
            <a:custGeom>
              <a:avLst/>
              <a:gdLst/>
              <a:ahLst/>
              <a:cxnLst/>
              <a:rect l="l" t="t" r="r" b="b"/>
              <a:pathLst>
                <a:path w="2979" h="2823" extrusionOk="0">
                  <a:moveTo>
                    <a:pt x="1035" y="1"/>
                  </a:moveTo>
                  <a:cubicBezTo>
                    <a:pt x="455" y="1"/>
                    <a:pt x="1" y="471"/>
                    <a:pt x="1" y="1051"/>
                  </a:cubicBezTo>
                  <a:lnTo>
                    <a:pt x="1" y="1788"/>
                  </a:lnTo>
                  <a:cubicBezTo>
                    <a:pt x="1" y="2368"/>
                    <a:pt x="455" y="2822"/>
                    <a:pt x="1035" y="2822"/>
                  </a:cubicBezTo>
                  <a:lnTo>
                    <a:pt x="1929" y="2822"/>
                  </a:lnTo>
                  <a:cubicBezTo>
                    <a:pt x="2508" y="2822"/>
                    <a:pt x="2979" y="2368"/>
                    <a:pt x="2979" y="1788"/>
                  </a:cubicBezTo>
                  <a:lnTo>
                    <a:pt x="2979" y="1051"/>
                  </a:lnTo>
                  <a:cubicBezTo>
                    <a:pt x="2979" y="471"/>
                    <a:pt x="2508" y="1"/>
                    <a:pt x="19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1124;p30">
              <a:extLst>
                <a:ext uri="{FF2B5EF4-FFF2-40B4-BE49-F238E27FC236}">
                  <a16:creationId xmlns:a16="http://schemas.microsoft.com/office/drawing/2014/main" id="{3E71F4B7-D653-9A28-E0A2-37EC19287B3F}"/>
                </a:ext>
              </a:extLst>
            </p:cNvPr>
            <p:cNvSpPr/>
            <p:nvPr/>
          </p:nvSpPr>
          <p:spPr>
            <a:xfrm>
              <a:off x="5486875" y="3351575"/>
              <a:ext cx="74475" cy="70575"/>
            </a:xfrm>
            <a:custGeom>
              <a:avLst/>
              <a:gdLst/>
              <a:ahLst/>
              <a:cxnLst/>
              <a:rect l="l" t="t" r="r" b="b"/>
              <a:pathLst>
                <a:path w="2979" h="2823" extrusionOk="0">
                  <a:moveTo>
                    <a:pt x="1051" y="1"/>
                  </a:moveTo>
                  <a:cubicBezTo>
                    <a:pt x="471" y="1"/>
                    <a:pt x="1" y="471"/>
                    <a:pt x="1" y="1051"/>
                  </a:cubicBezTo>
                  <a:lnTo>
                    <a:pt x="1" y="1788"/>
                  </a:lnTo>
                  <a:cubicBezTo>
                    <a:pt x="1" y="2368"/>
                    <a:pt x="471" y="2822"/>
                    <a:pt x="1051" y="2822"/>
                  </a:cubicBezTo>
                  <a:lnTo>
                    <a:pt x="1944" y="2822"/>
                  </a:lnTo>
                  <a:cubicBezTo>
                    <a:pt x="2509" y="2822"/>
                    <a:pt x="2979" y="2368"/>
                    <a:pt x="2979" y="1788"/>
                  </a:cubicBezTo>
                  <a:lnTo>
                    <a:pt x="2979" y="1051"/>
                  </a:lnTo>
                  <a:cubicBezTo>
                    <a:pt x="2979" y="471"/>
                    <a:pt x="2509"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1125;p30">
              <a:extLst>
                <a:ext uri="{FF2B5EF4-FFF2-40B4-BE49-F238E27FC236}">
                  <a16:creationId xmlns:a16="http://schemas.microsoft.com/office/drawing/2014/main" id="{7A57D951-C644-B759-F61B-B8AEC0023DD8}"/>
                </a:ext>
              </a:extLst>
            </p:cNvPr>
            <p:cNvSpPr/>
            <p:nvPr/>
          </p:nvSpPr>
          <p:spPr>
            <a:xfrm>
              <a:off x="5378350" y="3351575"/>
              <a:ext cx="74850" cy="70575"/>
            </a:xfrm>
            <a:custGeom>
              <a:avLst/>
              <a:gdLst/>
              <a:ahLst/>
              <a:cxnLst/>
              <a:rect l="l" t="t" r="r" b="b"/>
              <a:pathLst>
                <a:path w="2994" h="2823" extrusionOk="0">
                  <a:moveTo>
                    <a:pt x="1050" y="1"/>
                  </a:moveTo>
                  <a:cubicBezTo>
                    <a:pt x="470" y="1"/>
                    <a:pt x="0" y="471"/>
                    <a:pt x="0" y="1051"/>
                  </a:cubicBezTo>
                  <a:lnTo>
                    <a:pt x="0" y="1788"/>
                  </a:lnTo>
                  <a:cubicBezTo>
                    <a:pt x="0" y="2368"/>
                    <a:pt x="470" y="2822"/>
                    <a:pt x="1050"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1126;p30">
              <a:extLst>
                <a:ext uri="{FF2B5EF4-FFF2-40B4-BE49-F238E27FC236}">
                  <a16:creationId xmlns:a16="http://schemas.microsoft.com/office/drawing/2014/main" id="{909F5A08-3E09-8FEB-B789-23A9575D6F29}"/>
                </a:ext>
              </a:extLst>
            </p:cNvPr>
            <p:cNvSpPr/>
            <p:nvPr/>
          </p:nvSpPr>
          <p:spPr>
            <a:xfrm>
              <a:off x="5270175" y="3351575"/>
              <a:ext cx="74500" cy="70575"/>
            </a:xfrm>
            <a:custGeom>
              <a:avLst/>
              <a:gdLst/>
              <a:ahLst/>
              <a:cxnLst/>
              <a:rect l="l" t="t" r="r" b="b"/>
              <a:pathLst>
                <a:path w="2980" h="2823" extrusionOk="0">
                  <a:moveTo>
                    <a:pt x="1051" y="1"/>
                  </a:moveTo>
                  <a:cubicBezTo>
                    <a:pt x="471" y="1"/>
                    <a:pt x="1" y="471"/>
                    <a:pt x="1" y="1051"/>
                  </a:cubicBezTo>
                  <a:lnTo>
                    <a:pt x="1" y="1788"/>
                  </a:lnTo>
                  <a:cubicBezTo>
                    <a:pt x="1" y="2368"/>
                    <a:pt x="471" y="2822"/>
                    <a:pt x="1051" y="2822"/>
                  </a:cubicBezTo>
                  <a:lnTo>
                    <a:pt x="1945" y="2822"/>
                  </a:lnTo>
                  <a:cubicBezTo>
                    <a:pt x="2509" y="2822"/>
                    <a:pt x="2979" y="2368"/>
                    <a:pt x="2979" y="1788"/>
                  </a:cubicBezTo>
                  <a:lnTo>
                    <a:pt x="2979" y="1051"/>
                  </a:lnTo>
                  <a:cubicBezTo>
                    <a:pt x="2979" y="471"/>
                    <a:pt x="2509" y="1"/>
                    <a:pt x="194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1127;p30">
              <a:extLst>
                <a:ext uri="{FF2B5EF4-FFF2-40B4-BE49-F238E27FC236}">
                  <a16:creationId xmlns:a16="http://schemas.microsoft.com/office/drawing/2014/main" id="{EBE8FC55-4521-5D03-B619-04D5FC5A8102}"/>
                </a:ext>
              </a:extLst>
            </p:cNvPr>
            <p:cNvSpPr/>
            <p:nvPr/>
          </p:nvSpPr>
          <p:spPr>
            <a:xfrm>
              <a:off x="5161650" y="3351575"/>
              <a:ext cx="74850" cy="70575"/>
            </a:xfrm>
            <a:custGeom>
              <a:avLst/>
              <a:gdLst/>
              <a:ahLst/>
              <a:cxnLst/>
              <a:rect l="l" t="t" r="r" b="b"/>
              <a:pathLst>
                <a:path w="2994" h="2823" extrusionOk="0">
                  <a:moveTo>
                    <a:pt x="1050" y="1"/>
                  </a:moveTo>
                  <a:cubicBezTo>
                    <a:pt x="470" y="1"/>
                    <a:pt x="0" y="471"/>
                    <a:pt x="0" y="1051"/>
                  </a:cubicBezTo>
                  <a:lnTo>
                    <a:pt x="0" y="1788"/>
                  </a:lnTo>
                  <a:cubicBezTo>
                    <a:pt x="0" y="2368"/>
                    <a:pt x="470" y="2822"/>
                    <a:pt x="1050"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1128;p30">
              <a:extLst>
                <a:ext uri="{FF2B5EF4-FFF2-40B4-BE49-F238E27FC236}">
                  <a16:creationId xmlns:a16="http://schemas.microsoft.com/office/drawing/2014/main" id="{6A6249C9-1E53-62ED-A741-36FCF7E03E63}"/>
                </a:ext>
              </a:extLst>
            </p:cNvPr>
            <p:cNvSpPr/>
            <p:nvPr/>
          </p:nvSpPr>
          <p:spPr>
            <a:xfrm>
              <a:off x="4849325" y="3351575"/>
              <a:ext cx="74475" cy="70575"/>
            </a:xfrm>
            <a:custGeom>
              <a:avLst/>
              <a:gdLst/>
              <a:ahLst/>
              <a:cxnLst/>
              <a:rect l="l" t="t" r="r" b="b"/>
              <a:pathLst>
                <a:path w="2979" h="2823" extrusionOk="0">
                  <a:moveTo>
                    <a:pt x="1035" y="1"/>
                  </a:moveTo>
                  <a:cubicBezTo>
                    <a:pt x="471" y="1"/>
                    <a:pt x="1" y="471"/>
                    <a:pt x="1" y="1051"/>
                  </a:cubicBezTo>
                  <a:lnTo>
                    <a:pt x="1" y="1788"/>
                  </a:lnTo>
                  <a:cubicBezTo>
                    <a:pt x="1" y="2368"/>
                    <a:pt x="471" y="2822"/>
                    <a:pt x="1035" y="2822"/>
                  </a:cubicBezTo>
                  <a:lnTo>
                    <a:pt x="1929" y="2822"/>
                  </a:lnTo>
                  <a:cubicBezTo>
                    <a:pt x="2509" y="2822"/>
                    <a:pt x="2979" y="2368"/>
                    <a:pt x="2979" y="1788"/>
                  </a:cubicBezTo>
                  <a:lnTo>
                    <a:pt x="2979" y="1051"/>
                  </a:lnTo>
                  <a:cubicBezTo>
                    <a:pt x="2979" y="471"/>
                    <a:pt x="2509" y="1"/>
                    <a:pt x="19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1129;p30">
              <a:extLst>
                <a:ext uri="{FF2B5EF4-FFF2-40B4-BE49-F238E27FC236}">
                  <a16:creationId xmlns:a16="http://schemas.microsoft.com/office/drawing/2014/main" id="{A3CC5ABF-3803-AE97-2801-E18A15FCD4C2}"/>
                </a:ext>
              </a:extLst>
            </p:cNvPr>
            <p:cNvSpPr/>
            <p:nvPr/>
          </p:nvSpPr>
          <p:spPr>
            <a:xfrm>
              <a:off x="4736475" y="3351575"/>
              <a:ext cx="74875" cy="70575"/>
            </a:xfrm>
            <a:custGeom>
              <a:avLst/>
              <a:gdLst/>
              <a:ahLst/>
              <a:cxnLst/>
              <a:rect l="l" t="t" r="r" b="b"/>
              <a:pathLst>
                <a:path w="2995" h="2823" extrusionOk="0">
                  <a:moveTo>
                    <a:pt x="1051" y="1"/>
                  </a:moveTo>
                  <a:cubicBezTo>
                    <a:pt x="471" y="1"/>
                    <a:pt x="0" y="471"/>
                    <a:pt x="0" y="1051"/>
                  </a:cubicBezTo>
                  <a:lnTo>
                    <a:pt x="0" y="1788"/>
                  </a:lnTo>
                  <a:cubicBezTo>
                    <a:pt x="0" y="2368"/>
                    <a:pt x="471" y="2822"/>
                    <a:pt x="1051"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1130;p30">
              <a:extLst>
                <a:ext uri="{FF2B5EF4-FFF2-40B4-BE49-F238E27FC236}">
                  <a16:creationId xmlns:a16="http://schemas.microsoft.com/office/drawing/2014/main" id="{4CC0EAEF-456B-02B5-B8D2-E35A1531EB9B}"/>
                </a:ext>
              </a:extLst>
            </p:cNvPr>
            <p:cNvSpPr/>
            <p:nvPr/>
          </p:nvSpPr>
          <p:spPr>
            <a:xfrm>
              <a:off x="4628325" y="3351575"/>
              <a:ext cx="74475" cy="70575"/>
            </a:xfrm>
            <a:custGeom>
              <a:avLst/>
              <a:gdLst/>
              <a:ahLst/>
              <a:cxnLst/>
              <a:rect l="l" t="t" r="r" b="b"/>
              <a:pathLst>
                <a:path w="2979" h="2823" extrusionOk="0">
                  <a:moveTo>
                    <a:pt x="1051" y="1"/>
                  </a:moveTo>
                  <a:cubicBezTo>
                    <a:pt x="471" y="1"/>
                    <a:pt x="0" y="471"/>
                    <a:pt x="0" y="1051"/>
                  </a:cubicBezTo>
                  <a:lnTo>
                    <a:pt x="0" y="1788"/>
                  </a:lnTo>
                  <a:cubicBezTo>
                    <a:pt x="0" y="2368"/>
                    <a:pt x="471" y="2822"/>
                    <a:pt x="1051" y="2822"/>
                  </a:cubicBezTo>
                  <a:lnTo>
                    <a:pt x="1944" y="2822"/>
                  </a:lnTo>
                  <a:cubicBezTo>
                    <a:pt x="2508" y="2822"/>
                    <a:pt x="2978" y="2368"/>
                    <a:pt x="2978" y="1788"/>
                  </a:cubicBezTo>
                  <a:lnTo>
                    <a:pt x="2978" y="1051"/>
                  </a:lnTo>
                  <a:cubicBezTo>
                    <a:pt x="2978" y="471"/>
                    <a:pt x="2508"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1131;p30">
              <a:extLst>
                <a:ext uri="{FF2B5EF4-FFF2-40B4-BE49-F238E27FC236}">
                  <a16:creationId xmlns:a16="http://schemas.microsoft.com/office/drawing/2014/main" id="{117926D4-835E-B2B2-0C48-1F6F062397B5}"/>
                </a:ext>
              </a:extLst>
            </p:cNvPr>
            <p:cNvSpPr/>
            <p:nvPr/>
          </p:nvSpPr>
          <p:spPr>
            <a:xfrm>
              <a:off x="4519775" y="3351575"/>
              <a:ext cx="74875" cy="70575"/>
            </a:xfrm>
            <a:custGeom>
              <a:avLst/>
              <a:gdLst/>
              <a:ahLst/>
              <a:cxnLst/>
              <a:rect l="l" t="t" r="r" b="b"/>
              <a:pathLst>
                <a:path w="2995" h="2823" extrusionOk="0">
                  <a:moveTo>
                    <a:pt x="1051" y="1"/>
                  </a:moveTo>
                  <a:cubicBezTo>
                    <a:pt x="471" y="1"/>
                    <a:pt x="1" y="471"/>
                    <a:pt x="1" y="1051"/>
                  </a:cubicBezTo>
                  <a:lnTo>
                    <a:pt x="1" y="1788"/>
                  </a:lnTo>
                  <a:cubicBezTo>
                    <a:pt x="1" y="2368"/>
                    <a:pt x="471" y="2822"/>
                    <a:pt x="1051"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1132;p30">
              <a:extLst>
                <a:ext uri="{FF2B5EF4-FFF2-40B4-BE49-F238E27FC236}">
                  <a16:creationId xmlns:a16="http://schemas.microsoft.com/office/drawing/2014/main" id="{680A3F98-BF52-1ECD-1E85-B615DC881AC3}"/>
                </a:ext>
              </a:extLst>
            </p:cNvPr>
            <p:cNvSpPr/>
            <p:nvPr/>
          </p:nvSpPr>
          <p:spPr>
            <a:xfrm>
              <a:off x="4411625" y="3351575"/>
              <a:ext cx="74475" cy="70575"/>
            </a:xfrm>
            <a:custGeom>
              <a:avLst/>
              <a:gdLst/>
              <a:ahLst/>
              <a:cxnLst/>
              <a:rect l="l" t="t" r="r" b="b"/>
              <a:pathLst>
                <a:path w="2979" h="2823" extrusionOk="0">
                  <a:moveTo>
                    <a:pt x="1035" y="1"/>
                  </a:moveTo>
                  <a:cubicBezTo>
                    <a:pt x="471" y="1"/>
                    <a:pt x="0" y="471"/>
                    <a:pt x="0" y="1051"/>
                  </a:cubicBezTo>
                  <a:lnTo>
                    <a:pt x="0" y="1788"/>
                  </a:lnTo>
                  <a:cubicBezTo>
                    <a:pt x="0" y="2368"/>
                    <a:pt x="471" y="2822"/>
                    <a:pt x="1035" y="2822"/>
                  </a:cubicBezTo>
                  <a:lnTo>
                    <a:pt x="1928" y="2822"/>
                  </a:lnTo>
                  <a:cubicBezTo>
                    <a:pt x="2508" y="2822"/>
                    <a:pt x="2979" y="2368"/>
                    <a:pt x="2979" y="1788"/>
                  </a:cubicBezTo>
                  <a:lnTo>
                    <a:pt x="2979" y="1051"/>
                  </a:lnTo>
                  <a:cubicBezTo>
                    <a:pt x="2979" y="471"/>
                    <a:pt x="2508" y="1"/>
                    <a:pt x="192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1133;p30">
              <a:extLst>
                <a:ext uri="{FF2B5EF4-FFF2-40B4-BE49-F238E27FC236}">
                  <a16:creationId xmlns:a16="http://schemas.microsoft.com/office/drawing/2014/main" id="{8F24C2BF-3A2C-9A2B-EC94-99958C897406}"/>
                </a:ext>
              </a:extLst>
            </p:cNvPr>
            <p:cNvSpPr/>
            <p:nvPr/>
          </p:nvSpPr>
          <p:spPr>
            <a:xfrm>
              <a:off x="4303075" y="3351575"/>
              <a:ext cx="74875" cy="70575"/>
            </a:xfrm>
            <a:custGeom>
              <a:avLst/>
              <a:gdLst/>
              <a:ahLst/>
              <a:cxnLst/>
              <a:rect l="l" t="t" r="r" b="b"/>
              <a:pathLst>
                <a:path w="2995" h="2823" extrusionOk="0">
                  <a:moveTo>
                    <a:pt x="1051" y="1"/>
                  </a:moveTo>
                  <a:cubicBezTo>
                    <a:pt x="471" y="1"/>
                    <a:pt x="1" y="471"/>
                    <a:pt x="1" y="1051"/>
                  </a:cubicBezTo>
                  <a:lnTo>
                    <a:pt x="1" y="1788"/>
                  </a:lnTo>
                  <a:cubicBezTo>
                    <a:pt x="1" y="2368"/>
                    <a:pt x="471" y="2822"/>
                    <a:pt x="1051"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1134;p30">
              <a:extLst>
                <a:ext uri="{FF2B5EF4-FFF2-40B4-BE49-F238E27FC236}">
                  <a16:creationId xmlns:a16="http://schemas.microsoft.com/office/drawing/2014/main" id="{6637D04A-B5BE-9FC1-ED7B-92419CB78EF7}"/>
                </a:ext>
              </a:extLst>
            </p:cNvPr>
            <p:cNvSpPr/>
            <p:nvPr/>
          </p:nvSpPr>
          <p:spPr>
            <a:xfrm>
              <a:off x="4194925" y="3351575"/>
              <a:ext cx="74475" cy="70575"/>
            </a:xfrm>
            <a:custGeom>
              <a:avLst/>
              <a:gdLst/>
              <a:ahLst/>
              <a:cxnLst/>
              <a:rect l="l" t="t" r="r" b="b"/>
              <a:pathLst>
                <a:path w="2979" h="2823" extrusionOk="0">
                  <a:moveTo>
                    <a:pt x="1035" y="1"/>
                  </a:moveTo>
                  <a:cubicBezTo>
                    <a:pt x="471" y="1"/>
                    <a:pt x="1" y="471"/>
                    <a:pt x="1" y="1051"/>
                  </a:cubicBezTo>
                  <a:lnTo>
                    <a:pt x="1" y="1788"/>
                  </a:lnTo>
                  <a:cubicBezTo>
                    <a:pt x="1" y="2368"/>
                    <a:pt x="471" y="2822"/>
                    <a:pt x="1035" y="2822"/>
                  </a:cubicBezTo>
                  <a:lnTo>
                    <a:pt x="1928" y="2822"/>
                  </a:lnTo>
                  <a:cubicBezTo>
                    <a:pt x="2508" y="2822"/>
                    <a:pt x="2979" y="2368"/>
                    <a:pt x="2979" y="1788"/>
                  </a:cubicBezTo>
                  <a:lnTo>
                    <a:pt x="2979" y="1051"/>
                  </a:lnTo>
                  <a:cubicBezTo>
                    <a:pt x="2979" y="471"/>
                    <a:pt x="2508" y="1"/>
                    <a:pt x="192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1135;p30">
              <a:extLst>
                <a:ext uri="{FF2B5EF4-FFF2-40B4-BE49-F238E27FC236}">
                  <a16:creationId xmlns:a16="http://schemas.microsoft.com/office/drawing/2014/main" id="{91F566EC-E850-C250-097A-F8E47B376D61}"/>
                </a:ext>
              </a:extLst>
            </p:cNvPr>
            <p:cNvSpPr/>
            <p:nvPr/>
          </p:nvSpPr>
          <p:spPr>
            <a:xfrm>
              <a:off x="4086375" y="3351575"/>
              <a:ext cx="74875" cy="70575"/>
            </a:xfrm>
            <a:custGeom>
              <a:avLst/>
              <a:gdLst/>
              <a:ahLst/>
              <a:cxnLst/>
              <a:rect l="l" t="t" r="r" b="b"/>
              <a:pathLst>
                <a:path w="2995" h="2823" extrusionOk="0">
                  <a:moveTo>
                    <a:pt x="1051" y="1"/>
                  </a:moveTo>
                  <a:cubicBezTo>
                    <a:pt x="471" y="1"/>
                    <a:pt x="1" y="471"/>
                    <a:pt x="1" y="1051"/>
                  </a:cubicBezTo>
                  <a:lnTo>
                    <a:pt x="1" y="1788"/>
                  </a:lnTo>
                  <a:cubicBezTo>
                    <a:pt x="1" y="2368"/>
                    <a:pt x="471" y="2822"/>
                    <a:pt x="1051" y="2822"/>
                  </a:cubicBezTo>
                  <a:lnTo>
                    <a:pt x="1944" y="2822"/>
                  </a:lnTo>
                  <a:cubicBezTo>
                    <a:pt x="2524" y="2822"/>
                    <a:pt x="2995" y="2368"/>
                    <a:pt x="2995" y="1788"/>
                  </a:cubicBezTo>
                  <a:lnTo>
                    <a:pt x="2995" y="1051"/>
                  </a:lnTo>
                  <a:cubicBezTo>
                    <a:pt x="2995"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1136;p30">
              <a:extLst>
                <a:ext uri="{FF2B5EF4-FFF2-40B4-BE49-F238E27FC236}">
                  <a16:creationId xmlns:a16="http://schemas.microsoft.com/office/drawing/2014/main" id="{7B7BF184-5D28-875A-5831-3F3BD3FD9EB6}"/>
                </a:ext>
              </a:extLst>
            </p:cNvPr>
            <p:cNvSpPr/>
            <p:nvPr/>
          </p:nvSpPr>
          <p:spPr>
            <a:xfrm>
              <a:off x="4570325" y="2631750"/>
              <a:ext cx="2293575" cy="582700"/>
            </a:xfrm>
            <a:custGeom>
              <a:avLst/>
              <a:gdLst/>
              <a:ahLst/>
              <a:cxnLst/>
              <a:rect l="l" t="t" r="r" b="b"/>
              <a:pathLst>
                <a:path w="91743" h="23308" extrusionOk="0">
                  <a:moveTo>
                    <a:pt x="23857" y="188"/>
                  </a:moveTo>
                  <a:cubicBezTo>
                    <a:pt x="21694" y="658"/>
                    <a:pt x="19813" y="1944"/>
                    <a:pt x="17854" y="2947"/>
                  </a:cubicBezTo>
                  <a:lnTo>
                    <a:pt x="17854" y="2947"/>
                  </a:lnTo>
                  <a:cubicBezTo>
                    <a:pt x="15001" y="4420"/>
                    <a:pt x="11835" y="5376"/>
                    <a:pt x="8637" y="5282"/>
                  </a:cubicBezTo>
                  <a:lnTo>
                    <a:pt x="8637" y="5282"/>
                  </a:lnTo>
                  <a:cubicBezTo>
                    <a:pt x="5440" y="5204"/>
                    <a:pt x="2211" y="4013"/>
                    <a:pt x="1" y="1709"/>
                  </a:cubicBezTo>
                  <a:lnTo>
                    <a:pt x="1" y="1709"/>
                  </a:lnTo>
                  <a:cubicBezTo>
                    <a:pt x="251" y="3339"/>
                    <a:pt x="1458" y="4467"/>
                    <a:pt x="2963" y="5173"/>
                  </a:cubicBezTo>
                  <a:lnTo>
                    <a:pt x="2963" y="5173"/>
                  </a:lnTo>
                  <a:cubicBezTo>
                    <a:pt x="6082" y="6615"/>
                    <a:pt x="9672" y="7022"/>
                    <a:pt x="13026" y="6286"/>
                  </a:cubicBezTo>
                  <a:lnTo>
                    <a:pt x="13026" y="6286"/>
                  </a:lnTo>
                  <a:cubicBezTo>
                    <a:pt x="15910" y="5643"/>
                    <a:pt x="18559" y="4232"/>
                    <a:pt x="21365" y="3323"/>
                  </a:cubicBezTo>
                  <a:lnTo>
                    <a:pt x="21365" y="3323"/>
                  </a:lnTo>
                  <a:cubicBezTo>
                    <a:pt x="24170" y="2414"/>
                    <a:pt x="27384" y="2069"/>
                    <a:pt x="29954" y="3511"/>
                  </a:cubicBezTo>
                  <a:lnTo>
                    <a:pt x="29954" y="3511"/>
                  </a:lnTo>
                  <a:cubicBezTo>
                    <a:pt x="31804" y="4546"/>
                    <a:pt x="33058" y="6364"/>
                    <a:pt x="34735" y="7649"/>
                  </a:cubicBezTo>
                  <a:lnTo>
                    <a:pt x="34735" y="7649"/>
                  </a:lnTo>
                  <a:cubicBezTo>
                    <a:pt x="39108" y="11051"/>
                    <a:pt x="45440" y="10330"/>
                    <a:pt x="50629" y="8386"/>
                  </a:cubicBezTo>
                  <a:lnTo>
                    <a:pt x="50629" y="8386"/>
                  </a:lnTo>
                  <a:cubicBezTo>
                    <a:pt x="52274" y="7775"/>
                    <a:pt x="53905" y="7038"/>
                    <a:pt x="55644" y="6803"/>
                  </a:cubicBezTo>
                  <a:lnTo>
                    <a:pt x="55644" y="6803"/>
                  </a:lnTo>
                  <a:cubicBezTo>
                    <a:pt x="57384" y="6552"/>
                    <a:pt x="59312" y="6897"/>
                    <a:pt x="60550" y="8135"/>
                  </a:cubicBezTo>
                  <a:lnTo>
                    <a:pt x="60550" y="8135"/>
                  </a:lnTo>
                  <a:cubicBezTo>
                    <a:pt x="61851" y="9452"/>
                    <a:pt x="62149" y="11489"/>
                    <a:pt x="63340" y="12916"/>
                  </a:cubicBezTo>
                  <a:lnTo>
                    <a:pt x="63340" y="12916"/>
                  </a:lnTo>
                  <a:cubicBezTo>
                    <a:pt x="64516" y="14326"/>
                    <a:pt x="66413" y="14922"/>
                    <a:pt x="68231" y="15126"/>
                  </a:cubicBezTo>
                  <a:lnTo>
                    <a:pt x="68231" y="15126"/>
                  </a:lnTo>
                  <a:cubicBezTo>
                    <a:pt x="73215" y="15690"/>
                    <a:pt x="76648" y="12571"/>
                    <a:pt x="81397" y="12383"/>
                  </a:cubicBezTo>
                  <a:lnTo>
                    <a:pt x="81397" y="12383"/>
                  </a:lnTo>
                  <a:cubicBezTo>
                    <a:pt x="83200" y="12305"/>
                    <a:pt x="85081" y="12712"/>
                    <a:pt x="86476" y="13841"/>
                  </a:cubicBezTo>
                  <a:lnTo>
                    <a:pt x="86476" y="13841"/>
                  </a:lnTo>
                  <a:cubicBezTo>
                    <a:pt x="87479" y="14656"/>
                    <a:pt x="88169" y="15800"/>
                    <a:pt x="88796" y="16944"/>
                  </a:cubicBezTo>
                  <a:lnTo>
                    <a:pt x="88796" y="16944"/>
                  </a:lnTo>
                  <a:cubicBezTo>
                    <a:pt x="89877" y="18935"/>
                    <a:pt x="90833" y="21051"/>
                    <a:pt x="91225" y="23292"/>
                  </a:cubicBezTo>
                  <a:lnTo>
                    <a:pt x="91225" y="23292"/>
                  </a:lnTo>
                  <a:lnTo>
                    <a:pt x="91398" y="23308"/>
                  </a:lnTo>
                  <a:cubicBezTo>
                    <a:pt x="91742" y="20048"/>
                    <a:pt x="91492" y="16631"/>
                    <a:pt x="89940" y="13747"/>
                  </a:cubicBezTo>
                  <a:lnTo>
                    <a:pt x="89940" y="13747"/>
                  </a:lnTo>
                  <a:cubicBezTo>
                    <a:pt x="88388" y="10862"/>
                    <a:pt x="85332" y="8637"/>
                    <a:pt x="82056" y="8746"/>
                  </a:cubicBezTo>
                  <a:lnTo>
                    <a:pt x="82056" y="8746"/>
                  </a:lnTo>
                  <a:cubicBezTo>
                    <a:pt x="79846" y="8809"/>
                    <a:pt x="77808" y="9891"/>
                    <a:pt x="75723" y="10643"/>
                  </a:cubicBezTo>
                  <a:lnTo>
                    <a:pt x="75723" y="10643"/>
                  </a:lnTo>
                  <a:cubicBezTo>
                    <a:pt x="73544" y="11411"/>
                    <a:pt x="71240" y="11819"/>
                    <a:pt x="68936" y="11850"/>
                  </a:cubicBezTo>
                  <a:lnTo>
                    <a:pt x="68936" y="11850"/>
                  </a:lnTo>
                  <a:cubicBezTo>
                    <a:pt x="67745" y="11881"/>
                    <a:pt x="66491" y="11787"/>
                    <a:pt x="65425" y="11223"/>
                  </a:cubicBezTo>
                  <a:lnTo>
                    <a:pt x="65425" y="11223"/>
                  </a:lnTo>
                  <a:cubicBezTo>
                    <a:pt x="63654" y="10314"/>
                    <a:pt x="62714" y="8370"/>
                    <a:pt x="61334" y="6944"/>
                  </a:cubicBezTo>
                  <a:lnTo>
                    <a:pt x="61334" y="6944"/>
                  </a:lnTo>
                  <a:cubicBezTo>
                    <a:pt x="57839" y="3370"/>
                    <a:pt x="51977" y="3574"/>
                    <a:pt x="47243" y="5188"/>
                  </a:cubicBezTo>
                  <a:lnTo>
                    <a:pt x="47243" y="5188"/>
                  </a:lnTo>
                  <a:cubicBezTo>
                    <a:pt x="45064" y="5925"/>
                    <a:pt x="42838" y="6913"/>
                    <a:pt x="40581" y="6521"/>
                  </a:cubicBezTo>
                  <a:lnTo>
                    <a:pt x="40581" y="6521"/>
                  </a:lnTo>
                  <a:cubicBezTo>
                    <a:pt x="39030" y="6239"/>
                    <a:pt x="37682" y="5345"/>
                    <a:pt x="36381" y="4452"/>
                  </a:cubicBezTo>
                  <a:lnTo>
                    <a:pt x="36381" y="4452"/>
                  </a:lnTo>
                  <a:cubicBezTo>
                    <a:pt x="33152" y="2273"/>
                    <a:pt x="29515" y="0"/>
                    <a:pt x="25738" y="0"/>
                  </a:cubicBezTo>
                  <a:lnTo>
                    <a:pt x="25738" y="0"/>
                  </a:lnTo>
                  <a:cubicBezTo>
                    <a:pt x="25111" y="0"/>
                    <a:pt x="24484" y="63"/>
                    <a:pt x="23857" y="188"/>
                  </a:cubicBezTo>
                </a:path>
              </a:pathLst>
            </a:custGeom>
            <a:solidFill>
              <a:srgbClr val="FFFFFF">
                <a:alpha val="410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 name="Slide Number Placeholder 11">
            <a:extLst>
              <a:ext uri="{FF2B5EF4-FFF2-40B4-BE49-F238E27FC236}">
                <a16:creationId xmlns:a16="http://schemas.microsoft.com/office/drawing/2014/main" id="{089199C9-B33A-E4FE-7D8B-611A9247B630}"/>
              </a:ext>
            </a:extLst>
          </p:cNvPr>
          <p:cNvSpPr>
            <a:spLocks noGrp="1"/>
          </p:cNvSpPr>
          <p:nvPr>
            <p:ph type="sldNum" sz="quarter" idx="12"/>
          </p:nvPr>
        </p:nvSpPr>
        <p:spPr/>
        <p:txBody>
          <a:bodyPr/>
          <a:lstStyle/>
          <a:p>
            <a:fld id="{B6F15528-21DE-4FAA-801E-634DDDAF4B2B}" type="slidenum">
              <a:rPr lang="en-US" smtClean="0"/>
              <a:pPr/>
              <a:t>26</a:t>
            </a:fld>
            <a:endParaRPr lang="en-US"/>
          </a:p>
        </p:txBody>
      </p:sp>
    </p:spTree>
    <p:extLst>
      <p:ext uri="{BB962C8B-B14F-4D97-AF65-F5344CB8AC3E}">
        <p14:creationId xmlns:p14="http://schemas.microsoft.com/office/powerpoint/2010/main" val="18952835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arn(inVertical)">
                                      <p:cBhvr>
                                        <p:cTn id="7" dur="500"/>
                                        <p:tgtEl>
                                          <p:spTgt spid="11"/>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3">
                                            <p:txEl>
                                              <p:pRg st="0" end="0"/>
                                            </p:txEl>
                                          </p:spTgt>
                                        </p:tgtEl>
                                        <p:attrNameLst>
                                          <p:attrName>style.visibility</p:attrName>
                                        </p:attrNameLst>
                                      </p:cBhvr>
                                      <p:to>
                                        <p:strVal val="visible"/>
                                      </p:to>
                                    </p:set>
                                    <p:animEffect transition="in" filter="fade">
                                      <p:cBhvr>
                                        <p:cTn id="11" dur="500"/>
                                        <p:tgtEl>
                                          <p:spTgt spid="13">
                                            <p:txEl>
                                              <p:pRg st="0" end="0"/>
                                            </p:txEl>
                                          </p:spTgt>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13">
                                            <p:txEl>
                                              <p:pRg st="1" end="1"/>
                                            </p:txEl>
                                          </p:spTgt>
                                        </p:tgtEl>
                                        <p:attrNameLst>
                                          <p:attrName>style.visibility</p:attrName>
                                        </p:attrNameLst>
                                      </p:cBhvr>
                                      <p:to>
                                        <p:strVal val="visible"/>
                                      </p:to>
                                    </p:set>
                                    <p:animEffect transition="in" filter="fade">
                                      <p:cBhvr>
                                        <p:cTn id="15" dur="500"/>
                                        <p:tgtEl>
                                          <p:spTgt spid="13">
                                            <p:txEl>
                                              <p:pRg st="1" end="1"/>
                                            </p:txEl>
                                          </p:spTgt>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13">
                                            <p:txEl>
                                              <p:pRg st="2" end="2"/>
                                            </p:txEl>
                                          </p:spTgt>
                                        </p:tgtEl>
                                        <p:attrNameLst>
                                          <p:attrName>style.visibility</p:attrName>
                                        </p:attrNameLst>
                                      </p:cBhvr>
                                      <p:to>
                                        <p:strVal val="visible"/>
                                      </p:to>
                                    </p:set>
                                    <p:animEffect transition="in" filter="fade">
                                      <p:cBhvr>
                                        <p:cTn id="19" dur="500"/>
                                        <p:tgtEl>
                                          <p:spTgt spid="13">
                                            <p:txEl>
                                              <p:pRg st="2" end="2"/>
                                            </p:txEl>
                                          </p:spTgt>
                                        </p:tgtEl>
                                      </p:cBhvr>
                                    </p:animEffect>
                                  </p:childTnLst>
                                </p:cTn>
                              </p:par>
                            </p:childTnLst>
                          </p:cTn>
                        </p:par>
                        <p:par>
                          <p:cTn id="20" fill="hold">
                            <p:stCondLst>
                              <p:cond delay="2000"/>
                            </p:stCondLst>
                            <p:childTnLst>
                              <p:par>
                                <p:cTn id="21" presetID="10" presetClass="entr" presetSubtype="0" fill="hold" grpId="0" nodeType="afterEffect">
                                  <p:stCondLst>
                                    <p:cond delay="0"/>
                                  </p:stCondLst>
                                  <p:childTnLst>
                                    <p:set>
                                      <p:cBhvr>
                                        <p:cTn id="22" dur="1" fill="hold">
                                          <p:stCondLst>
                                            <p:cond delay="0"/>
                                          </p:stCondLst>
                                        </p:cTn>
                                        <p:tgtEl>
                                          <p:spTgt spid="13">
                                            <p:txEl>
                                              <p:pRg st="3" end="3"/>
                                            </p:txEl>
                                          </p:spTgt>
                                        </p:tgtEl>
                                        <p:attrNameLst>
                                          <p:attrName>style.visibility</p:attrName>
                                        </p:attrNameLst>
                                      </p:cBhvr>
                                      <p:to>
                                        <p:strVal val="visible"/>
                                      </p:to>
                                    </p:set>
                                    <p:animEffect transition="in" filter="fade">
                                      <p:cBhvr>
                                        <p:cTn id="23" dur="500"/>
                                        <p:tgtEl>
                                          <p:spTgt spid="13">
                                            <p:txEl>
                                              <p:pRg st="3" end="3"/>
                                            </p:txEl>
                                          </p:spTgt>
                                        </p:tgtEl>
                                      </p:cBhvr>
                                    </p:animEffect>
                                  </p:childTnLst>
                                </p:cTn>
                              </p:par>
                            </p:childTnLst>
                          </p:cTn>
                        </p:par>
                        <p:par>
                          <p:cTn id="24" fill="hold">
                            <p:stCondLst>
                              <p:cond delay="2500"/>
                            </p:stCondLst>
                            <p:childTnLst>
                              <p:par>
                                <p:cTn id="25" presetID="10" presetClass="entr" presetSubtype="0" fill="hold" grpId="0" nodeType="afterEffect">
                                  <p:stCondLst>
                                    <p:cond delay="0"/>
                                  </p:stCondLst>
                                  <p:childTnLst>
                                    <p:set>
                                      <p:cBhvr>
                                        <p:cTn id="26" dur="1" fill="hold">
                                          <p:stCondLst>
                                            <p:cond delay="0"/>
                                          </p:stCondLst>
                                        </p:cTn>
                                        <p:tgtEl>
                                          <p:spTgt spid="13">
                                            <p:txEl>
                                              <p:pRg st="4" end="4"/>
                                            </p:txEl>
                                          </p:spTgt>
                                        </p:tgtEl>
                                        <p:attrNameLst>
                                          <p:attrName>style.visibility</p:attrName>
                                        </p:attrNameLst>
                                      </p:cBhvr>
                                      <p:to>
                                        <p:strVal val="visible"/>
                                      </p:to>
                                    </p:set>
                                    <p:animEffect transition="in" filter="fade">
                                      <p:cBhvr>
                                        <p:cTn id="27" dur="500"/>
                                        <p:tgtEl>
                                          <p:spTgt spid="13">
                                            <p:txEl>
                                              <p:pRg st="4" end="4"/>
                                            </p:txEl>
                                          </p:spTgt>
                                        </p:tgtEl>
                                      </p:cBhvr>
                                    </p:animEffect>
                                  </p:childTnLst>
                                </p:cTn>
                              </p:par>
                            </p:childTnLst>
                          </p:cTn>
                        </p:par>
                        <p:par>
                          <p:cTn id="28" fill="hold">
                            <p:stCondLst>
                              <p:cond delay="3000"/>
                            </p:stCondLst>
                            <p:childTnLst>
                              <p:par>
                                <p:cTn id="29" presetID="10" presetClass="entr" presetSubtype="0" fill="hold" grpId="0" nodeType="afterEffect">
                                  <p:stCondLst>
                                    <p:cond delay="0"/>
                                  </p:stCondLst>
                                  <p:childTnLst>
                                    <p:set>
                                      <p:cBhvr>
                                        <p:cTn id="30" dur="1" fill="hold">
                                          <p:stCondLst>
                                            <p:cond delay="0"/>
                                          </p:stCondLst>
                                        </p:cTn>
                                        <p:tgtEl>
                                          <p:spTgt spid="14">
                                            <p:txEl>
                                              <p:pRg st="0" end="0"/>
                                            </p:txEl>
                                          </p:spTgt>
                                        </p:tgtEl>
                                        <p:attrNameLst>
                                          <p:attrName>style.visibility</p:attrName>
                                        </p:attrNameLst>
                                      </p:cBhvr>
                                      <p:to>
                                        <p:strVal val="visible"/>
                                      </p:to>
                                    </p:set>
                                    <p:animEffect transition="in" filter="fade">
                                      <p:cBhvr>
                                        <p:cTn id="31" dur="500"/>
                                        <p:tgtEl>
                                          <p:spTgt spid="14">
                                            <p:txEl>
                                              <p:pRg st="0" end="0"/>
                                            </p:txEl>
                                          </p:spTgt>
                                        </p:tgtEl>
                                      </p:cBhvr>
                                    </p:animEffect>
                                  </p:childTnLst>
                                </p:cTn>
                              </p:par>
                            </p:childTnLst>
                          </p:cTn>
                        </p:par>
                        <p:par>
                          <p:cTn id="32" fill="hold">
                            <p:stCondLst>
                              <p:cond delay="3500"/>
                            </p:stCondLst>
                            <p:childTnLst>
                              <p:par>
                                <p:cTn id="33" presetID="10" presetClass="entr" presetSubtype="0" fill="hold" grpId="0" nodeType="afterEffect">
                                  <p:stCondLst>
                                    <p:cond delay="0"/>
                                  </p:stCondLst>
                                  <p:childTnLst>
                                    <p:set>
                                      <p:cBhvr>
                                        <p:cTn id="34" dur="1" fill="hold">
                                          <p:stCondLst>
                                            <p:cond delay="0"/>
                                          </p:stCondLst>
                                        </p:cTn>
                                        <p:tgtEl>
                                          <p:spTgt spid="14">
                                            <p:txEl>
                                              <p:pRg st="1" end="1"/>
                                            </p:txEl>
                                          </p:spTgt>
                                        </p:tgtEl>
                                        <p:attrNameLst>
                                          <p:attrName>style.visibility</p:attrName>
                                        </p:attrNameLst>
                                      </p:cBhvr>
                                      <p:to>
                                        <p:strVal val="visible"/>
                                      </p:to>
                                    </p:set>
                                    <p:animEffect transition="in" filter="fade">
                                      <p:cBhvr>
                                        <p:cTn id="35" dur="500"/>
                                        <p:tgtEl>
                                          <p:spTgt spid="14">
                                            <p:txEl>
                                              <p:pRg st="1" end="1"/>
                                            </p:txEl>
                                          </p:spTgt>
                                        </p:tgtEl>
                                      </p:cBhvr>
                                    </p:animEffect>
                                  </p:childTnLst>
                                </p:cTn>
                              </p:par>
                            </p:childTnLst>
                          </p:cTn>
                        </p:par>
                        <p:par>
                          <p:cTn id="36" fill="hold">
                            <p:stCondLst>
                              <p:cond delay="4000"/>
                            </p:stCondLst>
                            <p:childTnLst>
                              <p:par>
                                <p:cTn id="37" presetID="10" presetClass="entr" presetSubtype="0" fill="hold" grpId="0" nodeType="afterEffect">
                                  <p:stCondLst>
                                    <p:cond delay="0"/>
                                  </p:stCondLst>
                                  <p:childTnLst>
                                    <p:set>
                                      <p:cBhvr>
                                        <p:cTn id="38" dur="1" fill="hold">
                                          <p:stCondLst>
                                            <p:cond delay="0"/>
                                          </p:stCondLst>
                                        </p:cTn>
                                        <p:tgtEl>
                                          <p:spTgt spid="14">
                                            <p:txEl>
                                              <p:pRg st="2" end="2"/>
                                            </p:txEl>
                                          </p:spTgt>
                                        </p:tgtEl>
                                        <p:attrNameLst>
                                          <p:attrName>style.visibility</p:attrName>
                                        </p:attrNameLst>
                                      </p:cBhvr>
                                      <p:to>
                                        <p:strVal val="visible"/>
                                      </p:to>
                                    </p:set>
                                    <p:animEffect transition="in" filter="fade">
                                      <p:cBhvr>
                                        <p:cTn id="39" dur="500"/>
                                        <p:tgtEl>
                                          <p:spTgt spid="14">
                                            <p:txEl>
                                              <p:pRg st="2" end="2"/>
                                            </p:txEl>
                                          </p:spTgt>
                                        </p:tgtEl>
                                      </p:cBhvr>
                                    </p:animEffect>
                                  </p:childTnLst>
                                </p:cTn>
                              </p:par>
                            </p:childTnLst>
                          </p:cTn>
                        </p:par>
                        <p:par>
                          <p:cTn id="40" fill="hold">
                            <p:stCondLst>
                              <p:cond delay="4500"/>
                            </p:stCondLst>
                            <p:childTnLst>
                              <p:par>
                                <p:cTn id="41" presetID="10" presetClass="entr" presetSubtype="0" fill="hold" grpId="0" nodeType="afterEffect">
                                  <p:stCondLst>
                                    <p:cond delay="0"/>
                                  </p:stCondLst>
                                  <p:childTnLst>
                                    <p:set>
                                      <p:cBhvr>
                                        <p:cTn id="42" dur="1" fill="hold">
                                          <p:stCondLst>
                                            <p:cond delay="0"/>
                                          </p:stCondLst>
                                        </p:cTn>
                                        <p:tgtEl>
                                          <p:spTgt spid="14">
                                            <p:txEl>
                                              <p:pRg st="3" end="3"/>
                                            </p:txEl>
                                          </p:spTgt>
                                        </p:tgtEl>
                                        <p:attrNameLst>
                                          <p:attrName>style.visibility</p:attrName>
                                        </p:attrNameLst>
                                      </p:cBhvr>
                                      <p:to>
                                        <p:strVal val="visible"/>
                                      </p:to>
                                    </p:set>
                                    <p:animEffect transition="in" filter="fade">
                                      <p:cBhvr>
                                        <p:cTn id="43" dur="500"/>
                                        <p:tgtEl>
                                          <p:spTgt spid="14">
                                            <p:txEl>
                                              <p:pRg st="3" end="3"/>
                                            </p:txEl>
                                          </p:spTgt>
                                        </p:tgtEl>
                                      </p:cBhvr>
                                    </p:animEffect>
                                  </p:childTnLst>
                                </p:cTn>
                              </p:par>
                            </p:childTnLst>
                          </p:cTn>
                        </p:par>
                        <p:par>
                          <p:cTn id="44" fill="hold">
                            <p:stCondLst>
                              <p:cond delay="5000"/>
                            </p:stCondLst>
                            <p:childTnLst>
                              <p:par>
                                <p:cTn id="45" presetID="10" presetClass="entr" presetSubtype="0" fill="hold" grpId="0" nodeType="afterEffect">
                                  <p:stCondLst>
                                    <p:cond delay="0"/>
                                  </p:stCondLst>
                                  <p:childTnLst>
                                    <p:set>
                                      <p:cBhvr>
                                        <p:cTn id="46" dur="1" fill="hold">
                                          <p:stCondLst>
                                            <p:cond delay="0"/>
                                          </p:stCondLst>
                                        </p:cTn>
                                        <p:tgtEl>
                                          <p:spTgt spid="14">
                                            <p:txEl>
                                              <p:pRg st="4" end="4"/>
                                            </p:txEl>
                                          </p:spTgt>
                                        </p:tgtEl>
                                        <p:attrNameLst>
                                          <p:attrName>style.visibility</p:attrName>
                                        </p:attrNameLst>
                                      </p:cBhvr>
                                      <p:to>
                                        <p:strVal val="visible"/>
                                      </p:to>
                                    </p:set>
                                    <p:animEffect transition="in" filter="fade">
                                      <p:cBhvr>
                                        <p:cTn id="47" dur="500"/>
                                        <p:tgtEl>
                                          <p:spTgt spid="14">
                                            <p:txEl>
                                              <p:pRg st="4" end="4"/>
                                            </p:txEl>
                                          </p:spTgt>
                                        </p:tgtEl>
                                      </p:cBhvr>
                                    </p:animEffect>
                                  </p:childTnLst>
                                </p:cTn>
                              </p:par>
                            </p:childTnLst>
                          </p:cTn>
                        </p:par>
                        <p:par>
                          <p:cTn id="48" fill="hold">
                            <p:stCondLst>
                              <p:cond delay="5500"/>
                            </p:stCondLst>
                            <p:childTnLst>
                              <p:par>
                                <p:cTn id="49" presetID="10" presetClass="entr" presetSubtype="0" fill="hold" grpId="0" nodeType="afterEffect">
                                  <p:stCondLst>
                                    <p:cond delay="0"/>
                                  </p:stCondLst>
                                  <p:childTnLst>
                                    <p:set>
                                      <p:cBhvr>
                                        <p:cTn id="50" dur="1" fill="hold">
                                          <p:stCondLst>
                                            <p:cond delay="0"/>
                                          </p:stCondLst>
                                        </p:cTn>
                                        <p:tgtEl>
                                          <p:spTgt spid="14">
                                            <p:txEl>
                                              <p:pRg st="5" end="5"/>
                                            </p:txEl>
                                          </p:spTgt>
                                        </p:tgtEl>
                                        <p:attrNameLst>
                                          <p:attrName>style.visibility</p:attrName>
                                        </p:attrNameLst>
                                      </p:cBhvr>
                                      <p:to>
                                        <p:strVal val="visible"/>
                                      </p:to>
                                    </p:set>
                                    <p:animEffect transition="in" filter="fade">
                                      <p:cBhvr>
                                        <p:cTn id="51" dur="500"/>
                                        <p:tgtEl>
                                          <p:spTgt spid="14">
                                            <p:txEl>
                                              <p:pRg st="5" end="5"/>
                                            </p:txEl>
                                          </p:spTgt>
                                        </p:tgtEl>
                                      </p:cBhvr>
                                    </p:animEffect>
                                  </p:childTnLst>
                                </p:cTn>
                              </p:par>
                              <p:par>
                                <p:cTn id="52" presetID="63" presetClass="path" presetSubtype="0" accel="50000" decel="50000" fill="hold" nodeType="withEffect">
                                  <p:stCondLst>
                                    <p:cond delay="0"/>
                                  </p:stCondLst>
                                  <p:childTnLst>
                                    <p:animMotion origin="layout" path="M -0.10989 -0.01327 L 1.38837 -0.04352 " pathEditMode="relative" rAng="0" ptsTypes="AA">
                                      <p:cBhvr>
                                        <p:cTn id="53" dur="5000" fill="hold"/>
                                        <p:tgtEl>
                                          <p:spTgt spid="25"/>
                                        </p:tgtEl>
                                        <p:attrNameLst>
                                          <p:attrName>ppt_x</p:attrName>
                                          <p:attrName>ppt_y</p:attrName>
                                        </p:attrNameLst>
                                      </p:cBhvr>
                                      <p:rCtr x="74913" y="-1512"/>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3" grpId="0" build="p"/>
      <p:bldP spid="14"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255"/>
        <p:cNvGrpSpPr/>
        <p:nvPr/>
      </p:nvGrpSpPr>
      <p:grpSpPr>
        <a:xfrm>
          <a:off x="0" y="0"/>
          <a:ext cx="0" cy="0"/>
          <a:chOff x="0" y="0"/>
          <a:chExt cx="0" cy="0"/>
        </a:xfrm>
      </p:grpSpPr>
      <p:sp>
        <p:nvSpPr>
          <p:cNvPr id="1256" name="Google Shape;1256;p34"/>
          <p:cNvSpPr/>
          <p:nvPr/>
        </p:nvSpPr>
        <p:spPr>
          <a:xfrm>
            <a:off x="-94225" y="3782425"/>
            <a:ext cx="4442125" cy="1160325"/>
          </a:xfrm>
          <a:custGeom>
            <a:avLst/>
            <a:gdLst/>
            <a:ahLst/>
            <a:cxnLst/>
            <a:rect l="l" t="t" r="r" b="b"/>
            <a:pathLst>
              <a:path w="177685" h="46413" extrusionOk="0">
                <a:moveTo>
                  <a:pt x="53027" y="1"/>
                </a:moveTo>
                <a:cubicBezTo>
                  <a:pt x="53027" y="1"/>
                  <a:pt x="79109" y="2070"/>
                  <a:pt x="70927" y="2540"/>
                </a:cubicBezTo>
                <a:cubicBezTo>
                  <a:pt x="62761" y="3026"/>
                  <a:pt x="21224" y="5706"/>
                  <a:pt x="20644" y="7838"/>
                </a:cubicBezTo>
                <a:cubicBezTo>
                  <a:pt x="20064" y="9969"/>
                  <a:pt x="61977" y="9076"/>
                  <a:pt x="62369" y="12462"/>
                </a:cubicBezTo>
                <a:cubicBezTo>
                  <a:pt x="62761" y="15847"/>
                  <a:pt x="1" y="12462"/>
                  <a:pt x="1458" y="16098"/>
                </a:cubicBezTo>
                <a:cubicBezTo>
                  <a:pt x="2932" y="19750"/>
                  <a:pt x="51851" y="19202"/>
                  <a:pt x="51459" y="21380"/>
                </a:cubicBezTo>
                <a:cubicBezTo>
                  <a:pt x="51295" y="22331"/>
                  <a:pt x="42835" y="22437"/>
                  <a:pt x="33312" y="22437"/>
                </a:cubicBezTo>
                <a:cubicBezTo>
                  <a:pt x="30561" y="22437"/>
                  <a:pt x="27722" y="22428"/>
                  <a:pt x="24968" y="22428"/>
                </a:cubicBezTo>
                <a:cubicBezTo>
                  <a:pt x="15398" y="22428"/>
                  <a:pt x="6865" y="22536"/>
                  <a:pt x="6694" y="23496"/>
                </a:cubicBezTo>
                <a:cubicBezTo>
                  <a:pt x="6302" y="25691"/>
                  <a:pt x="55362" y="31240"/>
                  <a:pt x="52635" y="32964"/>
                </a:cubicBezTo>
                <a:cubicBezTo>
                  <a:pt x="51598" y="33619"/>
                  <a:pt x="46686" y="33692"/>
                  <a:pt x="40946" y="33692"/>
                </a:cubicBezTo>
                <a:cubicBezTo>
                  <a:pt x="39300" y="33692"/>
                  <a:pt x="37585" y="33686"/>
                  <a:pt x="35874" y="33686"/>
                </a:cubicBezTo>
                <a:cubicBezTo>
                  <a:pt x="27866" y="33686"/>
                  <a:pt x="19940" y="33818"/>
                  <a:pt x="19468" y="35315"/>
                </a:cubicBezTo>
                <a:cubicBezTo>
                  <a:pt x="18559" y="38246"/>
                  <a:pt x="53811" y="46412"/>
                  <a:pt x="53811" y="46412"/>
                </a:cubicBezTo>
                <a:lnTo>
                  <a:pt x="123875" y="46412"/>
                </a:lnTo>
                <a:cubicBezTo>
                  <a:pt x="123875" y="46412"/>
                  <a:pt x="159126" y="38246"/>
                  <a:pt x="158202" y="35315"/>
                </a:cubicBezTo>
                <a:cubicBezTo>
                  <a:pt x="157729" y="33818"/>
                  <a:pt x="149803" y="33686"/>
                  <a:pt x="141795" y="33686"/>
                </a:cubicBezTo>
                <a:cubicBezTo>
                  <a:pt x="140085" y="33686"/>
                  <a:pt x="138370" y="33692"/>
                  <a:pt x="136724" y="33692"/>
                </a:cubicBezTo>
                <a:cubicBezTo>
                  <a:pt x="130984" y="33692"/>
                  <a:pt x="126072" y="33619"/>
                  <a:pt x="125035" y="32964"/>
                </a:cubicBezTo>
                <a:cubicBezTo>
                  <a:pt x="122307" y="31240"/>
                  <a:pt x="171368" y="25691"/>
                  <a:pt x="170976" y="23496"/>
                </a:cubicBezTo>
                <a:cubicBezTo>
                  <a:pt x="170811" y="22536"/>
                  <a:pt x="162283" y="22428"/>
                  <a:pt x="152713" y="22428"/>
                </a:cubicBezTo>
                <a:cubicBezTo>
                  <a:pt x="149960" y="22428"/>
                  <a:pt x="147120" y="22437"/>
                  <a:pt x="144369" y="22437"/>
                </a:cubicBezTo>
                <a:cubicBezTo>
                  <a:pt x="134846" y="22437"/>
                  <a:pt x="126381" y="22331"/>
                  <a:pt x="126210" y="21380"/>
                </a:cubicBezTo>
                <a:cubicBezTo>
                  <a:pt x="125818" y="19202"/>
                  <a:pt x="174738" y="19750"/>
                  <a:pt x="176211" y="16098"/>
                </a:cubicBezTo>
                <a:cubicBezTo>
                  <a:pt x="177685" y="12462"/>
                  <a:pt x="114909" y="15847"/>
                  <a:pt x="115301" y="12462"/>
                </a:cubicBezTo>
                <a:cubicBezTo>
                  <a:pt x="115693" y="9076"/>
                  <a:pt x="157622" y="9969"/>
                  <a:pt x="157026" y="7838"/>
                </a:cubicBezTo>
                <a:cubicBezTo>
                  <a:pt x="156446" y="5706"/>
                  <a:pt x="114909" y="3026"/>
                  <a:pt x="106743" y="2540"/>
                </a:cubicBezTo>
                <a:cubicBezTo>
                  <a:pt x="98561" y="2070"/>
                  <a:pt x="124643" y="1"/>
                  <a:pt x="124643" y="1"/>
                </a:cubicBezTo>
                <a:close/>
              </a:path>
            </a:pathLst>
          </a:custGeom>
          <a:solidFill>
            <a:srgbClr val="FFFFFF">
              <a:alpha val="41070"/>
            </a:srgbClr>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57" name="Google Shape;1257;p34"/>
          <p:cNvSpPr/>
          <p:nvPr/>
        </p:nvSpPr>
        <p:spPr>
          <a:xfrm>
            <a:off x="-838450" y="4242475"/>
            <a:ext cx="5219975" cy="901025"/>
          </a:xfrm>
          <a:custGeom>
            <a:avLst/>
            <a:gdLst/>
            <a:ahLst/>
            <a:cxnLst/>
            <a:rect l="l" t="t" r="r" b="b"/>
            <a:pathLst>
              <a:path w="208799" h="36041" extrusionOk="0">
                <a:moveTo>
                  <a:pt x="11178" y="0"/>
                </a:moveTo>
                <a:lnTo>
                  <a:pt x="0" y="8522"/>
                </a:lnTo>
                <a:lnTo>
                  <a:pt x="0" y="36041"/>
                </a:lnTo>
                <a:lnTo>
                  <a:pt x="208798" y="36041"/>
                </a:lnTo>
                <a:lnTo>
                  <a:pt x="208798" y="19925"/>
                </a:lnTo>
                <a:lnTo>
                  <a:pt x="161254" y="27018"/>
                </a:lnTo>
                <a:lnTo>
                  <a:pt x="129800" y="19925"/>
                </a:lnTo>
                <a:lnTo>
                  <a:pt x="113259" y="16166"/>
                </a:lnTo>
                <a:lnTo>
                  <a:pt x="98021" y="23284"/>
                </a:lnTo>
                <a:lnTo>
                  <a:pt x="71955" y="3735"/>
                </a:lnTo>
                <a:lnTo>
                  <a:pt x="48472" y="23108"/>
                </a:lnTo>
                <a:lnTo>
                  <a:pt x="11178" y="0"/>
                </a:lnTo>
                <a:close/>
              </a:path>
            </a:pathLst>
          </a:custGeom>
          <a:solidFill>
            <a:srgbClr val="274E13"/>
          </a:solidFill>
          <a:ln>
            <a:solidFill>
              <a:srgbClr val="274E13"/>
            </a:solid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nvGrpSpPr>
          <p:cNvPr id="1258" name="Google Shape;1258;p34"/>
          <p:cNvGrpSpPr/>
          <p:nvPr/>
        </p:nvGrpSpPr>
        <p:grpSpPr>
          <a:xfrm>
            <a:off x="4766341" y="1416933"/>
            <a:ext cx="1530872" cy="2106828"/>
            <a:chOff x="4219225" y="4565175"/>
            <a:chExt cx="389525" cy="536075"/>
          </a:xfrm>
          <a:solidFill>
            <a:srgbClr val="38761D"/>
          </a:solidFill>
        </p:grpSpPr>
        <p:grpSp>
          <p:nvGrpSpPr>
            <p:cNvPr id="1259" name="Google Shape;1259;p34"/>
            <p:cNvGrpSpPr/>
            <p:nvPr/>
          </p:nvGrpSpPr>
          <p:grpSpPr>
            <a:xfrm>
              <a:off x="4295625" y="4565175"/>
              <a:ext cx="237100" cy="294300"/>
              <a:chOff x="4295625" y="4565175"/>
              <a:chExt cx="237100" cy="294300"/>
            </a:xfrm>
            <a:grpFill/>
          </p:grpSpPr>
          <p:sp>
            <p:nvSpPr>
              <p:cNvPr id="1260" name="Google Shape;1260;p34"/>
              <p:cNvSpPr/>
              <p:nvPr/>
            </p:nvSpPr>
            <p:spPr>
              <a:xfrm>
                <a:off x="4330900" y="4565175"/>
                <a:ext cx="166175" cy="189675"/>
              </a:xfrm>
              <a:custGeom>
                <a:avLst/>
                <a:gdLst/>
                <a:ahLst/>
                <a:cxnLst/>
                <a:rect l="l" t="t" r="r" b="b"/>
                <a:pathLst>
                  <a:path w="6647" h="7587" extrusionOk="0">
                    <a:moveTo>
                      <a:pt x="3323" y="0"/>
                    </a:moveTo>
                    <a:cubicBezTo>
                      <a:pt x="3323" y="0"/>
                      <a:pt x="2461" y="6850"/>
                      <a:pt x="1" y="6850"/>
                    </a:cubicBezTo>
                    <a:cubicBezTo>
                      <a:pt x="1" y="6850"/>
                      <a:pt x="1286" y="7587"/>
                      <a:pt x="3323" y="7587"/>
                    </a:cubicBezTo>
                    <a:cubicBezTo>
                      <a:pt x="5361" y="7587"/>
                      <a:pt x="6646" y="6850"/>
                      <a:pt x="6646" y="6850"/>
                    </a:cubicBezTo>
                    <a:cubicBezTo>
                      <a:pt x="4186" y="6850"/>
                      <a:pt x="3323" y="0"/>
                      <a:pt x="3323"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61" name="Google Shape;1261;p34"/>
              <p:cNvSpPr/>
              <p:nvPr/>
            </p:nvSpPr>
            <p:spPr>
              <a:xfrm>
                <a:off x="4295625" y="4689000"/>
                <a:ext cx="237100" cy="170475"/>
              </a:xfrm>
              <a:custGeom>
                <a:avLst/>
                <a:gdLst/>
                <a:ahLst/>
                <a:cxnLst/>
                <a:rect l="l" t="t" r="r" b="b"/>
                <a:pathLst>
                  <a:path w="9484" h="6819" extrusionOk="0">
                    <a:moveTo>
                      <a:pt x="4734" y="0"/>
                    </a:moveTo>
                    <a:cubicBezTo>
                      <a:pt x="4734" y="0"/>
                      <a:pt x="3214" y="5330"/>
                      <a:pt x="1" y="5330"/>
                    </a:cubicBezTo>
                    <a:cubicBezTo>
                      <a:pt x="1" y="5330"/>
                      <a:pt x="1882" y="6819"/>
                      <a:pt x="4734" y="6819"/>
                    </a:cubicBezTo>
                    <a:cubicBezTo>
                      <a:pt x="7587" y="6819"/>
                      <a:pt x="9484" y="5330"/>
                      <a:pt x="9484" y="5330"/>
                    </a:cubicBezTo>
                    <a:cubicBezTo>
                      <a:pt x="6255" y="5330"/>
                      <a:pt x="4734" y="0"/>
                      <a:pt x="4734"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1262" name="Google Shape;1262;p34"/>
            <p:cNvGrpSpPr/>
            <p:nvPr/>
          </p:nvGrpSpPr>
          <p:grpSpPr>
            <a:xfrm>
              <a:off x="4219225" y="4744250"/>
              <a:ext cx="389525" cy="357000"/>
              <a:chOff x="4219225" y="4744250"/>
              <a:chExt cx="389525" cy="357000"/>
            </a:xfrm>
            <a:grpFill/>
          </p:grpSpPr>
          <p:sp>
            <p:nvSpPr>
              <p:cNvPr id="1263" name="Google Shape;1263;p34"/>
              <p:cNvSpPr/>
              <p:nvPr/>
            </p:nvSpPr>
            <p:spPr>
              <a:xfrm>
                <a:off x="4271725" y="4744250"/>
                <a:ext cx="284525" cy="204175"/>
              </a:xfrm>
              <a:custGeom>
                <a:avLst/>
                <a:gdLst/>
                <a:ahLst/>
                <a:cxnLst/>
                <a:rect l="l" t="t" r="r" b="b"/>
                <a:pathLst>
                  <a:path w="11381" h="8167" extrusionOk="0">
                    <a:moveTo>
                      <a:pt x="5690" y="0"/>
                    </a:moveTo>
                    <a:cubicBezTo>
                      <a:pt x="5690" y="0"/>
                      <a:pt x="3872" y="6396"/>
                      <a:pt x="1" y="6396"/>
                    </a:cubicBezTo>
                    <a:cubicBezTo>
                      <a:pt x="1" y="6396"/>
                      <a:pt x="2273" y="8167"/>
                      <a:pt x="5690" y="8167"/>
                    </a:cubicBezTo>
                    <a:cubicBezTo>
                      <a:pt x="9107" y="8167"/>
                      <a:pt x="11380" y="6396"/>
                      <a:pt x="11380" y="6396"/>
                    </a:cubicBezTo>
                    <a:cubicBezTo>
                      <a:pt x="7509" y="6396"/>
                      <a:pt x="5690" y="0"/>
                      <a:pt x="5690"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64" name="Google Shape;1264;p34"/>
              <p:cNvSpPr/>
              <p:nvPr/>
            </p:nvSpPr>
            <p:spPr>
              <a:xfrm>
                <a:off x="4219225" y="4821450"/>
                <a:ext cx="389525" cy="279800"/>
              </a:xfrm>
              <a:custGeom>
                <a:avLst/>
                <a:gdLst/>
                <a:ahLst/>
                <a:cxnLst/>
                <a:rect l="l" t="t" r="r" b="b"/>
                <a:pathLst>
                  <a:path w="15581" h="11192" extrusionOk="0">
                    <a:moveTo>
                      <a:pt x="7790" y="0"/>
                    </a:moveTo>
                    <a:cubicBezTo>
                      <a:pt x="7790" y="0"/>
                      <a:pt x="5298" y="8762"/>
                      <a:pt x="0" y="8762"/>
                    </a:cubicBezTo>
                    <a:cubicBezTo>
                      <a:pt x="0" y="8762"/>
                      <a:pt x="3120" y="11192"/>
                      <a:pt x="7790" y="11192"/>
                    </a:cubicBezTo>
                    <a:cubicBezTo>
                      <a:pt x="12461" y="11192"/>
                      <a:pt x="15581" y="8762"/>
                      <a:pt x="15581" y="8762"/>
                    </a:cubicBezTo>
                    <a:cubicBezTo>
                      <a:pt x="10283" y="8762"/>
                      <a:pt x="7790" y="0"/>
                      <a:pt x="7790"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grpSp>
        <p:nvGrpSpPr>
          <p:cNvPr id="1265" name="Google Shape;1265;p34"/>
          <p:cNvGrpSpPr/>
          <p:nvPr/>
        </p:nvGrpSpPr>
        <p:grpSpPr>
          <a:xfrm>
            <a:off x="4293618" y="1788397"/>
            <a:ext cx="945961" cy="1301858"/>
            <a:chOff x="4219225" y="4565175"/>
            <a:chExt cx="389525" cy="536075"/>
          </a:xfrm>
          <a:solidFill>
            <a:srgbClr val="38761D"/>
          </a:solidFill>
        </p:grpSpPr>
        <p:grpSp>
          <p:nvGrpSpPr>
            <p:cNvPr id="1266" name="Google Shape;1266;p34"/>
            <p:cNvGrpSpPr/>
            <p:nvPr/>
          </p:nvGrpSpPr>
          <p:grpSpPr>
            <a:xfrm>
              <a:off x="4295625" y="4565175"/>
              <a:ext cx="237100" cy="294300"/>
              <a:chOff x="4295625" y="4565175"/>
              <a:chExt cx="237100" cy="294300"/>
            </a:xfrm>
            <a:grpFill/>
          </p:grpSpPr>
          <p:sp>
            <p:nvSpPr>
              <p:cNvPr id="1267" name="Google Shape;1267;p34"/>
              <p:cNvSpPr/>
              <p:nvPr/>
            </p:nvSpPr>
            <p:spPr>
              <a:xfrm>
                <a:off x="4330900" y="4565175"/>
                <a:ext cx="166175" cy="189675"/>
              </a:xfrm>
              <a:custGeom>
                <a:avLst/>
                <a:gdLst/>
                <a:ahLst/>
                <a:cxnLst/>
                <a:rect l="l" t="t" r="r" b="b"/>
                <a:pathLst>
                  <a:path w="6647" h="7587" extrusionOk="0">
                    <a:moveTo>
                      <a:pt x="3323" y="0"/>
                    </a:moveTo>
                    <a:cubicBezTo>
                      <a:pt x="3323" y="0"/>
                      <a:pt x="2461" y="6850"/>
                      <a:pt x="1" y="6850"/>
                    </a:cubicBezTo>
                    <a:cubicBezTo>
                      <a:pt x="1" y="6850"/>
                      <a:pt x="1286" y="7587"/>
                      <a:pt x="3323" y="7587"/>
                    </a:cubicBezTo>
                    <a:cubicBezTo>
                      <a:pt x="5361" y="7587"/>
                      <a:pt x="6646" y="6850"/>
                      <a:pt x="6646" y="6850"/>
                    </a:cubicBezTo>
                    <a:cubicBezTo>
                      <a:pt x="4186" y="6850"/>
                      <a:pt x="3323" y="0"/>
                      <a:pt x="3323"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68" name="Google Shape;1268;p34"/>
              <p:cNvSpPr/>
              <p:nvPr/>
            </p:nvSpPr>
            <p:spPr>
              <a:xfrm>
                <a:off x="4295625" y="4689000"/>
                <a:ext cx="237100" cy="170475"/>
              </a:xfrm>
              <a:custGeom>
                <a:avLst/>
                <a:gdLst/>
                <a:ahLst/>
                <a:cxnLst/>
                <a:rect l="l" t="t" r="r" b="b"/>
                <a:pathLst>
                  <a:path w="9484" h="6819" extrusionOk="0">
                    <a:moveTo>
                      <a:pt x="4734" y="0"/>
                    </a:moveTo>
                    <a:cubicBezTo>
                      <a:pt x="4734" y="0"/>
                      <a:pt x="3214" y="5330"/>
                      <a:pt x="1" y="5330"/>
                    </a:cubicBezTo>
                    <a:cubicBezTo>
                      <a:pt x="1" y="5330"/>
                      <a:pt x="1882" y="6819"/>
                      <a:pt x="4734" y="6819"/>
                    </a:cubicBezTo>
                    <a:cubicBezTo>
                      <a:pt x="7587" y="6819"/>
                      <a:pt x="9484" y="5330"/>
                      <a:pt x="9484" y="5330"/>
                    </a:cubicBezTo>
                    <a:cubicBezTo>
                      <a:pt x="6255" y="5330"/>
                      <a:pt x="4734" y="0"/>
                      <a:pt x="4734"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1269" name="Google Shape;1269;p34"/>
            <p:cNvGrpSpPr/>
            <p:nvPr/>
          </p:nvGrpSpPr>
          <p:grpSpPr>
            <a:xfrm>
              <a:off x="4219225" y="4744250"/>
              <a:ext cx="389525" cy="357000"/>
              <a:chOff x="4219225" y="4744250"/>
              <a:chExt cx="389525" cy="357000"/>
            </a:xfrm>
            <a:grpFill/>
          </p:grpSpPr>
          <p:sp>
            <p:nvSpPr>
              <p:cNvPr id="1270" name="Google Shape;1270;p34"/>
              <p:cNvSpPr/>
              <p:nvPr/>
            </p:nvSpPr>
            <p:spPr>
              <a:xfrm>
                <a:off x="4271725" y="4744250"/>
                <a:ext cx="284525" cy="204175"/>
              </a:xfrm>
              <a:custGeom>
                <a:avLst/>
                <a:gdLst/>
                <a:ahLst/>
                <a:cxnLst/>
                <a:rect l="l" t="t" r="r" b="b"/>
                <a:pathLst>
                  <a:path w="11381" h="8167" extrusionOk="0">
                    <a:moveTo>
                      <a:pt x="5690" y="0"/>
                    </a:moveTo>
                    <a:cubicBezTo>
                      <a:pt x="5690" y="0"/>
                      <a:pt x="3872" y="6396"/>
                      <a:pt x="1" y="6396"/>
                    </a:cubicBezTo>
                    <a:cubicBezTo>
                      <a:pt x="1" y="6396"/>
                      <a:pt x="2273" y="8167"/>
                      <a:pt x="5690" y="8167"/>
                    </a:cubicBezTo>
                    <a:cubicBezTo>
                      <a:pt x="9107" y="8167"/>
                      <a:pt x="11380" y="6396"/>
                      <a:pt x="11380" y="6396"/>
                    </a:cubicBezTo>
                    <a:cubicBezTo>
                      <a:pt x="7509" y="6396"/>
                      <a:pt x="5690" y="0"/>
                      <a:pt x="5690"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71" name="Google Shape;1271;p34"/>
              <p:cNvSpPr/>
              <p:nvPr/>
            </p:nvSpPr>
            <p:spPr>
              <a:xfrm>
                <a:off x="4219225" y="4821450"/>
                <a:ext cx="389525" cy="279800"/>
              </a:xfrm>
              <a:custGeom>
                <a:avLst/>
                <a:gdLst/>
                <a:ahLst/>
                <a:cxnLst/>
                <a:rect l="l" t="t" r="r" b="b"/>
                <a:pathLst>
                  <a:path w="15581" h="11192" extrusionOk="0">
                    <a:moveTo>
                      <a:pt x="7790" y="0"/>
                    </a:moveTo>
                    <a:cubicBezTo>
                      <a:pt x="7790" y="0"/>
                      <a:pt x="5298" y="8762"/>
                      <a:pt x="0" y="8762"/>
                    </a:cubicBezTo>
                    <a:cubicBezTo>
                      <a:pt x="0" y="8762"/>
                      <a:pt x="3120" y="11192"/>
                      <a:pt x="7790" y="11192"/>
                    </a:cubicBezTo>
                    <a:cubicBezTo>
                      <a:pt x="12461" y="11192"/>
                      <a:pt x="15581" y="8762"/>
                      <a:pt x="15581" y="8762"/>
                    </a:cubicBezTo>
                    <a:cubicBezTo>
                      <a:pt x="10283" y="8762"/>
                      <a:pt x="7790" y="0"/>
                      <a:pt x="7790"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sp>
        <p:nvSpPr>
          <p:cNvPr id="1272" name="Google Shape;1272;p34"/>
          <p:cNvSpPr/>
          <p:nvPr/>
        </p:nvSpPr>
        <p:spPr>
          <a:xfrm flipH="1">
            <a:off x="-1057094" y="1098231"/>
            <a:ext cx="8629070" cy="2684190"/>
          </a:xfrm>
          <a:custGeom>
            <a:avLst/>
            <a:gdLst/>
            <a:ahLst/>
            <a:cxnLst/>
            <a:rect l="l" t="t" r="r" b="b"/>
            <a:pathLst>
              <a:path w="195272" h="47557" extrusionOk="0">
                <a:moveTo>
                  <a:pt x="169456" y="6161"/>
                </a:moveTo>
                <a:cubicBezTo>
                  <a:pt x="153343" y="18559"/>
                  <a:pt x="158233" y="14907"/>
                  <a:pt x="149001" y="12290"/>
                </a:cubicBezTo>
                <a:lnTo>
                  <a:pt x="149001" y="12290"/>
                </a:lnTo>
                <a:cubicBezTo>
                  <a:pt x="139753" y="9688"/>
                  <a:pt x="141070" y="6020"/>
                  <a:pt x="130489" y="13340"/>
                </a:cubicBezTo>
                <a:lnTo>
                  <a:pt x="130489" y="13340"/>
                </a:lnTo>
                <a:cubicBezTo>
                  <a:pt x="125160" y="17023"/>
                  <a:pt x="118279" y="16318"/>
                  <a:pt x="111147" y="15628"/>
                </a:cubicBezTo>
                <a:lnTo>
                  <a:pt x="111147" y="15628"/>
                </a:lnTo>
                <a:cubicBezTo>
                  <a:pt x="104125" y="14938"/>
                  <a:pt x="96868" y="14233"/>
                  <a:pt x="90645" y="17760"/>
                </a:cubicBezTo>
                <a:lnTo>
                  <a:pt x="90645" y="17760"/>
                </a:lnTo>
                <a:cubicBezTo>
                  <a:pt x="78106" y="24829"/>
                  <a:pt x="65990" y="32980"/>
                  <a:pt x="62416" y="32494"/>
                </a:cubicBezTo>
                <a:lnTo>
                  <a:pt x="62416" y="32494"/>
                </a:lnTo>
                <a:cubicBezTo>
                  <a:pt x="29515" y="28058"/>
                  <a:pt x="1" y="47557"/>
                  <a:pt x="1" y="47557"/>
                </a:cubicBezTo>
                <a:lnTo>
                  <a:pt x="1" y="47557"/>
                </a:lnTo>
                <a:lnTo>
                  <a:pt x="195271" y="47557"/>
                </a:lnTo>
                <a:lnTo>
                  <a:pt x="195271" y="3935"/>
                </a:lnTo>
                <a:cubicBezTo>
                  <a:pt x="195271" y="3935"/>
                  <a:pt x="191525" y="1"/>
                  <a:pt x="184817" y="1"/>
                </a:cubicBezTo>
                <a:lnTo>
                  <a:pt x="184817" y="1"/>
                </a:lnTo>
                <a:cubicBezTo>
                  <a:pt x="180726" y="1"/>
                  <a:pt x="175553" y="1459"/>
                  <a:pt x="169456" y="6161"/>
                </a:cubicBezTo>
                <a:close/>
              </a:path>
            </a:pathLst>
          </a:custGeom>
          <a:solidFill>
            <a:srgbClr val="7A9E6A"/>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74" name="Google Shape;1274;p34"/>
          <p:cNvSpPr txBox="1">
            <a:spLocks noGrp="1"/>
          </p:cNvSpPr>
          <p:nvPr>
            <p:ph type="title" idx="2"/>
          </p:nvPr>
        </p:nvSpPr>
        <p:spPr>
          <a:xfrm>
            <a:off x="726493" y="478031"/>
            <a:ext cx="1599272" cy="1334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05</a:t>
            </a:r>
            <a:endParaRPr dirty="0"/>
          </a:p>
        </p:txBody>
      </p:sp>
      <p:sp>
        <p:nvSpPr>
          <p:cNvPr id="1277" name="Google Shape;1277;p34"/>
          <p:cNvSpPr/>
          <p:nvPr/>
        </p:nvSpPr>
        <p:spPr>
          <a:xfrm>
            <a:off x="4017683" y="3121844"/>
            <a:ext cx="2362528" cy="1915658"/>
          </a:xfrm>
          <a:custGeom>
            <a:avLst/>
            <a:gdLst/>
            <a:ahLst/>
            <a:cxnLst/>
            <a:rect l="l" t="t" r="r" b="b"/>
            <a:pathLst>
              <a:path w="96067" h="77896" extrusionOk="0">
                <a:moveTo>
                  <a:pt x="93685" y="0"/>
                </a:moveTo>
                <a:lnTo>
                  <a:pt x="1" y="77895"/>
                </a:lnTo>
                <a:lnTo>
                  <a:pt x="13434" y="77895"/>
                </a:lnTo>
                <a:lnTo>
                  <a:pt x="96066" y="3634"/>
                </a:lnTo>
                <a:lnTo>
                  <a:pt x="93685" y="0"/>
                </a:lnTo>
                <a:close/>
              </a:path>
            </a:pathLst>
          </a:custGeom>
          <a:solidFill>
            <a:schemeClr val="bg1">
              <a:lumMod val="65000"/>
            </a:schemeClr>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78" name="Google Shape;1278;p34"/>
          <p:cNvSpPr/>
          <p:nvPr/>
        </p:nvSpPr>
        <p:spPr>
          <a:xfrm>
            <a:off x="4012765" y="5033763"/>
            <a:ext cx="339008" cy="102354"/>
          </a:xfrm>
          <a:custGeom>
            <a:avLst/>
            <a:gdLst/>
            <a:ahLst/>
            <a:cxnLst/>
            <a:rect l="l" t="t" r="r" b="b"/>
            <a:pathLst>
              <a:path w="13785" h="4162" extrusionOk="0">
                <a:moveTo>
                  <a:pt x="0" y="1"/>
                </a:moveTo>
                <a:lnTo>
                  <a:pt x="0" y="4161"/>
                </a:lnTo>
                <a:lnTo>
                  <a:pt x="13785" y="4161"/>
                </a:lnTo>
                <a:lnTo>
                  <a:pt x="13785" y="1"/>
                </a:lnTo>
                <a:close/>
              </a:path>
            </a:pathLst>
          </a:custGeom>
          <a:solidFill>
            <a:schemeClr val="bg1">
              <a:lumMod val="50000"/>
            </a:schemeClr>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79" name="Google Shape;1279;p34"/>
          <p:cNvSpPr/>
          <p:nvPr/>
        </p:nvSpPr>
        <p:spPr>
          <a:xfrm>
            <a:off x="4341272" y="3491641"/>
            <a:ext cx="1725828" cy="1644476"/>
          </a:xfrm>
          <a:custGeom>
            <a:avLst/>
            <a:gdLst/>
            <a:ahLst/>
            <a:cxnLst/>
            <a:rect l="l" t="t" r="r" b="b"/>
            <a:pathLst>
              <a:path w="70177" h="66869" extrusionOk="0">
                <a:moveTo>
                  <a:pt x="70176" y="1"/>
                </a:moveTo>
                <a:lnTo>
                  <a:pt x="0" y="62658"/>
                </a:lnTo>
                <a:lnTo>
                  <a:pt x="0" y="66868"/>
                </a:lnTo>
                <a:lnTo>
                  <a:pt x="1680" y="66868"/>
                </a:lnTo>
                <a:lnTo>
                  <a:pt x="70176" y="1"/>
                </a:lnTo>
                <a:close/>
              </a:path>
            </a:pathLst>
          </a:custGeom>
          <a:solidFill>
            <a:schemeClr val="bg1">
              <a:lumMod val="50000"/>
            </a:schemeClr>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80" name="Google Shape;1280;p34"/>
          <p:cNvSpPr/>
          <p:nvPr/>
        </p:nvSpPr>
        <p:spPr>
          <a:xfrm>
            <a:off x="4538503" y="3092874"/>
            <a:ext cx="2400744" cy="2615216"/>
          </a:xfrm>
          <a:custGeom>
            <a:avLst/>
            <a:gdLst/>
            <a:ahLst/>
            <a:cxnLst/>
            <a:rect l="l" t="t" r="r" b="b"/>
            <a:pathLst>
              <a:path w="97621" h="106342" fill="none" extrusionOk="0">
                <a:moveTo>
                  <a:pt x="1" y="106342"/>
                </a:moveTo>
                <a:lnTo>
                  <a:pt x="97620" y="0"/>
                </a:lnTo>
              </a:path>
            </a:pathLst>
          </a:custGeom>
          <a:solidFill>
            <a:schemeClr val="lt2"/>
          </a:solidFill>
          <a:ln w="73300" cap="flat" cmpd="sng">
            <a:solidFill>
              <a:schemeClr val="bg1">
                <a:lumMod val="65000"/>
              </a:schemeClr>
            </a:solidFill>
            <a:prstDash val="solid"/>
            <a:miter lim="25062"/>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81" name="Google Shape;1281;p34"/>
          <p:cNvSpPr/>
          <p:nvPr/>
        </p:nvSpPr>
        <p:spPr>
          <a:xfrm>
            <a:off x="4593984" y="3144026"/>
            <a:ext cx="2397031" cy="2611527"/>
          </a:xfrm>
          <a:custGeom>
            <a:avLst/>
            <a:gdLst/>
            <a:ahLst/>
            <a:cxnLst/>
            <a:rect l="l" t="t" r="r" b="b"/>
            <a:pathLst>
              <a:path w="97470" h="106192" fill="none" extrusionOk="0">
                <a:moveTo>
                  <a:pt x="0" y="106191"/>
                </a:moveTo>
                <a:lnTo>
                  <a:pt x="97469" y="0"/>
                </a:lnTo>
              </a:path>
            </a:pathLst>
          </a:custGeom>
          <a:solidFill>
            <a:schemeClr val="dk1"/>
          </a:solidFill>
          <a:ln w="73300" cap="flat" cmpd="sng">
            <a:solidFill>
              <a:schemeClr val="bg1">
                <a:lumMod val="50000"/>
              </a:schemeClr>
            </a:solidFill>
            <a:prstDash val="solid"/>
            <a:miter lim="25062"/>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1282" name="Google Shape;1282;p34"/>
          <p:cNvSpPr/>
          <p:nvPr/>
        </p:nvSpPr>
        <p:spPr>
          <a:xfrm>
            <a:off x="5648560" y="3720942"/>
            <a:ext cx="1700547" cy="2090068"/>
          </a:xfrm>
          <a:custGeom>
            <a:avLst/>
            <a:gdLst/>
            <a:ahLst/>
            <a:cxnLst/>
            <a:rect l="l" t="t" r="r" b="b"/>
            <a:pathLst>
              <a:path w="69149" h="84988" fill="none" extrusionOk="0">
                <a:moveTo>
                  <a:pt x="1" y="84988"/>
                </a:moveTo>
                <a:lnTo>
                  <a:pt x="69149" y="0"/>
                </a:lnTo>
              </a:path>
            </a:pathLst>
          </a:custGeom>
          <a:solidFill>
            <a:schemeClr val="lt2"/>
          </a:solidFill>
          <a:ln w="73300" cap="flat" cmpd="sng">
            <a:solidFill>
              <a:schemeClr val="bg1">
                <a:lumMod val="65000"/>
              </a:schemeClr>
            </a:solidFill>
            <a:prstDash val="solid"/>
            <a:miter lim="25062"/>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83" name="Google Shape;1283;p34"/>
          <p:cNvSpPr/>
          <p:nvPr/>
        </p:nvSpPr>
        <p:spPr>
          <a:xfrm>
            <a:off x="5703426" y="3850987"/>
            <a:ext cx="1622269" cy="2007486"/>
          </a:xfrm>
          <a:custGeom>
            <a:avLst/>
            <a:gdLst/>
            <a:ahLst/>
            <a:cxnLst/>
            <a:rect l="l" t="t" r="r" b="b"/>
            <a:pathLst>
              <a:path w="65966" h="81630" fill="none" extrusionOk="0">
                <a:moveTo>
                  <a:pt x="0" y="81630"/>
                </a:moveTo>
                <a:lnTo>
                  <a:pt x="65966" y="0"/>
                </a:lnTo>
              </a:path>
            </a:pathLst>
          </a:custGeom>
          <a:solidFill>
            <a:schemeClr val="dk1"/>
          </a:solidFill>
          <a:ln w="73300" cap="flat" cmpd="sng">
            <a:solidFill>
              <a:schemeClr val="bg1">
                <a:lumMod val="50000"/>
              </a:schemeClr>
            </a:solidFill>
            <a:prstDash val="solid"/>
            <a:miter lim="25062"/>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84" name="Google Shape;1284;p34"/>
          <p:cNvSpPr/>
          <p:nvPr/>
        </p:nvSpPr>
        <p:spPr>
          <a:xfrm>
            <a:off x="5153021" y="4402621"/>
            <a:ext cx="271821" cy="271846"/>
          </a:xfrm>
          <a:custGeom>
            <a:avLst/>
            <a:gdLst/>
            <a:ahLst/>
            <a:cxnLst/>
            <a:rect l="l" t="t" r="r" b="b"/>
            <a:pathLst>
              <a:path w="11053" h="11054" fill="none" extrusionOk="0">
                <a:moveTo>
                  <a:pt x="0" y="11053"/>
                </a:moveTo>
                <a:lnTo>
                  <a:pt x="11053" y="1"/>
                </a:lnTo>
              </a:path>
            </a:pathLst>
          </a:custGeom>
          <a:noFill/>
          <a:ln w="20675" cap="rnd" cmpd="sng">
            <a:solidFill>
              <a:schemeClr val="bg1">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85" name="Google Shape;1285;p34"/>
          <p:cNvSpPr/>
          <p:nvPr/>
        </p:nvSpPr>
        <p:spPr>
          <a:xfrm>
            <a:off x="6200809" y="4166558"/>
            <a:ext cx="271845" cy="271846"/>
          </a:xfrm>
          <a:custGeom>
            <a:avLst/>
            <a:gdLst/>
            <a:ahLst/>
            <a:cxnLst/>
            <a:rect l="l" t="t" r="r" b="b"/>
            <a:pathLst>
              <a:path w="11054" h="11054" fill="none" extrusionOk="0">
                <a:moveTo>
                  <a:pt x="1" y="11053"/>
                </a:moveTo>
                <a:lnTo>
                  <a:pt x="11054" y="0"/>
                </a:lnTo>
              </a:path>
            </a:pathLst>
          </a:custGeom>
          <a:noFill/>
          <a:ln w="20675" cap="rnd" cmpd="sng">
            <a:solidFill>
              <a:schemeClr val="bg1">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86" name="Google Shape;1286;p34"/>
          <p:cNvSpPr/>
          <p:nvPr/>
        </p:nvSpPr>
        <p:spPr>
          <a:xfrm>
            <a:off x="4598288" y="4669499"/>
            <a:ext cx="271845" cy="271846"/>
          </a:xfrm>
          <a:custGeom>
            <a:avLst/>
            <a:gdLst/>
            <a:ahLst/>
            <a:cxnLst/>
            <a:rect l="l" t="t" r="r" b="b"/>
            <a:pathLst>
              <a:path w="11054" h="11054" fill="none" extrusionOk="0">
                <a:moveTo>
                  <a:pt x="1" y="11053"/>
                </a:moveTo>
                <a:lnTo>
                  <a:pt x="11053" y="1"/>
                </a:lnTo>
              </a:path>
            </a:pathLst>
          </a:custGeom>
          <a:noFill/>
          <a:ln w="20675" cap="rnd" cmpd="sng">
            <a:solidFill>
              <a:schemeClr val="bg1">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87" name="Google Shape;1287;p34"/>
          <p:cNvSpPr/>
          <p:nvPr/>
        </p:nvSpPr>
        <p:spPr>
          <a:xfrm>
            <a:off x="6076322" y="4681205"/>
            <a:ext cx="252713" cy="289724"/>
          </a:xfrm>
          <a:custGeom>
            <a:avLst/>
            <a:gdLst/>
            <a:ahLst/>
            <a:cxnLst/>
            <a:rect l="l" t="t" r="r" b="b"/>
            <a:pathLst>
              <a:path w="10276" h="11781" fill="none" extrusionOk="0">
                <a:moveTo>
                  <a:pt x="0" y="11780"/>
                </a:moveTo>
                <a:lnTo>
                  <a:pt x="10276" y="1"/>
                </a:lnTo>
              </a:path>
            </a:pathLst>
          </a:custGeom>
          <a:noFill/>
          <a:ln w="20675" cap="rnd" cmpd="sng">
            <a:solidFill>
              <a:schemeClr val="bg1">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88" name="Google Shape;1288;p34"/>
          <p:cNvSpPr/>
          <p:nvPr/>
        </p:nvSpPr>
        <p:spPr>
          <a:xfrm>
            <a:off x="7116117" y="4093838"/>
            <a:ext cx="248409" cy="293389"/>
          </a:xfrm>
          <a:custGeom>
            <a:avLst/>
            <a:gdLst/>
            <a:ahLst/>
            <a:cxnLst/>
            <a:rect l="l" t="t" r="r" b="b"/>
            <a:pathLst>
              <a:path w="10101" h="11930" fill="none" extrusionOk="0">
                <a:moveTo>
                  <a:pt x="0" y="11930"/>
                </a:moveTo>
                <a:lnTo>
                  <a:pt x="10100" y="0"/>
                </a:lnTo>
              </a:path>
            </a:pathLst>
          </a:custGeom>
          <a:noFill/>
          <a:ln w="20675" cap="rnd" cmpd="sng">
            <a:solidFill>
              <a:schemeClr val="bg1">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89" name="Google Shape;1289;p34"/>
          <p:cNvSpPr/>
          <p:nvPr/>
        </p:nvSpPr>
        <p:spPr>
          <a:xfrm>
            <a:off x="6766633" y="3939741"/>
            <a:ext cx="249024" cy="293413"/>
          </a:xfrm>
          <a:custGeom>
            <a:avLst/>
            <a:gdLst/>
            <a:ahLst/>
            <a:cxnLst/>
            <a:rect l="l" t="t" r="r" b="b"/>
            <a:pathLst>
              <a:path w="10126" h="11931" fill="none" extrusionOk="0">
                <a:moveTo>
                  <a:pt x="1" y="11930"/>
                </a:moveTo>
                <a:lnTo>
                  <a:pt x="10126" y="0"/>
                </a:lnTo>
              </a:path>
            </a:pathLst>
          </a:custGeom>
          <a:noFill/>
          <a:ln w="20675" cap="rnd" cmpd="sng">
            <a:solidFill>
              <a:schemeClr val="bg1">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92" name="Google Shape;1292;p34"/>
          <p:cNvSpPr/>
          <p:nvPr/>
        </p:nvSpPr>
        <p:spPr>
          <a:xfrm>
            <a:off x="8821558" y="2543920"/>
            <a:ext cx="227481" cy="210586"/>
          </a:xfrm>
          <a:custGeom>
            <a:avLst/>
            <a:gdLst/>
            <a:ahLst/>
            <a:cxnLst/>
            <a:rect l="l" t="t" r="r" b="b"/>
            <a:pathLst>
              <a:path w="9250" h="8563" extrusionOk="0">
                <a:moveTo>
                  <a:pt x="8900" y="1"/>
                </a:moveTo>
                <a:cubicBezTo>
                  <a:pt x="8029" y="1"/>
                  <a:pt x="7085" y="257"/>
                  <a:pt x="6215" y="257"/>
                </a:cubicBezTo>
                <a:cubicBezTo>
                  <a:pt x="6097" y="257"/>
                  <a:pt x="5980" y="252"/>
                  <a:pt x="5866" y="242"/>
                </a:cubicBezTo>
                <a:lnTo>
                  <a:pt x="26" y="442"/>
                </a:lnTo>
                <a:lnTo>
                  <a:pt x="1" y="8563"/>
                </a:lnTo>
                <a:cubicBezTo>
                  <a:pt x="3059" y="7861"/>
                  <a:pt x="5540" y="7836"/>
                  <a:pt x="9149" y="7786"/>
                </a:cubicBezTo>
                <a:lnTo>
                  <a:pt x="9249" y="16"/>
                </a:lnTo>
                <a:cubicBezTo>
                  <a:pt x="9134" y="6"/>
                  <a:pt x="9018" y="1"/>
                  <a:pt x="8900"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nvGrpSpPr>
          <p:cNvPr id="4" name="Group 3">
            <a:extLst>
              <a:ext uri="{FF2B5EF4-FFF2-40B4-BE49-F238E27FC236}">
                <a16:creationId xmlns:a16="http://schemas.microsoft.com/office/drawing/2014/main" id="{4F6F8EC1-7C75-CA10-5AE4-3AE4B2039C6A}"/>
              </a:ext>
            </a:extLst>
          </p:cNvPr>
          <p:cNvGrpSpPr/>
          <p:nvPr/>
        </p:nvGrpSpPr>
        <p:grpSpPr>
          <a:xfrm>
            <a:off x="9144000" y="1270988"/>
            <a:ext cx="3436827" cy="2055883"/>
            <a:chOff x="5609113" y="2041668"/>
            <a:chExt cx="3436827" cy="2055883"/>
          </a:xfrm>
        </p:grpSpPr>
        <p:sp>
          <p:nvSpPr>
            <p:cNvPr id="1301" name="Google Shape;1301;p34"/>
            <p:cNvSpPr/>
            <p:nvPr/>
          </p:nvSpPr>
          <p:spPr>
            <a:xfrm>
              <a:off x="5613442" y="3685184"/>
              <a:ext cx="1792375" cy="412367"/>
            </a:xfrm>
            <a:custGeom>
              <a:avLst/>
              <a:gdLst/>
              <a:ahLst/>
              <a:cxnLst/>
              <a:rect l="l" t="t" r="r" b="b"/>
              <a:pathLst>
                <a:path w="72883" h="16768" extrusionOk="0">
                  <a:moveTo>
                    <a:pt x="72883" y="0"/>
                  </a:moveTo>
                  <a:lnTo>
                    <a:pt x="0" y="51"/>
                  </a:lnTo>
                  <a:lnTo>
                    <a:pt x="25" y="12281"/>
                  </a:lnTo>
                  <a:cubicBezTo>
                    <a:pt x="25" y="15962"/>
                    <a:pt x="6438" y="16370"/>
                    <a:pt x="8711" y="16370"/>
                  </a:cubicBezTo>
                  <a:cubicBezTo>
                    <a:pt x="9209" y="16370"/>
                    <a:pt x="9508" y="16350"/>
                    <a:pt x="9499" y="16341"/>
                  </a:cubicBezTo>
                  <a:lnTo>
                    <a:pt x="62908" y="16341"/>
                  </a:lnTo>
                  <a:cubicBezTo>
                    <a:pt x="62958" y="16266"/>
                    <a:pt x="72256" y="16767"/>
                    <a:pt x="72256" y="12281"/>
                  </a:cubicBezTo>
                  <a:lnTo>
                    <a:pt x="72883" y="0"/>
                  </a:lnTo>
                  <a:close/>
                </a:path>
              </a:pathLst>
            </a:custGeom>
            <a:solidFill>
              <a:schemeClr val="accent4"/>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grpSp>
          <p:nvGrpSpPr>
            <p:cNvPr id="3" name="Group 2">
              <a:extLst>
                <a:ext uri="{FF2B5EF4-FFF2-40B4-BE49-F238E27FC236}">
                  <a16:creationId xmlns:a16="http://schemas.microsoft.com/office/drawing/2014/main" id="{9B302239-9634-6D34-1935-9A2113F407B4}"/>
                </a:ext>
              </a:extLst>
            </p:cNvPr>
            <p:cNvGrpSpPr/>
            <p:nvPr/>
          </p:nvGrpSpPr>
          <p:grpSpPr>
            <a:xfrm>
              <a:off x="5609113" y="2041668"/>
              <a:ext cx="3436827" cy="2046096"/>
              <a:chOff x="5609113" y="2041668"/>
              <a:chExt cx="3436827" cy="2046096"/>
            </a:xfrm>
          </p:grpSpPr>
          <p:sp>
            <p:nvSpPr>
              <p:cNvPr id="1291" name="Google Shape;1291;p34"/>
              <p:cNvSpPr/>
              <p:nvPr/>
            </p:nvSpPr>
            <p:spPr>
              <a:xfrm>
                <a:off x="6489279" y="2041668"/>
                <a:ext cx="2556661" cy="2031267"/>
              </a:xfrm>
              <a:custGeom>
                <a:avLst/>
                <a:gdLst/>
                <a:ahLst/>
                <a:cxnLst/>
                <a:rect l="l" t="t" r="r" b="b"/>
                <a:pathLst>
                  <a:path w="103961" h="82597" extrusionOk="0">
                    <a:moveTo>
                      <a:pt x="1611" y="0"/>
                    </a:moveTo>
                    <a:cubicBezTo>
                      <a:pt x="524" y="0"/>
                      <a:pt x="0" y="63"/>
                      <a:pt x="0" y="63"/>
                    </a:cubicBezTo>
                    <a:lnTo>
                      <a:pt x="15088" y="76079"/>
                    </a:lnTo>
                    <a:cubicBezTo>
                      <a:pt x="15088" y="76079"/>
                      <a:pt x="23905" y="82597"/>
                      <a:pt x="30841" y="82597"/>
                    </a:cubicBezTo>
                    <a:cubicBezTo>
                      <a:pt x="33009" y="82597"/>
                      <a:pt x="34993" y="81960"/>
                      <a:pt x="36467" y="80289"/>
                    </a:cubicBezTo>
                    <a:cubicBezTo>
                      <a:pt x="45640" y="69913"/>
                      <a:pt x="83660" y="37958"/>
                      <a:pt x="88196" y="34174"/>
                    </a:cubicBezTo>
                    <a:cubicBezTo>
                      <a:pt x="91892" y="31097"/>
                      <a:pt x="97933" y="30614"/>
                      <a:pt x="101365" y="30614"/>
                    </a:cubicBezTo>
                    <a:cubicBezTo>
                      <a:pt x="102937" y="30614"/>
                      <a:pt x="103961" y="30715"/>
                      <a:pt x="103961" y="30715"/>
                    </a:cubicBezTo>
                    <a:lnTo>
                      <a:pt x="103585" y="12695"/>
                    </a:lnTo>
                    <a:cubicBezTo>
                      <a:pt x="103585" y="12695"/>
                      <a:pt x="91065" y="14257"/>
                      <a:pt x="76115" y="14257"/>
                    </a:cubicBezTo>
                    <a:cubicBezTo>
                      <a:pt x="63887" y="14257"/>
                      <a:pt x="50033" y="13212"/>
                      <a:pt x="40076" y="9412"/>
                    </a:cubicBezTo>
                    <a:cubicBezTo>
                      <a:pt x="17828" y="893"/>
                      <a:pt x="5712" y="0"/>
                      <a:pt x="1611" y="0"/>
                    </a:cubicBezTo>
                    <a:close/>
                  </a:path>
                </a:pathLst>
              </a:custGeom>
              <a:solidFill>
                <a:srgbClr val="002E50"/>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98" name="Google Shape;1298;p34"/>
              <p:cNvSpPr/>
              <p:nvPr/>
            </p:nvSpPr>
            <p:spPr>
              <a:xfrm>
                <a:off x="5609113" y="2043217"/>
                <a:ext cx="1789916" cy="2044547"/>
              </a:xfrm>
              <a:custGeom>
                <a:avLst/>
                <a:gdLst/>
                <a:ahLst/>
                <a:cxnLst/>
                <a:rect l="l" t="t" r="r" b="b"/>
                <a:pathLst>
                  <a:path w="72783" h="83137" extrusionOk="0">
                    <a:moveTo>
                      <a:pt x="36392" y="0"/>
                    </a:moveTo>
                    <a:cubicBezTo>
                      <a:pt x="16291" y="0"/>
                      <a:pt x="1" y="16291"/>
                      <a:pt x="1" y="36391"/>
                    </a:cubicBezTo>
                    <a:lnTo>
                      <a:pt x="201" y="79048"/>
                    </a:lnTo>
                    <a:cubicBezTo>
                      <a:pt x="201" y="82729"/>
                      <a:pt x="6614" y="83137"/>
                      <a:pt x="8887" y="83137"/>
                    </a:cubicBezTo>
                    <a:cubicBezTo>
                      <a:pt x="9385" y="83137"/>
                      <a:pt x="9684" y="83117"/>
                      <a:pt x="9675" y="83108"/>
                    </a:cubicBezTo>
                    <a:lnTo>
                      <a:pt x="63084" y="83108"/>
                    </a:lnTo>
                    <a:cubicBezTo>
                      <a:pt x="63134" y="83033"/>
                      <a:pt x="72432" y="76843"/>
                      <a:pt x="72432" y="72356"/>
                    </a:cubicBezTo>
                    <a:lnTo>
                      <a:pt x="72783" y="36391"/>
                    </a:lnTo>
                    <a:cubicBezTo>
                      <a:pt x="72783" y="16291"/>
                      <a:pt x="56492" y="0"/>
                      <a:pt x="36392" y="0"/>
                    </a:cubicBezTo>
                    <a:close/>
                  </a:path>
                </a:pathLst>
              </a:custGeom>
              <a:solidFill>
                <a:srgbClr val="002E50"/>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grpSp>
            <p:nvGrpSpPr>
              <p:cNvPr id="2" name="Group 1">
                <a:extLst>
                  <a:ext uri="{FF2B5EF4-FFF2-40B4-BE49-F238E27FC236}">
                    <a16:creationId xmlns:a16="http://schemas.microsoft.com/office/drawing/2014/main" id="{F380EC50-1F2C-D430-95D8-317B4C495B44}"/>
                  </a:ext>
                </a:extLst>
              </p:cNvPr>
              <p:cNvGrpSpPr/>
              <p:nvPr/>
            </p:nvGrpSpPr>
            <p:grpSpPr>
              <a:xfrm>
                <a:off x="5758267" y="2217627"/>
                <a:ext cx="3202017" cy="1751724"/>
                <a:chOff x="5758267" y="2217627"/>
                <a:chExt cx="3202017" cy="1751724"/>
              </a:xfrm>
            </p:grpSpPr>
            <p:sp>
              <p:nvSpPr>
                <p:cNvPr id="1293" name="Google Shape;1293;p34"/>
                <p:cNvSpPr/>
                <p:nvPr/>
              </p:nvSpPr>
              <p:spPr>
                <a:xfrm>
                  <a:off x="8522636" y="2565881"/>
                  <a:ext cx="228071" cy="291569"/>
                </a:xfrm>
                <a:custGeom>
                  <a:avLst/>
                  <a:gdLst/>
                  <a:ahLst/>
                  <a:cxnLst/>
                  <a:rect l="l" t="t" r="r" b="b"/>
                  <a:pathLst>
                    <a:path w="9274" h="11856" extrusionOk="0">
                      <a:moveTo>
                        <a:pt x="51" y="0"/>
                      </a:moveTo>
                      <a:lnTo>
                        <a:pt x="0" y="11855"/>
                      </a:lnTo>
                      <a:cubicBezTo>
                        <a:pt x="3083" y="10702"/>
                        <a:pt x="6141" y="9725"/>
                        <a:pt x="9224" y="8898"/>
                      </a:cubicBezTo>
                      <a:lnTo>
                        <a:pt x="9274" y="101"/>
                      </a:lnTo>
                      <a:lnTo>
                        <a:pt x="51" y="0"/>
                      </a:lnTo>
                      <a:close/>
                    </a:path>
                  </a:pathLst>
                </a:custGeom>
                <a:solidFill>
                  <a:schemeClr val="dk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94" name="Google Shape;1294;p34"/>
                <p:cNvSpPr/>
                <p:nvPr/>
              </p:nvSpPr>
              <p:spPr>
                <a:xfrm>
                  <a:off x="7882247" y="2533837"/>
                  <a:ext cx="232989" cy="676786"/>
                </a:xfrm>
                <a:custGeom>
                  <a:avLst/>
                  <a:gdLst/>
                  <a:ahLst/>
                  <a:cxnLst/>
                  <a:rect l="l" t="t" r="r" b="b"/>
                  <a:pathLst>
                    <a:path w="9474" h="27520" extrusionOk="0">
                      <a:moveTo>
                        <a:pt x="301" y="0"/>
                      </a:moveTo>
                      <a:lnTo>
                        <a:pt x="0" y="27519"/>
                      </a:lnTo>
                      <a:cubicBezTo>
                        <a:pt x="2958" y="25238"/>
                        <a:pt x="6316" y="22707"/>
                        <a:pt x="9449" y="21003"/>
                      </a:cubicBezTo>
                      <a:lnTo>
                        <a:pt x="9474" y="1128"/>
                      </a:lnTo>
                      <a:lnTo>
                        <a:pt x="301" y="0"/>
                      </a:lnTo>
                      <a:close/>
                    </a:path>
                  </a:pathLst>
                </a:custGeom>
                <a:solidFill>
                  <a:schemeClr val="dk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95" name="Google Shape;1295;p34"/>
                <p:cNvSpPr/>
                <p:nvPr/>
              </p:nvSpPr>
              <p:spPr>
                <a:xfrm>
                  <a:off x="8210139" y="2546773"/>
                  <a:ext cx="231169" cy="449969"/>
                </a:xfrm>
                <a:custGeom>
                  <a:avLst/>
                  <a:gdLst/>
                  <a:ahLst/>
                  <a:cxnLst/>
                  <a:rect l="l" t="t" r="r" b="b"/>
                  <a:pathLst>
                    <a:path w="9400" h="18297" extrusionOk="0">
                      <a:moveTo>
                        <a:pt x="201" y="0"/>
                      </a:moveTo>
                      <a:lnTo>
                        <a:pt x="1" y="18296"/>
                      </a:lnTo>
                      <a:cubicBezTo>
                        <a:pt x="2532" y="16993"/>
                        <a:pt x="5063" y="15740"/>
                        <a:pt x="7620" y="14612"/>
                      </a:cubicBezTo>
                      <a:cubicBezTo>
                        <a:pt x="8171" y="14361"/>
                        <a:pt x="8697" y="14136"/>
                        <a:pt x="9249" y="13910"/>
                      </a:cubicBezTo>
                      <a:lnTo>
                        <a:pt x="9399" y="602"/>
                      </a:lnTo>
                      <a:lnTo>
                        <a:pt x="201" y="0"/>
                      </a:lnTo>
                      <a:close/>
                    </a:path>
                  </a:pathLst>
                </a:custGeom>
                <a:solidFill>
                  <a:schemeClr val="dk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96" name="Google Shape;1296;p34"/>
                <p:cNvSpPr/>
                <p:nvPr/>
              </p:nvSpPr>
              <p:spPr>
                <a:xfrm>
                  <a:off x="7505638" y="2432123"/>
                  <a:ext cx="286650" cy="1020097"/>
                </a:xfrm>
                <a:custGeom>
                  <a:avLst/>
                  <a:gdLst/>
                  <a:ahLst/>
                  <a:cxnLst/>
                  <a:rect l="l" t="t" r="r" b="b"/>
                  <a:pathLst>
                    <a:path w="11656" h="41480" extrusionOk="0">
                      <a:moveTo>
                        <a:pt x="1" y="1"/>
                      </a:moveTo>
                      <a:lnTo>
                        <a:pt x="2056" y="41480"/>
                      </a:lnTo>
                      <a:cubicBezTo>
                        <a:pt x="5615" y="38522"/>
                        <a:pt x="8071" y="36417"/>
                        <a:pt x="11329" y="34136"/>
                      </a:cubicBezTo>
                      <a:lnTo>
                        <a:pt x="11655" y="3359"/>
                      </a:lnTo>
                      <a:lnTo>
                        <a:pt x="1" y="1"/>
                      </a:lnTo>
                      <a:close/>
                    </a:path>
                  </a:pathLst>
                </a:custGeom>
                <a:solidFill>
                  <a:schemeClr val="dk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97" name="Google Shape;1297;p34"/>
                <p:cNvSpPr/>
                <p:nvPr/>
              </p:nvSpPr>
              <p:spPr>
                <a:xfrm>
                  <a:off x="7505638" y="2353845"/>
                  <a:ext cx="1454646" cy="109683"/>
                </a:xfrm>
                <a:custGeom>
                  <a:avLst/>
                  <a:gdLst/>
                  <a:ahLst/>
                  <a:cxnLst/>
                  <a:rect l="l" t="t" r="r" b="b"/>
                  <a:pathLst>
                    <a:path w="59150" h="4460" extrusionOk="0">
                      <a:moveTo>
                        <a:pt x="1" y="1"/>
                      </a:moveTo>
                      <a:cubicBezTo>
                        <a:pt x="1" y="1"/>
                        <a:pt x="201" y="101"/>
                        <a:pt x="627" y="251"/>
                      </a:cubicBezTo>
                      <a:cubicBezTo>
                        <a:pt x="1028" y="377"/>
                        <a:pt x="1630" y="577"/>
                        <a:pt x="2432" y="828"/>
                      </a:cubicBezTo>
                      <a:cubicBezTo>
                        <a:pt x="3209" y="1053"/>
                        <a:pt x="4161" y="1329"/>
                        <a:pt x="5264" y="1580"/>
                      </a:cubicBezTo>
                      <a:cubicBezTo>
                        <a:pt x="6367" y="1855"/>
                        <a:pt x="7620" y="2156"/>
                        <a:pt x="8998" y="2407"/>
                      </a:cubicBezTo>
                      <a:cubicBezTo>
                        <a:pt x="9675" y="2532"/>
                        <a:pt x="10402" y="2683"/>
                        <a:pt x="11129" y="2808"/>
                      </a:cubicBezTo>
                      <a:cubicBezTo>
                        <a:pt x="11881" y="2908"/>
                        <a:pt x="12658" y="3058"/>
                        <a:pt x="13460" y="3159"/>
                      </a:cubicBezTo>
                      <a:cubicBezTo>
                        <a:pt x="14237" y="3284"/>
                        <a:pt x="15064" y="3384"/>
                        <a:pt x="15891" y="3510"/>
                      </a:cubicBezTo>
                      <a:cubicBezTo>
                        <a:pt x="16718" y="3610"/>
                        <a:pt x="17595" y="3685"/>
                        <a:pt x="18447" y="3785"/>
                      </a:cubicBezTo>
                      <a:cubicBezTo>
                        <a:pt x="19324" y="3886"/>
                        <a:pt x="20201" y="3936"/>
                        <a:pt x="21104" y="4011"/>
                      </a:cubicBezTo>
                      <a:cubicBezTo>
                        <a:pt x="22006" y="4086"/>
                        <a:pt x="22908" y="4161"/>
                        <a:pt x="23836" y="4211"/>
                      </a:cubicBezTo>
                      <a:cubicBezTo>
                        <a:pt x="24738" y="4261"/>
                        <a:pt x="25665" y="4312"/>
                        <a:pt x="26592" y="4362"/>
                      </a:cubicBezTo>
                      <a:cubicBezTo>
                        <a:pt x="27520" y="4387"/>
                        <a:pt x="28447" y="4412"/>
                        <a:pt x="29400" y="4437"/>
                      </a:cubicBezTo>
                      <a:cubicBezTo>
                        <a:pt x="30018" y="4454"/>
                        <a:pt x="30639" y="4459"/>
                        <a:pt x="31260" y="4459"/>
                      </a:cubicBezTo>
                      <a:cubicBezTo>
                        <a:pt x="32502" y="4459"/>
                        <a:pt x="33744" y="4437"/>
                        <a:pt x="34963" y="4437"/>
                      </a:cubicBezTo>
                      <a:cubicBezTo>
                        <a:pt x="36793" y="4412"/>
                        <a:pt x="38598" y="4312"/>
                        <a:pt x="40352" y="4261"/>
                      </a:cubicBezTo>
                      <a:cubicBezTo>
                        <a:pt x="42081" y="4136"/>
                        <a:pt x="43786" y="4011"/>
                        <a:pt x="45365" y="3911"/>
                      </a:cubicBezTo>
                      <a:cubicBezTo>
                        <a:pt x="46969" y="3810"/>
                        <a:pt x="48472" y="3660"/>
                        <a:pt x="49876" y="3560"/>
                      </a:cubicBezTo>
                      <a:cubicBezTo>
                        <a:pt x="51279" y="3434"/>
                        <a:pt x="52532" y="3309"/>
                        <a:pt x="53685" y="3184"/>
                      </a:cubicBezTo>
                      <a:cubicBezTo>
                        <a:pt x="54813" y="3084"/>
                        <a:pt x="55791" y="2983"/>
                        <a:pt x="56593" y="2883"/>
                      </a:cubicBezTo>
                      <a:cubicBezTo>
                        <a:pt x="58221" y="2708"/>
                        <a:pt x="59149" y="2607"/>
                        <a:pt x="59149" y="2607"/>
                      </a:cubicBezTo>
                      <a:lnTo>
                        <a:pt x="59149" y="2607"/>
                      </a:lnTo>
                      <a:cubicBezTo>
                        <a:pt x="59149" y="2607"/>
                        <a:pt x="58221" y="2683"/>
                        <a:pt x="56593" y="2808"/>
                      </a:cubicBezTo>
                      <a:cubicBezTo>
                        <a:pt x="55791" y="2883"/>
                        <a:pt x="54788" y="2958"/>
                        <a:pt x="53660" y="3058"/>
                      </a:cubicBezTo>
                      <a:cubicBezTo>
                        <a:pt x="52532" y="3159"/>
                        <a:pt x="51254" y="3234"/>
                        <a:pt x="49851" y="3334"/>
                      </a:cubicBezTo>
                      <a:cubicBezTo>
                        <a:pt x="48472" y="3434"/>
                        <a:pt x="46969" y="3560"/>
                        <a:pt x="45365" y="3635"/>
                      </a:cubicBezTo>
                      <a:cubicBezTo>
                        <a:pt x="43760" y="3710"/>
                        <a:pt x="42081" y="3810"/>
                        <a:pt x="40327" y="3911"/>
                      </a:cubicBezTo>
                      <a:cubicBezTo>
                        <a:pt x="38598" y="3936"/>
                        <a:pt x="36793" y="4036"/>
                        <a:pt x="34963" y="4036"/>
                      </a:cubicBezTo>
                      <a:cubicBezTo>
                        <a:pt x="33904" y="4036"/>
                        <a:pt x="32844" y="4052"/>
                        <a:pt x="31784" y="4052"/>
                      </a:cubicBezTo>
                      <a:cubicBezTo>
                        <a:pt x="30989" y="4052"/>
                        <a:pt x="30194" y="4043"/>
                        <a:pt x="29400" y="4011"/>
                      </a:cubicBezTo>
                      <a:cubicBezTo>
                        <a:pt x="28472" y="3986"/>
                        <a:pt x="27545" y="3961"/>
                        <a:pt x="26618" y="3936"/>
                      </a:cubicBezTo>
                      <a:cubicBezTo>
                        <a:pt x="25690" y="3911"/>
                        <a:pt x="24763" y="3860"/>
                        <a:pt x="23861" y="3810"/>
                      </a:cubicBezTo>
                      <a:cubicBezTo>
                        <a:pt x="22933" y="3785"/>
                        <a:pt x="22031" y="3710"/>
                        <a:pt x="21129" y="3635"/>
                      </a:cubicBezTo>
                      <a:cubicBezTo>
                        <a:pt x="20252" y="3560"/>
                        <a:pt x="19349" y="3510"/>
                        <a:pt x="18497" y="3409"/>
                      </a:cubicBezTo>
                      <a:cubicBezTo>
                        <a:pt x="17620" y="3334"/>
                        <a:pt x="16768" y="3234"/>
                        <a:pt x="15941" y="3159"/>
                      </a:cubicBezTo>
                      <a:cubicBezTo>
                        <a:pt x="15089" y="3058"/>
                        <a:pt x="14287" y="2958"/>
                        <a:pt x="13485" y="2858"/>
                      </a:cubicBezTo>
                      <a:cubicBezTo>
                        <a:pt x="12708" y="2758"/>
                        <a:pt x="11931" y="2632"/>
                        <a:pt x="11179" y="2532"/>
                      </a:cubicBezTo>
                      <a:cubicBezTo>
                        <a:pt x="10452" y="2407"/>
                        <a:pt x="9725" y="2282"/>
                        <a:pt x="9049" y="2156"/>
                      </a:cubicBezTo>
                      <a:cubicBezTo>
                        <a:pt x="8347" y="2056"/>
                        <a:pt x="7695" y="1931"/>
                        <a:pt x="7069" y="1805"/>
                      </a:cubicBezTo>
                      <a:cubicBezTo>
                        <a:pt x="6442" y="1680"/>
                        <a:pt x="5840" y="1555"/>
                        <a:pt x="5289" y="1429"/>
                      </a:cubicBezTo>
                      <a:cubicBezTo>
                        <a:pt x="4186" y="1179"/>
                        <a:pt x="3234" y="953"/>
                        <a:pt x="2457" y="753"/>
                      </a:cubicBezTo>
                      <a:cubicBezTo>
                        <a:pt x="1655" y="527"/>
                        <a:pt x="1053" y="352"/>
                        <a:pt x="627" y="226"/>
                      </a:cubicBezTo>
                      <a:cubicBezTo>
                        <a:pt x="202" y="76"/>
                        <a:pt x="1" y="1"/>
                        <a:pt x="1" y="1"/>
                      </a:cubicBezTo>
                      <a:close/>
                    </a:path>
                  </a:pathLst>
                </a:custGeom>
                <a:solidFill>
                  <a:srgbClr val="CBE5F9"/>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99" name="Google Shape;1299;p34"/>
                <p:cNvSpPr/>
                <p:nvPr/>
              </p:nvSpPr>
              <p:spPr>
                <a:xfrm>
                  <a:off x="5783548" y="2217627"/>
                  <a:ext cx="1440456" cy="1696243"/>
                </a:xfrm>
                <a:custGeom>
                  <a:avLst/>
                  <a:gdLst/>
                  <a:ahLst/>
                  <a:cxnLst/>
                  <a:rect l="l" t="t" r="r" b="b"/>
                  <a:pathLst>
                    <a:path w="58573" h="68974" extrusionOk="0">
                      <a:moveTo>
                        <a:pt x="29299" y="1"/>
                      </a:moveTo>
                      <a:cubicBezTo>
                        <a:pt x="13133" y="1"/>
                        <a:pt x="0" y="13159"/>
                        <a:pt x="0" y="29274"/>
                      </a:cubicBezTo>
                      <a:lnTo>
                        <a:pt x="201" y="65239"/>
                      </a:lnTo>
                      <a:cubicBezTo>
                        <a:pt x="928" y="66167"/>
                        <a:pt x="2757" y="67721"/>
                        <a:pt x="4612" y="68974"/>
                      </a:cubicBezTo>
                      <a:lnTo>
                        <a:pt x="53635" y="68974"/>
                      </a:lnTo>
                      <a:cubicBezTo>
                        <a:pt x="56692" y="66467"/>
                        <a:pt x="57870" y="65114"/>
                        <a:pt x="58246" y="64538"/>
                      </a:cubicBezTo>
                      <a:lnTo>
                        <a:pt x="58572" y="29274"/>
                      </a:lnTo>
                      <a:cubicBezTo>
                        <a:pt x="58572" y="13134"/>
                        <a:pt x="45439" y="1"/>
                        <a:pt x="29299" y="1"/>
                      </a:cubicBezTo>
                      <a:close/>
                    </a:path>
                  </a:pathLst>
                </a:custGeom>
                <a:solidFill>
                  <a:srgbClr val="0070C0"/>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1302" name="Google Shape;1302;p34"/>
                <p:cNvSpPr/>
                <p:nvPr/>
              </p:nvSpPr>
              <p:spPr>
                <a:xfrm>
                  <a:off x="5758267" y="3773939"/>
                  <a:ext cx="195412" cy="195412"/>
                </a:xfrm>
                <a:custGeom>
                  <a:avLst/>
                  <a:gdLst/>
                  <a:ahLst/>
                  <a:cxnLst/>
                  <a:rect l="l" t="t" r="r" b="b"/>
                  <a:pathLst>
                    <a:path w="7946" h="7946" extrusionOk="0">
                      <a:moveTo>
                        <a:pt x="3961" y="0"/>
                      </a:moveTo>
                      <a:cubicBezTo>
                        <a:pt x="1780" y="0"/>
                        <a:pt x="1" y="1780"/>
                        <a:pt x="1" y="3960"/>
                      </a:cubicBezTo>
                      <a:cubicBezTo>
                        <a:pt x="1" y="6166"/>
                        <a:pt x="1780" y="7945"/>
                        <a:pt x="3961" y="7945"/>
                      </a:cubicBezTo>
                      <a:cubicBezTo>
                        <a:pt x="6166" y="7945"/>
                        <a:pt x="7946" y="6166"/>
                        <a:pt x="7946" y="3960"/>
                      </a:cubicBezTo>
                      <a:cubicBezTo>
                        <a:pt x="7946" y="1780"/>
                        <a:pt x="6166" y="0"/>
                        <a:pt x="3961" y="0"/>
                      </a:cubicBezTo>
                      <a:close/>
                    </a:path>
                  </a:pathLst>
                </a:custGeom>
                <a:solidFill>
                  <a:srgbClr val="FCFCFC"/>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03" name="Google Shape;1303;p34"/>
                <p:cNvSpPr/>
                <p:nvPr/>
              </p:nvSpPr>
              <p:spPr>
                <a:xfrm>
                  <a:off x="5768743" y="3785030"/>
                  <a:ext cx="173844" cy="173230"/>
                </a:xfrm>
                <a:custGeom>
                  <a:avLst/>
                  <a:gdLst/>
                  <a:ahLst/>
                  <a:cxnLst/>
                  <a:rect l="l" t="t" r="r" b="b"/>
                  <a:pathLst>
                    <a:path w="7069" h="7044" extrusionOk="0">
                      <a:moveTo>
                        <a:pt x="3535" y="1"/>
                      </a:moveTo>
                      <a:cubicBezTo>
                        <a:pt x="1580" y="1"/>
                        <a:pt x="1" y="1580"/>
                        <a:pt x="1" y="3509"/>
                      </a:cubicBezTo>
                      <a:cubicBezTo>
                        <a:pt x="1" y="5464"/>
                        <a:pt x="1580" y="7043"/>
                        <a:pt x="3535" y="7043"/>
                      </a:cubicBezTo>
                      <a:cubicBezTo>
                        <a:pt x="5490" y="7043"/>
                        <a:pt x="7069" y="5464"/>
                        <a:pt x="7069" y="3509"/>
                      </a:cubicBezTo>
                      <a:cubicBezTo>
                        <a:pt x="7069" y="1580"/>
                        <a:pt x="5490" y="1"/>
                        <a:pt x="3535"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04" name="Google Shape;1304;p34"/>
                <p:cNvSpPr/>
                <p:nvPr/>
              </p:nvSpPr>
              <p:spPr>
                <a:xfrm>
                  <a:off x="7042143" y="3773939"/>
                  <a:ext cx="195412" cy="195412"/>
                </a:xfrm>
                <a:custGeom>
                  <a:avLst/>
                  <a:gdLst/>
                  <a:ahLst/>
                  <a:cxnLst/>
                  <a:rect l="l" t="t" r="r" b="b"/>
                  <a:pathLst>
                    <a:path w="7946" h="7946" extrusionOk="0">
                      <a:moveTo>
                        <a:pt x="3961" y="0"/>
                      </a:moveTo>
                      <a:cubicBezTo>
                        <a:pt x="1780" y="0"/>
                        <a:pt x="1" y="1780"/>
                        <a:pt x="1" y="3960"/>
                      </a:cubicBezTo>
                      <a:cubicBezTo>
                        <a:pt x="1" y="6166"/>
                        <a:pt x="1780" y="7945"/>
                        <a:pt x="3961" y="7945"/>
                      </a:cubicBezTo>
                      <a:cubicBezTo>
                        <a:pt x="6166" y="7945"/>
                        <a:pt x="7946" y="6166"/>
                        <a:pt x="7946" y="3960"/>
                      </a:cubicBezTo>
                      <a:cubicBezTo>
                        <a:pt x="7946" y="1780"/>
                        <a:pt x="6166" y="0"/>
                        <a:pt x="3961" y="0"/>
                      </a:cubicBezTo>
                      <a:close/>
                    </a:path>
                  </a:pathLst>
                </a:custGeom>
                <a:solidFill>
                  <a:srgbClr val="FCFCFC"/>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05" name="Google Shape;1305;p34"/>
                <p:cNvSpPr/>
                <p:nvPr/>
              </p:nvSpPr>
              <p:spPr>
                <a:xfrm>
                  <a:off x="7053234" y="3785030"/>
                  <a:ext cx="173230" cy="173230"/>
                </a:xfrm>
                <a:custGeom>
                  <a:avLst/>
                  <a:gdLst/>
                  <a:ahLst/>
                  <a:cxnLst/>
                  <a:rect l="l" t="t" r="r" b="b"/>
                  <a:pathLst>
                    <a:path w="7044" h="7044" extrusionOk="0">
                      <a:moveTo>
                        <a:pt x="3510" y="1"/>
                      </a:moveTo>
                      <a:cubicBezTo>
                        <a:pt x="1580" y="1"/>
                        <a:pt x="1" y="1580"/>
                        <a:pt x="1" y="3509"/>
                      </a:cubicBezTo>
                      <a:cubicBezTo>
                        <a:pt x="1" y="5464"/>
                        <a:pt x="1580" y="7043"/>
                        <a:pt x="3510" y="7043"/>
                      </a:cubicBezTo>
                      <a:cubicBezTo>
                        <a:pt x="5464" y="7043"/>
                        <a:pt x="7043" y="5464"/>
                        <a:pt x="7043" y="3509"/>
                      </a:cubicBezTo>
                      <a:cubicBezTo>
                        <a:pt x="7043" y="1580"/>
                        <a:pt x="5464" y="1"/>
                        <a:pt x="3510"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06" name="Google Shape;1306;p34"/>
                <p:cNvSpPr/>
                <p:nvPr/>
              </p:nvSpPr>
              <p:spPr>
                <a:xfrm>
                  <a:off x="6026399" y="3780111"/>
                  <a:ext cx="944893" cy="20977"/>
                </a:xfrm>
                <a:custGeom>
                  <a:avLst/>
                  <a:gdLst/>
                  <a:ahLst/>
                  <a:cxnLst/>
                  <a:rect l="l" t="t" r="r" b="b"/>
                  <a:pathLst>
                    <a:path w="38422" h="853" extrusionOk="0">
                      <a:moveTo>
                        <a:pt x="401" y="0"/>
                      </a:moveTo>
                      <a:cubicBezTo>
                        <a:pt x="176" y="0"/>
                        <a:pt x="0" y="176"/>
                        <a:pt x="0" y="401"/>
                      </a:cubicBezTo>
                      <a:lnTo>
                        <a:pt x="0" y="451"/>
                      </a:lnTo>
                      <a:cubicBezTo>
                        <a:pt x="0" y="677"/>
                        <a:pt x="176" y="852"/>
                        <a:pt x="401" y="852"/>
                      </a:cubicBezTo>
                      <a:lnTo>
                        <a:pt x="38020" y="852"/>
                      </a:lnTo>
                      <a:cubicBezTo>
                        <a:pt x="38246" y="852"/>
                        <a:pt x="38421" y="677"/>
                        <a:pt x="38421" y="451"/>
                      </a:cubicBezTo>
                      <a:lnTo>
                        <a:pt x="38421" y="401"/>
                      </a:lnTo>
                      <a:cubicBezTo>
                        <a:pt x="38421" y="176"/>
                        <a:pt x="38246" y="0"/>
                        <a:pt x="38020" y="0"/>
                      </a:cubicBezTo>
                      <a:close/>
                    </a:path>
                  </a:pathLst>
                </a:custGeom>
                <a:solidFill>
                  <a:srgbClr val="E8E8E8"/>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07" name="Google Shape;1307;p34"/>
                <p:cNvSpPr/>
                <p:nvPr/>
              </p:nvSpPr>
              <p:spPr>
                <a:xfrm>
                  <a:off x="6026399" y="3862693"/>
                  <a:ext cx="944893" cy="20363"/>
                </a:xfrm>
                <a:custGeom>
                  <a:avLst/>
                  <a:gdLst/>
                  <a:ahLst/>
                  <a:cxnLst/>
                  <a:rect l="l" t="t" r="r" b="b"/>
                  <a:pathLst>
                    <a:path w="38422" h="828" extrusionOk="0">
                      <a:moveTo>
                        <a:pt x="401" y="1"/>
                      </a:moveTo>
                      <a:cubicBezTo>
                        <a:pt x="176" y="1"/>
                        <a:pt x="0" y="176"/>
                        <a:pt x="0" y="402"/>
                      </a:cubicBezTo>
                      <a:lnTo>
                        <a:pt x="0" y="427"/>
                      </a:lnTo>
                      <a:cubicBezTo>
                        <a:pt x="0" y="652"/>
                        <a:pt x="176" y="828"/>
                        <a:pt x="401" y="828"/>
                      </a:cubicBezTo>
                      <a:lnTo>
                        <a:pt x="38020" y="828"/>
                      </a:lnTo>
                      <a:cubicBezTo>
                        <a:pt x="38246" y="828"/>
                        <a:pt x="38421" y="652"/>
                        <a:pt x="38421" y="427"/>
                      </a:cubicBezTo>
                      <a:lnTo>
                        <a:pt x="38421" y="402"/>
                      </a:lnTo>
                      <a:cubicBezTo>
                        <a:pt x="38421" y="176"/>
                        <a:pt x="38246" y="1"/>
                        <a:pt x="38020" y="1"/>
                      </a:cubicBezTo>
                      <a:close/>
                    </a:path>
                  </a:pathLst>
                </a:custGeom>
                <a:solidFill>
                  <a:srgbClr val="E8E8E8"/>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08" name="Google Shape;1308;p34"/>
                <p:cNvSpPr/>
                <p:nvPr/>
              </p:nvSpPr>
              <p:spPr>
                <a:xfrm>
                  <a:off x="6026399" y="3944660"/>
                  <a:ext cx="944893" cy="20363"/>
                </a:xfrm>
                <a:custGeom>
                  <a:avLst/>
                  <a:gdLst/>
                  <a:ahLst/>
                  <a:cxnLst/>
                  <a:rect l="l" t="t" r="r" b="b"/>
                  <a:pathLst>
                    <a:path w="38422" h="828" extrusionOk="0">
                      <a:moveTo>
                        <a:pt x="401" y="1"/>
                      </a:moveTo>
                      <a:cubicBezTo>
                        <a:pt x="176" y="1"/>
                        <a:pt x="0" y="176"/>
                        <a:pt x="0" y="402"/>
                      </a:cubicBezTo>
                      <a:lnTo>
                        <a:pt x="0" y="427"/>
                      </a:lnTo>
                      <a:cubicBezTo>
                        <a:pt x="0" y="653"/>
                        <a:pt x="176" y="828"/>
                        <a:pt x="401" y="828"/>
                      </a:cubicBezTo>
                      <a:lnTo>
                        <a:pt x="38020" y="828"/>
                      </a:lnTo>
                      <a:cubicBezTo>
                        <a:pt x="38246" y="828"/>
                        <a:pt x="38421" y="653"/>
                        <a:pt x="38421" y="427"/>
                      </a:cubicBezTo>
                      <a:lnTo>
                        <a:pt x="38421" y="402"/>
                      </a:lnTo>
                      <a:cubicBezTo>
                        <a:pt x="38421" y="176"/>
                        <a:pt x="38246" y="1"/>
                        <a:pt x="38020" y="1"/>
                      </a:cubicBezTo>
                      <a:close/>
                    </a:path>
                  </a:pathLst>
                </a:custGeom>
                <a:solidFill>
                  <a:srgbClr val="E8E8E8"/>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09" name="Google Shape;1309;p34"/>
                <p:cNvSpPr/>
                <p:nvPr/>
              </p:nvSpPr>
              <p:spPr>
                <a:xfrm>
                  <a:off x="5923455" y="2742775"/>
                  <a:ext cx="1181596" cy="636724"/>
                </a:xfrm>
                <a:custGeom>
                  <a:avLst/>
                  <a:gdLst/>
                  <a:ahLst/>
                  <a:cxnLst/>
                  <a:rect l="l" t="t" r="r" b="b"/>
                  <a:pathLst>
                    <a:path w="48047" h="25891" extrusionOk="0">
                      <a:moveTo>
                        <a:pt x="1329" y="0"/>
                      </a:moveTo>
                      <a:cubicBezTo>
                        <a:pt x="602" y="0"/>
                        <a:pt x="1" y="602"/>
                        <a:pt x="1" y="1329"/>
                      </a:cubicBezTo>
                      <a:lnTo>
                        <a:pt x="1" y="24562"/>
                      </a:lnTo>
                      <a:cubicBezTo>
                        <a:pt x="1" y="25314"/>
                        <a:pt x="602" y="25890"/>
                        <a:pt x="1329" y="25890"/>
                      </a:cubicBezTo>
                      <a:lnTo>
                        <a:pt x="46718" y="25890"/>
                      </a:lnTo>
                      <a:cubicBezTo>
                        <a:pt x="47445" y="25890"/>
                        <a:pt x="48046" y="25314"/>
                        <a:pt x="48046" y="24562"/>
                      </a:cubicBezTo>
                      <a:lnTo>
                        <a:pt x="48046" y="1329"/>
                      </a:lnTo>
                      <a:cubicBezTo>
                        <a:pt x="48046" y="602"/>
                        <a:pt x="47445" y="0"/>
                        <a:pt x="46718"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10" name="Google Shape;1310;p34"/>
                <p:cNvSpPr/>
                <p:nvPr/>
              </p:nvSpPr>
              <p:spPr>
                <a:xfrm>
                  <a:off x="6149656" y="2454945"/>
                  <a:ext cx="667539" cy="195387"/>
                </a:xfrm>
                <a:custGeom>
                  <a:avLst/>
                  <a:gdLst/>
                  <a:ahLst/>
                  <a:cxnLst/>
                  <a:rect l="l" t="t" r="r" b="b"/>
                  <a:pathLst>
                    <a:path w="27144" h="7945" extrusionOk="0">
                      <a:moveTo>
                        <a:pt x="1580" y="0"/>
                      </a:moveTo>
                      <a:cubicBezTo>
                        <a:pt x="803" y="0"/>
                        <a:pt x="1" y="652"/>
                        <a:pt x="1" y="1479"/>
                      </a:cubicBezTo>
                      <a:lnTo>
                        <a:pt x="1" y="6441"/>
                      </a:lnTo>
                      <a:cubicBezTo>
                        <a:pt x="1" y="7268"/>
                        <a:pt x="803" y="7945"/>
                        <a:pt x="1580" y="7945"/>
                      </a:cubicBezTo>
                      <a:lnTo>
                        <a:pt x="25565" y="7945"/>
                      </a:lnTo>
                      <a:cubicBezTo>
                        <a:pt x="26342" y="7945"/>
                        <a:pt x="27144" y="7268"/>
                        <a:pt x="27144" y="6441"/>
                      </a:cubicBezTo>
                      <a:lnTo>
                        <a:pt x="27144" y="1479"/>
                      </a:lnTo>
                      <a:cubicBezTo>
                        <a:pt x="27144" y="652"/>
                        <a:pt x="26342" y="0"/>
                        <a:pt x="25565"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11" name="Google Shape;1311;p34"/>
                <p:cNvSpPr/>
                <p:nvPr/>
              </p:nvSpPr>
              <p:spPr>
                <a:xfrm>
                  <a:off x="6190332" y="2485759"/>
                  <a:ext cx="20977" cy="123282"/>
                </a:xfrm>
                <a:custGeom>
                  <a:avLst/>
                  <a:gdLst/>
                  <a:ahLst/>
                  <a:cxnLst/>
                  <a:rect l="l" t="t" r="r" b="b"/>
                  <a:pathLst>
                    <a:path w="853" h="5013" extrusionOk="0">
                      <a:moveTo>
                        <a:pt x="427" y="0"/>
                      </a:moveTo>
                      <a:cubicBezTo>
                        <a:pt x="201" y="0"/>
                        <a:pt x="1" y="201"/>
                        <a:pt x="1" y="426"/>
                      </a:cubicBezTo>
                      <a:lnTo>
                        <a:pt x="1" y="4612"/>
                      </a:lnTo>
                      <a:cubicBezTo>
                        <a:pt x="1" y="4837"/>
                        <a:pt x="201" y="5013"/>
                        <a:pt x="427" y="5013"/>
                      </a:cubicBezTo>
                      <a:cubicBezTo>
                        <a:pt x="652" y="5013"/>
                        <a:pt x="853" y="4837"/>
                        <a:pt x="853" y="4612"/>
                      </a:cubicBezTo>
                      <a:lnTo>
                        <a:pt x="853" y="426"/>
                      </a:lnTo>
                      <a:cubicBezTo>
                        <a:pt x="853" y="201"/>
                        <a:pt x="652" y="0"/>
                        <a:pt x="427" y="0"/>
                      </a:cubicBezTo>
                      <a:close/>
                    </a:path>
                  </a:pathLst>
                </a:custGeom>
                <a:solidFill>
                  <a:srgbClr val="FCFCFC"/>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12" name="Google Shape;1312;p34"/>
                <p:cNvSpPr/>
                <p:nvPr/>
              </p:nvSpPr>
              <p:spPr>
                <a:xfrm>
                  <a:off x="6242124" y="2485759"/>
                  <a:ext cx="20363" cy="123282"/>
                </a:xfrm>
                <a:custGeom>
                  <a:avLst/>
                  <a:gdLst/>
                  <a:ahLst/>
                  <a:cxnLst/>
                  <a:rect l="l" t="t" r="r" b="b"/>
                  <a:pathLst>
                    <a:path w="828" h="5013" extrusionOk="0">
                      <a:moveTo>
                        <a:pt x="401" y="0"/>
                      </a:moveTo>
                      <a:cubicBezTo>
                        <a:pt x="176" y="0"/>
                        <a:pt x="0" y="201"/>
                        <a:pt x="0" y="426"/>
                      </a:cubicBezTo>
                      <a:lnTo>
                        <a:pt x="0" y="4612"/>
                      </a:lnTo>
                      <a:cubicBezTo>
                        <a:pt x="0" y="4837"/>
                        <a:pt x="176" y="5013"/>
                        <a:pt x="401" y="5013"/>
                      </a:cubicBezTo>
                      <a:cubicBezTo>
                        <a:pt x="652" y="5013"/>
                        <a:pt x="827" y="4837"/>
                        <a:pt x="827" y="4612"/>
                      </a:cubicBezTo>
                      <a:lnTo>
                        <a:pt x="827" y="426"/>
                      </a:lnTo>
                      <a:cubicBezTo>
                        <a:pt x="827" y="201"/>
                        <a:pt x="652" y="0"/>
                        <a:pt x="401" y="0"/>
                      </a:cubicBezTo>
                      <a:close/>
                    </a:path>
                  </a:pathLst>
                </a:custGeom>
                <a:solidFill>
                  <a:srgbClr val="FCFCFC"/>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13" name="Google Shape;1313;p34"/>
                <p:cNvSpPr/>
                <p:nvPr/>
              </p:nvSpPr>
              <p:spPr>
                <a:xfrm>
                  <a:off x="6293277" y="2485759"/>
                  <a:ext cx="20363" cy="123282"/>
                </a:xfrm>
                <a:custGeom>
                  <a:avLst/>
                  <a:gdLst/>
                  <a:ahLst/>
                  <a:cxnLst/>
                  <a:rect l="l" t="t" r="r" b="b"/>
                  <a:pathLst>
                    <a:path w="828" h="5013" extrusionOk="0">
                      <a:moveTo>
                        <a:pt x="426" y="0"/>
                      </a:moveTo>
                      <a:cubicBezTo>
                        <a:pt x="176" y="0"/>
                        <a:pt x="0" y="201"/>
                        <a:pt x="0" y="426"/>
                      </a:cubicBezTo>
                      <a:lnTo>
                        <a:pt x="0" y="4612"/>
                      </a:lnTo>
                      <a:cubicBezTo>
                        <a:pt x="0" y="4837"/>
                        <a:pt x="176" y="5013"/>
                        <a:pt x="426" y="5013"/>
                      </a:cubicBezTo>
                      <a:cubicBezTo>
                        <a:pt x="652" y="5013"/>
                        <a:pt x="827" y="4837"/>
                        <a:pt x="827" y="4612"/>
                      </a:cubicBezTo>
                      <a:lnTo>
                        <a:pt x="827" y="426"/>
                      </a:lnTo>
                      <a:cubicBezTo>
                        <a:pt x="827" y="201"/>
                        <a:pt x="652" y="0"/>
                        <a:pt x="426" y="0"/>
                      </a:cubicBezTo>
                      <a:close/>
                    </a:path>
                  </a:pathLst>
                </a:custGeom>
                <a:solidFill>
                  <a:srgbClr val="FCFCFC"/>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14" name="Google Shape;1314;p34"/>
                <p:cNvSpPr/>
                <p:nvPr/>
              </p:nvSpPr>
              <p:spPr>
                <a:xfrm>
                  <a:off x="6344429" y="2485759"/>
                  <a:ext cx="20977" cy="123282"/>
                </a:xfrm>
                <a:custGeom>
                  <a:avLst/>
                  <a:gdLst/>
                  <a:ahLst/>
                  <a:cxnLst/>
                  <a:rect l="l" t="t" r="r" b="b"/>
                  <a:pathLst>
                    <a:path w="853" h="5013" extrusionOk="0">
                      <a:moveTo>
                        <a:pt x="427" y="0"/>
                      </a:moveTo>
                      <a:cubicBezTo>
                        <a:pt x="201" y="0"/>
                        <a:pt x="1" y="201"/>
                        <a:pt x="1" y="426"/>
                      </a:cubicBezTo>
                      <a:lnTo>
                        <a:pt x="1" y="4612"/>
                      </a:lnTo>
                      <a:cubicBezTo>
                        <a:pt x="1" y="4837"/>
                        <a:pt x="201" y="5013"/>
                        <a:pt x="427" y="5013"/>
                      </a:cubicBezTo>
                      <a:cubicBezTo>
                        <a:pt x="652" y="5013"/>
                        <a:pt x="853" y="4837"/>
                        <a:pt x="853" y="4612"/>
                      </a:cubicBezTo>
                      <a:lnTo>
                        <a:pt x="853" y="426"/>
                      </a:lnTo>
                      <a:cubicBezTo>
                        <a:pt x="853" y="201"/>
                        <a:pt x="652" y="0"/>
                        <a:pt x="427" y="0"/>
                      </a:cubicBezTo>
                      <a:close/>
                    </a:path>
                  </a:pathLst>
                </a:custGeom>
                <a:solidFill>
                  <a:srgbClr val="FCFCFC"/>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15" name="Google Shape;1315;p34"/>
                <p:cNvSpPr/>
                <p:nvPr/>
              </p:nvSpPr>
              <p:spPr>
                <a:xfrm>
                  <a:off x="6396196" y="2485759"/>
                  <a:ext cx="20363" cy="123282"/>
                </a:xfrm>
                <a:custGeom>
                  <a:avLst/>
                  <a:gdLst/>
                  <a:ahLst/>
                  <a:cxnLst/>
                  <a:rect l="l" t="t" r="r" b="b"/>
                  <a:pathLst>
                    <a:path w="828" h="5013" extrusionOk="0">
                      <a:moveTo>
                        <a:pt x="402" y="0"/>
                      </a:moveTo>
                      <a:cubicBezTo>
                        <a:pt x="176" y="0"/>
                        <a:pt x="1" y="201"/>
                        <a:pt x="1" y="426"/>
                      </a:cubicBezTo>
                      <a:lnTo>
                        <a:pt x="1" y="4612"/>
                      </a:lnTo>
                      <a:cubicBezTo>
                        <a:pt x="1" y="4837"/>
                        <a:pt x="176" y="5013"/>
                        <a:pt x="402" y="5013"/>
                      </a:cubicBezTo>
                      <a:cubicBezTo>
                        <a:pt x="652" y="5013"/>
                        <a:pt x="828" y="4837"/>
                        <a:pt x="828" y="4612"/>
                      </a:cubicBezTo>
                      <a:lnTo>
                        <a:pt x="828" y="426"/>
                      </a:lnTo>
                      <a:cubicBezTo>
                        <a:pt x="828" y="201"/>
                        <a:pt x="652" y="0"/>
                        <a:pt x="402" y="0"/>
                      </a:cubicBezTo>
                      <a:close/>
                    </a:path>
                  </a:pathLst>
                </a:custGeom>
                <a:solidFill>
                  <a:srgbClr val="FCFCFC"/>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16" name="Google Shape;1316;p34"/>
                <p:cNvSpPr/>
                <p:nvPr/>
              </p:nvSpPr>
              <p:spPr>
                <a:xfrm>
                  <a:off x="6447373" y="2485759"/>
                  <a:ext cx="20363" cy="123282"/>
                </a:xfrm>
                <a:custGeom>
                  <a:avLst/>
                  <a:gdLst/>
                  <a:ahLst/>
                  <a:cxnLst/>
                  <a:rect l="l" t="t" r="r" b="b"/>
                  <a:pathLst>
                    <a:path w="828" h="5013" extrusionOk="0">
                      <a:moveTo>
                        <a:pt x="426" y="0"/>
                      </a:moveTo>
                      <a:cubicBezTo>
                        <a:pt x="175" y="0"/>
                        <a:pt x="0" y="201"/>
                        <a:pt x="0" y="426"/>
                      </a:cubicBezTo>
                      <a:lnTo>
                        <a:pt x="0" y="4612"/>
                      </a:lnTo>
                      <a:cubicBezTo>
                        <a:pt x="0" y="4837"/>
                        <a:pt x="175" y="5013"/>
                        <a:pt x="426" y="5013"/>
                      </a:cubicBezTo>
                      <a:cubicBezTo>
                        <a:pt x="652" y="5013"/>
                        <a:pt x="827" y="4837"/>
                        <a:pt x="827" y="4612"/>
                      </a:cubicBezTo>
                      <a:lnTo>
                        <a:pt x="827" y="426"/>
                      </a:lnTo>
                      <a:cubicBezTo>
                        <a:pt x="827" y="201"/>
                        <a:pt x="652" y="0"/>
                        <a:pt x="426" y="0"/>
                      </a:cubicBezTo>
                      <a:close/>
                    </a:path>
                  </a:pathLst>
                </a:custGeom>
                <a:solidFill>
                  <a:srgbClr val="FCFCFC"/>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17" name="Google Shape;1317;p34"/>
                <p:cNvSpPr/>
                <p:nvPr/>
              </p:nvSpPr>
              <p:spPr>
                <a:xfrm>
                  <a:off x="6498526" y="2485759"/>
                  <a:ext cx="20977" cy="123282"/>
                </a:xfrm>
                <a:custGeom>
                  <a:avLst/>
                  <a:gdLst/>
                  <a:ahLst/>
                  <a:cxnLst/>
                  <a:rect l="l" t="t" r="r" b="b"/>
                  <a:pathLst>
                    <a:path w="853" h="5013" extrusionOk="0">
                      <a:moveTo>
                        <a:pt x="426" y="0"/>
                      </a:moveTo>
                      <a:cubicBezTo>
                        <a:pt x="201" y="0"/>
                        <a:pt x="0" y="201"/>
                        <a:pt x="0" y="426"/>
                      </a:cubicBezTo>
                      <a:lnTo>
                        <a:pt x="0" y="4612"/>
                      </a:lnTo>
                      <a:cubicBezTo>
                        <a:pt x="0" y="4837"/>
                        <a:pt x="201" y="5013"/>
                        <a:pt x="426" y="5013"/>
                      </a:cubicBezTo>
                      <a:cubicBezTo>
                        <a:pt x="652" y="5013"/>
                        <a:pt x="852" y="4837"/>
                        <a:pt x="852" y="4612"/>
                      </a:cubicBezTo>
                      <a:lnTo>
                        <a:pt x="852" y="426"/>
                      </a:lnTo>
                      <a:cubicBezTo>
                        <a:pt x="852" y="201"/>
                        <a:pt x="652" y="0"/>
                        <a:pt x="426" y="0"/>
                      </a:cubicBezTo>
                      <a:close/>
                    </a:path>
                  </a:pathLst>
                </a:custGeom>
                <a:solidFill>
                  <a:srgbClr val="FCFCFC"/>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18" name="Google Shape;1318;p34"/>
                <p:cNvSpPr/>
                <p:nvPr/>
              </p:nvSpPr>
              <p:spPr>
                <a:xfrm>
                  <a:off x="6550293" y="2485759"/>
                  <a:ext cx="20363" cy="123282"/>
                </a:xfrm>
                <a:custGeom>
                  <a:avLst/>
                  <a:gdLst/>
                  <a:ahLst/>
                  <a:cxnLst/>
                  <a:rect l="l" t="t" r="r" b="b"/>
                  <a:pathLst>
                    <a:path w="828" h="5013" extrusionOk="0">
                      <a:moveTo>
                        <a:pt x="402" y="0"/>
                      </a:moveTo>
                      <a:cubicBezTo>
                        <a:pt x="176" y="0"/>
                        <a:pt x="1" y="201"/>
                        <a:pt x="1" y="426"/>
                      </a:cubicBezTo>
                      <a:lnTo>
                        <a:pt x="1" y="4612"/>
                      </a:lnTo>
                      <a:cubicBezTo>
                        <a:pt x="1" y="4837"/>
                        <a:pt x="176" y="5013"/>
                        <a:pt x="402" y="5013"/>
                      </a:cubicBezTo>
                      <a:cubicBezTo>
                        <a:pt x="652" y="5013"/>
                        <a:pt x="828" y="4837"/>
                        <a:pt x="828" y="4612"/>
                      </a:cubicBezTo>
                      <a:lnTo>
                        <a:pt x="828" y="426"/>
                      </a:lnTo>
                      <a:cubicBezTo>
                        <a:pt x="828" y="201"/>
                        <a:pt x="652" y="0"/>
                        <a:pt x="402" y="0"/>
                      </a:cubicBezTo>
                      <a:close/>
                    </a:path>
                  </a:pathLst>
                </a:custGeom>
                <a:solidFill>
                  <a:srgbClr val="FCFCFC"/>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19" name="Google Shape;1319;p34"/>
                <p:cNvSpPr/>
                <p:nvPr/>
              </p:nvSpPr>
              <p:spPr>
                <a:xfrm>
                  <a:off x="6601445" y="2485759"/>
                  <a:ext cx="20363" cy="123282"/>
                </a:xfrm>
                <a:custGeom>
                  <a:avLst/>
                  <a:gdLst/>
                  <a:ahLst/>
                  <a:cxnLst/>
                  <a:rect l="l" t="t" r="r" b="b"/>
                  <a:pathLst>
                    <a:path w="828" h="5013" extrusionOk="0">
                      <a:moveTo>
                        <a:pt x="427" y="0"/>
                      </a:moveTo>
                      <a:cubicBezTo>
                        <a:pt x="176" y="0"/>
                        <a:pt x="1" y="201"/>
                        <a:pt x="1" y="426"/>
                      </a:cubicBezTo>
                      <a:lnTo>
                        <a:pt x="1" y="4612"/>
                      </a:lnTo>
                      <a:cubicBezTo>
                        <a:pt x="1" y="4837"/>
                        <a:pt x="176" y="5013"/>
                        <a:pt x="427" y="5013"/>
                      </a:cubicBezTo>
                      <a:cubicBezTo>
                        <a:pt x="652" y="5013"/>
                        <a:pt x="828" y="4837"/>
                        <a:pt x="828" y="4612"/>
                      </a:cubicBezTo>
                      <a:lnTo>
                        <a:pt x="828" y="426"/>
                      </a:lnTo>
                      <a:cubicBezTo>
                        <a:pt x="828" y="201"/>
                        <a:pt x="652" y="0"/>
                        <a:pt x="427" y="0"/>
                      </a:cubicBezTo>
                      <a:close/>
                    </a:path>
                  </a:pathLst>
                </a:custGeom>
                <a:solidFill>
                  <a:srgbClr val="FCFCFC"/>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20" name="Google Shape;1320;p34"/>
                <p:cNvSpPr/>
                <p:nvPr/>
              </p:nvSpPr>
              <p:spPr>
                <a:xfrm>
                  <a:off x="6652598" y="2485759"/>
                  <a:ext cx="21002" cy="123282"/>
                </a:xfrm>
                <a:custGeom>
                  <a:avLst/>
                  <a:gdLst/>
                  <a:ahLst/>
                  <a:cxnLst/>
                  <a:rect l="l" t="t" r="r" b="b"/>
                  <a:pathLst>
                    <a:path w="854" h="5013" extrusionOk="0">
                      <a:moveTo>
                        <a:pt x="427" y="0"/>
                      </a:moveTo>
                      <a:cubicBezTo>
                        <a:pt x="201" y="0"/>
                        <a:pt x="1" y="201"/>
                        <a:pt x="1" y="426"/>
                      </a:cubicBezTo>
                      <a:lnTo>
                        <a:pt x="1" y="4612"/>
                      </a:lnTo>
                      <a:cubicBezTo>
                        <a:pt x="1" y="4837"/>
                        <a:pt x="201" y="5013"/>
                        <a:pt x="427" y="5013"/>
                      </a:cubicBezTo>
                      <a:cubicBezTo>
                        <a:pt x="653" y="5013"/>
                        <a:pt x="853" y="4837"/>
                        <a:pt x="853" y="4612"/>
                      </a:cubicBezTo>
                      <a:lnTo>
                        <a:pt x="853" y="426"/>
                      </a:lnTo>
                      <a:cubicBezTo>
                        <a:pt x="853" y="201"/>
                        <a:pt x="653" y="0"/>
                        <a:pt x="427" y="0"/>
                      </a:cubicBezTo>
                      <a:close/>
                    </a:path>
                  </a:pathLst>
                </a:custGeom>
                <a:solidFill>
                  <a:srgbClr val="FCFCFC"/>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21" name="Google Shape;1321;p34"/>
                <p:cNvSpPr/>
                <p:nvPr/>
              </p:nvSpPr>
              <p:spPr>
                <a:xfrm>
                  <a:off x="6704390" y="2485759"/>
                  <a:ext cx="20363" cy="123282"/>
                </a:xfrm>
                <a:custGeom>
                  <a:avLst/>
                  <a:gdLst/>
                  <a:ahLst/>
                  <a:cxnLst/>
                  <a:rect l="l" t="t" r="r" b="b"/>
                  <a:pathLst>
                    <a:path w="828" h="5013" extrusionOk="0">
                      <a:moveTo>
                        <a:pt x="401" y="0"/>
                      </a:moveTo>
                      <a:cubicBezTo>
                        <a:pt x="176" y="0"/>
                        <a:pt x="0" y="201"/>
                        <a:pt x="0" y="426"/>
                      </a:cubicBezTo>
                      <a:lnTo>
                        <a:pt x="0" y="4612"/>
                      </a:lnTo>
                      <a:cubicBezTo>
                        <a:pt x="0" y="4837"/>
                        <a:pt x="176" y="5013"/>
                        <a:pt x="401" y="5013"/>
                      </a:cubicBezTo>
                      <a:cubicBezTo>
                        <a:pt x="652" y="5013"/>
                        <a:pt x="827" y="4837"/>
                        <a:pt x="827" y="4612"/>
                      </a:cubicBezTo>
                      <a:lnTo>
                        <a:pt x="827" y="426"/>
                      </a:lnTo>
                      <a:cubicBezTo>
                        <a:pt x="827" y="201"/>
                        <a:pt x="652" y="0"/>
                        <a:pt x="401" y="0"/>
                      </a:cubicBezTo>
                      <a:close/>
                    </a:path>
                  </a:pathLst>
                </a:custGeom>
                <a:solidFill>
                  <a:srgbClr val="FCFCFC"/>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22" name="Google Shape;1322;p34"/>
                <p:cNvSpPr/>
                <p:nvPr/>
              </p:nvSpPr>
              <p:spPr>
                <a:xfrm>
                  <a:off x="6755542" y="2485759"/>
                  <a:ext cx="20363" cy="123282"/>
                </a:xfrm>
                <a:custGeom>
                  <a:avLst/>
                  <a:gdLst/>
                  <a:ahLst/>
                  <a:cxnLst/>
                  <a:rect l="l" t="t" r="r" b="b"/>
                  <a:pathLst>
                    <a:path w="828" h="5013" extrusionOk="0">
                      <a:moveTo>
                        <a:pt x="426" y="0"/>
                      </a:moveTo>
                      <a:cubicBezTo>
                        <a:pt x="176" y="0"/>
                        <a:pt x="0" y="201"/>
                        <a:pt x="0" y="426"/>
                      </a:cubicBezTo>
                      <a:lnTo>
                        <a:pt x="0" y="4612"/>
                      </a:lnTo>
                      <a:cubicBezTo>
                        <a:pt x="0" y="4837"/>
                        <a:pt x="176" y="5013"/>
                        <a:pt x="426" y="5013"/>
                      </a:cubicBezTo>
                      <a:cubicBezTo>
                        <a:pt x="652" y="5013"/>
                        <a:pt x="828" y="4837"/>
                        <a:pt x="828" y="4612"/>
                      </a:cubicBezTo>
                      <a:lnTo>
                        <a:pt x="828" y="426"/>
                      </a:lnTo>
                      <a:cubicBezTo>
                        <a:pt x="828" y="201"/>
                        <a:pt x="652" y="0"/>
                        <a:pt x="426" y="0"/>
                      </a:cubicBezTo>
                      <a:close/>
                    </a:path>
                  </a:pathLst>
                </a:custGeom>
                <a:solidFill>
                  <a:srgbClr val="FCFCFC"/>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23" name="Google Shape;1323;p34"/>
                <p:cNvSpPr/>
                <p:nvPr/>
              </p:nvSpPr>
              <p:spPr>
                <a:xfrm>
                  <a:off x="6131163" y="2985626"/>
                  <a:ext cx="190494" cy="190469"/>
                </a:xfrm>
                <a:custGeom>
                  <a:avLst/>
                  <a:gdLst/>
                  <a:ahLst/>
                  <a:cxnLst/>
                  <a:rect l="l" t="t" r="r" b="b"/>
                  <a:pathLst>
                    <a:path w="7746" h="7745" fill="none" extrusionOk="0">
                      <a:moveTo>
                        <a:pt x="1" y="0"/>
                      </a:moveTo>
                      <a:lnTo>
                        <a:pt x="7745" y="7745"/>
                      </a:lnTo>
                    </a:path>
                  </a:pathLst>
                </a:custGeom>
                <a:noFill/>
                <a:ln w="20675" cap="flat" cmpd="sng">
                  <a:solidFill>
                    <a:srgbClr val="FCFCFC"/>
                  </a:solidFill>
                  <a:prstDash val="solid"/>
                  <a:miter lim="25062"/>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24" name="Google Shape;1324;p34"/>
                <p:cNvSpPr/>
                <p:nvPr/>
              </p:nvSpPr>
              <p:spPr>
                <a:xfrm>
                  <a:off x="6338871" y="2905504"/>
                  <a:ext cx="350123" cy="350099"/>
                </a:xfrm>
                <a:custGeom>
                  <a:avLst/>
                  <a:gdLst/>
                  <a:ahLst/>
                  <a:cxnLst/>
                  <a:rect l="l" t="t" r="r" b="b"/>
                  <a:pathLst>
                    <a:path w="14237" h="14236" fill="none" extrusionOk="0">
                      <a:moveTo>
                        <a:pt x="1" y="0"/>
                      </a:moveTo>
                      <a:lnTo>
                        <a:pt x="14237" y="14236"/>
                      </a:lnTo>
                    </a:path>
                  </a:pathLst>
                </a:custGeom>
                <a:noFill/>
                <a:ln w="20675" cap="flat" cmpd="sng">
                  <a:solidFill>
                    <a:srgbClr val="FCFCFC"/>
                  </a:solidFill>
                  <a:prstDash val="solid"/>
                  <a:miter lim="25062"/>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25" name="Google Shape;1325;p34"/>
                <p:cNvSpPr/>
                <p:nvPr/>
              </p:nvSpPr>
              <p:spPr>
                <a:xfrm>
                  <a:off x="6706234" y="2985626"/>
                  <a:ext cx="191084" cy="190469"/>
                </a:xfrm>
                <a:custGeom>
                  <a:avLst/>
                  <a:gdLst/>
                  <a:ahLst/>
                  <a:cxnLst/>
                  <a:rect l="l" t="t" r="r" b="b"/>
                  <a:pathLst>
                    <a:path w="7770" h="7745" fill="none" extrusionOk="0">
                      <a:moveTo>
                        <a:pt x="0" y="0"/>
                      </a:moveTo>
                      <a:lnTo>
                        <a:pt x="7770" y="7745"/>
                      </a:lnTo>
                    </a:path>
                  </a:pathLst>
                </a:custGeom>
                <a:noFill/>
                <a:ln w="20675" cap="flat" cmpd="sng">
                  <a:solidFill>
                    <a:srgbClr val="FCFCFC"/>
                  </a:solidFill>
                  <a:prstDash val="solid"/>
                  <a:miter lim="25062"/>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1326" name="Google Shape;1326;p34"/>
                <p:cNvSpPr/>
                <p:nvPr/>
              </p:nvSpPr>
              <p:spPr>
                <a:xfrm>
                  <a:off x="5923455" y="3492871"/>
                  <a:ext cx="174459" cy="92492"/>
                </a:xfrm>
                <a:custGeom>
                  <a:avLst/>
                  <a:gdLst/>
                  <a:ahLst/>
                  <a:cxnLst/>
                  <a:rect l="l" t="t" r="r" b="b"/>
                  <a:pathLst>
                    <a:path w="7094" h="3761" extrusionOk="0">
                      <a:moveTo>
                        <a:pt x="1254" y="1"/>
                      </a:moveTo>
                      <a:cubicBezTo>
                        <a:pt x="552" y="1"/>
                        <a:pt x="1" y="552"/>
                        <a:pt x="1" y="1254"/>
                      </a:cubicBezTo>
                      <a:lnTo>
                        <a:pt x="1" y="2507"/>
                      </a:lnTo>
                      <a:cubicBezTo>
                        <a:pt x="1" y="3184"/>
                        <a:pt x="552" y="3760"/>
                        <a:pt x="1254" y="3760"/>
                      </a:cubicBezTo>
                      <a:lnTo>
                        <a:pt x="5840" y="3760"/>
                      </a:lnTo>
                      <a:cubicBezTo>
                        <a:pt x="6542" y="3760"/>
                        <a:pt x="7093" y="3184"/>
                        <a:pt x="7093" y="2507"/>
                      </a:cubicBezTo>
                      <a:lnTo>
                        <a:pt x="7093" y="1254"/>
                      </a:lnTo>
                      <a:cubicBezTo>
                        <a:pt x="7093" y="552"/>
                        <a:pt x="6542" y="1"/>
                        <a:pt x="5840"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27" name="Google Shape;1327;p34"/>
                <p:cNvSpPr/>
                <p:nvPr/>
              </p:nvSpPr>
              <p:spPr>
                <a:xfrm>
                  <a:off x="6929977" y="3492871"/>
                  <a:ext cx="175074" cy="92492"/>
                </a:xfrm>
                <a:custGeom>
                  <a:avLst/>
                  <a:gdLst/>
                  <a:ahLst/>
                  <a:cxnLst/>
                  <a:rect l="l" t="t" r="r" b="b"/>
                  <a:pathLst>
                    <a:path w="7119" h="3761" extrusionOk="0">
                      <a:moveTo>
                        <a:pt x="1253" y="1"/>
                      </a:moveTo>
                      <a:cubicBezTo>
                        <a:pt x="577" y="1"/>
                        <a:pt x="0" y="552"/>
                        <a:pt x="0" y="1254"/>
                      </a:cubicBezTo>
                      <a:lnTo>
                        <a:pt x="0" y="2507"/>
                      </a:lnTo>
                      <a:cubicBezTo>
                        <a:pt x="0" y="3184"/>
                        <a:pt x="577" y="3760"/>
                        <a:pt x="1253" y="3760"/>
                      </a:cubicBezTo>
                      <a:lnTo>
                        <a:pt x="5865" y="3760"/>
                      </a:lnTo>
                      <a:cubicBezTo>
                        <a:pt x="6542" y="3760"/>
                        <a:pt x="7118" y="3184"/>
                        <a:pt x="7118" y="2507"/>
                      </a:cubicBezTo>
                      <a:lnTo>
                        <a:pt x="7118" y="1254"/>
                      </a:lnTo>
                      <a:cubicBezTo>
                        <a:pt x="7118" y="552"/>
                        <a:pt x="6542" y="1"/>
                        <a:pt x="5865"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28" name="Google Shape;1328;p34"/>
                <p:cNvSpPr/>
                <p:nvPr/>
              </p:nvSpPr>
              <p:spPr>
                <a:xfrm>
                  <a:off x="6128704" y="3502733"/>
                  <a:ext cx="770483" cy="20977"/>
                </a:xfrm>
                <a:custGeom>
                  <a:avLst/>
                  <a:gdLst/>
                  <a:ahLst/>
                  <a:cxnLst/>
                  <a:rect l="l" t="t" r="r" b="b"/>
                  <a:pathLst>
                    <a:path w="31330" h="853" extrusionOk="0">
                      <a:moveTo>
                        <a:pt x="427" y="1"/>
                      </a:moveTo>
                      <a:cubicBezTo>
                        <a:pt x="201" y="1"/>
                        <a:pt x="1" y="201"/>
                        <a:pt x="1" y="427"/>
                      </a:cubicBezTo>
                      <a:cubicBezTo>
                        <a:pt x="1" y="652"/>
                        <a:pt x="201" y="853"/>
                        <a:pt x="427" y="853"/>
                      </a:cubicBezTo>
                      <a:lnTo>
                        <a:pt x="30928" y="853"/>
                      </a:lnTo>
                      <a:cubicBezTo>
                        <a:pt x="31154" y="853"/>
                        <a:pt x="31329" y="652"/>
                        <a:pt x="31329" y="427"/>
                      </a:cubicBezTo>
                      <a:cubicBezTo>
                        <a:pt x="31329" y="201"/>
                        <a:pt x="31154" y="1"/>
                        <a:pt x="30928"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29" name="Google Shape;1329;p34"/>
                <p:cNvSpPr/>
                <p:nvPr/>
              </p:nvSpPr>
              <p:spPr>
                <a:xfrm>
                  <a:off x="6128704" y="3554524"/>
                  <a:ext cx="770483" cy="20363"/>
                </a:xfrm>
                <a:custGeom>
                  <a:avLst/>
                  <a:gdLst/>
                  <a:ahLst/>
                  <a:cxnLst/>
                  <a:rect l="l" t="t" r="r" b="b"/>
                  <a:pathLst>
                    <a:path w="31330" h="828" extrusionOk="0">
                      <a:moveTo>
                        <a:pt x="427" y="0"/>
                      </a:moveTo>
                      <a:cubicBezTo>
                        <a:pt x="201" y="0"/>
                        <a:pt x="1" y="176"/>
                        <a:pt x="1" y="401"/>
                      </a:cubicBezTo>
                      <a:cubicBezTo>
                        <a:pt x="1" y="652"/>
                        <a:pt x="201" y="827"/>
                        <a:pt x="427" y="827"/>
                      </a:cubicBezTo>
                      <a:lnTo>
                        <a:pt x="30928" y="827"/>
                      </a:lnTo>
                      <a:cubicBezTo>
                        <a:pt x="31154" y="827"/>
                        <a:pt x="31329" y="652"/>
                        <a:pt x="31329" y="401"/>
                      </a:cubicBezTo>
                      <a:cubicBezTo>
                        <a:pt x="31329" y="176"/>
                        <a:pt x="31154" y="0"/>
                        <a:pt x="30928"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grpSp>
      <p:grpSp>
        <p:nvGrpSpPr>
          <p:cNvPr id="1330" name="Google Shape;1330;p34"/>
          <p:cNvGrpSpPr/>
          <p:nvPr/>
        </p:nvGrpSpPr>
        <p:grpSpPr>
          <a:xfrm>
            <a:off x="6445042" y="79309"/>
            <a:ext cx="2619544" cy="5139808"/>
            <a:chOff x="3748900" y="238125"/>
            <a:chExt cx="2662950" cy="5224975"/>
          </a:xfrm>
        </p:grpSpPr>
        <p:sp>
          <p:nvSpPr>
            <p:cNvPr id="1331" name="Google Shape;1331;p34"/>
            <p:cNvSpPr/>
            <p:nvPr/>
          </p:nvSpPr>
          <p:spPr>
            <a:xfrm>
              <a:off x="4036500" y="1009425"/>
              <a:ext cx="400400" cy="188625"/>
            </a:xfrm>
            <a:custGeom>
              <a:avLst/>
              <a:gdLst/>
              <a:ahLst/>
              <a:cxnLst/>
              <a:rect l="l" t="t" r="r" b="b"/>
              <a:pathLst>
                <a:path w="16016" h="7545" extrusionOk="0">
                  <a:moveTo>
                    <a:pt x="8020" y="0"/>
                  </a:moveTo>
                  <a:cubicBezTo>
                    <a:pt x="3735" y="0"/>
                    <a:pt x="251" y="3334"/>
                    <a:pt x="0" y="7544"/>
                  </a:cubicBezTo>
                  <a:lnTo>
                    <a:pt x="16015" y="7544"/>
                  </a:lnTo>
                  <a:cubicBezTo>
                    <a:pt x="15765" y="3334"/>
                    <a:pt x="12281" y="0"/>
                    <a:pt x="8020" y="0"/>
                  </a:cubicBezTo>
                  <a:close/>
                </a:path>
              </a:pathLst>
            </a:custGeom>
            <a:solidFill>
              <a:srgbClr val="CBE5F9"/>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32" name="Google Shape;1332;p34"/>
            <p:cNvSpPr/>
            <p:nvPr/>
          </p:nvSpPr>
          <p:spPr>
            <a:xfrm>
              <a:off x="3748900" y="238125"/>
              <a:ext cx="2662950" cy="1755025"/>
            </a:xfrm>
            <a:custGeom>
              <a:avLst/>
              <a:gdLst/>
              <a:ahLst/>
              <a:cxnLst/>
              <a:rect l="l" t="t" r="r" b="b"/>
              <a:pathLst>
                <a:path w="106518" h="70201" extrusionOk="0">
                  <a:moveTo>
                    <a:pt x="0" y="0"/>
                  </a:moveTo>
                  <a:lnTo>
                    <a:pt x="89023" y="70201"/>
                  </a:lnTo>
                  <a:lnTo>
                    <a:pt x="106517" y="70201"/>
                  </a:lnTo>
                  <a:lnTo>
                    <a:pt x="106517" y="0"/>
                  </a:lnTo>
                  <a:close/>
                </a:path>
              </a:pathLst>
            </a:custGeom>
            <a:solidFill>
              <a:srgbClr val="3399FF"/>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33" name="Google Shape;1333;p34"/>
            <p:cNvSpPr/>
            <p:nvPr/>
          </p:nvSpPr>
          <p:spPr>
            <a:xfrm>
              <a:off x="3790875" y="394750"/>
              <a:ext cx="2381000" cy="981875"/>
            </a:xfrm>
            <a:custGeom>
              <a:avLst/>
              <a:gdLst/>
              <a:ahLst/>
              <a:cxnLst/>
              <a:rect l="l" t="t" r="r" b="b"/>
              <a:pathLst>
                <a:path w="95240" h="39275" extrusionOk="0">
                  <a:moveTo>
                    <a:pt x="1" y="1"/>
                  </a:moveTo>
                  <a:lnTo>
                    <a:pt x="1" y="39274"/>
                  </a:lnTo>
                  <a:lnTo>
                    <a:pt x="95239" y="39274"/>
                  </a:lnTo>
                  <a:lnTo>
                    <a:pt x="95239" y="1"/>
                  </a:ln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34" name="Google Shape;1334;p34"/>
            <p:cNvSpPr/>
            <p:nvPr/>
          </p:nvSpPr>
          <p:spPr>
            <a:xfrm>
              <a:off x="4124850" y="248775"/>
              <a:ext cx="94000" cy="448650"/>
            </a:xfrm>
            <a:custGeom>
              <a:avLst/>
              <a:gdLst/>
              <a:ahLst/>
              <a:cxnLst/>
              <a:rect l="l" t="t" r="r" b="b"/>
              <a:pathLst>
                <a:path w="3760" h="17946" extrusionOk="0">
                  <a:moveTo>
                    <a:pt x="0" y="0"/>
                  </a:moveTo>
                  <a:lnTo>
                    <a:pt x="0" y="17945"/>
                  </a:lnTo>
                  <a:lnTo>
                    <a:pt x="3759" y="17945"/>
                  </a:lnTo>
                  <a:lnTo>
                    <a:pt x="3759" y="0"/>
                  </a:ln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35" name="Google Shape;1335;p34"/>
            <p:cNvSpPr/>
            <p:nvPr/>
          </p:nvSpPr>
          <p:spPr>
            <a:xfrm>
              <a:off x="5659925" y="248775"/>
              <a:ext cx="94025" cy="448650"/>
            </a:xfrm>
            <a:custGeom>
              <a:avLst/>
              <a:gdLst/>
              <a:ahLst/>
              <a:cxnLst/>
              <a:rect l="l" t="t" r="r" b="b"/>
              <a:pathLst>
                <a:path w="3761" h="17946" extrusionOk="0">
                  <a:moveTo>
                    <a:pt x="1" y="0"/>
                  </a:moveTo>
                  <a:lnTo>
                    <a:pt x="1" y="17945"/>
                  </a:lnTo>
                  <a:lnTo>
                    <a:pt x="3760" y="17945"/>
                  </a:lnTo>
                  <a:lnTo>
                    <a:pt x="3760" y="0"/>
                  </a:ln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36" name="Google Shape;1336;p34"/>
            <p:cNvSpPr/>
            <p:nvPr/>
          </p:nvSpPr>
          <p:spPr>
            <a:xfrm>
              <a:off x="3895525" y="501275"/>
              <a:ext cx="2171700" cy="770075"/>
            </a:xfrm>
            <a:custGeom>
              <a:avLst/>
              <a:gdLst/>
              <a:ahLst/>
              <a:cxnLst/>
              <a:rect l="l" t="t" r="r" b="b"/>
              <a:pathLst>
                <a:path w="86868" h="30803" extrusionOk="0">
                  <a:moveTo>
                    <a:pt x="0" y="0"/>
                  </a:moveTo>
                  <a:lnTo>
                    <a:pt x="0" y="30803"/>
                  </a:lnTo>
                  <a:lnTo>
                    <a:pt x="86868" y="30803"/>
                  </a:lnTo>
                  <a:lnTo>
                    <a:pt x="86868" y="0"/>
                  </a:lnTo>
                  <a:close/>
                </a:path>
              </a:pathLst>
            </a:custGeom>
            <a:solidFill>
              <a:schemeClr val="dk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1337" name="Google Shape;1337;p34"/>
            <p:cNvSpPr/>
            <p:nvPr/>
          </p:nvSpPr>
          <p:spPr>
            <a:xfrm>
              <a:off x="4452525" y="666675"/>
              <a:ext cx="133500" cy="151050"/>
            </a:xfrm>
            <a:custGeom>
              <a:avLst/>
              <a:gdLst/>
              <a:ahLst/>
              <a:cxnLst/>
              <a:rect l="l" t="t" r="r" b="b"/>
              <a:pathLst>
                <a:path w="5340" h="6042" extrusionOk="0">
                  <a:moveTo>
                    <a:pt x="2933" y="1"/>
                  </a:moveTo>
                  <a:cubicBezTo>
                    <a:pt x="2457" y="1"/>
                    <a:pt x="2056" y="101"/>
                    <a:pt x="1680" y="277"/>
                  </a:cubicBezTo>
                  <a:cubicBezTo>
                    <a:pt x="1329" y="452"/>
                    <a:pt x="1028" y="678"/>
                    <a:pt x="778" y="953"/>
                  </a:cubicBezTo>
                  <a:cubicBezTo>
                    <a:pt x="527" y="1229"/>
                    <a:pt x="327" y="1555"/>
                    <a:pt x="201" y="1906"/>
                  </a:cubicBezTo>
                  <a:cubicBezTo>
                    <a:pt x="51" y="2257"/>
                    <a:pt x="1" y="2607"/>
                    <a:pt x="1" y="2983"/>
                  </a:cubicBezTo>
                  <a:cubicBezTo>
                    <a:pt x="1" y="3359"/>
                    <a:pt x="76" y="3735"/>
                    <a:pt x="201" y="4086"/>
                  </a:cubicBezTo>
                  <a:cubicBezTo>
                    <a:pt x="352" y="4462"/>
                    <a:pt x="552" y="4788"/>
                    <a:pt x="803" y="5089"/>
                  </a:cubicBezTo>
                  <a:cubicBezTo>
                    <a:pt x="1054" y="5364"/>
                    <a:pt x="1354" y="5590"/>
                    <a:pt x="1705" y="5765"/>
                  </a:cubicBezTo>
                  <a:cubicBezTo>
                    <a:pt x="2056" y="5941"/>
                    <a:pt x="2457" y="6041"/>
                    <a:pt x="2883" y="6041"/>
                  </a:cubicBezTo>
                  <a:cubicBezTo>
                    <a:pt x="3134" y="6041"/>
                    <a:pt x="3359" y="6016"/>
                    <a:pt x="3610" y="5941"/>
                  </a:cubicBezTo>
                  <a:cubicBezTo>
                    <a:pt x="3861" y="5891"/>
                    <a:pt x="4111" y="5790"/>
                    <a:pt x="4312" y="5690"/>
                  </a:cubicBezTo>
                  <a:cubicBezTo>
                    <a:pt x="4537" y="5565"/>
                    <a:pt x="4738" y="5415"/>
                    <a:pt x="4913" y="5264"/>
                  </a:cubicBezTo>
                  <a:cubicBezTo>
                    <a:pt x="5089" y="5089"/>
                    <a:pt x="5239" y="4888"/>
                    <a:pt x="5339" y="4663"/>
                  </a:cubicBezTo>
                  <a:lnTo>
                    <a:pt x="4387" y="4111"/>
                  </a:lnTo>
                  <a:cubicBezTo>
                    <a:pt x="4312" y="4287"/>
                    <a:pt x="4237" y="4412"/>
                    <a:pt x="4111" y="4537"/>
                  </a:cubicBezTo>
                  <a:cubicBezTo>
                    <a:pt x="4011" y="4638"/>
                    <a:pt x="3886" y="4738"/>
                    <a:pt x="3735" y="4813"/>
                  </a:cubicBezTo>
                  <a:cubicBezTo>
                    <a:pt x="3610" y="4888"/>
                    <a:pt x="3485" y="4938"/>
                    <a:pt x="3334" y="4963"/>
                  </a:cubicBezTo>
                  <a:cubicBezTo>
                    <a:pt x="3184" y="5014"/>
                    <a:pt x="3059" y="5014"/>
                    <a:pt x="2908" y="5014"/>
                  </a:cubicBezTo>
                  <a:cubicBezTo>
                    <a:pt x="2658" y="5014"/>
                    <a:pt x="2432" y="4963"/>
                    <a:pt x="2206" y="4863"/>
                  </a:cubicBezTo>
                  <a:cubicBezTo>
                    <a:pt x="1981" y="4738"/>
                    <a:pt x="1805" y="4587"/>
                    <a:pt x="1655" y="4412"/>
                  </a:cubicBezTo>
                  <a:cubicBezTo>
                    <a:pt x="1505" y="4211"/>
                    <a:pt x="1379" y="4011"/>
                    <a:pt x="1304" y="3760"/>
                  </a:cubicBezTo>
                  <a:cubicBezTo>
                    <a:pt x="1204" y="3535"/>
                    <a:pt x="1179" y="3259"/>
                    <a:pt x="1179" y="3008"/>
                  </a:cubicBezTo>
                  <a:cubicBezTo>
                    <a:pt x="1179" y="2783"/>
                    <a:pt x="1204" y="2532"/>
                    <a:pt x="1279" y="2307"/>
                  </a:cubicBezTo>
                  <a:cubicBezTo>
                    <a:pt x="1354" y="2056"/>
                    <a:pt x="1455" y="1856"/>
                    <a:pt x="1605" y="1655"/>
                  </a:cubicBezTo>
                  <a:cubicBezTo>
                    <a:pt x="1755" y="1480"/>
                    <a:pt x="1931" y="1329"/>
                    <a:pt x="2131" y="1204"/>
                  </a:cubicBezTo>
                  <a:cubicBezTo>
                    <a:pt x="2357" y="1079"/>
                    <a:pt x="2607" y="1029"/>
                    <a:pt x="2908" y="1029"/>
                  </a:cubicBezTo>
                  <a:cubicBezTo>
                    <a:pt x="3033" y="1029"/>
                    <a:pt x="3159" y="1054"/>
                    <a:pt x="3309" y="1079"/>
                  </a:cubicBezTo>
                  <a:cubicBezTo>
                    <a:pt x="3460" y="1104"/>
                    <a:pt x="3585" y="1154"/>
                    <a:pt x="3710" y="1229"/>
                  </a:cubicBezTo>
                  <a:cubicBezTo>
                    <a:pt x="3836" y="1279"/>
                    <a:pt x="3961" y="1379"/>
                    <a:pt x="4061" y="1505"/>
                  </a:cubicBezTo>
                  <a:cubicBezTo>
                    <a:pt x="4186" y="1605"/>
                    <a:pt x="4287" y="1755"/>
                    <a:pt x="4362" y="1931"/>
                  </a:cubicBezTo>
                  <a:lnTo>
                    <a:pt x="5239" y="1304"/>
                  </a:lnTo>
                  <a:cubicBezTo>
                    <a:pt x="5039" y="928"/>
                    <a:pt x="4738" y="602"/>
                    <a:pt x="4337" y="377"/>
                  </a:cubicBezTo>
                  <a:cubicBezTo>
                    <a:pt x="3961" y="126"/>
                    <a:pt x="3485" y="1"/>
                    <a:pt x="2933"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38" name="Google Shape;1338;p34"/>
            <p:cNvSpPr/>
            <p:nvPr/>
          </p:nvSpPr>
          <p:spPr>
            <a:xfrm>
              <a:off x="4621700" y="667950"/>
              <a:ext cx="103425" cy="148500"/>
            </a:xfrm>
            <a:custGeom>
              <a:avLst/>
              <a:gdLst/>
              <a:ahLst/>
              <a:cxnLst/>
              <a:rect l="l" t="t" r="r" b="b"/>
              <a:pathLst>
                <a:path w="4137" h="5940" extrusionOk="0">
                  <a:moveTo>
                    <a:pt x="1" y="0"/>
                  </a:moveTo>
                  <a:lnTo>
                    <a:pt x="1" y="5940"/>
                  </a:lnTo>
                  <a:lnTo>
                    <a:pt x="4136" y="5940"/>
                  </a:lnTo>
                  <a:lnTo>
                    <a:pt x="4136" y="4937"/>
                  </a:lnTo>
                  <a:lnTo>
                    <a:pt x="1179" y="4937"/>
                  </a:lnTo>
                  <a:lnTo>
                    <a:pt x="1179" y="3384"/>
                  </a:lnTo>
                  <a:lnTo>
                    <a:pt x="3660" y="3384"/>
                  </a:lnTo>
                  <a:lnTo>
                    <a:pt x="3660" y="2431"/>
                  </a:lnTo>
                  <a:lnTo>
                    <a:pt x="1179" y="2431"/>
                  </a:lnTo>
                  <a:lnTo>
                    <a:pt x="1179" y="1003"/>
                  </a:lnTo>
                  <a:lnTo>
                    <a:pt x="4061" y="1003"/>
                  </a:lnTo>
                  <a:lnTo>
                    <a:pt x="4061" y="0"/>
                  </a:ln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39" name="Google Shape;1339;p34"/>
            <p:cNvSpPr/>
            <p:nvPr/>
          </p:nvSpPr>
          <p:spPr>
            <a:xfrm>
              <a:off x="4764575" y="667950"/>
              <a:ext cx="129100" cy="148500"/>
            </a:xfrm>
            <a:custGeom>
              <a:avLst/>
              <a:gdLst/>
              <a:ahLst/>
              <a:cxnLst/>
              <a:rect l="l" t="t" r="r" b="b"/>
              <a:pathLst>
                <a:path w="5164" h="5940" extrusionOk="0">
                  <a:moveTo>
                    <a:pt x="0" y="0"/>
                  </a:moveTo>
                  <a:lnTo>
                    <a:pt x="0" y="5940"/>
                  </a:lnTo>
                  <a:lnTo>
                    <a:pt x="1153" y="5940"/>
                  </a:lnTo>
                  <a:lnTo>
                    <a:pt x="1153" y="2130"/>
                  </a:lnTo>
                  <a:lnTo>
                    <a:pt x="4211" y="5940"/>
                  </a:lnTo>
                  <a:lnTo>
                    <a:pt x="5163" y="5940"/>
                  </a:lnTo>
                  <a:lnTo>
                    <a:pt x="5163" y="0"/>
                  </a:lnTo>
                  <a:lnTo>
                    <a:pt x="3985" y="0"/>
                  </a:lnTo>
                  <a:lnTo>
                    <a:pt x="3985" y="3885"/>
                  </a:lnTo>
                  <a:lnTo>
                    <a:pt x="902" y="0"/>
                  </a:ln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40" name="Google Shape;1340;p34"/>
            <p:cNvSpPr/>
            <p:nvPr/>
          </p:nvSpPr>
          <p:spPr>
            <a:xfrm>
              <a:off x="4928725" y="667950"/>
              <a:ext cx="123450" cy="148500"/>
            </a:xfrm>
            <a:custGeom>
              <a:avLst/>
              <a:gdLst/>
              <a:ahLst/>
              <a:cxnLst/>
              <a:rect l="l" t="t" r="r" b="b"/>
              <a:pathLst>
                <a:path w="4938" h="5940" extrusionOk="0">
                  <a:moveTo>
                    <a:pt x="1" y="0"/>
                  </a:moveTo>
                  <a:lnTo>
                    <a:pt x="1" y="1003"/>
                  </a:lnTo>
                  <a:lnTo>
                    <a:pt x="1905" y="1003"/>
                  </a:lnTo>
                  <a:lnTo>
                    <a:pt x="1905" y="5940"/>
                  </a:lnTo>
                  <a:lnTo>
                    <a:pt x="3033" y="5940"/>
                  </a:lnTo>
                  <a:lnTo>
                    <a:pt x="3033" y="1003"/>
                  </a:lnTo>
                  <a:lnTo>
                    <a:pt x="4938" y="1003"/>
                  </a:lnTo>
                  <a:lnTo>
                    <a:pt x="4938" y="0"/>
                  </a:ln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41" name="Google Shape;1341;p34"/>
            <p:cNvSpPr/>
            <p:nvPr/>
          </p:nvSpPr>
          <p:spPr>
            <a:xfrm>
              <a:off x="5087875" y="667950"/>
              <a:ext cx="119700" cy="148500"/>
            </a:xfrm>
            <a:custGeom>
              <a:avLst/>
              <a:gdLst/>
              <a:ahLst/>
              <a:cxnLst/>
              <a:rect l="l" t="t" r="r" b="b"/>
              <a:pathLst>
                <a:path w="4788" h="5940" extrusionOk="0">
                  <a:moveTo>
                    <a:pt x="2532" y="1003"/>
                  </a:moveTo>
                  <a:cubicBezTo>
                    <a:pt x="2632" y="1003"/>
                    <a:pt x="2732" y="1028"/>
                    <a:pt x="2833" y="1078"/>
                  </a:cubicBezTo>
                  <a:cubicBezTo>
                    <a:pt x="2933" y="1128"/>
                    <a:pt x="3033" y="1203"/>
                    <a:pt x="3108" y="1278"/>
                  </a:cubicBezTo>
                  <a:cubicBezTo>
                    <a:pt x="3184" y="1353"/>
                    <a:pt x="3234" y="1454"/>
                    <a:pt x="3284" y="1579"/>
                  </a:cubicBezTo>
                  <a:cubicBezTo>
                    <a:pt x="3334" y="1704"/>
                    <a:pt x="3359" y="1830"/>
                    <a:pt x="3359" y="1980"/>
                  </a:cubicBezTo>
                  <a:cubicBezTo>
                    <a:pt x="3359" y="2105"/>
                    <a:pt x="3334" y="2231"/>
                    <a:pt x="3284" y="2356"/>
                  </a:cubicBezTo>
                  <a:cubicBezTo>
                    <a:pt x="3259" y="2456"/>
                    <a:pt x="3209" y="2556"/>
                    <a:pt x="3133" y="2657"/>
                  </a:cubicBezTo>
                  <a:cubicBezTo>
                    <a:pt x="3058" y="2732"/>
                    <a:pt x="2983" y="2807"/>
                    <a:pt x="2883" y="2857"/>
                  </a:cubicBezTo>
                  <a:cubicBezTo>
                    <a:pt x="2808" y="2907"/>
                    <a:pt x="2707" y="2932"/>
                    <a:pt x="2582" y="2932"/>
                  </a:cubicBezTo>
                  <a:lnTo>
                    <a:pt x="1153" y="2932"/>
                  </a:lnTo>
                  <a:lnTo>
                    <a:pt x="1153" y="1003"/>
                  </a:lnTo>
                  <a:close/>
                  <a:moveTo>
                    <a:pt x="1" y="0"/>
                  </a:moveTo>
                  <a:lnTo>
                    <a:pt x="1" y="5940"/>
                  </a:lnTo>
                  <a:lnTo>
                    <a:pt x="1153" y="5940"/>
                  </a:lnTo>
                  <a:lnTo>
                    <a:pt x="1153" y="3935"/>
                  </a:lnTo>
                  <a:lnTo>
                    <a:pt x="2281" y="3935"/>
                  </a:lnTo>
                  <a:lnTo>
                    <a:pt x="3509" y="5940"/>
                  </a:lnTo>
                  <a:lnTo>
                    <a:pt x="4788" y="5940"/>
                  </a:lnTo>
                  <a:lnTo>
                    <a:pt x="3434" y="3709"/>
                  </a:lnTo>
                  <a:cubicBezTo>
                    <a:pt x="3760" y="3559"/>
                    <a:pt x="4036" y="3333"/>
                    <a:pt x="4211" y="3033"/>
                  </a:cubicBezTo>
                  <a:cubicBezTo>
                    <a:pt x="4412" y="2707"/>
                    <a:pt x="4512" y="2356"/>
                    <a:pt x="4512" y="1980"/>
                  </a:cubicBezTo>
                  <a:cubicBezTo>
                    <a:pt x="4512" y="1729"/>
                    <a:pt x="4462" y="1479"/>
                    <a:pt x="4361" y="1253"/>
                  </a:cubicBezTo>
                  <a:cubicBezTo>
                    <a:pt x="4286" y="1028"/>
                    <a:pt x="4136" y="802"/>
                    <a:pt x="3986" y="627"/>
                  </a:cubicBezTo>
                  <a:cubicBezTo>
                    <a:pt x="3810" y="426"/>
                    <a:pt x="3610" y="276"/>
                    <a:pt x="3384" y="176"/>
                  </a:cubicBezTo>
                  <a:cubicBezTo>
                    <a:pt x="3133" y="50"/>
                    <a:pt x="2883" y="0"/>
                    <a:pt x="2607"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42" name="Google Shape;1342;p34"/>
            <p:cNvSpPr/>
            <p:nvPr/>
          </p:nvSpPr>
          <p:spPr>
            <a:xfrm>
              <a:off x="5226975" y="667950"/>
              <a:ext cx="138500" cy="148500"/>
            </a:xfrm>
            <a:custGeom>
              <a:avLst/>
              <a:gdLst/>
              <a:ahLst/>
              <a:cxnLst/>
              <a:rect l="l" t="t" r="r" b="b"/>
              <a:pathLst>
                <a:path w="5540" h="5940" extrusionOk="0">
                  <a:moveTo>
                    <a:pt x="2782" y="1303"/>
                  </a:moveTo>
                  <a:lnTo>
                    <a:pt x="3610" y="3634"/>
                  </a:lnTo>
                  <a:lnTo>
                    <a:pt x="1930" y="3634"/>
                  </a:lnTo>
                  <a:lnTo>
                    <a:pt x="2782" y="1303"/>
                  </a:lnTo>
                  <a:close/>
                  <a:moveTo>
                    <a:pt x="2256" y="0"/>
                  </a:moveTo>
                  <a:lnTo>
                    <a:pt x="1" y="5940"/>
                  </a:lnTo>
                  <a:lnTo>
                    <a:pt x="1178" y="5940"/>
                  </a:lnTo>
                  <a:lnTo>
                    <a:pt x="1730" y="4461"/>
                  </a:lnTo>
                  <a:lnTo>
                    <a:pt x="3810" y="4461"/>
                  </a:lnTo>
                  <a:lnTo>
                    <a:pt x="4361" y="5940"/>
                  </a:lnTo>
                  <a:lnTo>
                    <a:pt x="5539" y="5940"/>
                  </a:lnTo>
                  <a:lnTo>
                    <a:pt x="3284" y="0"/>
                  </a:ln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43" name="Google Shape;1343;p34"/>
            <p:cNvSpPr/>
            <p:nvPr/>
          </p:nvSpPr>
          <p:spPr>
            <a:xfrm>
              <a:off x="5398650" y="667950"/>
              <a:ext cx="104675" cy="148500"/>
            </a:xfrm>
            <a:custGeom>
              <a:avLst/>
              <a:gdLst/>
              <a:ahLst/>
              <a:cxnLst/>
              <a:rect l="l" t="t" r="r" b="b"/>
              <a:pathLst>
                <a:path w="4187" h="5940" extrusionOk="0">
                  <a:moveTo>
                    <a:pt x="1" y="0"/>
                  </a:moveTo>
                  <a:lnTo>
                    <a:pt x="1" y="5940"/>
                  </a:lnTo>
                  <a:lnTo>
                    <a:pt x="4186" y="5940"/>
                  </a:lnTo>
                  <a:lnTo>
                    <a:pt x="4186" y="4937"/>
                  </a:lnTo>
                  <a:lnTo>
                    <a:pt x="1154" y="4937"/>
                  </a:lnTo>
                  <a:lnTo>
                    <a:pt x="1154" y="0"/>
                  </a:ln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44" name="Google Shape;1344;p34"/>
            <p:cNvSpPr/>
            <p:nvPr/>
          </p:nvSpPr>
          <p:spPr>
            <a:xfrm>
              <a:off x="4235125" y="885350"/>
              <a:ext cx="177950" cy="229350"/>
            </a:xfrm>
            <a:custGeom>
              <a:avLst/>
              <a:gdLst/>
              <a:ahLst/>
              <a:cxnLst/>
              <a:rect l="l" t="t" r="r" b="b"/>
              <a:pathLst>
                <a:path w="7118" h="9174" extrusionOk="0">
                  <a:moveTo>
                    <a:pt x="3659" y="1"/>
                  </a:moveTo>
                  <a:cubicBezTo>
                    <a:pt x="3183" y="1"/>
                    <a:pt x="2757" y="51"/>
                    <a:pt x="2356" y="176"/>
                  </a:cubicBezTo>
                  <a:cubicBezTo>
                    <a:pt x="1980" y="302"/>
                    <a:pt x="1604" y="477"/>
                    <a:pt x="1303" y="703"/>
                  </a:cubicBezTo>
                  <a:cubicBezTo>
                    <a:pt x="1003" y="953"/>
                    <a:pt x="777" y="1254"/>
                    <a:pt x="602" y="1605"/>
                  </a:cubicBezTo>
                  <a:cubicBezTo>
                    <a:pt x="451" y="1956"/>
                    <a:pt x="351" y="2357"/>
                    <a:pt x="351" y="2833"/>
                  </a:cubicBezTo>
                  <a:cubicBezTo>
                    <a:pt x="351" y="3159"/>
                    <a:pt x="401" y="3460"/>
                    <a:pt x="501" y="3735"/>
                  </a:cubicBezTo>
                  <a:cubicBezTo>
                    <a:pt x="627" y="3961"/>
                    <a:pt x="777" y="4186"/>
                    <a:pt x="1003" y="4387"/>
                  </a:cubicBezTo>
                  <a:cubicBezTo>
                    <a:pt x="1203" y="4562"/>
                    <a:pt x="1479" y="4738"/>
                    <a:pt x="1780" y="4888"/>
                  </a:cubicBezTo>
                  <a:cubicBezTo>
                    <a:pt x="2105" y="5013"/>
                    <a:pt x="2481" y="5139"/>
                    <a:pt x="2907" y="5264"/>
                  </a:cubicBezTo>
                  <a:cubicBezTo>
                    <a:pt x="3258" y="5364"/>
                    <a:pt x="3584" y="5465"/>
                    <a:pt x="3885" y="5540"/>
                  </a:cubicBezTo>
                  <a:cubicBezTo>
                    <a:pt x="4161" y="5640"/>
                    <a:pt x="4411" y="5715"/>
                    <a:pt x="4612" y="5815"/>
                  </a:cubicBezTo>
                  <a:cubicBezTo>
                    <a:pt x="4812" y="5916"/>
                    <a:pt x="4988" y="6041"/>
                    <a:pt x="5088" y="6166"/>
                  </a:cubicBezTo>
                  <a:cubicBezTo>
                    <a:pt x="5188" y="6317"/>
                    <a:pt x="5263" y="6467"/>
                    <a:pt x="5263" y="6668"/>
                  </a:cubicBezTo>
                  <a:cubicBezTo>
                    <a:pt x="5263" y="7294"/>
                    <a:pt x="4762" y="7595"/>
                    <a:pt x="3810" y="7595"/>
                  </a:cubicBezTo>
                  <a:cubicBezTo>
                    <a:pt x="3459" y="7595"/>
                    <a:pt x="3108" y="7570"/>
                    <a:pt x="2782" y="7470"/>
                  </a:cubicBezTo>
                  <a:cubicBezTo>
                    <a:pt x="2456" y="7394"/>
                    <a:pt x="2156" y="7294"/>
                    <a:pt x="1880" y="7169"/>
                  </a:cubicBezTo>
                  <a:cubicBezTo>
                    <a:pt x="1604" y="7044"/>
                    <a:pt x="1379" y="6918"/>
                    <a:pt x="1178" y="6793"/>
                  </a:cubicBezTo>
                  <a:cubicBezTo>
                    <a:pt x="978" y="6668"/>
                    <a:pt x="852" y="6567"/>
                    <a:pt x="777" y="6492"/>
                  </a:cubicBezTo>
                  <a:lnTo>
                    <a:pt x="0" y="8021"/>
                  </a:lnTo>
                  <a:cubicBezTo>
                    <a:pt x="526" y="8372"/>
                    <a:pt x="1103" y="8673"/>
                    <a:pt x="1780" y="8873"/>
                  </a:cubicBezTo>
                  <a:cubicBezTo>
                    <a:pt x="2431" y="9074"/>
                    <a:pt x="3108" y="9174"/>
                    <a:pt x="3785" y="9174"/>
                  </a:cubicBezTo>
                  <a:cubicBezTo>
                    <a:pt x="4211" y="9174"/>
                    <a:pt x="4637" y="9124"/>
                    <a:pt x="5038" y="9049"/>
                  </a:cubicBezTo>
                  <a:cubicBezTo>
                    <a:pt x="5439" y="8948"/>
                    <a:pt x="5790" y="8773"/>
                    <a:pt x="6115" y="8572"/>
                  </a:cubicBezTo>
                  <a:cubicBezTo>
                    <a:pt x="6416" y="8347"/>
                    <a:pt x="6667" y="8071"/>
                    <a:pt x="6842" y="7745"/>
                  </a:cubicBezTo>
                  <a:cubicBezTo>
                    <a:pt x="7018" y="7394"/>
                    <a:pt x="7118" y="6968"/>
                    <a:pt x="7118" y="6492"/>
                  </a:cubicBezTo>
                  <a:cubicBezTo>
                    <a:pt x="7118" y="6091"/>
                    <a:pt x="7043" y="5740"/>
                    <a:pt x="6917" y="5465"/>
                  </a:cubicBezTo>
                  <a:cubicBezTo>
                    <a:pt x="6792" y="5164"/>
                    <a:pt x="6592" y="4913"/>
                    <a:pt x="6341" y="4713"/>
                  </a:cubicBezTo>
                  <a:cubicBezTo>
                    <a:pt x="6090" y="4512"/>
                    <a:pt x="5790" y="4337"/>
                    <a:pt x="5414" y="4211"/>
                  </a:cubicBezTo>
                  <a:cubicBezTo>
                    <a:pt x="5063" y="4061"/>
                    <a:pt x="4662" y="3936"/>
                    <a:pt x="4211" y="3835"/>
                  </a:cubicBezTo>
                  <a:cubicBezTo>
                    <a:pt x="3885" y="3735"/>
                    <a:pt x="3584" y="3660"/>
                    <a:pt x="3308" y="3585"/>
                  </a:cubicBezTo>
                  <a:cubicBezTo>
                    <a:pt x="3058" y="3510"/>
                    <a:pt x="2857" y="3434"/>
                    <a:pt x="2682" y="3334"/>
                  </a:cubicBezTo>
                  <a:cubicBezTo>
                    <a:pt x="2506" y="3234"/>
                    <a:pt x="2381" y="3134"/>
                    <a:pt x="2281" y="3008"/>
                  </a:cubicBezTo>
                  <a:cubicBezTo>
                    <a:pt x="2206" y="2883"/>
                    <a:pt x="2156" y="2733"/>
                    <a:pt x="2156" y="2532"/>
                  </a:cubicBezTo>
                  <a:cubicBezTo>
                    <a:pt x="2156" y="2231"/>
                    <a:pt x="2281" y="1981"/>
                    <a:pt x="2506" y="1805"/>
                  </a:cubicBezTo>
                  <a:cubicBezTo>
                    <a:pt x="2757" y="1605"/>
                    <a:pt x="3108" y="1530"/>
                    <a:pt x="3609" y="1530"/>
                  </a:cubicBezTo>
                  <a:cubicBezTo>
                    <a:pt x="3860" y="1530"/>
                    <a:pt x="4135" y="1555"/>
                    <a:pt x="4411" y="1630"/>
                  </a:cubicBezTo>
                  <a:cubicBezTo>
                    <a:pt x="4662" y="1705"/>
                    <a:pt x="4912" y="1780"/>
                    <a:pt x="5113" y="1881"/>
                  </a:cubicBezTo>
                  <a:cubicBezTo>
                    <a:pt x="5364" y="1981"/>
                    <a:pt x="5539" y="2081"/>
                    <a:pt x="5689" y="2181"/>
                  </a:cubicBezTo>
                  <a:cubicBezTo>
                    <a:pt x="5865" y="2282"/>
                    <a:pt x="5965" y="2357"/>
                    <a:pt x="6015" y="2407"/>
                  </a:cubicBezTo>
                  <a:lnTo>
                    <a:pt x="6792" y="1003"/>
                  </a:lnTo>
                  <a:cubicBezTo>
                    <a:pt x="6416" y="728"/>
                    <a:pt x="5940" y="477"/>
                    <a:pt x="5414" y="302"/>
                  </a:cubicBezTo>
                  <a:cubicBezTo>
                    <a:pt x="4862" y="101"/>
                    <a:pt x="4286" y="1"/>
                    <a:pt x="3659"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45" name="Google Shape;1345;p34"/>
            <p:cNvSpPr/>
            <p:nvPr/>
          </p:nvSpPr>
          <p:spPr>
            <a:xfrm>
              <a:off x="4450650" y="886600"/>
              <a:ext cx="188000" cy="225600"/>
            </a:xfrm>
            <a:custGeom>
              <a:avLst/>
              <a:gdLst/>
              <a:ahLst/>
              <a:cxnLst/>
              <a:rect l="l" t="t" r="r" b="b"/>
              <a:pathLst>
                <a:path w="7520" h="9024" extrusionOk="0">
                  <a:moveTo>
                    <a:pt x="1" y="1"/>
                  </a:moveTo>
                  <a:lnTo>
                    <a:pt x="1" y="1530"/>
                  </a:lnTo>
                  <a:lnTo>
                    <a:pt x="2908" y="1530"/>
                  </a:lnTo>
                  <a:lnTo>
                    <a:pt x="2908" y="9024"/>
                  </a:lnTo>
                  <a:lnTo>
                    <a:pt x="4637" y="9024"/>
                  </a:lnTo>
                  <a:lnTo>
                    <a:pt x="4637" y="1530"/>
                  </a:lnTo>
                  <a:lnTo>
                    <a:pt x="7520" y="1530"/>
                  </a:lnTo>
                  <a:lnTo>
                    <a:pt x="7520" y="1"/>
                  </a:ln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46" name="Google Shape;1346;p34"/>
            <p:cNvSpPr/>
            <p:nvPr/>
          </p:nvSpPr>
          <p:spPr>
            <a:xfrm>
              <a:off x="4648025" y="886600"/>
              <a:ext cx="210550" cy="225600"/>
            </a:xfrm>
            <a:custGeom>
              <a:avLst/>
              <a:gdLst/>
              <a:ahLst/>
              <a:cxnLst/>
              <a:rect l="l" t="t" r="r" b="b"/>
              <a:pathLst>
                <a:path w="8422" h="9024" extrusionOk="0">
                  <a:moveTo>
                    <a:pt x="4211" y="2006"/>
                  </a:moveTo>
                  <a:lnTo>
                    <a:pt x="5464" y="5540"/>
                  </a:lnTo>
                  <a:lnTo>
                    <a:pt x="2908" y="5540"/>
                  </a:lnTo>
                  <a:lnTo>
                    <a:pt x="4211" y="2006"/>
                  </a:lnTo>
                  <a:close/>
                  <a:moveTo>
                    <a:pt x="3434" y="1"/>
                  </a:moveTo>
                  <a:lnTo>
                    <a:pt x="0" y="9024"/>
                  </a:lnTo>
                  <a:lnTo>
                    <a:pt x="1805" y="9024"/>
                  </a:lnTo>
                  <a:lnTo>
                    <a:pt x="2632" y="6768"/>
                  </a:lnTo>
                  <a:lnTo>
                    <a:pt x="5790" y="6768"/>
                  </a:lnTo>
                  <a:lnTo>
                    <a:pt x="6617" y="9024"/>
                  </a:lnTo>
                  <a:lnTo>
                    <a:pt x="8422" y="9024"/>
                  </a:lnTo>
                  <a:lnTo>
                    <a:pt x="4988" y="1"/>
                  </a:ln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47" name="Google Shape;1347;p34"/>
            <p:cNvSpPr/>
            <p:nvPr/>
          </p:nvSpPr>
          <p:spPr>
            <a:xfrm>
              <a:off x="4867325" y="886600"/>
              <a:ext cx="188000" cy="225600"/>
            </a:xfrm>
            <a:custGeom>
              <a:avLst/>
              <a:gdLst/>
              <a:ahLst/>
              <a:cxnLst/>
              <a:rect l="l" t="t" r="r" b="b"/>
              <a:pathLst>
                <a:path w="7520" h="9024" extrusionOk="0">
                  <a:moveTo>
                    <a:pt x="0" y="1"/>
                  </a:moveTo>
                  <a:lnTo>
                    <a:pt x="0" y="1530"/>
                  </a:lnTo>
                  <a:lnTo>
                    <a:pt x="2883" y="1530"/>
                  </a:lnTo>
                  <a:lnTo>
                    <a:pt x="2883" y="9024"/>
                  </a:lnTo>
                  <a:lnTo>
                    <a:pt x="4637" y="9024"/>
                  </a:lnTo>
                  <a:lnTo>
                    <a:pt x="4637" y="1530"/>
                  </a:lnTo>
                  <a:lnTo>
                    <a:pt x="7519" y="1530"/>
                  </a:lnTo>
                  <a:lnTo>
                    <a:pt x="7519" y="1"/>
                  </a:ln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48" name="Google Shape;1348;p34"/>
            <p:cNvSpPr/>
            <p:nvPr/>
          </p:nvSpPr>
          <p:spPr>
            <a:xfrm>
              <a:off x="5108550" y="886600"/>
              <a:ext cx="43900" cy="225600"/>
            </a:xfrm>
            <a:custGeom>
              <a:avLst/>
              <a:gdLst/>
              <a:ahLst/>
              <a:cxnLst/>
              <a:rect l="l" t="t" r="r" b="b"/>
              <a:pathLst>
                <a:path w="1756" h="9024" extrusionOk="0">
                  <a:moveTo>
                    <a:pt x="1" y="1"/>
                  </a:moveTo>
                  <a:lnTo>
                    <a:pt x="1" y="9024"/>
                  </a:lnTo>
                  <a:lnTo>
                    <a:pt x="1755" y="9024"/>
                  </a:lnTo>
                  <a:lnTo>
                    <a:pt x="1755" y="1"/>
                  </a:ln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49" name="Google Shape;1349;p34"/>
            <p:cNvSpPr/>
            <p:nvPr/>
          </p:nvSpPr>
          <p:spPr>
            <a:xfrm>
              <a:off x="5211300" y="885350"/>
              <a:ext cx="219950" cy="228725"/>
            </a:xfrm>
            <a:custGeom>
              <a:avLst/>
              <a:gdLst/>
              <a:ahLst/>
              <a:cxnLst/>
              <a:rect l="l" t="t" r="r" b="b"/>
              <a:pathLst>
                <a:path w="8798" h="9149" extrusionOk="0">
                  <a:moveTo>
                    <a:pt x="4412" y="1555"/>
                  </a:moveTo>
                  <a:cubicBezTo>
                    <a:pt x="4813" y="1555"/>
                    <a:pt x="5189" y="1630"/>
                    <a:pt x="5490" y="1805"/>
                  </a:cubicBezTo>
                  <a:cubicBezTo>
                    <a:pt x="5841" y="1956"/>
                    <a:pt x="6116" y="2181"/>
                    <a:pt x="6317" y="2457"/>
                  </a:cubicBezTo>
                  <a:cubicBezTo>
                    <a:pt x="6567" y="2758"/>
                    <a:pt x="6743" y="3059"/>
                    <a:pt x="6843" y="3434"/>
                  </a:cubicBezTo>
                  <a:cubicBezTo>
                    <a:pt x="6968" y="3785"/>
                    <a:pt x="7044" y="4186"/>
                    <a:pt x="7044" y="4562"/>
                  </a:cubicBezTo>
                  <a:cubicBezTo>
                    <a:pt x="7044" y="4938"/>
                    <a:pt x="6968" y="5314"/>
                    <a:pt x="6868" y="5665"/>
                  </a:cubicBezTo>
                  <a:cubicBezTo>
                    <a:pt x="6743" y="6016"/>
                    <a:pt x="6592" y="6342"/>
                    <a:pt x="6342" y="6643"/>
                  </a:cubicBezTo>
                  <a:cubicBezTo>
                    <a:pt x="6141" y="6918"/>
                    <a:pt x="5866" y="7169"/>
                    <a:pt x="5540" y="7344"/>
                  </a:cubicBezTo>
                  <a:cubicBezTo>
                    <a:pt x="5214" y="7495"/>
                    <a:pt x="4838" y="7595"/>
                    <a:pt x="4412" y="7595"/>
                  </a:cubicBezTo>
                  <a:cubicBezTo>
                    <a:pt x="3986" y="7595"/>
                    <a:pt x="3610" y="7495"/>
                    <a:pt x="3284" y="7344"/>
                  </a:cubicBezTo>
                  <a:cubicBezTo>
                    <a:pt x="2958" y="7169"/>
                    <a:pt x="2683" y="6943"/>
                    <a:pt x="2457" y="6668"/>
                  </a:cubicBezTo>
                  <a:cubicBezTo>
                    <a:pt x="2257" y="6392"/>
                    <a:pt x="2081" y="6066"/>
                    <a:pt x="1956" y="5690"/>
                  </a:cubicBezTo>
                  <a:cubicBezTo>
                    <a:pt x="1831" y="5339"/>
                    <a:pt x="1780" y="4963"/>
                    <a:pt x="1780" y="4562"/>
                  </a:cubicBezTo>
                  <a:cubicBezTo>
                    <a:pt x="1780" y="4186"/>
                    <a:pt x="1831" y="3835"/>
                    <a:pt x="1931" y="3460"/>
                  </a:cubicBezTo>
                  <a:cubicBezTo>
                    <a:pt x="2056" y="3109"/>
                    <a:pt x="2232" y="2783"/>
                    <a:pt x="2457" y="2507"/>
                  </a:cubicBezTo>
                  <a:cubicBezTo>
                    <a:pt x="2683" y="2206"/>
                    <a:pt x="2958" y="1981"/>
                    <a:pt x="3284" y="1830"/>
                  </a:cubicBezTo>
                  <a:cubicBezTo>
                    <a:pt x="3610" y="1630"/>
                    <a:pt x="3986" y="1555"/>
                    <a:pt x="4412" y="1555"/>
                  </a:cubicBezTo>
                  <a:close/>
                  <a:moveTo>
                    <a:pt x="4437" y="1"/>
                  </a:moveTo>
                  <a:cubicBezTo>
                    <a:pt x="3810" y="1"/>
                    <a:pt x="3209" y="126"/>
                    <a:pt x="2658" y="377"/>
                  </a:cubicBezTo>
                  <a:cubicBezTo>
                    <a:pt x="2131" y="627"/>
                    <a:pt x="1655" y="953"/>
                    <a:pt x="1254" y="1379"/>
                  </a:cubicBezTo>
                  <a:cubicBezTo>
                    <a:pt x="878" y="1805"/>
                    <a:pt x="552" y="2282"/>
                    <a:pt x="327" y="2833"/>
                  </a:cubicBezTo>
                  <a:cubicBezTo>
                    <a:pt x="101" y="3384"/>
                    <a:pt x="1" y="3961"/>
                    <a:pt x="1" y="4562"/>
                  </a:cubicBezTo>
                  <a:cubicBezTo>
                    <a:pt x="1" y="5139"/>
                    <a:pt x="101" y="5715"/>
                    <a:pt x="327" y="6267"/>
                  </a:cubicBezTo>
                  <a:cubicBezTo>
                    <a:pt x="527" y="6793"/>
                    <a:pt x="828" y="7294"/>
                    <a:pt x="1204" y="7720"/>
                  </a:cubicBezTo>
                  <a:cubicBezTo>
                    <a:pt x="1605" y="8146"/>
                    <a:pt x="2056" y="8497"/>
                    <a:pt x="2582" y="8748"/>
                  </a:cubicBezTo>
                  <a:cubicBezTo>
                    <a:pt x="3134" y="9023"/>
                    <a:pt x="3735" y="9149"/>
                    <a:pt x="4387" y="9149"/>
                  </a:cubicBezTo>
                  <a:cubicBezTo>
                    <a:pt x="5039" y="9149"/>
                    <a:pt x="5615" y="9023"/>
                    <a:pt x="6166" y="8773"/>
                  </a:cubicBezTo>
                  <a:cubicBezTo>
                    <a:pt x="6693" y="8522"/>
                    <a:pt x="7169" y="8171"/>
                    <a:pt x="7570" y="7770"/>
                  </a:cubicBezTo>
                  <a:cubicBezTo>
                    <a:pt x="7946" y="7344"/>
                    <a:pt x="8247" y="6868"/>
                    <a:pt x="8472" y="6317"/>
                  </a:cubicBezTo>
                  <a:cubicBezTo>
                    <a:pt x="8698" y="5765"/>
                    <a:pt x="8798" y="5189"/>
                    <a:pt x="8798" y="4587"/>
                  </a:cubicBezTo>
                  <a:cubicBezTo>
                    <a:pt x="8798" y="4011"/>
                    <a:pt x="8698" y="3460"/>
                    <a:pt x="8497" y="2908"/>
                  </a:cubicBezTo>
                  <a:cubicBezTo>
                    <a:pt x="8272" y="2357"/>
                    <a:pt x="7971" y="1881"/>
                    <a:pt x="7595" y="1429"/>
                  </a:cubicBezTo>
                  <a:cubicBezTo>
                    <a:pt x="7219" y="1003"/>
                    <a:pt x="6768" y="652"/>
                    <a:pt x="6217" y="402"/>
                  </a:cubicBezTo>
                  <a:cubicBezTo>
                    <a:pt x="5690" y="126"/>
                    <a:pt x="5089" y="1"/>
                    <a:pt x="4437"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50" name="Google Shape;1350;p34"/>
            <p:cNvSpPr/>
            <p:nvPr/>
          </p:nvSpPr>
          <p:spPr>
            <a:xfrm>
              <a:off x="5490750" y="886600"/>
              <a:ext cx="195525" cy="225600"/>
            </a:xfrm>
            <a:custGeom>
              <a:avLst/>
              <a:gdLst/>
              <a:ahLst/>
              <a:cxnLst/>
              <a:rect l="l" t="t" r="r" b="b"/>
              <a:pathLst>
                <a:path w="7821" h="9024" extrusionOk="0">
                  <a:moveTo>
                    <a:pt x="1" y="1"/>
                  </a:moveTo>
                  <a:lnTo>
                    <a:pt x="1" y="9024"/>
                  </a:lnTo>
                  <a:lnTo>
                    <a:pt x="1755" y="9024"/>
                  </a:lnTo>
                  <a:lnTo>
                    <a:pt x="1755" y="3234"/>
                  </a:lnTo>
                  <a:lnTo>
                    <a:pt x="6392" y="9024"/>
                  </a:lnTo>
                  <a:lnTo>
                    <a:pt x="7821" y="9024"/>
                  </a:lnTo>
                  <a:lnTo>
                    <a:pt x="7821" y="26"/>
                  </a:lnTo>
                  <a:lnTo>
                    <a:pt x="6066" y="26"/>
                  </a:lnTo>
                  <a:lnTo>
                    <a:pt x="6066" y="5916"/>
                  </a:lnTo>
                  <a:lnTo>
                    <a:pt x="1354" y="1"/>
                  </a:ln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51" name="Google Shape;1351;p34"/>
            <p:cNvSpPr/>
            <p:nvPr/>
          </p:nvSpPr>
          <p:spPr>
            <a:xfrm>
              <a:off x="6297150" y="1991250"/>
              <a:ext cx="114700" cy="1138500"/>
            </a:xfrm>
            <a:custGeom>
              <a:avLst/>
              <a:gdLst/>
              <a:ahLst/>
              <a:cxnLst/>
              <a:rect l="l" t="t" r="r" b="b"/>
              <a:pathLst>
                <a:path w="4588" h="45540" extrusionOk="0">
                  <a:moveTo>
                    <a:pt x="1" y="1"/>
                  </a:moveTo>
                  <a:lnTo>
                    <a:pt x="1" y="45540"/>
                  </a:lnTo>
                  <a:lnTo>
                    <a:pt x="4587" y="45540"/>
                  </a:lnTo>
                  <a:lnTo>
                    <a:pt x="4587" y="1"/>
                  </a:ln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52" name="Google Shape;1352;p34"/>
            <p:cNvSpPr/>
            <p:nvPr/>
          </p:nvSpPr>
          <p:spPr>
            <a:xfrm>
              <a:off x="4166825" y="5218725"/>
              <a:ext cx="2245025" cy="244375"/>
            </a:xfrm>
            <a:custGeom>
              <a:avLst/>
              <a:gdLst/>
              <a:ahLst/>
              <a:cxnLst/>
              <a:rect l="l" t="t" r="r" b="b"/>
              <a:pathLst>
                <a:path w="89801" h="9775" extrusionOk="0">
                  <a:moveTo>
                    <a:pt x="89800" y="0"/>
                  </a:moveTo>
                  <a:lnTo>
                    <a:pt x="0" y="401"/>
                  </a:lnTo>
                  <a:lnTo>
                    <a:pt x="0" y="9775"/>
                  </a:lnTo>
                  <a:lnTo>
                    <a:pt x="89800" y="9775"/>
                  </a:lnTo>
                  <a:lnTo>
                    <a:pt x="89800" y="0"/>
                  </a:lnTo>
                  <a:close/>
                </a:path>
              </a:pathLst>
            </a:custGeom>
            <a:solidFill>
              <a:srgbClr val="0070C0"/>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53" name="Google Shape;1353;p34"/>
            <p:cNvSpPr/>
            <p:nvPr/>
          </p:nvSpPr>
          <p:spPr>
            <a:xfrm>
              <a:off x="4166825" y="3055800"/>
              <a:ext cx="2245025" cy="2172975"/>
            </a:xfrm>
            <a:custGeom>
              <a:avLst/>
              <a:gdLst/>
              <a:ahLst/>
              <a:cxnLst/>
              <a:rect l="l" t="t" r="r" b="b"/>
              <a:pathLst>
                <a:path w="89801" h="86919" extrusionOk="0">
                  <a:moveTo>
                    <a:pt x="72306" y="0"/>
                  </a:moveTo>
                  <a:lnTo>
                    <a:pt x="0" y="86918"/>
                  </a:lnTo>
                  <a:lnTo>
                    <a:pt x="89800" y="86918"/>
                  </a:lnTo>
                  <a:lnTo>
                    <a:pt x="89800" y="0"/>
                  </a:lnTo>
                  <a:close/>
                </a:path>
              </a:pathLst>
            </a:custGeom>
            <a:solidFill>
              <a:schemeClr val="accent4">
                <a:lumMod val="50000"/>
              </a:schemeClr>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1354" name="Google Shape;1354;p34"/>
            <p:cNvSpPr/>
            <p:nvPr/>
          </p:nvSpPr>
          <p:spPr>
            <a:xfrm>
              <a:off x="4741375" y="4978125"/>
              <a:ext cx="1599675" cy="25"/>
            </a:xfrm>
            <a:custGeom>
              <a:avLst/>
              <a:gdLst/>
              <a:ahLst/>
              <a:cxnLst/>
              <a:rect l="l" t="t" r="r" b="b"/>
              <a:pathLst>
                <a:path w="63987" h="1" fill="none" extrusionOk="0">
                  <a:moveTo>
                    <a:pt x="1" y="0"/>
                  </a:moveTo>
                  <a:lnTo>
                    <a:pt x="63986" y="0"/>
                  </a:lnTo>
                </a:path>
              </a:pathLst>
            </a:custGeom>
            <a:noFill/>
            <a:ln w="20675" cap="flat" cmpd="sng">
              <a:solidFill>
                <a:srgbClr val="FCFCFC"/>
              </a:solidFill>
              <a:prstDash val="solid"/>
              <a:miter lim="25062"/>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55" name="Google Shape;1355;p34"/>
            <p:cNvSpPr/>
            <p:nvPr/>
          </p:nvSpPr>
          <p:spPr>
            <a:xfrm>
              <a:off x="5002025" y="4716825"/>
              <a:ext cx="1338400" cy="25"/>
            </a:xfrm>
            <a:custGeom>
              <a:avLst/>
              <a:gdLst/>
              <a:ahLst/>
              <a:cxnLst/>
              <a:rect l="l" t="t" r="r" b="b"/>
              <a:pathLst>
                <a:path w="53536" h="1" fill="none" extrusionOk="0">
                  <a:moveTo>
                    <a:pt x="1" y="1"/>
                  </a:moveTo>
                  <a:lnTo>
                    <a:pt x="53535" y="1"/>
                  </a:lnTo>
                </a:path>
              </a:pathLst>
            </a:custGeom>
            <a:noFill/>
            <a:ln w="20675" cap="flat" cmpd="sng">
              <a:solidFill>
                <a:srgbClr val="FCFCFC"/>
              </a:solidFill>
              <a:prstDash val="solid"/>
              <a:miter lim="25062"/>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56" name="Google Shape;1356;p34"/>
            <p:cNvSpPr/>
            <p:nvPr/>
          </p:nvSpPr>
          <p:spPr>
            <a:xfrm>
              <a:off x="5263325" y="4455550"/>
              <a:ext cx="1074575" cy="25"/>
            </a:xfrm>
            <a:custGeom>
              <a:avLst/>
              <a:gdLst/>
              <a:ahLst/>
              <a:cxnLst/>
              <a:rect l="l" t="t" r="r" b="b"/>
              <a:pathLst>
                <a:path w="42983" h="1" fill="none" extrusionOk="0">
                  <a:moveTo>
                    <a:pt x="0" y="1"/>
                  </a:moveTo>
                  <a:lnTo>
                    <a:pt x="42983" y="1"/>
                  </a:lnTo>
                </a:path>
              </a:pathLst>
            </a:custGeom>
            <a:noFill/>
            <a:ln w="20675" cap="flat" cmpd="sng">
              <a:solidFill>
                <a:srgbClr val="FCFCFC"/>
              </a:solidFill>
              <a:prstDash val="solid"/>
              <a:miter lim="25062"/>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57" name="Google Shape;1357;p34"/>
            <p:cNvSpPr/>
            <p:nvPr/>
          </p:nvSpPr>
          <p:spPr>
            <a:xfrm>
              <a:off x="5482625" y="4194900"/>
              <a:ext cx="855900" cy="25"/>
            </a:xfrm>
            <a:custGeom>
              <a:avLst/>
              <a:gdLst/>
              <a:ahLst/>
              <a:cxnLst/>
              <a:rect l="l" t="t" r="r" b="b"/>
              <a:pathLst>
                <a:path w="34236" h="1" fill="none" extrusionOk="0">
                  <a:moveTo>
                    <a:pt x="0" y="1"/>
                  </a:moveTo>
                  <a:lnTo>
                    <a:pt x="34236" y="1"/>
                  </a:lnTo>
                </a:path>
              </a:pathLst>
            </a:custGeom>
            <a:noFill/>
            <a:ln w="20675" cap="flat" cmpd="sng">
              <a:solidFill>
                <a:srgbClr val="FCFCFC"/>
              </a:solidFill>
              <a:prstDash val="solid"/>
              <a:miter lim="25062"/>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58" name="Google Shape;1358;p34"/>
            <p:cNvSpPr/>
            <p:nvPr/>
          </p:nvSpPr>
          <p:spPr>
            <a:xfrm>
              <a:off x="5659925" y="3933625"/>
              <a:ext cx="677350" cy="25"/>
            </a:xfrm>
            <a:custGeom>
              <a:avLst/>
              <a:gdLst/>
              <a:ahLst/>
              <a:cxnLst/>
              <a:rect l="l" t="t" r="r" b="b"/>
              <a:pathLst>
                <a:path w="27094" h="1" fill="none" extrusionOk="0">
                  <a:moveTo>
                    <a:pt x="1" y="0"/>
                  </a:moveTo>
                  <a:lnTo>
                    <a:pt x="27094" y="0"/>
                  </a:lnTo>
                </a:path>
              </a:pathLst>
            </a:custGeom>
            <a:noFill/>
            <a:ln w="20675" cap="flat" cmpd="sng">
              <a:solidFill>
                <a:srgbClr val="FCFCFC"/>
              </a:solidFill>
              <a:prstDash val="solid"/>
              <a:miter lim="25062"/>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59" name="Google Shape;1359;p34"/>
            <p:cNvSpPr/>
            <p:nvPr/>
          </p:nvSpPr>
          <p:spPr>
            <a:xfrm>
              <a:off x="5921225" y="3672350"/>
              <a:ext cx="420450" cy="25"/>
            </a:xfrm>
            <a:custGeom>
              <a:avLst/>
              <a:gdLst/>
              <a:ahLst/>
              <a:cxnLst/>
              <a:rect l="l" t="t" r="r" b="b"/>
              <a:pathLst>
                <a:path w="16818" h="1" fill="none" extrusionOk="0">
                  <a:moveTo>
                    <a:pt x="0" y="0"/>
                  </a:moveTo>
                  <a:lnTo>
                    <a:pt x="16817" y="0"/>
                  </a:lnTo>
                </a:path>
              </a:pathLst>
            </a:custGeom>
            <a:noFill/>
            <a:ln w="20675" cap="flat" cmpd="sng">
              <a:solidFill>
                <a:srgbClr val="FCFCFC"/>
              </a:solidFill>
              <a:prstDash val="solid"/>
              <a:miter lim="25062"/>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60" name="Google Shape;1360;p34"/>
            <p:cNvSpPr/>
            <p:nvPr/>
          </p:nvSpPr>
          <p:spPr>
            <a:xfrm>
              <a:off x="6098525" y="3411700"/>
              <a:ext cx="243150" cy="25"/>
            </a:xfrm>
            <a:custGeom>
              <a:avLst/>
              <a:gdLst/>
              <a:ahLst/>
              <a:cxnLst/>
              <a:rect l="l" t="t" r="r" b="b"/>
              <a:pathLst>
                <a:path w="9726" h="1" fill="none" extrusionOk="0">
                  <a:moveTo>
                    <a:pt x="1" y="0"/>
                  </a:moveTo>
                  <a:lnTo>
                    <a:pt x="9725" y="0"/>
                  </a:lnTo>
                </a:path>
              </a:pathLst>
            </a:custGeom>
            <a:noFill/>
            <a:ln w="20675" cap="flat" cmpd="sng">
              <a:solidFill>
                <a:srgbClr val="FCFCFC"/>
              </a:solidFill>
              <a:prstDash val="solid"/>
              <a:miter lim="25062"/>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61" name="Google Shape;1361;p34"/>
            <p:cNvSpPr/>
            <p:nvPr/>
          </p:nvSpPr>
          <p:spPr>
            <a:xfrm>
              <a:off x="6216325" y="3228725"/>
              <a:ext cx="125350" cy="25"/>
            </a:xfrm>
            <a:custGeom>
              <a:avLst/>
              <a:gdLst/>
              <a:ahLst/>
              <a:cxnLst/>
              <a:rect l="l" t="t" r="r" b="b"/>
              <a:pathLst>
                <a:path w="5014" h="1" fill="none" extrusionOk="0">
                  <a:moveTo>
                    <a:pt x="1" y="1"/>
                  </a:moveTo>
                  <a:lnTo>
                    <a:pt x="5013" y="1"/>
                  </a:lnTo>
                </a:path>
              </a:pathLst>
            </a:custGeom>
            <a:noFill/>
            <a:ln w="20675" cap="flat" cmpd="sng">
              <a:solidFill>
                <a:srgbClr val="FCFCFC"/>
              </a:solidFill>
              <a:prstDash val="solid"/>
              <a:miter lim="25062"/>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
        <p:nvSpPr>
          <p:cNvPr id="1362" name="Google Shape;1362;p34"/>
          <p:cNvSpPr/>
          <p:nvPr/>
        </p:nvSpPr>
        <p:spPr>
          <a:xfrm>
            <a:off x="3743350" y="359025"/>
            <a:ext cx="1149750" cy="1149725"/>
          </a:xfrm>
          <a:custGeom>
            <a:avLst/>
            <a:gdLst/>
            <a:ahLst/>
            <a:cxnLst/>
            <a:rect l="l" t="t" r="r" b="b"/>
            <a:pathLst>
              <a:path w="45990" h="45989" extrusionOk="0">
                <a:moveTo>
                  <a:pt x="1" y="22995"/>
                </a:moveTo>
                <a:cubicBezTo>
                  <a:pt x="1" y="35691"/>
                  <a:pt x="10299" y="45989"/>
                  <a:pt x="22995" y="45989"/>
                </a:cubicBezTo>
                <a:lnTo>
                  <a:pt x="22995" y="45989"/>
                </a:lnTo>
                <a:cubicBezTo>
                  <a:pt x="35691" y="45989"/>
                  <a:pt x="45989" y="35691"/>
                  <a:pt x="45989" y="22995"/>
                </a:cubicBezTo>
                <a:lnTo>
                  <a:pt x="45989" y="22995"/>
                </a:lnTo>
                <a:cubicBezTo>
                  <a:pt x="45989" y="10298"/>
                  <a:pt x="35691" y="0"/>
                  <a:pt x="22995" y="0"/>
                </a:cubicBezTo>
                <a:lnTo>
                  <a:pt x="22995" y="0"/>
                </a:lnTo>
                <a:cubicBezTo>
                  <a:pt x="10299" y="0"/>
                  <a:pt x="1" y="10298"/>
                  <a:pt x="1" y="22995"/>
                </a:cubicBezTo>
                <a:close/>
              </a:path>
            </a:pathLst>
          </a:custGeom>
          <a:solidFill>
            <a:srgbClr val="0070C0"/>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63" name="Google Shape;1363;p34"/>
          <p:cNvSpPr/>
          <p:nvPr/>
        </p:nvSpPr>
        <p:spPr>
          <a:xfrm>
            <a:off x="1704525" y="271725"/>
            <a:ext cx="3403700" cy="364450"/>
          </a:xfrm>
          <a:custGeom>
            <a:avLst/>
            <a:gdLst/>
            <a:ahLst/>
            <a:cxnLst/>
            <a:rect l="l" t="t" r="r" b="b"/>
            <a:pathLst>
              <a:path w="136148" h="14578" extrusionOk="0">
                <a:moveTo>
                  <a:pt x="102228" y="0"/>
                </a:moveTo>
                <a:cubicBezTo>
                  <a:pt x="82573" y="0"/>
                  <a:pt x="77181" y="2414"/>
                  <a:pt x="85034" y="3088"/>
                </a:cubicBezTo>
                <a:cubicBezTo>
                  <a:pt x="92886" y="3762"/>
                  <a:pt x="106946" y="7900"/>
                  <a:pt x="64140" y="7900"/>
                </a:cubicBezTo>
                <a:cubicBezTo>
                  <a:pt x="46663" y="7900"/>
                  <a:pt x="0" y="14577"/>
                  <a:pt x="71460" y="14577"/>
                </a:cubicBezTo>
                <a:lnTo>
                  <a:pt x="116790" y="14577"/>
                </a:lnTo>
                <a:cubicBezTo>
                  <a:pt x="136147" y="14577"/>
                  <a:pt x="125849" y="8997"/>
                  <a:pt x="112542" y="8997"/>
                </a:cubicBezTo>
                <a:cubicBezTo>
                  <a:pt x="106225" y="8997"/>
                  <a:pt x="134110" y="0"/>
                  <a:pt x="102228" y="0"/>
                </a:cubicBezTo>
                <a:close/>
              </a:path>
            </a:pathLst>
          </a:custGeom>
          <a:solidFill>
            <a:srgbClr val="FFFFFF">
              <a:alpha val="41070"/>
            </a:srgbClr>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64" name="Google Shape;1364;p34"/>
          <p:cNvSpPr/>
          <p:nvPr/>
        </p:nvSpPr>
        <p:spPr>
          <a:xfrm rot="-2231248" flipH="1">
            <a:off x="5706368" y="747535"/>
            <a:ext cx="240403" cy="114379"/>
          </a:xfrm>
          <a:custGeom>
            <a:avLst/>
            <a:gdLst/>
            <a:ahLst/>
            <a:cxnLst/>
            <a:rect l="l" t="t" r="r" b="b"/>
            <a:pathLst>
              <a:path w="2560" h="1218" extrusionOk="0">
                <a:moveTo>
                  <a:pt x="2192" y="116"/>
                </a:moveTo>
                <a:cubicBezTo>
                  <a:pt x="2088" y="169"/>
                  <a:pt x="1972" y="231"/>
                  <a:pt x="1867" y="305"/>
                </a:cubicBezTo>
                <a:lnTo>
                  <a:pt x="1867" y="305"/>
                </a:lnTo>
                <a:cubicBezTo>
                  <a:pt x="1762" y="378"/>
                  <a:pt x="1668" y="462"/>
                  <a:pt x="1574" y="557"/>
                </a:cubicBezTo>
                <a:lnTo>
                  <a:pt x="1574" y="557"/>
                </a:lnTo>
                <a:cubicBezTo>
                  <a:pt x="1521" y="598"/>
                  <a:pt x="1479" y="651"/>
                  <a:pt x="1437" y="714"/>
                </a:cubicBezTo>
                <a:lnTo>
                  <a:pt x="1437" y="714"/>
                </a:lnTo>
                <a:cubicBezTo>
                  <a:pt x="1354" y="661"/>
                  <a:pt x="1280" y="630"/>
                  <a:pt x="1207" y="609"/>
                </a:cubicBezTo>
                <a:lnTo>
                  <a:pt x="1207" y="609"/>
                </a:lnTo>
                <a:cubicBezTo>
                  <a:pt x="1070" y="557"/>
                  <a:pt x="934" y="525"/>
                  <a:pt x="798" y="515"/>
                </a:cubicBezTo>
                <a:lnTo>
                  <a:pt x="798" y="515"/>
                </a:lnTo>
                <a:cubicBezTo>
                  <a:pt x="672" y="494"/>
                  <a:pt x="536" y="494"/>
                  <a:pt x="399" y="494"/>
                </a:cubicBezTo>
                <a:lnTo>
                  <a:pt x="399" y="494"/>
                </a:lnTo>
                <a:cubicBezTo>
                  <a:pt x="263" y="504"/>
                  <a:pt x="137" y="515"/>
                  <a:pt x="1" y="546"/>
                </a:cubicBezTo>
                <a:lnTo>
                  <a:pt x="1" y="546"/>
                </a:lnTo>
                <a:cubicBezTo>
                  <a:pt x="252" y="630"/>
                  <a:pt x="504" y="703"/>
                  <a:pt x="745" y="787"/>
                </a:cubicBezTo>
                <a:lnTo>
                  <a:pt x="745" y="787"/>
                </a:lnTo>
                <a:cubicBezTo>
                  <a:pt x="861" y="829"/>
                  <a:pt x="976" y="861"/>
                  <a:pt x="1081" y="913"/>
                </a:cubicBezTo>
                <a:lnTo>
                  <a:pt x="1081" y="913"/>
                </a:lnTo>
                <a:cubicBezTo>
                  <a:pt x="1186" y="965"/>
                  <a:pt x="1291" y="1018"/>
                  <a:pt x="1364" y="1081"/>
                </a:cubicBezTo>
                <a:lnTo>
                  <a:pt x="1364" y="1081"/>
                </a:lnTo>
                <a:lnTo>
                  <a:pt x="1521" y="1217"/>
                </a:lnTo>
                <a:lnTo>
                  <a:pt x="1626" y="1039"/>
                </a:lnTo>
                <a:cubicBezTo>
                  <a:pt x="1731" y="861"/>
                  <a:pt x="1888" y="682"/>
                  <a:pt x="2046" y="504"/>
                </a:cubicBezTo>
                <a:lnTo>
                  <a:pt x="2046" y="504"/>
                </a:lnTo>
                <a:cubicBezTo>
                  <a:pt x="2203" y="336"/>
                  <a:pt x="2371" y="169"/>
                  <a:pt x="2559" y="1"/>
                </a:cubicBezTo>
                <a:lnTo>
                  <a:pt x="2559" y="1"/>
                </a:lnTo>
                <a:cubicBezTo>
                  <a:pt x="2434" y="11"/>
                  <a:pt x="2308" y="64"/>
                  <a:pt x="2192" y="116"/>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 name="Google Shape;1273;p34">
            <a:extLst>
              <a:ext uri="{FF2B5EF4-FFF2-40B4-BE49-F238E27FC236}">
                <a16:creationId xmlns:a16="http://schemas.microsoft.com/office/drawing/2014/main" id="{6901BDF7-1CD6-C10B-68CA-AD0E18C6E4A4}"/>
              </a:ext>
            </a:extLst>
          </p:cNvPr>
          <p:cNvSpPr txBox="1">
            <a:spLocks noGrp="1"/>
          </p:cNvSpPr>
          <p:nvPr>
            <p:ph type="title"/>
          </p:nvPr>
        </p:nvSpPr>
        <p:spPr>
          <a:xfrm>
            <a:off x="45345" y="2198684"/>
            <a:ext cx="4414669" cy="1118400"/>
          </a:xfrm>
          <a:prstGeom prst="rect">
            <a:avLst/>
          </a:prstGeom>
        </p:spPr>
        <p:txBody>
          <a:bodyPr spcFirstLastPara="1" wrap="square" lIns="91425" tIns="91425" rIns="91425" bIns="91425" anchor="ctr" anchorCtr="0">
            <a:noAutofit/>
          </a:bodyPr>
          <a:lstStyle/>
          <a:p>
            <a:pPr lvl="0"/>
            <a:r>
              <a:rPr lang="en-US" dirty="0"/>
              <a:t>Visualization</a:t>
            </a:r>
            <a:endParaRPr lang="en-US" i="1" dirty="0"/>
          </a:p>
        </p:txBody>
      </p:sp>
    </p:spTree>
    <p:extLst>
      <p:ext uri="{BB962C8B-B14F-4D97-AF65-F5344CB8AC3E}">
        <p14:creationId xmlns:p14="http://schemas.microsoft.com/office/powerpoint/2010/main" val="36444730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7" presetClass="path" presetSubtype="0" accel="50000" decel="50000" fill="hold" nodeType="afterEffect">
                                  <p:stCondLst>
                                    <p:cond delay="0"/>
                                  </p:stCondLst>
                                  <p:childTnLst>
                                    <p:animMotion origin="layout" path="M 0.34843 -0.26172 C 0.37048 -0.24938 0.34062 -0.24598 0.30903 -0.22376 C 0.27743 -0.20031 0.20173 -0.15401 0.1585 -0.12407 C 0.1151 -0.09382 0.03559 -0.03179 0.04948 -0.04105 C 0.07153 -0.05432 -0.39011 0.15062 -0.36736 0.1392 " pathEditMode="relative" rAng="0" ptsTypes="AAAAA">
                                      <p:cBhvr>
                                        <p:cTn id="6" dur="1000" fill="hold"/>
                                        <p:tgtEl>
                                          <p:spTgt spid="4"/>
                                        </p:tgtEl>
                                        <p:attrNameLst>
                                          <p:attrName>ppt_x</p:attrName>
                                          <p:attrName>ppt_y</p:attrName>
                                        </p:attrNameLst>
                                      </p:cBhvr>
                                      <p:rCtr x="-35451" y="20062"/>
                                    </p:animMotion>
                                  </p:childTnLst>
                                </p:cTn>
                              </p:par>
                              <p:par>
                                <p:cTn id="7" presetID="53" presetClass="entr" presetSubtype="16" fill="hold" nodeType="withEffect">
                                  <p:stCondLst>
                                    <p:cond delay="0"/>
                                  </p:stCondLst>
                                  <p:childTnLst>
                                    <p:set>
                                      <p:cBhvr>
                                        <p:cTn id="8" dur="1" fill="hold">
                                          <p:stCondLst>
                                            <p:cond delay="0"/>
                                          </p:stCondLst>
                                        </p:cTn>
                                        <p:tgtEl>
                                          <p:spTgt spid="4"/>
                                        </p:tgtEl>
                                        <p:attrNameLst>
                                          <p:attrName>style.visibility</p:attrName>
                                        </p:attrNameLst>
                                      </p:cBhvr>
                                      <p:to>
                                        <p:strVal val="visible"/>
                                      </p:to>
                                    </p:set>
                                    <p:anim calcmode="lin" valueType="num">
                                      <p:cBhvr>
                                        <p:cTn id="9" dur="1000" fill="hold"/>
                                        <p:tgtEl>
                                          <p:spTgt spid="4"/>
                                        </p:tgtEl>
                                        <p:attrNameLst>
                                          <p:attrName>ppt_w</p:attrName>
                                        </p:attrNameLst>
                                      </p:cBhvr>
                                      <p:tavLst>
                                        <p:tav tm="0">
                                          <p:val>
                                            <p:fltVal val="0"/>
                                          </p:val>
                                        </p:tav>
                                        <p:tav tm="100000">
                                          <p:val>
                                            <p:strVal val="#ppt_w"/>
                                          </p:val>
                                        </p:tav>
                                      </p:tavLst>
                                    </p:anim>
                                    <p:anim calcmode="lin" valueType="num">
                                      <p:cBhvr>
                                        <p:cTn id="10" dur="1000" fill="hold"/>
                                        <p:tgtEl>
                                          <p:spTgt spid="4"/>
                                        </p:tgtEl>
                                        <p:attrNameLst>
                                          <p:attrName>ppt_h</p:attrName>
                                        </p:attrNameLst>
                                      </p:cBhvr>
                                      <p:tavLst>
                                        <p:tav tm="0">
                                          <p:val>
                                            <p:fltVal val="0"/>
                                          </p:val>
                                        </p:tav>
                                        <p:tav tm="100000">
                                          <p:val>
                                            <p:strVal val="#ppt_h"/>
                                          </p:val>
                                        </p:tav>
                                      </p:tavLst>
                                    </p:anim>
                                    <p:animEffect transition="in" filter="fade">
                                      <p:cBhvr>
                                        <p:cTn id="11"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CB8DD42F-B8BB-7C2A-6D59-02CE7F410218}"/>
              </a:ext>
            </a:extLst>
          </p:cNvPr>
          <p:cNvSpPr>
            <a:spLocks noGrp="1"/>
          </p:cNvSpPr>
          <p:nvPr/>
        </p:nvSpPr>
        <p:spPr>
          <a:xfrm>
            <a:off x="1494532" y="54300"/>
            <a:ext cx="38520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Montserrat ExtraBold"/>
              <a:buNone/>
              <a:defRPr sz="3000" b="0" i="0" u="none" strike="noStrike" cap="none">
                <a:solidFill>
                  <a:schemeClr val="dk1"/>
                </a:solidFill>
                <a:latin typeface="Montserrat ExtraBold"/>
                <a:ea typeface="Montserrat ExtraBold"/>
                <a:cs typeface="Montserrat ExtraBold"/>
                <a:sym typeface="Montserrat ExtraBold"/>
              </a:defRPr>
            </a:lvl1pPr>
            <a:lvl2pPr marR="0" lvl="1"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2pPr>
            <a:lvl3pPr marR="0" lvl="2"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3pPr>
            <a:lvl4pPr marR="0" lvl="3"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4pPr>
            <a:lvl5pPr marR="0" lvl="4"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5pPr>
            <a:lvl6pPr marR="0" lvl="5"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6pPr>
            <a:lvl7pPr marR="0" lvl="6"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7pPr>
            <a:lvl8pPr marR="0" lvl="7"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8pPr>
            <a:lvl9pPr marR="0" lvl="8"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9pPr>
          </a:lstStyle>
          <a:p>
            <a:pPr algn="ctr"/>
            <a:r>
              <a:rPr lang="en-US" dirty="0">
                <a:solidFill>
                  <a:srgbClr val="002060"/>
                </a:solidFill>
              </a:rPr>
              <a:t>Tableau</a:t>
            </a:r>
          </a:p>
        </p:txBody>
      </p:sp>
      <p:pic>
        <p:nvPicPr>
          <p:cNvPr id="10" name="Picture 9" descr="A group of colorful crosses&#10;&#10;AI-generated content may be incorrect.">
            <a:extLst>
              <a:ext uri="{FF2B5EF4-FFF2-40B4-BE49-F238E27FC236}">
                <a16:creationId xmlns:a16="http://schemas.microsoft.com/office/drawing/2014/main" id="{60C67DFB-04AD-6803-EA30-CD0CCB7E5B88}"/>
              </a:ext>
            </a:extLst>
          </p:cNvPr>
          <p:cNvPicPr>
            <a:picLocks noChangeAspect="1"/>
          </p:cNvPicPr>
          <p:nvPr/>
        </p:nvPicPr>
        <p:blipFill>
          <a:blip r:embed="rId2"/>
          <a:stretch>
            <a:fillRect/>
          </a:stretch>
        </p:blipFill>
        <p:spPr>
          <a:xfrm rot="21449040">
            <a:off x="2025860" y="194735"/>
            <a:ext cx="486412" cy="410289"/>
          </a:xfrm>
          <a:prstGeom prst="rect">
            <a:avLst/>
          </a:prstGeom>
        </p:spPr>
      </p:pic>
      <p:pic>
        <p:nvPicPr>
          <p:cNvPr id="11" name="Picture 10">
            <a:extLst>
              <a:ext uri="{FF2B5EF4-FFF2-40B4-BE49-F238E27FC236}">
                <a16:creationId xmlns:a16="http://schemas.microsoft.com/office/drawing/2014/main" id="{DA890F84-35CB-4D7C-F6E1-9D8D221B0989}"/>
              </a:ext>
            </a:extLst>
          </p:cNvPr>
          <p:cNvPicPr>
            <a:picLocks noChangeAspect="1"/>
          </p:cNvPicPr>
          <p:nvPr/>
        </p:nvPicPr>
        <p:blipFill>
          <a:blip r:embed="rId3"/>
          <a:srcRect/>
          <a:stretch/>
        </p:blipFill>
        <p:spPr>
          <a:xfrm>
            <a:off x="1788568" y="941542"/>
            <a:ext cx="6967850" cy="3561806"/>
          </a:xfrm>
          <a:prstGeom prst="rect">
            <a:avLst/>
          </a:prstGeom>
          <a:ln w="57150">
            <a:solidFill>
              <a:schemeClr val="accent6">
                <a:lumMod val="75000"/>
              </a:schemeClr>
            </a:solidFill>
          </a:ln>
          <a:scene3d>
            <a:camera prst="perspectiveLeft"/>
            <a:lightRig rig="threePt" dir="t"/>
          </a:scene3d>
        </p:spPr>
      </p:pic>
      <p:pic>
        <p:nvPicPr>
          <p:cNvPr id="12" name="Picture 11">
            <a:extLst>
              <a:ext uri="{FF2B5EF4-FFF2-40B4-BE49-F238E27FC236}">
                <a16:creationId xmlns:a16="http://schemas.microsoft.com/office/drawing/2014/main" id="{E6FE2A58-822C-C003-B92C-92B841B3DF21}"/>
              </a:ext>
            </a:extLst>
          </p:cNvPr>
          <p:cNvPicPr>
            <a:picLocks noChangeAspect="1"/>
          </p:cNvPicPr>
          <p:nvPr/>
        </p:nvPicPr>
        <p:blipFill>
          <a:blip r:embed="rId4"/>
          <a:srcRect/>
          <a:stretch/>
        </p:blipFill>
        <p:spPr>
          <a:xfrm>
            <a:off x="1468306" y="908882"/>
            <a:ext cx="6967850" cy="3561807"/>
          </a:xfrm>
          <a:prstGeom prst="rect">
            <a:avLst/>
          </a:prstGeom>
          <a:ln w="57150">
            <a:solidFill>
              <a:schemeClr val="accent6">
                <a:lumMod val="75000"/>
              </a:schemeClr>
            </a:solidFill>
          </a:ln>
          <a:scene3d>
            <a:camera prst="perspectiveLeft"/>
            <a:lightRig rig="threePt" dir="t"/>
          </a:scene3d>
        </p:spPr>
      </p:pic>
      <p:pic>
        <p:nvPicPr>
          <p:cNvPr id="14" name="Picture 13">
            <a:extLst>
              <a:ext uri="{FF2B5EF4-FFF2-40B4-BE49-F238E27FC236}">
                <a16:creationId xmlns:a16="http://schemas.microsoft.com/office/drawing/2014/main" id="{3C9B0BA0-9343-97C8-C848-6D57699E1123}"/>
              </a:ext>
            </a:extLst>
          </p:cNvPr>
          <p:cNvPicPr>
            <a:picLocks noChangeAspect="1"/>
          </p:cNvPicPr>
          <p:nvPr/>
        </p:nvPicPr>
        <p:blipFill>
          <a:blip r:embed="rId5"/>
          <a:srcRect/>
          <a:stretch/>
        </p:blipFill>
        <p:spPr>
          <a:xfrm>
            <a:off x="1148044" y="880880"/>
            <a:ext cx="6967512" cy="3551250"/>
          </a:xfrm>
          <a:prstGeom prst="rect">
            <a:avLst/>
          </a:prstGeom>
          <a:ln w="57150">
            <a:solidFill>
              <a:schemeClr val="accent6">
                <a:lumMod val="75000"/>
              </a:schemeClr>
            </a:solidFill>
          </a:ln>
          <a:scene3d>
            <a:camera prst="perspectiveLeft"/>
            <a:lightRig rig="threePt" dir="t"/>
          </a:scene3d>
        </p:spPr>
      </p:pic>
      <p:pic>
        <p:nvPicPr>
          <p:cNvPr id="13" name="Picture 12">
            <a:extLst>
              <a:ext uri="{FF2B5EF4-FFF2-40B4-BE49-F238E27FC236}">
                <a16:creationId xmlns:a16="http://schemas.microsoft.com/office/drawing/2014/main" id="{C56A0B47-153D-E749-82CA-1D33DE45CA34}"/>
              </a:ext>
            </a:extLst>
          </p:cNvPr>
          <p:cNvPicPr>
            <a:picLocks noChangeAspect="1"/>
          </p:cNvPicPr>
          <p:nvPr/>
        </p:nvPicPr>
        <p:blipFill>
          <a:blip r:embed="rId6"/>
          <a:srcRect/>
          <a:stretch/>
        </p:blipFill>
        <p:spPr>
          <a:xfrm>
            <a:off x="827444" y="846978"/>
            <a:ext cx="6941686" cy="3585152"/>
          </a:xfrm>
          <a:prstGeom prst="rect">
            <a:avLst/>
          </a:prstGeom>
          <a:ln w="57150">
            <a:solidFill>
              <a:schemeClr val="accent6">
                <a:lumMod val="75000"/>
              </a:schemeClr>
            </a:solidFill>
          </a:ln>
          <a:scene3d>
            <a:camera prst="perspectiveLeft"/>
            <a:lightRig rig="threePt" dir="t"/>
          </a:scene3d>
        </p:spPr>
      </p:pic>
    </p:spTree>
    <p:extLst>
      <p:ext uri="{BB962C8B-B14F-4D97-AF65-F5344CB8AC3E}">
        <p14:creationId xmlns:p14="http://schemas.microsoft.com/office/powerpoint/2010/main" val="35484324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500"/>
                                        <p:tgtEl>
                                          <p:spTgt spid="12"/>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CB8DD42F-B8BB-7C2A-6D59-02CE7F410218}"/>
              </a:ext>
            </a:extLst>
          </p:cNvPr>
          <p:cNvSpPr>
            <a:spLocks noGrp="1"/>
          </p:cNvSpPr>
          <p:nvPr/>
        </p:nvSpPr>
        <p:spPr>
          <a:xfrm>
            <a:off x="600049" y="42803"/>
            <a:ext cx="7943898"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Montserrat ExtraBold"/>
              <a:buNone/>
              <a:defRPr sz="3000" b="0" i="0" u="none" strike="noStrike" cap="none">
                <a:solidFill>
                  <a:schemeClr val="dk1"/>
                </a:solidFill>
                <a:latin typeface="Montserrat ExtraBold"/>
                <a:ea typeface="Montserrat ExtraBold"/>
                <a:cs typeface="Montserrat ExtraBold"/>
                <a:sym typeface="Montserrat ExtraBold"/>
              </a:defRPr>
            </a:lvl1pPr>
            <a:lvl2pPr marR="0" lvl="1"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2pPr>
            <a:lvl3pPr marR="0" lvl="2"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3pPr>
            <a:lvl4pPr marR="0" lvl="3"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4pPr>
            <a:lvl5pPr marR="0" lvl="4"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5pPr>
            <a:lvl6pPr marR="0" lvl="5"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6pPr>
            <a:lvl7pPr marR="0" lvl="6"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7pPr>
            <a:lvl8pPr marR="0" lvl="7"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8pPr>
            <a:lvl9pPr marR="0" lvl="8"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9pPr>
          </a:lstStyle>
          <a:p>
            <a:pPr algn="ctr"/>
            <a:r>
              <a:rPr lang="en-US" b="1" dirty="0">
                <a:solidFill>
                  <a:srgbClr val="002060"/>
                </a:solidFill>
              </a:rPr>
              <a:t>Passengers Performance Dashboard</a:t>
            </a:r>
            <a:endParaRPr lang="en-US" dirty="0">
              <a:solidFill>
                <a:srgbClr val="002060"/>
              </a:solidFill>
            </a:endParaRPr>
          </a:p>
        </p:txBody>
      </p:sp>
      <p:pic>
        <p:nvPicPr>
          <p:cNvPr id="11" name="Picture 10">
            <a:extLst>
              <a:ext uri="{FF2B5EF4-FFF2-40B4-BE49-F238E27FC236}">
                <a16:creationId xmlns:a16="http://schemas.microsoft.com/office/drawing/2014/main" id="{DA890F84-35CB-4D7C-F6E1-9D8D221B0989}"/>
              </a:ext>
            </a:extLst>
          </p:cNvPr>
          <p:cNvPicPr>
            <a:picLocks noChangeAspect="1"/>
          </p:cNvPicPr>
          <p:nvPr/>
        </p:nvPicPr>
        <p:blipFill>
          <a:blip r:embed="rId2"/>
          <a:srcRect/>
          <a:stretch/>
        </p:blipFill>
        <p:spPr>
          <a:xfrm>
            <a:off x="799007" y="700312"/>
            <a:ext cx="7943898" cy="4012656"/>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40586680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10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Google Shape;1370;p35">
            <a:extLst>
              <a:ext uri="{FF2B5EF4-FFF2-40B4-BE49-F238E27FC236}">
                <a16:creationId xmlns:a16="http://schemas.microsoft.com/office/drawing/2014/main" id="{7B71006E-2A13-BE38-8E87-3688C4C23248}"/>
              </a:ext>
            </a:extLst>
          </p:cNvPr>
          <p:cNvSpPr txBox="1">
            <a:spLocks noGrp="1"/>
          </p:cNvSpPr>
          <p:nvPr>
            <p:ph type="title"/>
          </p:nvPr>
        </p:nvSpPr>
        <p:spPr>
          <a:xfrm>
            <a:off x="713219" y="63390"/>
            <a:ext cx="7717500" cy="572700"/>
          </a:xfrm>
          <a:prstGeom prst="rect">
            <a:avLst/>
          </a:prstGeom>
        </p:spPr>
        <p:txBody>
          <a:bodyPr spcFirstLastPara="1" wrap="square" lIns="91425" tIns="91425" rIns="91425" bIns="91425" anchor="t" anchorCtr="0">
            <a:noAutofit/>
          </a:bodyPr>
          <a:lstStyle/>
          <a:p>
            <a:r>
              <a:rPr lang="en-US" b="1" dirty="0">
                <a:solidFill>
                  <a:srgbClr val="002060"/>
                </a:solidFill>
              </a:rPr>
              <a:t>Dashboard</a:t>
            </a:r>
            <a:r>
              <a:rPr lang="en-US" sz="2800" dirty="0">
                <a:solidFill>
                  <a:srgbClr val="002060"/>
                </a:solidFill>
              </a:rPr>
              <a:t> Insights </a:t>
            </a:r>
            <a:endParaRPr dirty="0">
              <a:solidFill>
                <a:srgbClr val="002060"/>
              </a:solidFill>
            </a:endParaRPr>
          </a:p>
        </p:txBody>
      </p:sp>
      <p:sp>
        <p:nvSpPr>
          <p:cNvPr id="23" name="Google Shape;1371;p35">
            <a:extLst>
              <a:ext uri="{FF2B5EF4-FFF2-40B4-BE49-F238E27FC236}">
                <a16:creationId xmlns:a16="http://schemas.microsoft.com/office/drawing/2014/main" id="{6698438A-9CBF-5B9C-114A-E851C223DE27}"/>
              </a:ext>
            </a:extLst>
          </p:cNvPr>
          <p:cNvSpPr/>
          <p:nvPr/>
        </p:nvSpPr>
        <p:spPr>
          <a:xfrm>
            <a:off x="231575" y="376250"/>
            <a:ext cx="3038325" cy="293979"/>
          </a:xfrm>
          <a:custGeom>
            <a:avLst/>
            <a:gdLst/>
            <a:ahLst/>
            <a:cxnLst/>
            <a:rect l="l" t="t" r="r" b="b"/>
            <a:pathLst>
              <a:path w="121533" h="3413" extrusionOk="0">
                <a:moveTo>
                  <a:pt x="3294" y="2308"/>
                </a:moveTo>
                <a:cubicBezTo>
                  <a:pt x="8457" y="2208"/>
                  <a:pt x="15016" y="967"/>
                  <a:pt x="19888" y="1341"/>
                </a:cubicBezTo>
                <a:cubicBezTo>
                  <a:pt x="28034" y="1971"/>
                  <a:pt x="29758" y="137"/>
                  <a:pt x="36801" y="621"/>
                </a:cubicBezTo>
                <a:cubicBezTo>
                  <a:pt x="44966" y="1223"/>
                  <a:pt x="55457" y="1314"/>
                  <a:pt x="61551" y="1150"/>
                </a:cubicBezTo>
                <a:cubicBezTo>
                  <a:pt x="69068" y="958"/>
                  <a:pt x="74232" y="0"/>
                  <a:pt x="81439" y="767"/>
                </a:cubicBezTo>
                <a:cubicBezTo>
                  <a:pt x="84887" y="1150"/>
                  <a:pt x="81119" y="1825"/>
                  <a:pt x="90680" y="1104"/>
                </a:cubicBezTo>
                <a:cubicBezTo>
                  <a:pt x="94292" y="830"/>
                  <a:pt x="95688" y="812"/>
                  <a:pt x="99921" y="958"/>
                </a:cubicBezTo>
                <a:cubicBezTo>
                  <a:pt x="107119" y="1250"/>
                  <a:pt x="115576" y="1104"/>
                  <a:pt x="121533" y="1250"/>
                </a:cubicBezTo>
                <a:cubicBezTo>
                  <a:pt x="116679" y="1442"/>
                  <a:pt x="103515" y="1150"/>
                  <a:pt x="95378" y="1679"/>
                </a:cubicBezTo>
                <a:cubicBezTo>
                  <a:pt x="85352" y="2254"/>
                  <a:pt x="79559" y="2545"/>
                  <a:pt x="69378" y="2062"/>
                </a:cubicBezTo>
                <a:cubicBezTo>
                  <a:pt x="61396" y="1633"/>
                  <a:pt x="51680" y="1487"/>
                  <a:pt x="43534" y="1779"/>
                </a:cubicBezTo>
                <a:cubicBezTo>
                  <a:pt x="34767" y="2016"/>
                  <a:pt x="30069" y="3412"/>
                  <a:pt x="20672" y="2646"/>
                </a:cubicBezTo>
                <a:cubicBezTo>
                  <a:pt x="16448" y="2254"/>
                  <a:pt x="14879" y="2254"/>
                  <a:pt x="10656" y="2354"/>
                </a:cubicBezTo>
                <a:cubicBezTo>
                  <a:pt x="7837" y="2400"/>
                  <a:pt x="4388" y="2500"/>
                  <a:pt x="0" y="2445"/>
                </a:cubicBezTo>
                <a:close/>
              </a:path>
            </a:pathLst>
          </a:custGeom>
          <a:solidFill>
            <a:srgbClr val="FFFFFF">
              <a:alpha val="410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1375;p35">
            <a:extLst>
              <a:ext uri="{FF2B5EF4-FFF2-40B4-BE49-F238E27FC236}">
                <a16:creationId xmlns:a16="http://schemas.microsoft.com/office/drawing/2014/main" id="{8FEAC95D-A8AB-7DEF-8267-A8E1CD501B07}"/>
              </a:ext>
            </a:extLst>
          </p:cNvPr>
          <p:cNvSpPr/>
          <p:nvPr/>
        </p:nvSpPr>
        <p:spPr>
          <a:xfrm>
            <a:off x="1649909" y="2866382"/>
            <a:ext cx="5604629" cy="2169924"/>
          </a:xfrm>
          <a:custGeom>
            <a:avLst/>
            <a:gdLst/>
            <a:ahLst/>
            <a:cxnLst/>
            <a:rect l="l" t="t" r="r" b="b"/>
            <a:pathLst>
              <a:path w="177685" h="46413" extrusionOk="0">
                <a:moveTo>
                  <a:pt x="53027" y="1"/>
                </a:moveTo>
                <a:cubicBezTo>
                  <a:pt x="53027" y="1"/>
                  <a:pt x="79109" y="2070"/>
                  <a:pt x="70927" y="2540"/>
                </a:cubicBezTo>
                <a:cubicBezTo>
                  <a:pt x="62761" y="3026"/>
                  <a:pt x="21224" y="5706"/>
                  <a:pt x="20644" y="7838"/>
                </a:cubicBezTo>
                <a:cubicBezTo>
                  <a:pt x="20064" y="9969"/>
                  <a:pt x="61977" y="9076"/>
                  <a:pt x="62369" y="12462"/>
                </a:cubicBezTo>
                <a:cubicBezTo>
                  <a:pt x="62761" y="15847"/>
                  <a:pt x="1" y="12462"/>
                  <a:pt x="1458" y="16098"/>
                </a:cubicBezTo>
                <a:cubicBezTo>
                  <a:pt x="2932" y="19750"/>
                  <a:pt x="51851" y="19202"/>
                  <a:pt x="51459" y="21380"/>
                </a:cubicBezTo>
                <a:cubicBezTo>
                  <a:pt x="51295" y="22331"/>
                  <a:pt x="42835" y="22437"/>
                  <a:pt x="33312" y="22437"/>
                </a:cubicBezTo>
                <a:cubicBezTo>
                  <a:pt x="30561" y="22437"/>
                  <a:pt x="27722" y="22428"/>
                  <a:pt x="24968" y="22428"/>
                </a:cubicBezTo>
                <a:cubicBezTo>
                  <a:pt x="15398" y="22428"/>
                  <a:pt x="6865" y="22536"/>
                  <a:pt x="6694" y="23496"/>
                </a:cubicBezTo>
                <a:cubicBezTo>
                  <a:pt x="6302" y="25691"/>
                  <a:pt x="55362" y="31240"/>
                  <a:pt x="52635" y="32964"/>
                </a:cubicBezTo>
                <a:cubicBezTo>
                  <a:pt x="51598" y="33619"/>
                  <a:pt x="46686" y="33692"/>
                  <a:pt x="40946" y="33692"/>
                </a:cubicBezTo>
                <a:cubicBezTo>
                  <a:pt x="39300" y="33692"/>
                  <a:pt x="37585" y="33686"/>
                  <a:pt x="35874" y="33686"/>
                </a:cubicBezTo>
                <a:cubicBezTo>
                  <a:pt x="27866" y="33686"/>
                  <a:pt x="19940" y="33818"/>
                  <a:pt x="19468" y="35315"/>
                </a:cubicBezTo>
                <a:cubicBezTo>
                  <a:pt x="18559" y="38246"/>
                  <a:pt x="53811" y="46412"/>
                  <a:pt x="53811" y="46412"/>
                </a:cubicBezTo>
                <a:lnTo>
                  <a:pt x="123875" y="46412"/>
                </a:lnTo>
                <a:cubicBezTo>
                  <a:pt x="123875" y="46412"/>
                  <a:pt x="159126" y="38246"/>
                  <a:pt x="158202" y="35315"/>
                </a:cubicBezTo>
                <a:cubicBezTo>
                  <a:pt x="157729" y="33818"/>
                  <a:pt x="149803" y="33686"/>
                  <a:pt x="141795" y="33686"/>
                </a:cubicBezTo>
                <a:cubicBezTo>
                  <a:pt x="140085" y="33686"/>
                  <a:pt x="138370" y="33692"/>
                  <a:pt x="136724" y="33692"/>
                </a:cubicBezTo>
                <a:cubicBezTo>
                  <a:pt x="130984" y="33692"/>
                  <a:pt x="126072" y="33619"/>
                  <a:pt x="125035" y="32964"/>
                </a:cubicBezTo>
                <a:cubicBezTo>
                  <a:pt x="122307" y="31240"/>
                  <a:pt x="171368" y="25691"/>
                  <a:pt x="170976" y="23496"/>
                </a:cubicBezTo>
                <a:cubicBezTo>
                  <a:pt x="170811" y="22536"/>
                  <a:pt x="162283" y="22428"/>
                  <a:pt x="152713" y="22428"/>
                </a:cubicBezTo>
                <a:cubicBezTo>
                  <a:pt x="149960" y="22428"/>
                  <a:pt x="147120" y="22437"/>
                  <a:pt x="144369" y="22437"/>
                </a:cubicBezTo>
                <a:cubicBezTo>
                  <a:pt x="134846" y="22437"/>
                  <a:pt x="126381" y="22331"/>
                  <a:pt x="126210" y="21380"/>
                </a:cubicBezTo>
                <a:cubicBezTo>
                  <a:pt x="125818" y="19202"/>
                  <a:pt x="174738" y="19750"/>
                  <a:pt x="176211" y="16098"/>
                </a:cubicBezTo>
                <a:cubicBezTo>
                  <a:pt x="177685" y="12462"/>
                  <a:pt x="114909" y="15847"/>
                  <a:pt x="115301" y="12462"/>
                </a:cubicBezTo>
                <a:cubicBezTo>
                  <a:pt x="115693" y="9076"/>
                  <a:pt x="157622" y="9969"/>
                  <a:pt x="157026" y="7838"/>
                </a:cubicBezTo>
                <a:cubicBezTo>
                  <a:pt x="156446" y="5706"/>
                  <a:pt x="114909" y="3026"/>
                  <a:pt x="106743" y="2540"/>
                </a:cubicBezTo>
                <a:cubicBezTo>
                  <a:pt x="98561" y="2070"/>
                  <a:pt x="124643" y="1"/>
                  <a:pt x="124643" y="1"/>
                </a:cubicBezTo>
                <a:close/>
              </a:path>
            </a:pathLst>
          </a:custGeom>
          <a:solidFill>
            <a:srgbClr val="FFFFFF">
              <a:alpha val="410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1491;p35">
            <a:extLst>
              <a:ext uri="{FF2B5EF4-FFF2-40B4-BE49-F238E27FC236}">
                <a16:creationId xmlns:a16="http://schemas.microsoft.com/office/drawing/2014/main" id="{EA68A6C5-0CE0-E3A0-29B3-5505DB502EB3}"/>
              </a:ext>
            </a:extLst>
          </p:cNvPr>
          <p:cNvSpPr/>
          <p:nvPr/>
        </p:nvSpPr>
        <p:spPr>
          <a:xfrm rot="19368752" flipH="1">
            <a:off x="593018" y="1020210"/>
            <a:ext cx="240403" cy="114379"/>
          </a:xfrm>
          <a:custGeom>
            <a:avLst/>
            <a:gdLst/>
            <a:ahLst/>
            <a:cxnLst/>
            <a:rect l="l" t="t" r="r" b="b"/>
            <a:pathLst>
              <a:path w="2560" h="1218" extrusionOk="0">
                <a:moveTo>
                  <a:pt x="2192" y="116"/>
                </a:moveTo>
                <a:cubicBezTo>
                  <a:pt x="2088" y="169"/>
                  <a:pt x="1972" y="231"/>
                  <a:pt x="1867" y="305"/>
                </a:cubicBezTo>
                <a:lnTo>
                  <a:pt x="1867" y="305"/>
                </a:lnTo>
                <a:cubicBezTo>
                  <a:pt x="1762" y="378"/>
                  <a:pt x="1668" y="462"/>
                  <a:pt x="1574" y="557"/>
                </a:cubicBezTo>
                <a:lnTo>
                  <a:pt x="1574" y="557"/>
                </a:lnTo>
                <a:cubicBezTo>
                  <a:pt x="1521" y="598"/>
                  <a:pt x="1479" y="651"/>
                  <a:pt x="1437" y="714"/>
                </a:cubicBezTo>
                <a:lnTo>
                  <a:pt x="1437" y="714"/>
                </a:lnTo>
                <a:cubicBezTo>
                  <a:pt x="1354" y="661"/>
                  <a:pt x="1280" y="630"/>
                  <a:pt x="1207" y="609"/>
                </a:cubicBezTo>
                <a:lnTo>
                  <a:pt x="1207" y="609"/>
                </a:lnTo>
                <a:cubicBezTo>
                  <a:pt x="1070" y="557"/>
                  <a:pt x="934" y="525"/>
                  <a:pt x="798" y="515"/>
                </a:cubicBezTo>
                <a:lnTo>
                  <a:pt x="798" y="515"/>
                </a:lnTo>
                <a:cubicBezTo>
                  <a:pt x="672" y="494"/>
                  <a:pt x="536" y="494"/>
                  <a:pt x="399" y="494"/>
                </a:cubicBezTo>
                <a:lnTo>
                  <a:pt x="399" y="494"/>
                </a:lnTo>
                <a:cubicBezTo>
                  <a:pt x="263" y="504"/>
                  <a:pt x="137" y="515"/>
                  <a:pt x="1" y="546"/>
                </a:cubicBezTo>
                <a:lnTo>
                  <a:pt x="1" y="546"/>
                </a:lnTo>
                <a:cubicBezTo>
                  <a:pt x="252" y="630"/>
                  <a:pt x="504" y="703"/>
                  <a:pt x="745" y="787"/>
                </a:cubicBezTo>
                <a:lnTo>
                  <a:pt x="745" y="787"/>
                </a:lnTo>
                <a:cubicBezTo>
                  <a:pt x="861" y="829"/>
                  <a:pt x="976" y="861"/>
                  <a:pt x="1081" y="913"/>
                </a:cubicBezTo>
                <a:lnTo>
                  <a:pt x="1081" y="913"/>
                </a:lnTo>
                <a:cubicBezTo>
                  <a:pt x="1186" y="965"/>
                  <a:pt x="1291" y="1018"/>
                  <a:pt x="1364" y="1081"/>
                </a:cubicBezTo>
                <a:lnTo>
                  <a:pt x="1364" y="1081"/>
                </a:lnTo>
                <a:lnTo>
                  <a:pt x="1521" y="1217"/>
                </a:lnTo>
                <a:lnTo>
                  <a:pt x="1626" y="1039"/>
                </a:lnTo>
                <a:cubicBezTo>
                  <a:pt x="1731" y="861"/>
                  <a:pt x="1888" y="682"/>
                  <a:pt x="2046" y="504"/>
                </a:cubicBezTo>
                <a:lnTo>
                  <a:pt x="2046" y="504"/>
                </a:lnTo>
                <a:cubicBezTo>
                  <a:pt x="2203" y="336"/>
                  <a:pt x="2371" y="169"/>
                  <a:pt x="2559" y="1"/>
                </a:cubicBezTo>
                <a:lnTo>
                  <a:pt x="2559" y="1"/>
                </a:lnTo>
                <a:cubicBezTo>
                  <a:pt x="2434" y="11"/>
                  <a:pt x="2308" y="64"/>
                  <a:pt x="2192" y="116"/>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6" name="Picture 25">
            <a:extLst>
              <a:ext uri="{FF2B5EF4-FFF2-40B4-BE49-F238E27FC236}">
                <a16:creationId xmlns:a16="http://schemas.microsoft.com/office/drawing/2014/main" id="{8088FB7C-F47B-DABD-010F-4DC35673A6B4}"/>
              </a:ext>
            </a:extLst>
          </p:cNvPr>
          <p:cNvPicPr>
            <a:picLocks noChangeAspect="1"/>
          </p:cNvPicPr>
          <p:nvPr/>
        </p:nvPicPr>
        <p:blipFill>
          <a:blip r:embed="rId2"/>
          <a:srcRect l="1034" r="1034"/>
          <a:stretch/>
        </p:blipFill>
        <p:spPr>
          <a:xfrm>
            <a:off x="409298" y="3572271"/>
            <a:ext cx="2191544" cy="1466199"/>
          </a:xfrm>
          <a:prstGeom prst="rect">
            <a:avLst/>
          </a:prstGeom>
        </p:spPr>
      </p:pic>
      <p:grpSp>
        <p:nvGrpSpPr>
          <p:cNvPr id="27" name="Group 26">
            <a:extLst>
              <a:ext uri="{FF2B5EF4-FFF2-40B4-BE49-F238E27FC236}">
                <a16:creationId xmlns:a16="http://schemas.microsoft.com/office/drawing/2014/main" id="{954B7C5C-43AF-F5C8-5F0A-4A9FE42298DE}"/>
              </a:ext>
            </a:extLst>
          </p:cNvPr>
          <p:cNvGrpSpPr/>
          <p:nvPr/>
        </p:nvGrpSpPr>
        <p:grpSpPr>
          <a:xfrm>
            <a:off x="6305400" y="3430061"/>
            <a:ext cx="2429302" cy="1614648"/>
            <a:chOff x="6840075" y="718609"/>
            <a:chExt cx="2079221" cy="2087079"/>
          </a:xfrm>
        </p:grpSpPr>
        <p:pic>
          <p:nvPicPr>
            <p:cNvPr id="28" name="Picture 27">
              <a:extLst>
                <a:ext uri="{FF2B5EF4-FFF2-40B4-BE49-F238E27FC236}">
                  <a16:creationId xmlns:a16="http://schemas.microsoft.com/office/drawing/2014/main" id="{0D7DD708-38A5-5106-8DED-BD38990F01C5}"/>
                </a:ext>
              </a:extLst>
            </p:cNvPr>
            <p:cNvPicPr>
              <a:picLocks noChangeAspect="1"/>
            </p:cNvPicPr>
            <p:nvPr/>
          </p:nvPicPr>
          <p:blipFill>
            <a:blip r:embed="rId3"/>
            <a:srcRect/>
            <a:stretch/>
          </p:blipFill>
          <p:spPr>
            <a:xfrm>
              <a:off x="6840076" y="1144848"/>
              <a:ext cx="2079220" cy="1660840"/>
            </a:xfrm>
            <a:prstGeom prst="rect">
              <a:avLst/>
            </a:prstGeom>
          </p:spPr>
        </p:pic>
        <p:sp>
          <p:nvSpPr>
            <p:cNvPr id="29" name="Google Shape;1385;p35">
              <a:extLst>
                <a:ext uri="{FF2B5EF4-FFF2-40B4-BE49-F238E27FC236}">
                  <a16:creationId xmlns:a16="http://schemas.microsoft.com/office/drawing/2014/main" id="{7F95B4D6-5AA4-CC20-1971-3AE9C7CF729D}"/>
                </a:ext>
              </a:extLst>
            </p:cNvPr>
            <p:cNvSpPr txBox="1">
              <a:spLocks/>
            </p:cNvSpPr>
            <p:nvPr/>
          </p:nvSpPr>
          <p:spPr>
            <a:xfrm>
              <a:off x="6840075" y="718609"/>
              <a:ext cx="2079219" cy="36669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eaLnBrk="1" hangingPunct="1">
                <a:lnSpc>
                  <a:spcPct val="100000"/>
                </a:lnSpc>
                <a:spcBef>
                  <a:spcPts val="0"/>
                </a:spcBef>
                <a:spcAft>
                  <a:spcPts val="0"/>
                </a:spcAft>
                <a:buClr>
                  <a:schemeClr val="dk1"/>
                </a:buClr>
                <a:buSzPts val="1800"/>
                <a:buFont typeface="Abel"/>
                <a:buNone/>
                <a:defRPr sz="1400" b="0" i="0" u="none" strike="noStrike" cap="none">
                  <a:solidFill>
                    <a:schemeClr val="dk1"/>
                  </a:solidFill>
                  <a:latin typeface="Abel"/>
                  <a:ea typeface="Abel"/>
                  <a:cs typeface="Abel"/>
                  <a:sym typeface="Abel"/>
                </a:defRPr>
              </a:lvl1pPr>
              <a:lvl2pPr marL="914400" marR="0" lvl="1" indent="-317500" algn="l" rtl="0" eaLnBrk="1" hangingPunct="1">
                <a:lnSpc>
                  <a:spcPct val="100000"/>
                </a:lnSpc>
                <a:spcBef>
                  <a:spcPts val="0"/>
                </a:spcBef>
                <a:spcAft>
                  <a:spcPts val="0"/>
                </a:spcAft>
                <a:buClr>
                  <a:schemeClr val="dk1"/>
                </a:buClr>
                <a:buSzPts val="1400"/>
                <a:buFont typeface="Abel"/>
                <a:buNone/>
                <a:defRPr sz="1400" b="0" i="0" u="none" strike="noStrike" cap="none">
                  <a:solidFill>
                    <a:schemeClr val="dk1"/>
                  </a:solidFill>
                  <a:latin typeface="Abel"/>
                  <a:ea typeface="Abel"/>
                  <a:cs typeface="Abel"/>
                  <a:sym typeface="Abel"/>
                </a:defRPr>
              </a:lvl2pPr>
              <a:lvl3pPr marL="1371600" marR="0" lvl="2" indent="-317500" algn="l" rtl="0" eaLnBrk="1" hangingPunct="1">
                <a:lnSpc>
                  <a:spcPct val="100000"/>
                </a:lnSpc>
                <a:spcBef>
                  <a:spcPts val="0"/>
                </a:spcBef>
                <a:spcAft>
                  <a:spcPts val="0"/>
                </a:spcAft>
                <a:buClr>
                  <a:schemeClr val="dk1"/>
                </a:buClr>
                <a:buSzPts val="1400"/>
                <a:buFont typeface="Abel"/>
                <a:buNone/>
                <a:defRPr sz="1400" b="0" i="0" u="none" strike="noStrike" cap="none">
                  <a:solidFill>
                    <a:schemeClr val="dk1"/>
                  </a:solidFill>
                  <a:latin typeface="Abel"/>
                  <a:ea typeface="Abel"/>
                  <a:cs typeface="Abel"/>
                  <a:sym typeface="Abel"/>
                </a:defRPr>
              </a:lvl3pPr>
              <a:lvl4pPr marL="1828800" marR="0" lvl="3" indent="-317500" algn="l" rtl="0" eaLnBrk="1" hangingPunct="1">
                <a:lnSpc>
                  <a:spcPct val="100000"/>
                </a:lnSpc>
                <a:spcBef>
                  <a:spcPts val="0"/>
                </a:spcBef>
                <a:spcAft>
                  <a:spcPts val="0"/>
                </a:spcAft>
                <a:buClr>
                  <a:schemeClr val="dk1"/>
                </a:buClr>
                <a:buSzPts val="1400"/>
                <a:buFont typeface="Abel"/>
                <a:buNone/>
                <a:defRPr sz="1400" b="0" i="0" u="none" strike="noStrike" cap="none">
                  <a:solidFill>
                    <a:schemeClr val="dk1"/>
                  </a:solidFill>
                  <a:latin typeface="Abel"/>
                  <a:ea typeface="Abel"/>
                  <a:cs typeface="Abel"/>
                  <a:sym typeface="Abel"/>
                </a:defRPr>
              </a:lvl4pPr>
              <a:lvl5pPr marL="2286000" marR="0" lvl="4" indent="-317500" algn="l" rtl="0" eaLnBrk="1" hangingPunct="1">
                <a:lnSpc>
                  <a:spcPct val="100000"/>
                </a:lnSpc>
                <a:spcBef>
                  <a:spcPts val="0"/>
                </a:spcBef>
                <a:spcAft>
                  <a:spcPts val="0"/>
                </a:spcAft>
                <a:buClr>
                  <a:schemeClr val="dk1"/>
                </a:buClr>
                <a:buSzPts val="1400"/>
                <a:buFont typeface="Abel"/>
                <a:buNone/>
                <a:defRPr sz="1400" b="0" i="0" u="none" strike="noStrike" cap="none">
                  <a:solidFill>
                    <a:schemeClr val="dk1"/>
                  </a:solidFill>
                  <a:latin typeface="Abel"/>
                  <a:ea typeface="Abel"/>
                  <a:cs typeface="Abel"/>
                  <a:sym typeface="Abel"/>
                </a:defRPr>
              </a:lvl5pPr>
              <a:lvl6pPr marL="2743200" marR="0" lvl="5" indent="-317500" algn="l" rtl="0" eaLnBrk="1" hangingPunct="1">
                <a:lnSpc>
                  <a:spcPct val="100000"/>
                </a:lnSpc>
                <a:spcBef>
                  <a:spcPts val="0"/>
                </a:spcBef>
                <a:spcAft>
                  <a:spcPts val="0"/>
                </a:spcAft>
                <a:buClr>
                  <a:schemeClr val="dk1"/>
                </a:buClr>
                <a:buSzPts val="1400"/>
                <a:buFont typeface="Abel"/>
                <a:buNone/>
                <a:defRPr sz="1400" b="0" i="0" u="none" strike="noStrike" cap="none">
                  <a:solidFill>
                    <a:schemeClr val="dk1"/>
                  </a:solidFill>
                  <a:latin typeface="Abel"/>
                  <a:ea typeface="Abel"/>
                  <a:cs typeface="Abel"/>
                  <a:sym typeface="Abel"/>
                </a:defRPr>
              </a:lvl6pPr>
              <a:lvl7pPr marL="3200400" marR="0" lvl="6" indent="-317500" algn="l" rtl="0" eaLnBrk="1" hangingPunct="1">
                <a:lnSpc>
                  <a:spcPct val="100000"/>
                </a:lnSpc>
                <a:spcBef>
                  <a:spcPts val="0"/>
                </a:spcBef>
                <a:spcAft>
                  <a:spcPts val="0"/>
                </a:spcAft>
                <a:buClr>
                  <a:schemeClr val="dk1"/>
                </a:buClr>
                <a:buSzPts val="1400"/>
                <a:buFont typeface="Abel"/>
                <a:buNone/>
                <a:defRPr sz="1400" b="0" i="0" u="none" strike="noStrike" cap="none">
                  <a:solidFill>
                    <a:schemeClr val="dk1"/>
                  </a:solidFill>
                  <a:latin typeface="Abel"/>
                  <a:ea typeface="Abel"/>
                  <a:cs typeface="Abel"/>
                  <a:sym typeface="Abel"/>
                </a:defRPr>
              </a:lvl7pPr>
              <a:lvl8pPr marL="3657600" marR="0" lvl="7" indent="-317500" algn="l" rtl="0" eaLnBrk="1" hangingPunct="1">
                <a:lnSpc>
                  <a:spcPct val="100000"/>
                </a:lnSpc>
                <a:spcBef>
                  <a:spcPts val="0"/>
                </a:spcBef>
                <a:spcAft>
                  <a:spcPts val="0"/>
                </a:spcAft>
                <a:buClr>
                  <a:schemeClr val="dk1"/>
                </a:buClr>
                <a:buSzPts val="1400"/>
                <a:buFont typeface="Abel"/>
                <a:buNone/>
                <a:defRPr sz="1400" b="0" i="0" u="none" strike="noStrike" cap="none">
                  <a:solidFill>
                    <a:schemeClr val="dk1"/>
                  </a:solidFill>
                  <a:latin typeface="Abel"/>
                  <a:ea typeface="Abel"/>
                  <a:cs typeface="Abel"/>
                  <a:sym typeface="Abel"/>
                </a:defRPr>
              </a:lvl8pPr>
              <a:lvl9pPr marL="4114800" marR="0" lvl="8" indent="-317500" algn="l" rtl="0" eaLnBrk="1" hangingPunct="1">
                <a:lnSpc>
                  <a:spcPct val="100000"/>
                </a:lnSpc>
                <a:spcBef>
                  <a:spcPts val="0"/>
                </a:spcBef>
                <a:spcAft>
                  <a:spcPts val="0"/>
                </a:spcAft>
                <a:buClr>
                  <a:schemeClr val="dk1"/>
                </a:buClr>
                <a:buSzPts val="1400"/>
                <a:buFont typeface="Abel"/>
                <a:buNone/>
                <a:defRPr sz="1400" b="0" i="0" u="none" strike="noStrike" cap="none">
                  <a:solidFill>
                    <a:schemeClr val="dk1"/>
                  </a:solidFill>
                  <a:latin typeface="Abel"/>
                  <a:ea typeface="Abel"/>
                  <a:cs typeface="Abel"/>
                  <a:sym typeface="Abel"/>
                </a:defRPr>
              </a:lvl9pPr>
            </a:lstStyle>
            <a:p>
              <a:pPr marL="0" indent="0" algn="ctr"/>
              <a:r>
                <a:rPr lang="en-US" dirty="0">
                  <a:solidFill>
                    <a:srgbClr val="1C1C1C"/>
                  </a:solidFill>
                </a:rPr>
                <a:t>Filtered by Debit Card</a:t>
              </a:r>
            </a:p>
          </p:txBody>
        </p:sp>
      </p:grpSp>
      <p:sp>
        <p:nvSpPr>
          <p:cNvPr id="30" name="Google Shape;1385;p35">
            <a:extLst>
              <a:ext uri="{FF2B5EF4-FFF2-40B4-BE49-F238E27FC236}">
                <a16:creationId xmlns:a16="http://schemas.microsoft.com/office/drawing/2014/main" id="{EF274370-8732-F5CC-6EE5-DBC530C9062B}"/>
              </a:ext>
            </a:extLst>
          </p:cNvPr>
          <p:cNvSpPr txBox="1">
            <a:spLocks/>
          </p:cNvSpPr>
          <p:nvPr/>
        </p:nvSpPr>
        <p:spPr>
          <a:xfrm>
            <a:off x="2171112" y="769280"/>
            <a:ext cx="2911288"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eaLnBrk="1" hangingPunct="1">
              <a:lnSpc>
                <a:spcPct val="100000"/>
              </a:lnSpc>
              <a:spcBef>
                <a:spcPts val="0"/>
              </a:spcBef>
              <a:spcAft>
                <a:spcPts val="0"/>
              </a:spcAft>
              <a:buClr>
                <a:schemeClr val="dk1"/>
              </a:buClr>
              <a:buSzPts val="1800"/>
              <a:buFont typeface="Abel"/>
              <a:buNone/>
              <a:defRPr sz="1400" b="0" i="0" u="none" strike="noStrike" cap="none">
                <a:solidFill>
                  <a:schemeClr val="dk1"/>
                </a:solidFill>
                <a:latin typeface="Abel"/>
                <a:ea typeface="Abel"/>
                <a:cs typeface="Abel"/>
                <a:sym typeface="Abel"/>
              </a:defRPr>
            </a:lvl1pPr>
            <a:lvl2pPr marL="914400" marR="0" lvl="1" indent="-317500" algn="l" rtl="0" eaLnBrk="1" hangingPunct="1">
              <a:lnSpc>
                <a:spcPct val="100000"/>
              </a:lnSpc>
              <a:spcBef>
                <a:spcPts val="0"/>
              </a:spcBef>
              <a:spcAft>
                <a:spcPts val="0"/>
              </a:spcAft>
              <a:buClr>
                <a:schemeClr val="dk1"/>
              </a:buClr>
              <a:buSzPts val="1400"/>
              <a:buFont typeface="Abel"/>
              <a:buNone/>
              <a:defRPr sz="1400" b="0" i="0" u="none" strike="noStrike" cap="none">
                <a:solidFill>
                  <a:schemeClr val="dk1"/>
                </a:solidFill>
                <a:latin typeface="Abel"/>
                <a:ea typeface="Abel"/>
                <a:cs typeface="Abel"/>
                <a:sym typeface="Abel"/>
              </a:defRPr>
            </a:lvl2pPr>
            <a:lvl3pPr marL="1371600" marR="0" lvl="2" indent="-317500" algn="l" rtl="0" eaLnBrk="1" hangingPunct="1">
              <a:lnSpc>
                <a:spcPct val="100000"/>
              </a:lnSpc>
              <a:spcBef>
                <a:spcPts val="0"/>
              </a:spcBef>
              <a:spcAft>
                <a:spcPts val="0"/>
              </a:spcAft>
              <a:buClr>
                <a:schemeClr val="dk1"/>
              </a:buClr>
              <a:buSzPts val="1400"/>
              <a:buFont typeface="Abel"/>
              <a:buNone/>
              <a:defRPr sz="1400" b="0" i="0" u="none" strike="noStrike" cap="none">
                <a:solidFill>
                  <a:schemeClr val="dk1"/>
                </a:solidFill>
                <a:latin typeface="Abel"/>
                <a:ea typeface="Abel"/>
                <a:cs typeface="Abel"/>
                <a:sym typeface="Abel"/>
              </a:defRPr>
            </a:lvl3pPr>
            <a:lvl4pPr marL="1828800" marR="0" lvl="3" indent="-317500" algn="l" rtl="0" eaLnBrk="1" hangingPunct="1">
              <a:lnSpc>
                <a:spcPct val="100000"/>
              </a:lnSpc>
              <a:spcBef>
                <a:spcPts val="0"/>
              </a:spcBef>
              <a:spcAft>
                <a:spcPts val="0"/>
              </a:spcAft>
              <a:buClr>
                <a:schemeClr val="dk1"/>
              </a:buClr>
              <a:buSzPts val="1400"/>
              <a:buFont typeface="Abel"/>
              <a:buNone/>
              <a:defRPr sz="1400" b="0" i="0" u="none" strike="noStrike" cap="none">
                <a:solidFill>
                  <a:schemeClr val="dk1"/>
                </a:solidFill>
                <a:latin typeface="Abel"/>
                <a:ea typeface="Abel"/>
                <a:cs typeface="Abel"/>
                <a:sym typeface="Abel"/>
              </a:defRPr>
            </a:lvl4pPr>
            <a:lvl5pPr marL="2286000" marR="0" lvl="4" indent="-317500" algn="l" rtl="0" eaLnBrk="1" hangingPunct="1">
              <a:lnSpc>
                <a:spcPct val="100000"/>
              </a:lnSpc>
              <a:spcBef>
                <a:spcPts val="0"/>
              </a:spcBef>
              <a:spcAft>
                <a:spcPts val="0"/>
              </a:spcAft>
              <a:buClr>
                <a:schemeClr val="dk1"/>
              </a:buClr>
              <a:buSzPts val="1400"/>
              <a:buFont typeface="Abel"/>
              <a:buNone/>
              <a:defRPr sz="1400" b="0" i="0" u="none" strike="noStrike" cap="none">
                <a:solidFill>
                  <a:schemeClr val="dk1"/>
                </a:solidFill>
                <a:latin typeface="Abel"/>
                <a:ea typeface="Abel"/>
                <a:cs typeface="Abel"/>
                <a:sym typeface="Abel"/>
              </a:defRPr>
            </a:lvl5pPr>
            <a:lvl6pPr marL="2743200" marR="0" lvl="5" indent="-317500" algn="l" rtl="0" eaLnBrk="1" hangingPunct="1">
              <a:lnSpc>
                <a:spcPct val="100000"/>
              </a:lnSpc>
              <a:spcBef>
                <a:spcPts val="0"/>
              </a:spcBef>
              <a:spcAft>
                <a:spcPts val="0"/>
              </a:spcAft>
              <a:buClr>
                <a:schemeClr val="dk1"/>
              </a:buClr>
              <a:buSzPts val="1400"/>
              <a:buFont typeface="Abel"/>
              <a:buNone/>
              <a:defRPr sz="1400" b="0" i="0" u="none" strike="noStrike" cap="none">
                <a:solidFill>
                  <a:schemeClr val="dk1"/>
                </a:solidFill>
                <a:latin typeface="Abel"/>
                <a:ea typeface="Abel"/>
                <a:cs typeface="Abel"/>
                <a:sym typeface="Abel"/>
              </a:defRPr>
            </a:lvl6pPr>
            <a:lvl7pPr marL="3200400" marR="0" lvl="6" indent="-317500" algn="l" rtl="0" eaLnBrk="1" hangingPunct="1">
              <a:lnSpc>
                <a:spcPct val="100000"/>
              </a:lnSpc>
              <a:spcBef>
                <a:spcPts val="0"/>
              </a:spcBef>
              <a:spcAft>
                <a:spcPts val="0"/>
              </a:spcAft>
              <a:buClr>
                <a:schemeClr val="dk1"/>
              </a:buClr>
              <a:buSzPts val="1400"/>
              <a:buFont typeface="Abel"/>
              <a:buNone/>
              <a:defRPr sz="1400" b="0" i="0" u="none" strike="noStrike" cap="none">
                <a:solidFill>
                  <a:schemeClr val="dk1"/>
                </a:solidFill>
                <a:latin typeface="Abel"/>
                <a:ea typeface="Abel"/>
                <a:cs typeface="Abel"/>
                <a:sym typeface="Abel"/>
              </a:defRPr>
            </a:lvl7pPr>
            <a:lvl8pPr marL="3657600" marR="0" lvl="7" indent="-317500" algn="l" rtl="0" eaLnBrk="1" hangingPunct="1">
              <a:lnSpc>
                <a:spcPct val="100000"/>
              </a:lnSpc>
              <a:spcBef>
                <a:spcPts val="0"/>
              </a:spcBef>
              <a:spcAft>
                <a:spcPts val="0"/>
              </a:spcAft>
              <a:buClr>
                <a:schemeClr val="dk1"/>
              </a:buClr>
              <a:buSzPts val="1400"/>
              <a:buFont typeface="Abel"/>
              <a:buNone/>
              <a:defRPr sz="1400" b="0" i="0" u="none" strike="noStrike" cap="none">
                <a:solidFill>
                  <a:schemeClr val="dk1"/>
                </a:solidFill>
                <a:latin typeface="Abel"/>
                <a:ea typeface="Abel"/>
                <a:cs typeface="Abel"/>
                <a:sym typeface="Abel"/>
              </a:defRPr>
            </a:lvl8pPr>
            <a:lvl9pPr marL="4114800" marR="0" lvl="8" indent="-317500" algn="l" rtl="0" eaLnBrk="1" hangingPunct="1">
              <a:lnSpc>
                <a:spcPct val="100000"/>
              </a:lnSpc>
              <a:spcBef>
                <a:spcPts val="0"/>
              </a:spcBef>
              <a:spcAft>
                <a:spcPts val="0"/>
              </a:spcAft>
              <a:buClr>
                <a:schemeClr val="dk1"/>
              </a:buClr>
              <a:buSzPts val="1400"/>
              <a:buFont typeface="Abel"/>
              <a:buNone/>
              <a:defRPr sz="1400" b="0" i="0" u="none" strike="noStrike" cap="none">
                <a:solidFill>
                  <a:schemeClr val="dk1"/>
                </a:solidFill>
                <a:latin typeface="Abel"/>
                <a:ea typeface="Abel"/>
                <a:cs typeface="Abel"/>
                <a:sym typeface="Abel"/>
              </a:defRPr>
            </a:lvl9pPr>
          </a:lstStyle>
          <a:p>
            <a:pPr marL="0" indent="0" algn="ctr"/>
            <a:r>
              <a:rPr lang="en-US" dirty="0">
                <a:solidFill>
                  <a:srgbClr val="1C1C1C"/>
                </a:solidFill>
              </a:rPr>
              <a:t>Peak Hours are 6-8 AM, 4-8 PM and when being filtered by Off Peak Ticket Type it transform to other times because of it’s condition for being used out of Peak Hours but still there is Tickets being used in it and it is related to the fact that the Peak Hours Ticket only ably in the Weekdays </a:t>
            </a:r>
          </a:p>
        </p:txBody>
      </p:sp>
      <p:sp>
        <p:nvSpPr>
          <p:cNvPr id="31" name="Google Shape;1385;p35">
            <a:extLst>
              <a:ext uri="{FF2B5EF4-FFF2-40B4-BE49-F238E27FC236}">
                <a16:creationId xmlns:a16="http://schemas.microsoft.com/office/drawing/2014/main" id="{387FECCD-8813-DD0F-DDED-E2164D7BFCD0}"/>
              </a:ext>
            </a:extLst>
          </p:cNvPr>
          <p:cNvSpPr txBox="1">
            <a:spLocks/>
          </p:cNvSpPr>
          <p:nvPr/>
        </p:nvSpPr>
        <p:spPr>
          <a:xfrm>
            <a:off x="2965621" y="3538133"/>
            <a:ext cx="2911288"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eaLnBrk="1" hangingPunct="1">
              <a:lnSpc>
                <a:spcPct val="100000"/>
              </a:lnSpc>
              <a:spcBef>
                <a:spcPts val="0"/>
              </a:spcBef>
              <a:spcAft>
                <a:spcPts val="0"/>
              </a:spcAft>
              <a:buClr>
                <a:schemeClr val="dk1"/>
              </a:buClr>
              <a:buSzPts val="1800"/>
              <a:buFont typeface="Abel"/>
              <a:buNone/>
              <a:defRPr sz="1400" b="0" i="0" u="none" strike="noStrike" cap="none">
                <a:solidFill>
                  <a:schemeClr val="dk1"/>
                </a:solidFill>
                <a:latin typeface="Abel"/>
                <a:ea typeface="Abel"/>
                <a:cs typeface="Abel"/>
                <a:sym typeface="Abel"/>
              </a:defRPr>
            </a:lvl1pPr>
            <a:lvl2pPr marL="914400" marR="0" lvl="1" indent="-317500" algn="l" rtl="0" eaLnBrk="1" hangingPunct="1">
              <a:lnSpc>
                <a:spcPct val="100000"/>
              </a:lnSpc>
              <a:spcBef>
                <a:spcPts val="0"/>
              </a:spcBef>
              <a:spcAft>
                <a:spcPts val="0"/>
              </a:spcAft>
              <a:buClr>
                <a:schemeClr val="dk1"/>
              </a:buClr>
              <a:buSzPts val="1400"/>
              <a:buFont typeface="Abel"/>
              <a:buNone/>
              <a:defRPr sz="1400" b="0" i="0" u="none" strike="noStrike" cap="none">
                <a:solidFill>
                  <a:schemeClr val="dk1"/>
                </a:solidFill>
                <a:latin typeface="Abel"/>
                <a:ea typeface="Abel"/>
                <a:cs typeface="Abel"/>
                <a:sym typeface="Abel"/>
              </a:defRPr>
            </a:lvl2pPr>
            <a:lvl3pPr marL="1371600" marR="0" lvl="2" indent="-317500" algn="l" rtl="0" eaLnBrk="1" hangingPunct="1">
              <a:lnSpc>
                <a:spcPct val="100000"/>
              </a:lnSpc>
              <a:spcBef>
                <a:spcPts val="0"/>
              </a:spcBef>
              <a:spcAft>
                <a:spcPts val="0"/>
              </a:spcAft>
              <a:buClr>
                <a:schemeClr val="dk1"/>
              </a:buClr>
              <a:buSzPts val="1400"/>
              <a:buFont typeface="Abel"/>
              <a:buNone/>
              <a:defRPr sz="1400" b="0" i="0" u="none" strike="noStrike" cap="none">
                <a:solidFill>
                  <a:schemeClr val="dk1"/>
                </a:solidFill>
                <a:latin typeface="Abel"/>
                <a:ea typeface="Abel"/>
                <a:cs typeface="Abel"/>
                <a:sym typeface="Abel"/>
              </a:defRPr>
            </a:lvl3pPr>
            <a:lvl4pPr marL="1828800" marR="0" lvl="3" indent="-317500" algn="l" rtl="0" eaLnBrk="1" hangingPunct="1">
              <a:lnSpc>
                <a:spcPct val="100000"/>
              </a:lnSpc>
              <a:spcBef>
                <a:spcPts val="0"/>
              </a:spcBef>
              <a:spcAft>
                <a:spcPts val="0"/>
              </a:spcAft>
              <a:buClr>
                <a:schemeClr val="dk1"/>
              </a:buClr>
              <a:buSzPts val="1400"/>
              <a:buFont typeface="Abel"/>
              <a:buNone/>
              <a:defRPr sz="1400" b="0" i="0" u="none" strike="noStrike" cap="none">
                <a:solidFill>
                  <a:schemeClr val="dk1"/>
                </a:solidFill>
                <a:latin typeface="Abel"/>
                <a:ea typeface="Abel"/>
                <a:cs typeface="Abel"/>
                <a:sym typeface="Abel"/>
              </a:defRPr>
            </a:lvl4pPr>
            <a:lvl5pPr marL="2286000" marR="0" lvl="4" indent="-317500" algn="l" rtl="0" eaLnBrk="1" hangingPunct="1">
              <a:lnSpc>
                <a:spcPct val="100000"/>
              </a:lnSpc>
              <a:spcBef>
                <a:spcPts val="0"/>
              </a:spcBef>
              <a:spcAft>
                <a:spcPts val="0"/>
              </a:spcAft>
              <a:buClr>
                <a:schemeClr val="dk1"/>
              </a:buClr>
              <a:buSzPts val="1400"/>
              <a:buFont typeface="Abel"/>
              <a:buNone/>
              <a:defRPr sz="1400" b="0" i="0" u="none" strike="noStrike" cap="none">
                <a:solidFill>
                  <a:schemeClr val="dk1"/>
                </a:solidFill>
                <a:latin typeface="Abel"/>
                <a:ea typeface="Abel"/>
                <a:cs typeface="Abel"/>
                <a:sym typeface="Abel"/>
              </a:defRPr>
            </a:lvl5pPr>
            <a:lvl6pPr marL="2743200" marR="0" lvl="5" indent="-317500" algn="l" rtl="0" eaLnBrk="1" hangingPunct="1">
              <a:lnSpc>
                <a:spcPct val="100000"/>
              </a:lnSpc>
              <a:spcBef>
                <a:spcPts val="0"/>
              </a:spcBef>
              <a:spcAft>
                <a:spcPts val="0"/>
              </a:spcAft>
              <a:buClr>
                <a:schemeClr val="dk1"/>
              </a:buClr>
              <a:buSzPts val="1400"/>
              <a:buFont typeface="Abel"/>
              <a:buNone/>
              <a:defRPr sz="1400" b="0" i="0" u="none" strike="noStrike" cap="none">
                <a:solidFill>
                  <a:schemeClr val="dk1"/>
                </a:solidFill>
                <a:latin typeface="Abel"/>
                <a:ea typeface="Abel"/>
                <a:cs typeface="Abel"/>
                <a:sym typeface="Abel"/>
              </a:defRPr>
            </a:lvl6pPr>
            <a:lvl7pPr marL="3200400" marR="0" lvl="6" indent="-317500" algn="l" rtl="0" eaLnBrk="1" hangingPunct="1">
              <a:lnSpc>
                <a:spcPct val="100000"/>
              </a:lnSpc>
              <a:spcBef>
                <a:spcPts val="0"/>
              </a:spcBef>
              <a:spcAft>
                <a:spcPts val="0"/>
              </a:spcAft>
              <a:buClr>
                <a:schemeClr val="dk1"/>
              </a:buClr>
              <a:buSzPts val="1400"/>
              <a:buFont typeface="Abel"/>
              <a:buNone/>
              <a:defRPr sz="1400" b="0" i="0" u="none" strike="noStrike" cap="none">
                <a:solidFill>
                  <a:schemeClr val="dk1"/>
                </a:solidFill>
                <a:latin typeface="Abel"/>
                <a:ea typeface="Abel"/>
                <a:cs typeface="Abel"/>
                <a:sym typeface="Abel"/>
              </a:defRPr>
            </a:lvl7pPr>
            <a:lvl8pPr marL="3657600" marR="0" lvl="7" indent="-317500" algn="l" rtl="0" eaLnBrk="1" hangingPunct="1">
              <a:lnSpc>
                <a:spcPct val="100000"/>
              </a:lnSpc>
              <a:spcBef>
                <a:spcPts val="0"/>
              </a:spcBef>
              <a:spcAft>
                <a:spcPts val="0"/>
              </a:spcAft>
              <a:buClr>
                <a:schemeClr val="dk1"/>
              </a:buClr>
              <a:buSzPts val="1400"/>
              <a:buFont typeface="Abel"/>
              <a:buNone/>
              <a:defRPr sz="1400" b="0" i="0" u="none" strike="noStrike" cap="none">
                <a:solidFill>
                  <a:schemeClr val="dk1"/>
                </a:solidFill>
                <a:latin typeface="Abel"/>
                <a:ea typeface="Abel"/>
                <a:cs typeface="Abel"/>
                <a:sym typeface="Abel"/>
              </a:defRPr>
            </a:lvl8pPr>
            <a:lvl9pPr marL="4114800" marR="0" lvl="8" indent="-317500" algn="l" rtl="0" eaLnBrk="1" hangingPunct="1">
              <a:lnSpc>
                <a:spcPct val="100000"/>
              </a:lnSpc>
              <a:spcBef>
                <a:spcPts val="0"/>
              </a:spcBef>
              <a:spcAft>
                <a:spcPts val="0"/>
              </a:spcAft>
              <a:buClr>
                <a:schemeClr val="dk1"/>
              </a:buClr>
              <a:buSzPts val="1400"/>
              <a:buFont typeface="Abel"/>
              <a:buNone/>
              <a:defRPr sz="1400" b="0" i="0" u="none" strike="noStrike" cap="none">
                <a:solidFill>
                  <a:schemeClr val="dk1"/>
                </a:solidFill>
                <a:latin typeface="Abel"/>
                <a:ea typeface="Abel"/>
                <a:cs typeface="Abel"/>
                <a:sym typeface="Abel"/>
              </a:defRPr>
            </a:lvl9pPr>
          </a:lstStyle>
          <a:p>
            <a:pPr marL="0" indent="0" algn="ctr"/>
            <a:r>
              <a:rPr lang="en-US" dirty="0">
                <a:solidFill>
                  <a:srgbClr val="1C1C1C"/>
                </a:solidFill>
              </a:rPr>
              <a:t>The common purchase type is Online with Almost 60% of People buy Tickets Online with different type of payment method except debit card with Almost 60% of people buying with it in Station</a:t>
            </a:r>
          </a:p>
        </p:txBody>
      </p:sp>
      <p:sp>
        <p:nvSpPr>
          <p:cNvPr id="32" name="Google Shape;1385;p35">
            <a:extLst>
              <a:ext uri="{FF2B5EF4-FFF2-40B4-BE49-F238E27FC236}">
                <a16:creationId xmlns:a16="http://schemas.microsoft.com/office/drawing/2014/main" id="{8B2C67D5-5112-DDBA-4910-0213361414F2}"/>
              </a:ext>
            </a:extLst>
          </p:cNvPr>
          <p:cNvSpPr txBox="1">
            <a:spLocks/>
          </p:cNvSpPr>
          <p:nvPr/>
        </p:nvSpPr>
        <p:spPr>
          <a:xfrm>
            <a:off x="7490795" y="495493"/>
            <a:ext cx="1373588" cy="98742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eaLnBrk="1" hangingPunct="1">
              <a:lnSpc>
                <a:spcPct val="100000"/>
              </a:lnSpc>
              <a:spcBef>
                <a:spcPts val="0"/>
              </a:spcBef>
              <a:spcAft>
                <a:spcPts val="0"/>
              </a:spcAft>
              <a:buClr>
                <a:schemeClr val="dk1"/>
              </a:buClr>
              <a:buSzPts val="1800"/>
              <a:buFont typeface="Abel"/>
              <a:buNone/>
              <a:defRPr sz="1400" b="0" i="0" u="none" strike="noStrike" cap="none">
                <a:solidFill>
                  <a:schemeClr val="dk1"/>
                </a:solidFill>
                <a:latin typeface="Abel"/>
                <a:ea typeface="Abel"/>
                <a:cs typeface="Abel"/>
                <a:sym typeface="Abel"/>
              </a:defRPr>
            </a:lvl1pPr>
            <a:lvl2pPr marL="914400" marR="0" lvl="1" indent="-317500" algn="l" rtl="0" eaLnBrk="1" hangingPunct="1">
              <a:lnSpc>
                <a:spcPct val="100000"/>
              </a:lnSpc>
              <a:spcBef>
                <a:spcPts val="0"/>
              </a:spcBef>
              <a:spcAft>
                <a:spcPts val="0"/>
              </a:spcAft>
              <a:buClr>
                <a:schemeClr val="dk1"/>
              </a:buClr>
              <a:buSzPts val="1400"/>
              <a:buFont typeface="Abel"/>
              <a:buNone/>
              <a:defRPr sz="1400" b="0" i="0" u="none" strike="noStrike" cap="none">
                <a:solidFill>
                  <a:schemeClr val="dk1"/>
                </a:solidFill>
                <a:latin typeface="Abel"/>
                <a:ea typeface="Abel"/>
                <a:cs typeface="Abel"/>
                <a:sym typeface="Abel"/>
              </a:defRPr>
            </a:lvl2pPr>
            <a:lvl3pPr marL="1371600" marR="0" lvl="2" indent="-317500" algn="l" rtl="0" eaLnBrk="1" hangingPunct="1">
              <a:lnSpc>
                <a:spcPct val="100000"/>
              </a:lnSpc>
              <a:spcBef>
                <a:spcPts val="0"/>
              </a:spcBef>
              <a:spcAft>
                <a:spcPts val="0"/>
              </a:spcAft>
              <a:buClr>
                <a:schemeClr val="dk1"/>
              </a:buClr>
              <a:buSzPts val="1400"/>
              <a:buFont typeface="Abel"/>
              <a:buNone/>
              <a:defRPr sz="1400" b="0" i="0" u="none" strike="noStrike" cap="none">
                <a:solidFill>
                  <a:schemeClr val="dk1"/>
                </a:solidFill>
                <a:latin typeface="Abel"/>
                <a:ea typeface="Abel"/>
                <a:cs typeface="Abel"/>
                <a:sym typeface="Abel"/>
              </a:defRPr>
            </a:lvl3pPr>
            <a:lvl4pPr marL="1828800" marR="0" lvl="3" indent="-317500" algn="l" rtl="0" eaLnBrk="1" hangingPunct="1">
              <a:lnSpc>
                <a:spcPct val="100000"/>
              </a:lnSpc>
              <a:spcBef>
                <a:spcPts val="0"/>
              </a:spcBef>
              <a:spcAft>
                <a:spcPts val="0"/>
              </a:spcAft>
              <a:buClr>
                <a:schemeClr val="dk1"/>
              </a:buClr>
              <a:buSzPts val="1400"/>
              <a:buFont typeface="Abel"/>
              <a:buNone/>
              <a:defRPr sz="1400" b="0" i="0" u="none" strike="noStrike" cap="none">
                <a:solidFill>
                  <a:schemeClr val="dk1"/>
                </a:solidFill>
                <a:latin typeface="Abel"/>
                <a:ea typeface="Abel"/>
                <a:cs typeface="Abel"/>
                <a:sym typeface="Abel"/>
              </a:defRPr>
            </a:lvl4pPr>
            <a:lvl5pPr marL="2286000" marR="0" lvl="4" indent="-317500" algn="l" rtl="0" eaLnBrk="1" hangingPunct="1">
              <a:lnSpc>
                <a:spcPct val="100000"/>
              </a:lnSpc>
              <a:spcBef>
                <a:spcPts val="0"/>
              </a:spcBef>
              <a:spcAft>
                <a:spcPts val="0"/>
              </a:spcAft>
              <a:buClr>
                <a:schemeClr val="dk1"/>
              </a:buClr>
              <a:buSzPts val="1400"/>
              <a:buFont typeface="Abel"/>
              <a:buNone/>
              <a:defRPr sz="1400" b="0" i="0" u="none" strike="noStrike" cap="none">
                <a:solidFill>
                  <a:schemeClr val="dk1"/>
                </a:solidFill>
                <a:latin typeface="Abel"/>
                <a:ea typeface="Abel"/>
                <a:cs typeface="Abel"/>
                <a:sym typeface="Abel"/>
              </a:defRPr>
            </a:lvl5pPr>
            <a:lvl6pPr marL="2743200" marR="0" lvl="5" indent="-317500" algn="l" rtl="0" eaLnBrk="1" hangingPunct="1">
              <a:lnSpc>
                <a:spcPct val="100000"/>
              </a:lnSpc>
              <a:spcBef>
                <a:spcPts val="0"/>
              </a:spcBef>
              <a:spcAft>
                <a:spcPts val="0"/>
              </a:spcAft>
              <a:buClr>
                <a:schemeClr val="dk1"/>
              </a:buClr>
              <a:buSzPts val="1400"/>
              <a:buFont typeface="Abel"/>
              <a:buNone/>
              <a:defRPr sz="1400" b="0" i="0" u="none" strike="noStrike" cap="none">
                <a:solidFill>
                  <a:schemeClr val="dk1"/>
                </a:solidFill>
                <a:latin typeface="Abel"/>
                <a:ea typeface="Abel"/>
                <a:cs typeface="Abel"/>
                <a:sym typeface="Abel"/>
              </a:defRPr>
            </a:lvl6pPr>
            <a:lvl7pPr marL="3200400" marR="0" lvl="6" indent="-317500" algn="l" rtl="0" eaLnBrk="1" hangingPunct="1">
              <a:lnSpc>
                <a:spcPct val="100000"/>
              </a:lnSpc>
              <a:spcBef>
                <a:spcPts val="0"/>
              </a:spcBef>
              <a:spcAft>
                <a:spcPts val="0"/>
              </a:spcAft>
              <a:buClr>
                <a:schemeClr val="dk1"/>
              </a:buClr>
              <a:buSzPts val="1400"/>
              <a:buFont typeface="Abel"/>
              <a:buNone/>
              <a:defRPr sz="1400" b="0" i="0" u="none" strike="noStrike" cap="none">
                <a:solidFill>
                  <a:schemeClr val="dk1"/>
                </a:solidFill>
                <a:latin typeface="Abel"/>
                <a:ea typeface="Abel"/>
                <a:cs typeface="Abel"/>
                <a:sym typeface="Abel"/>
              </a:defRPr>
            </a:lvl7pPr>
            <a:lvl8pPr marL="3657600" marR="0" lvl="7" indent="-317500" algn="l" rtl="0" eaLnBrk="1" hangingPunct="1">
              <a:lnSpc>
                <a:spcPct val="100000"/>
              </a:lnSpc>
              <a:spcBef>
                <a:spcPts val="0"/>
              </a:spcBef>
              <a:spcAft>
                <a:spcPts val="0"/>
              </a:spcAft>
              <a:buClr>
                <a:schemeClr val="dk1"/>
              </a:buClr>
              <a:buSzPts val="1400"/>
              <a:buFont typeface="Abel"/>
              <a:buNone/>
              <a:defRPr sz="1400" b="0" i="0" u="none" strike="noStrike" cap="none">
                <a:solidFill>
                  <a:schemeClr val="dk1"/>
                </a:solidFill>
                <a:latin typeface="Abel"/>
                <a:ea typeface="Abel"/>
                <a:cs typeface="Abel"/>
                <a:sym typeface="Abel"/>
              </a:defRPr>
            </a:lvl8pPr>
            <a:lvl9pPr marL="4114800" marR="0" lvl="8" indent="-317500" algn="l" rtl="0" eaLnBrk="1" hangingPunct="1">
              <a:lnSpc>
                <a:spcPct val="100000"/>
              </a:lnSpc>
              <a:spcBef>
                <a:spcPts val="0"/>
              </a:spcBef>
              <a:spcAft>
                <a:spcPts val="0"/>
              </a:spcAft>
              <a:buClr>
                <a:schemeClr val="dk1"/>
              </a:buClr>
              <a:buSzPts val="1400"/>
              <a:buFont typeface="Abel"/>
              <a:buNone/>
              <a:defRPr sz="1400" b="0" i="0" u="none" strike="noStrike" cap="none">
                <a:solidFill>
                  <a:schemeClr val="dk1"/>
                </a:solidFill>
                <a:latin typeface="Abel"/>
                <a:ea typeface="Abel"/>
                <a:cs typeface="Abel"/>
                <a:sym typeface="Abel"/>
              </a:defRPr>
            </a:lvl9pPr>
          </a:lstStyle>
          <a:p>
            <a:pPr marL="0" indent="0" algn="ctr"/>
            <a:r>
              <a:rPr lang="en-US" dirty="0">
                <a:solidFill>
                  <a:srgbClr val="1C1C1C"/>
                </a:solidFill>
              </a:rPr>
              <a:t>Even though the Anytime Ticket Type can be used in any time in the day the people use it in the peak hours and mostly in Weekday</a:t>
            </a:r>
          </a:p>
        </p:txBody>
      </p:sp>
      <p:pic>
        <p:nvPicPr>
          <p:cNvPr id="33" name="Picture 32" descr="A screenshot of a phone&#10;&#10;AI-generated content may be incorrect.">
            <a:extLst>
              <a:ext uri="{FF2B5EF4-FFF2-40B4-BE49-F238E27FC236}">
                <a16:creationId xmlns:a16="http://schemas.microsoft.com/office/drawing/2014/main" id="{AEAF9C9A-1F5A-8BEB-376C-CA4EED366D8F}"/>
              </a:ext>
            </a:extLst>
          </p:cNvPr>
          <p:cNvPicPr>
            <a:picLocks noChangeAspect="1"/>
          </p:cNvPicPr>
          <p:nvPr/>
        </p:nvPicPr>
        <p:blipFill>
          <a:blip r:embed="rId4"/>
          <a:stretch>
            <a:fillRect/>
          </a:stretch>
        </p:blipFill>
        <p:spPr>
          <a:xfrm>
            <a:off x="6280585" y="265848"/>
            <a:ext cx="1176937" cy="2840946"/>
          </a:xfrm>
          <a:prstGeom prst="rect">
            <a:avLst/>
          </a:prstGeom>
        </p:spPr>
      </p:pic>
      <p:grpSp>
        <p:nvGrpSpPr>
          <p:cNvPr id="34" name="Group 33">
            <a:extLst>
              <a:ext uri="{FF2B5EF4-FFF2-40B4-BE49-F238E27FC236}">
                <a16:creationId xmlns:a16="http://schemas.microsoft.com/office/drawing/2014/main" id="{7DBBAB75-0FF1-F5E8-14CD-79ECDAC53B09}"/>
              </a:ext>
            </a:extLst>
          </p:cNvPr>
          <p:cNvGrpSpPr/>
          <p:nvPr/>
        </p:nvGrpSpPr>
        <p:grpSpPr>
          <a:xfrm>
            <a:off x="884495" y="265848"/>
            <a:ext cx="1270001" cy="2840946"/>
            <a:chOff x="849080" y="611184"/>
            <a:chExt cx="813682" cy="2319942"/>
          </a:xfrm>
        </p:grpSpPr>
        <p:pic>
          <p:nvPicPr>
            <p:cNvPr id="35" name="Picture 34" descr="A screenshot of a computer&#10;&#10;AI-generated content may be incorrect.">
              <a:extLst>
                <a:ext uri="{FF2B5EF4-FFF2-40B4-BE49-F238E27FC236}">
                  <a16:creationId xmlns:a16="http://schemas.microsoft.com/office/drawing/2014/main" id="{66C8D737-D89B-8A38-31B8-F94A1D0DFD59}"/>
                </a:ext>
              </a:extLst>
            </p:cNvPr>
            <p:cNvPicPr>
              <a:picLocks noChangeAspect="1"/>
            </p:cNvPicPr>
            <p:nvPr/>
          </p:nvPicPr>
          <p:blipFill>
            <a:blip r:embed="rId5"/>
            <a:stretch>
              <a:fillRect/>
            </a:stretch>
          </p:blipFill>
          <p:spPr>
            <a:xfrm>
              <a:off x="849080" y="611184"/>
              <a:ext cx="813682" cy="2319942"/>
            </a:xfrm>
            <a:prstGeom prst="rect">
              <a:avLst/>
            </a:prstGeom>
          </p:spPr>
        </p:pic>
        <p:sp>
          <p:nvSpPr>
            <p:cNvPr id="36" name="Rectangle 35">
              <a:extLst>
                <a:ext uri="{FF2B5EF4-FFF2-40B4-BE49-F238E27FC236}">
                  <a16:creationId xmlns:a16="http://schemas.microsoft.com/office/drawing/2014/main" id="{67224738-E32F-69E4-7621-327526FF1B9A}"/>
                </a:ext>
              </a:extLst>
            </p:cNvPr>
            <p:cNvSpPr/>
            <p:nvPr/>
          </p:nvSpPr>
          <p:spPr>
            <a:xfrm>
              <a:off x="1473994" y="1208001"/>
              <a:ext cx="135731" cy="311237"/>
            </a:xfrm>
            <a:prstGeom prst="rect">
              <a:avLst/>
            </a:prstGeom>
            <a:noFill/>
            <a:ln w="12700">
              <a:solidFill>
                <a:schemeClr val="bg2">
                  <a:lumMod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002060"/>
                </a:solidFill>
              </a:endParaRPr>
            </a:p>
          </p:txBody>
        </p:sp>
        <p:sp>
          <p:nvSpPr>
            <p:cNvPr id="37" name="Rectangle 36">
              <a:extLst>
                <a:ext uri="{FF2B5EF4-FFF2-40B4-BE49-F238E27FC236}">
                  <a16:creationId xmlns:a16="http://schemas.microsoft.com/office/drawing/2014/main" id="{AFFFFA93-05D7-4576-3E55-DB77D1350492}"/>
                </a:ext>
              </a:extLst>
            </p:cNvPr>
            <p:cNvSpPr/>
            <p:nvPr/>
          </p:nvSpPr>
          <p:spPr>
            <a:xfrm>
              <a:off x="1473994" y="2155949"/>
              <a:ext cx="135731" cy="311237"/>
            </a:xfrm>
            <a:prstGeom prst="rect">
              <a:avLst/>
            </a:prstGeom>
            <a:noFill/>
            <a:ln w="12700">
              <a:solidFill>
                <a:schemeClr val="bg2">
                  <a:lumMod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002060"/>
                </a:solidFill>
              </a:endParaRPr>
            </a:p>
          </p:txBody>
        </p:sp>
      </p:grpSp>
      <p:grpSp>
        <p:nvGrpSpPr>
          <p:cNvPr id="38" name="Group 37">
            <a:extLst>
              <a:ext uri="{FF2B5EF4-FFF2-40B4-BE49-F238E27FC236}">
                <a16:creationId xmlns:a16="http://schemas.microsoft.com/office/drawing/2014/main" id="{C356D113-240D-2ED0-115D-B23E76082180}"/>
              </a:ext>
            </a:extLst>
          </p:cNvPr>
          <p:cNvGrpSpPr/>
          <p:nvPr/>
        </p:nvGrpSpPr>
        <p:grpSpPr>
          <a:xfrm>
            <a:off x="0" y="3181076"/>
            <a:ext cx="9144271" cy="252185"/>
            <a:chOff x="14084" y="3261059"/>
            <a:chExt cx="9144271" cy="252185"/>
          </a:xfrm>
        </p:grpSpPr>
        <p:grpSp>
          <p:nvGrpSpPr>
            <p:cNvPr id="39" name="Google Shape;1427;p35">
              <a:extLst>
                <a:ext uri="{FF2B5EF4-FFF2-40B4-BE49-F238E27FC236}">
                  <a16:creationId xmlns:a16="http://schemas.microsoft.com/office/drawing/2014/main" id="{B3C2E1D1-84E0-B870-B169-1AE0471AA18C}"/>
                </a:ext>
              </a:extLst>
            </p:cNvPr>
            <p:cNvGrpSpPr/>
            <p:nvPr/>
          </p:nvGrpSpPr>
          <p:grpSpPr>
            <a:xfrm>
              <a:off x="14355" y="3261059"/>
              <a:ext cx="9144000" cy="135700"/>
              <a:chOff x="96675" y="2823075"/>
              <a:chExt cx="9144000" cy="135700"/>
            </a:xfrm>
            <a:solidFill>
              <a:srgbClr val="002E50"/>
            </a:solidFill>
          </p:grpSpPr>
          <p:grpSp>
            <p:nvGrpSpPr>
              <p:cNvPr id="72" name="Google Shape;1428;p35">
                <a:extLst>
                  <a:ext uri="{FF2B5EF4-FFF2-40B4-BE49-F238E27FC236}">
                    <a16:creationId xmlns:a16="http://schemas.microsoft.com/office/drawing/2014/main" id="{9D76BCC8-FE4E-0F3F-C7F3-9936415F044D}"/>
                  </a:ext>
                </a:extLst>
              </p:cNvPr>
              <p:cNvGrpSpPr/>
              <p:nvPr/>
            </p:nvGrpSpPr>
            <p:grpSpPr>
              <a:xfrm>
                <a:off x="96675" y="2823075"/>
                <a:ext cx="9144000" cy="135700"/>
                <a:chOff x="96675" y="2823075"/>
                <a:chExt cx="9144000" cy="135700"/>
              </a:xfrm>
              <a:grpFill/>
            </p:grpSpPr>
            <p:grpSp>
              <p:nvGrpSpPr>
                <p:cNvPr id="82" name="Google Shape;1429;p35">
                  <a:extLst>
                    <a:ext uri="{FF2B5EF4-FFF2-40B4-BE49-F238E27FC236}">
                      <a16:creationId xmlns:a16="http://schemas.microsoft.com/office/drawing/2014/main" id="{35A365A9-0760-B0B6-C818-2668DF44524A}"/>
                    </a:ext>
                  </a:extLst>
                </p:cNvPr>
                <p:cNvGrpSpPr/>
                <p:nvPr/>
              </p:nvGrpSpPr>
              <p:grpSpPr>
                <a:xfrm>
                  <a:off x="96675" y="2823075"/>
                  <a:ext cx="9144000" cy="135700"/>
                  <a:chOff x="-584175" y="4743925"/>
                  <a:chExt cx="9144000" cy="135700"/>
                </a:xfrm>
                <a:grpFill/>
              </p:grpSpPr>
              <p:sp>
                <p:nvSpPr>
                  <p:cNvPr id="92" name="Google Shape;1430;p35">
                    <a:extLst>
                      <a:ext uri="{FF2B5EF4-FFF2-40B4-BE49-F238E27FC236}">
                        <a16:creationId xmlns:a16="http://schemas.microsoft.com/office/drawing/2014/main" id="{703E4931-9B76-05CF-0FC2-FEC47772942A}"/>
                      </a:ext>
                    </a:extLst>
                  </p:cNvPr>
                  <p:cNvSpPr/>
                  <p:nvPr/>
                </p:nvSpPr>
                <p:spPr>
                  <a:xfrm>
                    <a:off x="-584175" y="4743925"/>
                    <a:ext cx="9144000" cy="35400"/>
                  </a:xfrm>
                  <a:prstGeom prst="rect">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3" name="Google Shape;1431;p35">
                    <a:extLst>
                      <a:ext uri="{FF2B5EF4-FFF2-40B4-BE49-F238E27FC236}">
                        <a16:creationId xmlns:a16="http://schemas.microsoft.com/office/drawing/2014/main" id="{37037641-937C-A84F-ABBD-8608ECFCC0C9}"/>
                      </a:ext>
                    </a:extLst>
                  </p:cNvPr>
                  <p:cNvGrpSpPr/>
                  <p:nvPr/>
                </p:nvGrpSpPr>
                <p:grpSpPr>
                  <a:xfrm>
                    <a:off x="-450100" y="4750325"/>
                    <a:ext cx="3095500" cy="129300"/>
                    <a:chOff x="-450100" y="4750325"/>
                    <a:chExt cx="3095500" cy="129300"/>
                  </a:xfrm>
                  <a:grpFill/>
                </p:grpSpPr>
                <p:sp>
                  <p:nvSpPr>
                    <p:cNvPr id="94" name="Google Shape;1432;p35">
                      <a:extLst>
                        <a:ext uri="{FF2B5EF4-FFF2-40B4-BE49-F238E27FC236}">
                          <a16:creationId xmlns:a16="http://schemas.microsoft.com/office/drawing/2014/main" id="{F78C15BC-5574-605B-D1C0-9B54BFA11680}"/>
                        </a:ext>
                      </a:extLst>
                    </p:cNvPr>
                    <p:cNvSpPr/>
                    <p:nvPr/>
                  </p:nvSpPr>
                  <p:spPr>
                    <a:xfrm rot="5400000">
                      <a:off x="-497050" y="4797275"/>
                      <a:ext cx="129300" cy="35400"/>
                    </a:xfrm>
                    <a:prstGeom prst="rect">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1433;p35">
                      <a:extLst>
                        <a:ext uri="{FF2B5EF4-FFF2-40B4-BE49-F238E27FC236}">
                          <a16:creationId xmlns:a16="http://schemas.microsoft.com/office/drawing/2014/main" id="{613308EC-EECE-25EF-6EEF-32EACCE659D1}"/>
                        </a:ext>
                      </a:extLst>
                    </p:cNvPr>
                    <p:cNvSpPr/>
                    <p:nvPr/>
                  </p:nvSpPr>
                  <p:spPr>
                    <a:xfrm rot="5400000">
                      <a:off x="-112625" y="4797275"/>
                      <a:ext cx="129300" cy="35400"/>
                    </a:xfrm>
                    <a:prstGeom prst="rect">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1434;p35">
                      <a:extLst>
                        <a:ext uri="{FF2B5EF4-FFF2-40B4-BE49-F238E27FC236}">
                          <a16:creationId xmlns:a16="http://schemas.microsoft.com/office/drawing/2014/main" id="{5B401FFE-94D6-1A53-BC14-C712EB9819FB}"/>
                        </a:ext>
                      </a:extLst>
                    </p:cNvPr>
                    <p:cNvSpPr/>
                    <p:nvPr/>
                  </p:nvSpPr>
                  <p:spPr>
                    <a:xfrm rot="5400000">
                      <a:off x="271800" y="4797275"/>
                      <a:ext cx="129300" cy="35400"/>
                    </a:xfrm>
                    <a:prstGeom prst="rect">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1435;p35">
                      <a:extLst>
                        <a:ext uri="{FF2B5EF4-FFF2-40B4-BE49-F238E27FC236}">
                          <a16:creationId xmlns:a16="http://schemas.microsoft.com/office/drawing/2014/main" id="{91FA9509-984B-59B9-AACC-FD3F8D557E35}"/>
                        </a:ext>
                      </a:extLst>
                    </p:cNvPr>
                    <p:cNvSpPr/>
                    <p:nvPr/>
                  </p:nvSpPr>
                  <p:spPr>
                    <a:xfrm rot="5400000">
                      <a:off x="648575" y="4797275"/>
                      <a:ext cx="129300" cy="35400"/>
                    </a:xfrm>
                    <a:prstGeom prst="rect">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1436;p35">
                      <a:extLst>
                        <a:ext uri="{FF2B5EF4-FFF2-40B4-BE49-F238E27FC236}">
                          <a16:creationId xmlns:a16="http://schemas.microsoft.com/office/drawing/2014/main" id="{E4E7B156-C6C1-B748-6072-CF92AAD83C00}"/>
                        </a:ext>
                      </a:extLst>
                    </p:cNvPr>
                    <p:cNvSpPr/>
                    <p:nvPr/>
                  </p:nvSpPr>
                  <p:spPr>
                    <a:xfrm rot="5400000">
                      <a:off x="1025350" y="4797275"/>
                      <a:ext cx="129300" cy="35400"/>
                    </a:xfrm>
                    <a:prstGeom prst="rect">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1437;p35">
                      <a:extLst>
                        <a:ext uri="{FF2B5EF4-FFF2-40B4-BE49-F238E27FC236}">
                          <a16:creationId xmlns:a16="http://schemas.microsoft.com/office/drawing/2014/main" id="{FFE6F8DB-0EF0-E890-E1DE-B985DA6BE967}"/>
                        </a:ext>
                      </a:extLst>
                    </p:cNvPr>
                    <p:cNvSpPr/>
                    <p:nvPr/>
                  </p:nvSpPr>
                  <p:spPr>
                    <a:xfrm rot="5400000">
                      <a:off x="1409775" y="4797275"/>
                      <a:ext cx="129300" cy="35400"/>
                    </a:xfrm>
                    <a:prstGeom prst="rect">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438;p35">
                      <a:extLst>
                        <a:ext uri="{FF2B5EF4-FFF2-40B4-BE49-F238E27FC236}">
                          <a16:creationId xmlns:a16="http://schemas.microsoft.com/office/drawing/2014/main" id="{3CF34175-2C2F-3D17-B7AD-BCB6632629AC}"/>
                        </a:ext>
                      </a:extLst>
                    </p:cNvPr>
                    <p:cNvSpPr/>
                    <p:nvPr/>
                  </p:nvSpPr>
                  <p:spPr>
                    <a:xfrm rot="5400000">
                      <a:off x="1794200" y="4797275"/>
                      <a:ext cx="129300" cy="35400"/>
                    </a:xfrm>
                    <a:prstGeom prst="rect">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439;p35">
                      <a:extLst>
                        <a:ext uri="{FF2B5EF4-FFF2-40B4-BE49-F238E27FC236}">
                          <a16:creationId xmlns:a16="http://schemas.microsoft.com/office/drawing/2014/main" id="{0CC79EA4-A436-013F-86D8-CBAD2A72F80D}"/>
                        </a:ext>
                      </a:extLst>
                    </p:cNvPr>
                    <p:cNvSpPr/>
                    <p:nvPr/>
                  </p:nvSpPr>
                  <p:spPr>
                    <a:xfrm rot="5400000">
                      <a:off x="2178625" y="4797275"/>
                      <a:ext cx="129300" cy="35400"/>
                    </a:xfrm>
                    <a:prstGeom prst="rect">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440;p35">
                      <a:extLst>
                        <a:ext uri="{FF2B5EF4-FFF2-40B4-BE49-F238E27FC236}">
                          <a16:creationId xmlns:a16="http://schemas.microsoft.com/office/drawing/2014/main" id="{4864F7E0-166B-613A-42B0-4EA7F7DAA1C6}"/>
                        </a:ext>
                      </a:extLst>
                    </p:cNvPr>
                    <p:cNvSpPr/>
                    <p:nvPr/>
                  </p:nvSpPr>
                  <p:spPr>
                    <a:xfrm rot="5400000">
                      <a:off x="2563050" y="4797275"/>
                      <a:ext cx="129300" cy="35400"/>
                    </a:xfrm>
                    <a:prstGeom prst="rect">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83" name="Google Shape;1441;p35">
                  <a:extLst>
                    <a:ext uri="{FF2B5EF4-FFF2-40B4-BE49-F238E27FC236}">
                      <a16:creationId xmlns:a16="http://schemas.microsoft.com/office/drawing/2014/main" id="{13F61013-2EE0-962A-4470-0E975B857128}"/>
                    </a:ext>
                  </a:extLst>
                </p:cNvPr>
                <p:cNvGrpSpPr/>
                <p:nvPr/>
              </p:nvGrpSpPr>
              <p:grpSpPr>
                <a:xfrm>
                  <a:off x="3677725" y="2826275"/>
                  <a:ext cx="2711075" cy="129300"/>
                  <a:chOff x="-65675" y="4750325"/>
                  <a:chExt cx="2711075" cy="129300"/>
                </a:xfrm>
                <a:grpFill/>
              </p:grpSpPr>
              <p:sp>
                <p:nvSpPr>
                  <p:cNvPr id="84" name="Google Shape;1442;p35">
                    <a:extLst>
                      <a:ext uri="{FF2B5EF4-FFF2-40B4-BE49-F238E27FC236}">
                        <a16:creationId xmlns:a16="http://schemas.microsoft.com/office/drawing/2014/main" id="{5CDCD06C-D325-78CC-4166-2AE02B79418A}"/>
                      </a:ext>
                    </a:extLst>
                  </p:cNvPr>
                  <p:cNvSpPr/>
                  <p:nvPr/>
                </p:nvSpPr>
                <p:spPr>
                  <a:xfrm rot="5400000">
                    <a:off x="-112625" y="4797275"/>
                    <a:ext cx="129300" cy="35400"/>
                  </a:xfrm>
                  <a:prstGeom prst="rect">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1443;p35">
                    <a:extLst>
                      <a:ext uri="{FF2B5EF4-FFF2-40B4-BE49-F238E27FC236}">
                        <a16:creationId xmlns:a16="http://schemas.microsoft.com/office/drawing/2014/main" id="{054067B5-E5C3-3703-98E3-8581757434AB}"/>
                      </a:ext>
                    </a:extLst>
                  </p:cNvPr>
                  <p:cNvSpPr/>
                  <p:nvPr/>
                </p:nvSpPr>
                <p:spPr>
                  <a:xfrm rot="5400000">
                    <a:off x="271800" y="4797275"/>
                    <a:ext cx="129300" cy="35400"/>
                  </a:xfrm>
                  <a:prstGeom prst="rect">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1444;p35">
                    <a:extLst>
                      <a:ext uri="{FF2B5EF4-FFF2-40B4-BE49-F238E27FC236}">
                        <a16:creationId xmlns:a16="http://schemas.microsoft.com/office/drawing/2014/main" id="{97D219B6-CB1A-7BF6-5599-0C00BDD73B2E}"/>
                      </a:ext>
                    </a:extLst>
                  </p:cNvPr>
                  <p:cNvSpPr/>
                  <p:nvPr/>
                </p:nvSpPr>
                <p:spPr>
                  <a:xfrm rot="5400000">
                    <a:off x="648575" y="4797275"/>
                    <a:ext cx="129300" cy="35400"/>
                  </a:xfrm>
                  <a:prstGeom prst="rect">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1445;p35">
                    <a:extLst>
                      <a:ext uri="{FF2B5EF4-FFF2-40B4-BE49-F238E27FC236}">
                        <a16:creationId xmlns:a16="http://schemas.microsoft.com/office/drawing/2014/main" id="{E434907A-96F2-5187-418E-FBEBAADA8D7E}"/>
                      </a:ext>
                    </a:extLst>
                  </p:cNvPr>
                  <p:cNvSpPr/>
                  <p:nvPr/>
                </p:nvSpPr>
                <p:spPr>
                  <a:xfrm rot="5400000">
                    <a:off x="1025350" y="4797275"/>
                    <a:ext cx="129300" cy="35400"/>
                  </a:xfrm>
                  <a:prstGeom prst="rect">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1446;p35">
                    <a:extLst>
                      <a:ext uri="{FF2B5EF4-FFF2-40B4-BE49-F238E27FC236}">
                        <a16:creationId xmlns:a16="http://schemas.microsoft.com/office/drawing/2014/main" id="{89ED7DBA-8E45-C3B5-84DD-869D63AE67DD}"/>
                      </a:ext>
                    </a:extLst>
                  </p:cNvPr>
                  <p:cNvSpPr/>
                  <p:nvPr/>
                </p:nvSpPr>
                <p:spPr>
                  <a:xfrm rot="5400000">
                    <a:off x="1409775" y="4797275"/>
                    <a:ext cx="129300" cy="35400"/>
                  </a:xfrm>
                  <a:prstGeom prst="rect">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1447;p35">
                    <a:extLst>
                      <a:ext uri="{FF2B5EF4-FFF2-40B4-BE49-F238E27FC236}">
                        <a16:creationId xmlns:a16="http://schemas.microsoft.com/office/drawing/2014/main" id="{B728CDF1-A2F0-B434-BBE9-620CDB4CFF32}"/>
                      </a:ext>
                    </a:extLst>
                  </p:cNvPr>
                  <p:cNvSpPr/>
                  <p:nvPr/>
                </p:nvSpPr>
                <p:spPr>
                  <a:xfrm rot="5400000">
                    <a:off x="1794200" y="4797275"/>
                    <a:ext cx="129300" cy="35400"/>
                  </a:xfrm>
                  <a:prstGeom prst="rect">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1448;p35">
                    <a:extLst>
                      <a:ext uri="{FF2B5EF4-FFF2-40B4-BE49-F238E27FC236}">
                        <a16:creationId xmlns:a16="http://schemas.microsoft.com/office/drawing/2014/main" id="{80468442-16A3-AFDC-AC66-C323AB88D606}"/>
                      </a:ext>
                    </a:extLst>
                  </p:cNvPr>
                  <p:cNvSpPr/>
                  <p:nvPr/>
                </p:nvSpPr>
                <p:spPr>
                  <a:xfrm rot="5400000">
                    <a:off x="2178625" y="4797275"/>
                    <a:ext cx="129300" cy="35400"/>
                  </a:xfrm>
                  <a:prstGeom prst="rect">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1449;p35">
                    <a:extLst>
                      <a:ext uri="{FF2B5EF4-FFF2-40B4-BE49-F238E27FC236}">
                        <a16:creationId xmlns:a16="http://schemas.microsoft.com/office/drawing/2014/main" id="{544261E9-D85B-8215-DEF6-A55FB200BAD9}"/>
                      </a:ext>
                    </a:extLst>
                  </p:cNvPr>
                  <p:cNvSpPr/>
                  <p:nvPr/>
                </p:nvSpPr>
                <p:spPr>
                  <a:xfrm rot="5400000">
                    <a:off x="2563050" y="4797275"/>
                    <a:ext cx="129300" cy="35400"/>
                  </a:xfrm>
                  <a:prstGeom prst="rect">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73" name="Google Shape;1450;p35">
                <a:extLst>
                  <a:ext uri="{FF2B5EF4-FFF2-40B4-BE49-F238E27FC236}">
                    <a16:creationId xmlns:a16="http://schemas.microsoft.com/office/drawing/2014/main" id="{04189851-F8D9-ECF2-1849-F444D733759C}"/>
                  </a:ext>
                </a:extLst>
              </p:cNvPr>
              <p:cNvGrpSpPr/>
              <p:nvPr/>
            </p:nvGrpSpPr>
            <p:grpSpPr>
              <a:xfrm>
                <a:off x="6356775" y="2826275"/>
                <a:ext cx="2711075" cy="129300"/>
                <a:chOff x="-65675" y="4750325"/>
                <a:chExt cx="2711075" cy="129300"/>
              </a:xfrm>
              <a:grpFill/>
            </p:grpSpPr>
            <p:sp>
              <p:nvSpPr>
                <p:cNvPr id="74" name="Google Shape;1451;p35">
                  <a:extLst>
                    <a:ext uri="{FF2B5EF4-FFF2-40B4-BE49-F238E27FC236}">
                      <a16:creationId xmlns:a16="http://schemas.microsoft.com/office/drawing/2014/main" id="{FAAEA8DE-A721-FF31-2C73-4B70A0719F18}"/>
                    </a:ext>
                  </a:extLst>
                </p:cNvPr>
                <p:cNvSpPr/>
                <p:nvPr/>
              </p:nvSpPr>
              <p:spPr>
                <a:xfrm rot="5400000">
                  <a:off x="-112625" y="4797275"/>
                  <a:ext cx="129300" cy="35400"/>
                </a:xfrm>
                <a:prstGeom prst="rect">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1452;p35">
                  <a:extLst>
                    <a:ext uri="{FF2B5EF4-FFF2-40B4-BE49-F238E27FC236}">
                      <a16:creationId xmlns:a16="http://schemas.microsoft.com/office/drawing/2014/main" id="{F7EBA2B0-0615-7F46-7A37-FEA3ADC4DE9A}"/>
                    </a:ext>
                  </a:extLst>
                </p:cNvPr>
                <p:cNvSpPr/>
                <p:nvPr/>
              </p:nvSpPr>
              <p:spPr>
                <a:xfrm rot="5400000">
                  <a:off x="271800" y="4797275"/>
                  <a:ext cx="129300" cy="35400"/>
                </a:xfrm>
                <a:prstGeom prst="rect">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1453;p35">
                  <a:extLst>
                    <a:ext uri="{FF2B5EF4-FFF2-40B4-BE49-F238E27FC236}">
                      <a16:creationId xmlns:a16="http://schemas.microsoft.com/office/drawing/2014/main" id="{A03EB12B-E742-4C40-F57E-E1BB2B3D53EA}"/>
                    </a:ext>
                  </a:extLst>
                </p:cNvPr>
                <p:cNvSpPr/>
                <p:nvPr/>
              </p:nvSpPr>
              <p:spPr>
                <a:xfrm rot="5400000">
                  <a:off x="648575" y="4797275"/>
                  <a:ext cx="129300" cy="35400"/>
                </a:xfrm>
                <a:prstGeom prst="rect">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1454;p35">
                  <a:extLst>
                    <a:ext uri="{FF2B5EF4-FFF2-40B4-BE49-F238E27FC236}">
                      <a16:creationId xmlns:a16="http://schemas.microsoft.com/office/drawing/2014/main" id="{1C8E3BE7-3E88-22B0-1B7D-4AA5002DC282}"/>
                    </a:ext>
                  </a:extLst>
                </p:cNvPr>
                <p:cNvSpPr/>
                <p:nvPr/>
              </p:nvSpPr>
              <p:spPr>
                <a:xfrm rot="5400000">
                  <a:off x="1025350" y="4797275"/>
                  <a:ext cx="129300" cy="35400"/>
                </a:xfrm>
                <a:prstGeom prst="rect">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1455;p35">
                  <a:extLst>
                    <a:ext uri="{FF2B5EF4-FFF2-40B4-BE49-F238E27FC236}">
                      <a16:creationId xmlns:a16="http://schemas.microsoft.com/office/drawing/2014/main" id="{A23C954A-D914-BC40-5BE0-426E3C388B8C}"/>
                    </a:ext>
                  </a:extLst>
                </p:cNvPr>
                <p:cNvSpPr/>
                <p:nvPr/>
              </p:nvSpPr>
              <p:spPr>
                <a:xfrm rot="5400000">
                  <a:off x="1409775" y="4797275"/>
                  <a:ext cx="129300" cy="35400"/>
                </a:xfrm>
                <a:prstGeom prst="rect">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1456;p35">
                  <a:extLst>
                    <a:ext uri="{FF2B5EF4-FFF2-40B4-BE49-F238E27FC236}">
                      <a16:creationId xmlns:a16="http://schemas.microsoft.com/office/drawing/2014/main" id="{E5235AAB-D974-6E2A-7ECE-42CAE43C7E25}"/>
                    </a:ext>
                  </a:extLst>
                </p:cNvPr>
                <p:cNvSpPr/>
                <p:nvPr/>
              </p:nvSpPr>
              <p:spPr>
                <a:xfrm rot="5400000">
                  <a:off x="1794200" y="4797275"/>
                  <a:ext cx="129300" cy="35400"/>
                </a:xfrm>
                <a:prstGeom prst="rect">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1457;p35">
                  <a:extLst>
                    <a:ext uri="{FF2B5EF4-FFF2-40B4-BE49-F238E27FC236}">
                      <a16:creationId xmlns:a16="http://schemas.microsoft.com/office/drawing/2014/main" id="{22DC7A18-2E28-FC1C-35D9-EA31C039E530}"/>
                    </a:ext>
                  </a:extLst>
                </p:cNvPr>
                <p:cNvSpPr/>
                <p:nvPr/>
              </p:nvSpPr>
              <p:spPr>
                <a:xfrm rot="5400000">
                  <a:off x="2178625" y="4797275"/>
                  <a:ext cx="129300" cy="35400"/>
                </a:xfrm>
                <a:prstGeom prst="rect">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1458;p35">
                  <a:extLst>
                    <a:ext uri="{FF2B5EF4-FFF2-40B4-BE49-F238E27FC236}">
                      <a16:creationId xmlns:a16="http://schemas.microsoft.com/office/drawing/2014/main" id="{0A8B928E-097C-E39B-FCF4-81121312433B}"/>
                    </a:ext>
                  </a:extLst>
                </p:cNvPr>
                <p:cNvSpPr/>
                <p:nvPr/>
              </p:nvSpPr>
              <p:spPr>
                <a:xfrm rot="5400000">
                  <a:off x="2563050" y="4797275"/>
                  <a:ext cx="129300" cy="35400"/>
                </a:xfrm>
                <a:prstGeom prst="rect">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0" name="Google Shape;1459;p35">
              <a:extLst>
                <a:ext uri="{FF2B5EF4-FFF2-40B4-BE49-F238E27FC236}">
                  <a16:creationId xmlns:a16="http://schemas.microsoft.com/office/drawing/2014/main" id="{D23C49FC-42D0-E651-47AB-B505312E262A}"/>
                </a:ext>
              </a:extLst>
            </p:cNvPr>
            <p:cNvGrpSpPr/>
            <p:nvPr/>
          </p:nvGrpSpPr>
          <p:grpSpPr>
            <a:xfrm rot="10800000" flipH="1">
              <a:off x="14084" y="3377544"/>
              <a:ext cx="9144000" cy="135700"/>
              <a:chOff x="96675" y="2823075"/>
              <a:chExt cx="9144000" cy="135700"/>
            </a:xfrm>
          </p:grpSpPr>
          <p:grpSp>
            <p:nvGrpSpPr>
              <p:cNvPr id="41" name="Google Shape;1460;p35">
                <a:extLst>
                  <a:ext uri="{FF2B5EF4-FFF2-40B4-BE49-F238E27FC236}">
                    <a16:creationId xmlns:a16="http://schemas.microsoft.com/office/drawing/2014/main" id="{819E311F-9F8E-FB61-8BED-9B532D3B8FC8}"/>
                  </a:ext>
                </a:extLst>
              </p:cNvPr>
              <p:cNvGrpSpPr/>
              <p:nvPr/>
            </p:nvGrpSpPr>
            <p:grpSpPr>
              <a:xfrm>
                <a:off x="96675" y="2823075"/>
                <a:ext cx="9144000" cy="135700"/>
                <a:chOff x="96675" y="2823075"/>
                <a:chExt cx="9144000" cy="135700"/>
              </a:xfrm>
            </p:grpSpPr>
            <p:grpSp>
              <p:nvGrpSpPr>
                <p:cNvPr id="51" name="Google Shape;1461;p35">
                  <a:extLst>
                    <a:ext uri="{FF2B5EF4-FFF2-40B4-BE49-F238E27FC236}">
                      <a16:creationId xmlns:a16="http://schemas.microsoft.com/office/drawing/2014/main" id="{D7F71848-DC20-98B5-8FB0-AEFE77C975E1}"/>
                    </a:ext>
                  </a:extLst>
                </p:cNvPr>
                <p:cNvGrpSpPr/>
                <p:nvPr/>
              </p:nvGrpSpPr>
              <p:grpSpPr>
                <a:xfrm>
                  <a:off x="96675" y="2823075"/>
                  <a:ext cx="9144000" cy="135700"/>
                  <a:chOff x="-584175" y="4743925"/>
                  <a:chExt cx="9144000" cy="135700"/>
                </a:xfrm>
              </p:grpSpPr>
              <p:sp>
                <p:nvSpPr>
                  <p:cNvPr id="61" name="Google Shape;1462;p35">
                    <a:extLst>
                      <a:ext uri="{FF2B5EF4-FFF2-40B4-BE49-F238E27FC236}">
                        <a16:creationId xmlns:a16="http://schemas.microsoft.com/office/drawing/2014/main" id="{15023AA1-B899-5732-4945-5491EF35C714}"/>
                      </a:ext>
                    </a:extLst>
                  </p:cNvPr>
                  <p:cNvSpPr/>
                  <p:nvPr/>
                </p:nvSpPr>
                <p:spPr>
                  <a:xfrm>
                    <a:off x="-584175" y="4743925"/>
                    <a:ext cx="9144000" cy="35400"/>
                  </a:xfrm>
                  <a:prstGeom prst="rect">
                    <a:avLst/>
                  </a:prstGeom>
                  <a:solidFill>
                    <a:srgbClr val="38761D">
                      <a:alpha val="321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2" name="Google Shape;1463;p35">
                    <a:extLst>
                      <a:ext uri="{FF2B5EF4-FFF2-40B4-BE49-F238E27FC236}">
                        <a16:creationId xmlns:a16="http://schemas.microsoft.com/office/drawing/2014/main" id="{DF472BEB-C6B2-A6E3-B881-9A60F450FC20}"/>
                      </a:ext>
                    </a:extLst>
                  </p:cNvPr>
                  <p:cNvGrpSpPr/>
                  <p:nvPr/>
                </p:nvGrpSpPr>
                <p:grpSpPr>
                  <a:xfrm>
                    <a:off x="-450100" y="4750325"/>
                    <a:ext cx="3095500" cy="129300"/>
                    <a:chOff x="-450100" y="4750325"/>
                    <a:chExt cx="3095500" cy="129300"/>
                  </a:xfrm>
                </p:grpSpPr>
                <p:sp>
                  <p:nvSpPr>
                    <p:cNvPr id="63" name="Google Shape;1464;p35">
                      <a:extLst>
                        <a:ext uri="{FF2B5EF4-FFF2-40B4-BE49-F238E27FC236}">
                          <a16:creationId xmlns:a16="http://schemas.microsoft.com/office/drawing/2014/main" id="{2AF3F80A-9FBF-5625-4591-4FFEB8A59BEE}"/>
                        </a:ext>
                      </a:extLst>
                    </p:cNvPr>
                    <p:cNvSpPr/>
                    <p:nvPr/>
                  </p:nvSpPr>
                  <p:spPr>
                    <a:xfrm rot="5400000">
                      <a:off x="-497050" y="4797275"/>
                      <a:ext cx="129300" cy="35400"/>
                    </a:xfrm>
                    <a:prstGeom prst="rect">
                      <a:avLst/>
                    </a:prstGeom>
                    <a:solidFill>
                      <a:srgbClr val="38761D">
                        <a:alpha val="321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1465;p35">
                      <a:extLst>
                        <a:ext uri="{FF2B5EF4-FFF2-40B4-BE49-F238E27FC236}">
                          <a16:creationId xmlns:a16="http://schemas.microsoft.com/office/drawing/2014/main" id="{46653879-D16E-65AA-BBF4-FC3554E38F88}"/>
                        </a:ext>
                      </a:extLst>
                    </p:cNvPr>
                    <p:cNvSpPr/>
                    <p:nvPr/>
                  </p:nvSpPr>
                  <p:spPr>
                    <a:xfrm rot="5400000">
                      <a:off x="-112625" y="4797275"/>
                      <a:ext cx="129300" cy="35400"/>
                    </a:xfrm>
                    <a:prstGeom prst="rect">
                      <a:avLst/>
                    </a:prstGeom>
                    <a:solidFill>
                      <a:srgbClr val="38761D">
                        <a:alpha val="321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1466;p35">
                      <a:extLst>
                        <a:ext uri="{FF2B5EF4-FFF2-40B4-BE49-F238E27FC236}">
                          <a16:creationId xmlns:a16="http://schemas.microsoft.com/office/drawing/2014/main" id="{2C5244C2-AB95-C747-392C-945A04DE7312}"/>
                        </a:ext>
                      </a:extLst>
                    </p:cNvPr>
                    <p:cNvSpPr/>
                    <p:nvPr/>
                  </p:nvSpPr>
                  <p:spPr>
                    <a:xfrm rot="5400000">
                      <a:off x="271800" y="4797275"/>
                      <a:ext cx="129300" cy="35400"/>
                    </a:xfrm>
                    <a:prstGeom prst="rect">
                      <a:avLst/>
                    </a:prstGeom>
                    <a:solidFill>
                      <a:srgbClr val="38761D">
                        <a:alpha val="321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1467;p35">
                      <a:extLst>
                        <a:ext uri="{FF2B5EF4-FFF2-40B4-BE49-F238E27FC236}">
                          <a16:creationId xmlns:a16="http://schemas.microsoft.com/office/drawing/2014/main" id="{027CF4B8-FE35-26C9-63DA-EE7E293DBE82}"/>
                        </a:ext>
                      </a:extLst>
                    </p:cNvPr>
                    <p:cNvSpPr/>
                    <p:nvPr/>
                  </p:nvSpPr>
                  <p:spPr>
                    <a:xfrm rot="5400000">
                      <a:off x="648575" y="4797275"/>
                      <a:ext cx="129300" cy="35400"/>
                    </a:xfrm>
                    <a:prstGeom prst="rect">
                      <a:avLst/>
                    </a:prstGeom>
                    <a:solidFill>
                      <a:srgbClr val="38761D">
                        <a:alpha val="321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1468;p35">
                      <a:extLst>
                        <a:ext uri="{FF2B5EF4-FFF2-40B4-BE49-F238E27FC236}">
                          <a16:creationId xmlns:a16="http://schemas.microsoft.com/office/drawing/2014/main" id="{027B7803-F995-0D39-6FDA-8BC0A98D0612}"/>
                        </a:ext>
                      </a:extLst>
                    </p:cNvPr>
                    <p:cNvSpPr/>
                    <p:nvPr/>
                  </p:nvSpPr>
                  <p:spPr>
                    <a:xfrm rot="5400000">
                      <a:off x="1025350" y="4797275"/>
                      <a:ext cx="129300" cy="35400"/>
                    </a:xfrm>
                    <a:prstGeom prst="rect">
                      <a:avLst/>
                    </a:prstGeom>
                    <a:solidFill>
                      <a:srgbClr val="38761D">
                        <a:alpha val="321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1469;p35">
                      <a:extLst>
                        <a:ext uri="{FF2B5EF4-FFF2-40B4-BE49-F238E27FC236}">
                          <a16:creationId xmlns:a16="http://schemas.microsoft.com/office/drawing/2014/main" id="{6E727A89-B22B-397C-DD44-3625460CC46C}"/>
                        </a:ext>
                      </a:extLst>
                    </p:cNvPr>
                    <p:cNvSpPr/>
                    <p:nvPr/>
                  </p:nvSpPr>
                  <p:spPr>
                    <a:xfrm rot="5400000">
                      <a:off x="1409775" y="4797275"/>
                      <a:ext cx="129300" cy="35400"/>
                    </a:xfrm>
                    <a:prstGeom prst="rect">
                      <a:avLst/>
                    </a:prstGeom>
                    <a:solidFill>
                      <a:srgbClr val="38761D">
                        <a:alpha val="321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1470;p35">
                      <a:extLst>
                        <a:ext uri="{FF2B5EF4-FFF2-40B4-BE49-F238E27FC236}">
                          <a16:creationId xmlns:a16="http://schemas.microsoft.com/office/drawing/2014/main" id="{DB610888-D326-AF5B-DB33-38193A3BCEA8}"/>
                        </a:ext>
                      </a:extLst>
                    </p:cNvPr>
                    <p:cNvSpPr/>
                    <p:nvPr/>
                  </p:nvSpPr>
                  <p:spPr>
                    <a:xfrm rot="5400000">
                      <a:off x="1794200" y="4797275"/>
                      <a:ext cx="129300" cy="35400"/>
                    </a:xfrm>
                    <a:prstGeom prst="rect">
                      <a:avLst/>
                    </a:prstGeom>
                    <a:solidFill>
                      <a:srgbClr val="38761D">
                        <a:alpha val="321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1471;p35">
                      <a:extLst>
                        <a:ext uri="{FF2B5EF4-FFF2-40B4-BE49-F238E27FC236}">
                          <a16:creationId xmlns:a16="http://schemas.microsoft.com/office/drawing/2014/main" id="{901D9E37-5B04-ABCE-F8D4-3D61D28C9601}"/>
                        </a:ext>
                      </a:extLst>
                    </p:cNvPr>
                    <p:cNvSpPr/>
                    <p:nvPr/>
                  </p:nvSpPr>
                  <p:spPr>
                    <a:xfrm rot="5400000">
                      <a:off x="2178625" y="4797275"/>
                      <a:ext cx="129300" cy="35400"/>
                    </a:xfrm>
                    <a:prstGeom prst="rect">
                      <a:avLst/>
                    </a:prstGeom>
                    <a:solidFill>
                      <a:srgbClr val="38761D">
                        <a:alpha val="321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1472;p35">
                      <a:extLst>
                        <a:ext uri="{FF2B5EF4-FFF2-40B4-BE49-F238E27FC236}">
                          <a16:creationId xmlns:a16="http://schemas.microsoft.com/office/drawing/2014/main" id="{6D07AF2E-D258-6122-FA8C-CF34A6A7115A}"/>
                        </a:ext>
                      </a:extLst>
                    </p:cNvPr>
                    <p:cNvSpPr/>
                    <p:nvPr/>
                  </p:nvSpPr>
                  <p:spPr>
                    <a:xfrm rot="5400000">
                      <a:off x="2563050" y="4797275"/>
                      <a:ext cx="129300" cy="35400"/>
                    </a:xfrm>
                    <a:prstGeom prst="rect">
                      <a:avLst/>
                    </a:prstGeom>
                    <a:solidFill>
                      <a:srgbClr val="38761D">
                        <a:alpha val="321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2" name="Google Shape;1473;p35">
                  <a:extLst>
                    <a:ext uri="{FF2B5EF4-FFF2-40B4-BE49-F238E27FC236}">
                      <a16:creationId xmlns:a16="http://schemas.microsoft.com/office/drawing/2014/main" id="{04DD305C-78DC-D335-8E47-DE85A0C454F7}"/>
                    </a:ext>
                  </a:extLst>
                </p:cNvPr>
                <p:cNvGrpSpPr/>
                <p:nvPr/>
              </p:nvGrpSpPr>
              <p:grpSpPr>
                <a:xfrm>
                  <a:off x="3677725" y="2826275"/>
                  <a:ext cx="2711075" cy="129300"/>
                  <a:chOff x="-65675" y="4750325"/>
                  <a:chExt cx="2711075" cy="129300"/>
                </a:xfrm>
              </p:grpSpPr>
              <p:sp>
                <p:nvSpPr>
                  <p:cNvPr id="53" name="Google Shape;1474;p35">
                    <a:extLst>
                      <a:ext uri="{FF2B5EF4-FFF2-40B4-BE49-F238E27FC236}">
                        <a16:creationId xmlns:a16="http://schemas.microsoft.com/office/drawing/2014/main" id="{66D6375C-6E58-7FD3-34C7-5B6650BAF74F}"/>
                      </a:ext>
                    </a:extLst>
                  </p:cNvPr>
                  <p:cNvSpPr/>
                  <p:nvPr/>
                </p:nvSpPr>
                <p:spPr>
                  <a:xfrm rot="5400000">
                    <a:off x="-112625" y="4797275"/>
                    <a:ext cx="129300" cy="35400"/>
                  </a:xfrm>
                  <a:prstGeom prst="rect">
                    <a:avLst/>
                  </a:prstGeom>
                  <a:solidFill>
                    <a:srgbClr val="38761D">
                      <a:alpha val="321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1475;p35">
                    <a:extLst>
                      <a:ext uri="{FF2B5EF4-FFF2-40B4-BE49-F238E27FC236}">
                        <a16:creationId xmlns:a16="http://schemas.microsoft.com/office/drawing/2014/main" id="{2C19DFF1-D978-A017-E709-88B0BE71C0BE}"/>
                      </a:ext>
                    </a:extLst>
                  </p:cNvPr>
                  <p:cNvSpPr/>
                  <p:nvPr/>
                </p:nvSpPr>
                <p:spPr>
                  <a:xfrm rot="5400000">
                    <a:off x="271800" y="4797275"/>
                    <a:ext cx="129300" cy="35400"/>
                  </a:xfrm>
                  <a:prstGeom prst="rect">
                    <a:avLst/>
                  </a:prstGeom>
                  <a:solidFill>
                    <a:srgbClr val="38761D">
                      <a:alpha val="321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1476;p35">
                    <a:extLst>
                      <a:ext uri="{FF2B5EF4-FFF2-40B4-BE49-F238E27FC236}">
                        <a16:creationId xmlns:a16="http://schemas.microsoft.com/office/drawing/2014/main" id="{FF6E7AE8-BA3F-D5E1-5689-966DA66FD938}"/>
                      </a:ext>
                    </a:extLst>
                  </p:cNvPr>
                  <p:cNvSpPr/>
                  <p:nvPr/>
                </p:nvSpPr>
                <p:spPr>
                  <a:xfrm rot="5400000">
                    <a:off x="648575" y="4797275"/>
                    <a:ext cx="129300" cy="35400"/>
                  </a:xfrm>
                  <a:prstGeom prst="rect">
                    <a:avLst/>
                  </a:prstGeom>
                  <a:solidFill>
                    <a:srgbClr val="38761D">
                      <a:alpha val="321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1477;p35">
                    <a:extLst>
                      <a:ext uri="{FF2B5EF4-FFF2-40B4-BE49-F238E27FC236}">
                        <a16:creationId xmlns:a16="http://schemas.microsoft.com/office/drawing/2014/main" id="{C502AC81-FCA1-3555-3DE1-6216886E0533}"/>
                      </a:ext>
                    </a:extLst>
                  </p:cNvPr>
                  <p:cNvSpPr/>
                  <p:nvPr/>
                </p:nvSpPr>
                <p:spPr>
                  <a:xfrm rot="5400000">
                    <a:off x="1025350" y="4797275"/>
                    <a:ext cx="129300" cy="35400"/>
                  </a:xfrm>
                  <a:prstGeom prst="rect">
                    <a:avLst/>
                  </a:prstGeom>
                  <a:solidFill>
                    <a:srgbClr val="38761D">
                      <a:alpha val="321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1478;p35">
                    <a:extLst>
                      <a:ext uri="{FF2B5EF4-FFF2-40B4-BE49-F238E27FC236}">
                        <a16:creationId xmlns:a16="http://schemas.microsoft.com/office/drawing/2014/main" id="{E8F9AF03-E637-472C-F908-12F3F613B4C5}"/>
                      </a:ext>
                    </a:extLst>
                  </p:cNvPr>
                  <p:cNvSpPr/>
                  <p:nvPr/>
                </p:nvSpPr>
                <p:spPr>
                  <a:xfrm rot="5400000">
                    <a:off x="1409775" y="4797275"/>
                    <a:ext cx="129300" cy="35400"/>
                  </a:xfrm>
                  <a:prstGeom prst="rect">
                    <a:avLst/>
                  </a:prstGeom>
                  <a:solidFill>
                    <a:srgbClr val="38761D">
                      <a:alpha val="321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1479;p35">
                    <a:extLst>
                      <a:ext uri="{FF2B5EF4-FFF2-40B4-BE49-F238E27FC236}">
                        <a16:creationId xmlns:a16="http://schemas.microsoft.com/office/drawing/2014/main" id="{079EB3FF-6FA0-D1D9-E419-FDA3453B10BA}"/>
                      </a:ext>
                    </a:extLst>
                  </p:cNvPr>
                  <p:cNvSpPr/>
                  <p:nvPr/>
                </p:nvSpPr>
                <p:spPr>
                  <a:xfrm rot="5400000">
                    <a:off x="1794200" y="4797275"/>
                    <a:ext cx="129300" cy="35400"/>
                  </a:xfrm>
                  <a:prstGeom prst="rect">
                    <a:avLst/>
                  </a:prstGeom>
                  <a:solidFill>
                    <a:srgbClr val="38761D">
                      <a:alpha val="321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1480;p35">
                    <a:extLst>
                      <a:ext uri="{FF2B5EF4-FFF2-40B4-BE49-F238E27FC236}">
                        <a16:creationId xmlns:a16="http://schemas.microsoft.com/office/drawing/2014/main" id="{8AEFA3EF-2F7E-5657-5E59-FE76D447994F}"/>
                      </a:ext>
                    </a:extLst>
                  </p:cNvPr>
                  <p:cNvSpPr/>
                  <p:nvPr/>
                </p:nvSpPr>
                <p:spPr>
                  <a:xfrm rot="5400000">
                    <a:off x="2178625" y="4797275"/>
                    <a:ext cx="129300" cy="35400"/>
                  </a:xfrm>
                  <a:prstGeom prst="rect">
                    <a:avLst/>
                  </a:prstGeom>
                  <a:solidFill>
                    <a:srgbClr val="38761D">
                      <a:alpha val="321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1481;p35">
                    <a:extLst>
                      <a:ext uri="{FF2B5EF4-FFF2-40B4-BE49-F238E27FC236}">
                        <a16:creationId xmlns:a16="http://schemas.microsoft.com/office/drawing/2014/main" id="{203E60DD-C2C7-8D34-9A8F-426BCED822EC}"/>
                      </a:ext>
                    </a:extLst>
                  </p:cNvPr>
                  <p:cNvSpPr/>
                  <p:nvPr/>
                </p:nvSpPr>
                <p:spPr>
                  <a:xfrm rot="5400000">
                    <a:off x="2563050" y="4797275"/>
                    <a:ext cx="129300" cy="35400"/>
                  </a:xfrm>
                  <a:prstGeom prst="rect">
                    <a:avLst/>
                  </a:prstGeom>
                  <a:solidFill>
                    <a:srgbClr val="38761D">
                      <a:alpha val="321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2" name="Google Shape;1482;p35">
                <a:extLst>
                  <a:ext uri="{FF2B5EF4-FFF2-40B4-BE49-F238E27FC236}">
                    <a16:creationId xmlns:a16="http://schemas.microsoft.com/office/drawing/2014/main" id="{21B5D44F-9F4A-0104-0C1E-6A1B45C9DCEF}"/>
                  </a:ext>
                </a:extLst>
              </p:cNvPr>
              <p:cNvGrpSpPr/>
              <p:nvPr/>
            </p:nvGrpSpPr>
            <p:grpSpPr>
              <a:xfrm>
                <a:off x="6356775" y="2826275"/>
                <a:ext cx="2711075" cy="129300"/>
                <a:chOff x="-65675" y="4750325"/>
                <a:chExt cx="2711075" cy="129300"/>
              </a:xfrm>
            </p:grpSpPr>
            <p:sp>
              <p:nvSpPr>
                <p:cNvPr id="43" name="Google Shape;1483;p35">
                  <a:extLst>
                    <a:ext uri="{FF2B5EF4-FFF2-40B4-BE49-F238E27FC236}">
                      <a16:creationId xmlns:a16="http://schemas.microsoft.com/office/drawing/2014/main" id="{A901C435-B181-CF8D-C4D6-4F6A1A697A45}"/>
                    </a:ext>
                  </a:extLst>
                </p:cNvPr>
                <p:cNvSpPr/>
                <p:nvPr/>
              </p:nvSpPr>
              <p:spPr>
                <a:xfrm rot="5400000">
                  <a:off x="-112625" y="4797275"/>
                  <a:ext cx="129300" cy="35400"/>
                </a:xfrm>
                <a:prstGeom prst="rect">
                  <a:avLst/>
                </a:prstGeom>
                <a:solidFill>
                  <a:srgbClr val="38761D">
                    <a:alpha val="321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1484;p35">
                  <a:extLst>
                    <a:ext uri="{FF2B5EF4-FFF2-40B4-BE49-F238E27FC236}">
                      <a16:creationId xmlns:a16="http://schemas.microsoft.com/office/drawing/2014/main" id="{FB221F38-842B-0BCE-440E-A85355A750F7}"/>
                    </a:ext>
                  </a:extLst>
                </p:cNvPr>
                <p:cNvSpPr/>
                <p:nvPr/>
              </p:nvSpPr>
              <p:spPr>
                <a:xfrm rot="5400000">
                  <a:off x="271800" y="4797275"/>
                  <a:ext cx="129300" cy="35400"/>
                </a:xfrm>
                <a:prstGeom prst="rect">
                  <a:avLst/>
                </a:prstGeom>
                <a:solidFill>
                  <a:srgbClr val="38761D">
                    <a:alpha val="321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1485;p35">
                  <a:extLst>
                    <a:ext uri="{FF2B5EF4-FFF2-40B4-BE49-F238E27FC236}">
                      <a16:creationId xmlns:a16="http://schemas.microsoft.com/office/drawing/2014/main" id="{6D49EB92-B7ED-D80A-46BF-9D986D478EA8}"/>
                    </a:ext>
                  </a:extLst>
                </p:cNvPr>
                <p:cNvSpPr/>
                <p:nvPr/>
              </p:nvSpPr>
              <p:spPr>
                <a:xfrm rot="5400000">
                  <a:off x="648575" y="4797275"/>
                  <a:ext cx="129300" cy="35400"/>
                </a:xfrm>
                <a:prstGeom prst="rect">
                  <a:avLst/>
                </a:prstGeom>
                <a:solidFill>
                  <a:srgbClr val="38761D">
                    <a:alpha val="321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1486;p35">
                  <a:extLst>
                    <a:ext uri="{FF2B5EF4-FFF2-40B4-BE49-F238E27FC236}">
                      <a16:creationId xmlns:a16="http://schemas.microsoft.com/office/drawing/2014/main" id="{60912ED4-84CD-2A29-55BF-A1A4A3358071}"/>
                    </a:ext>
                  </a:extLst>
                </p:cNvPr>
                <p:cNvSpPr/>
                <p:nvPr/>
              </p:nvSpPr>
              <p:spPr>
                <a:xfrm rot="5400000">
                  <a:off x="1025350" y="4797275"/>
                  <a:ext cx="129300" cy="35400"/>
                </a:xfrm>
                <a:prstGeom prst="rect">
                  <a:avLst/>
                </a:prstGeom>
                <a:solidFill>
                  <a:srgbClr val="38761D">
                    <a:alpha val="321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1487;p35">
                  <a:extLst>
                    <a:ext uri="{FF2B5EF4-FFF2-40B4-BE49-F238E27FC236}">
                      <a16:creationId xmlns:a16="http://schemas.microsoft.com/office/drawing/2014/main" id="{44A94E56-AEB7-DED5-28BA-8B8AAFF1B190}"/>
                    </a:ext>
                  </a:extLst>
                </p:cNvPr>
                <p:cNvSpPr/>
                <p:nvPr/>
              </p:nvSpPr>
              <p:spPr>
                <a:xfrm rot="5400000">
                  <a:off x="1409775" y="4797275"/>
                  <a:ext cx="129300" cy="35400"/>
                </a:xfrm>
                <a:prstGeom prst="rect">
                  <a:avLst/>
                </a:prstGeom>
                <a:solidFill>
                  <a:srgbClr val="38761D">
                    <a:alpha val="321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1488;p35">
                  <a:extLst>
                    <a:ext uri="{FF2B5EF4-FFF2-40B4-BE49-F238E27FC236}">
                      <a16:creationId xmlns:a16="http://schemas.microsoft.com/office/drawing/2014/main" id="{40058945-C9FA-2BC8-E93E-D3E88DFCFF9E}"/>
                    </a:ext>
                  </a:extLst>
                </p:cNvPr>
                <p:cNvSpPr/>
                <p:nvPr/>
              </p:nvSpPr>
              <p:spPr>
                <a:xfrm rot="5400000">
                  <a:off x="1794200" y="4797275"/>
                  <a:ext cx="129300" cy="35400"/>
                </a:xfrm>
                <a:prstGeom prst="rect">
                  <a:avLst/>
                </a:prstGeom>
                <a:solidFill>
                  <a:srgbClr val="38761D">
                    <a:alpha val="321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1489;p35">
                  <a:extLst>
                    <a:ext uri="{FF2B5EF4-FFF2-40B4-BE49-F238E27FC236}">
                      <a16:creationId xmlns:a16="http://schemas.microsoft.com/office/drawing/2014/main" id="{36E5C25E-C5EE-2C0D-8617-75AE4B6717C6}"/>
                    </a:ext>
                  </a:extLst>
                </p:cNvPr>
                <p:cNvSpPr/>
                <p:nvPr/>
              </p:nvSpPr>
              <p:spPr>
                <a:xfrm rot="5400000">
                  <a:off x="2178625" y="4797275"/>
                  <a:ext cx="129300" cy="35400"/>
                </a:xfrm>
                <a:prstGeom prst="rect">
                  <a:avLst/>
                </a:prstGeom>
                <a:solidFill>
                  <a:srgbClr val="38761D">
                    <a:alpha val="321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1490;p35">
                  <a:extLst>
                    <a:ext uri="{FF2B5EF4-FFF2-40B4-BE49-F238E27FC236}">
                      <a16:creationId xmlns:a16="http://schemas.microsoft.com/office/drawing/2014/main" id="{F99EBF0E-6EFB-8FD7-5D02-AE4421EE9A09}"/>
                    </a:ext>
                  </a:extLst>
                </p:cNvPr>
                <p:cNvSpPr/>
                <p:nvPr/>
              </p:nvSpPr>
              <p:spPr>
                <a:xfrm rot="5400000">
                  <a:off x="2563050" y="4797275"/>
                  <a:ext cx="129300" cy="35400"/>
                </a:xfrm>
                <a:prstGeom prst="rect">
                  <a:avLst/>
                </a:prstGeom>
                <a:solidFill>
                  <a:srgbClr val="38761D">
                    <a:alpha val="321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Tree>
    <p:extLst>
      <p:ext uri="{BB962C8B-B14F-4D97-AF65-F5344CB8AC3E}">
        <p14:creationId xmlns:p14="http://schemas.microsoft.com/office/powerpoint/2010/main" val="6661166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34"/>
                                        </p:tgtEl>
                                        <p:attrNameLst>
                                          <p:attrName>style.visibility</p:attrName>
                                        </p:attrNameLst>
                                      </p:cBhvr>
                                      <p:to>
                                        <p:strVal val="visible"/>
                                      </p:to>
                                    </p:set>
                                    <p:anim calcmode="lin" valueType="num">
                                      <p:cBhvr additive="base">
                                        <p:cTn id="7" dur="500" fill="hold"/>
                                        <p:tgtEl>
                                          <p:spTgt spid="34"/>
                                        </p:tgtEl>
                                        <p:attrNameLst>
                                          <p:attrName>ppt_x</p:attrName>
                                        </p:attrNameLst>
                                      </p:cBhvr>
                                      <p:tavLst>
                                        <p:tav tm="0">
                                          <p:val>
                                            <p:strVal val="0-#ppt_w/2"/>
                                          </p:val>
                                        </p:tav>
                                        <p:tav tm="100000">
                                          <p:val>
                                            <p:strVal val="#ppt_x"/>
                                          </p:val>
                                        </p:tav>
                                      </p:tavLst>
                                    </p:anim>
                                    <p:anim calcmode="lin" valueType="num">
                                      <p:cBhvr additive="base">
                                        <p:cTn id="8" dur="500" fill="hold"/>
                                        <p:tgtEl>
                                          <p:spTgt spid="34"/>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30"/>
                                        </p:tgtEl>
                                        <p:attrNameLst>
                                          <p:attrName>style.visibility</p:attrName>
                                        </p:attrNameLst>
                                      </p:cBhvr>
                                      <p:to>
                                        <p:strVal val="visible"/>
                                      </p:to>
                                    </p:set>
                                    <p:anim calcmode="lin" valueType="num">
                                      <p:cBhvr additive="base">
                                        <p:cTn id="12" dur="500" fill="hold"/>
                                        <p:tgtEl>
                                          <p:spTgt spid="30"/>
                                        </p:tgtEl>
                                        <p:attrNameLst>
                                          <p:attrName>ppt_x</p:attrName>
                                        </p:attrNameLst>
                                      </p:cBhvr>
                                      <p:tavLst>
                                        <p:tav tm="0">
                                          <p:val>
                                            <p:strVal val="0-#ppt_w/2"/>
                                          </p:val>
                                        </p:tav>
                                        <p:tav tm="100000">
                                          <p:val>
                                            <p:strVal val="#ppt_x"/>
                                          </p:val>
                                        </p:tav>
                                      </p:tavLst>
                                    </p:anim>
                                    <p:anim calcmode="lin" valueType="num">
                                      <p:cBhvr additive="base">
                                        <p:cTn id="13" dur="500" fill="hold"/>
                                        <p:tgtEl>
                                          <p:spTgt spid="30"/>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2" presetClass="entr" presetSubtype="8" fill="hold" nodeType="afterEffect">
                                  <p:stCondLst>
                                    <p:cond delay="0"/>
                                  </p:stCondLst>
                                  <p:childTnLst>
                                    <p:set>
                                      <p:cBhvr>
                                        <p:cTn id="16" dur="1" fill="hold">
                                          <p:stCondLst>
                                            <p:cond delay="0"/>
                                          </p:stCondLst>
                                        </p:cTn>
                                        <p:tgtEl>
                                          <p:spTgt spid="33"/>
                                        </p:tgtEl>
                                        <p:attrNameLst>
                                          <p:attrName>style.visibility</p:attrName>
                                        </p:attrNameLst>
                                      </p:cBhvr>
                                      <p:to>
                                        <p:strVal val="visible"/>
                                      </p:to>
                                    </p:set>
                                    <p:anim calcmode="lin" valueType="num">
                                      <p:cBhvr additive="base">
                                        <p:cTn id="17" dur="500" fill="hold"/>
                                        <p:tgtEl>
                                          <p:spTgt spid="33"/>
                                        </p:tgtEl>
                                        <p:attrNameLst>
                                          <p:attrName>ppt_x</p:attrName>
                                        </p:attrNameLst>
                                      </p:cBhvr>
                                      <p:tavLst>
                                        <p:tav tm="0">
                                          <p:val>
                                            <p:strVal val="0-#ppt_w/2"/>
                                          </p:val>
                                        </p:tav>
                                        <p:tav tm="100000">
                                          <p:val>
                                            <p:strVal val="#ppt_x"/>
                                          </p:val>
                                        </p:tav>
                                      </p:tavLst>
                                    </p:anim>
                                    <p:anim calcmode="lin" valueType="num">
                                      <p:cBhvr additive="base">
                                        <p:cTn id="18" dur="500" fill="hold"/>
                                        <p:tgtEl>
                                          <p:spTgt spid="33"/>
                                        </p:tgtEl>
                                        <p:attrNameLst>
                                          <p:attrName>ppt_y</p:attrName>
                                        </p:attrNameLst>
                                      </p:cBhvr>
                                      <p:tavLst>
                                        <p:tav tm="0">
                                          <p:val>
                                            <p:strVal val="#ppt_y"/>
                                          </p:val>
                                        </p:tav>
                                        <p:tav tm="100000">
                                          <p:val>
                                            <p:strVal val="#ppt_y"/>
                                          </p:val>
                                        </p:tav>
                                      </p:tavLst>
                                    </p:anim>
                                  </p:childTnLst>
                                </p:cTn>
                              </p:par>
                            </p:childTnLst>
                          </p:cTn>
                        </p:par>
                        <p:par>
                          <p:cTn id="19" fill="hold">
                            <p:stCondLst>
                              <p:cond delay="1500"/>
                            </p:stCondLst>
                            <p:childTnLst>
                              <p:par>
                                <p:cTn id="20" presetID="2" presetClass="entr" presetSubtype="8" fill="hold" grpId="0" nodeType="afterEffect">
                                  <p:stCondLst>
                                    <p:cond delay="0"/>
                                  </p:stCondLst>
                                  <p:childTnLst>
                                    <p:set>
                                      <p:cBhvr>
                                        <p:cTn id="21" dur="1" fill="hold">
                                          <p:stCondLst>
                                            <p:cond delay="0"/>
                                          </p:stCondLst>
                                        </p:cTn>
                                        <p:tgtEl>
                                          <p:spTgt spid="32"/>
                                        </p:tgtEl>
                                        <p:attrNameLst>
                                          <p:attrName>style.visibility</p:attrName>
                                        </p:attrNameLst>
                                      </p:cBhvr>
                                      <p:to>
                                        <p:strVal val="visible"/>
                                      </p:to>
                                    </p:set>
                                    <p:anim calcmode="lin" valueType="num">
                                      <p:cBhvr additive="base">
                                        <p:cTn id="22" dur="500" fill="hold"/>
                                        <p:tgtEl>
                                          <p:spTgt spid="32"/>
                                        </p:tgtEl>
                                        <p:attrNameLst>
                                          <p:attrName>ppt_x</p:attrName>
                                        </p:attrNameLst>
                                      </p:cBhvr>
                                      <p:tavLst>
                                        <p:tav tm="0">
                                          <p:val>
                                            <p:strVal val="0-#ppt_w/2"/>
                                          </p:val>
                                        </p:tav>
                                        <p:tav tm="100000">
                                          <p:val>
                                            <p:strVal val="#ppt_x"/>
                                          </p:val>
                                        </p:tav>
                                      </p:tavLst>
                                    </p:anim>
                                    <p:anim calcmode="lin" valueType="num">
                                      <p:cBhvr additive="base">
                                        <p:cTn id="23" dur="500" fill="hold"/>
                                        <p:tgtEl>
                                          <p:spTgt spid="32"/>
                                        </p:tgtEl>
                                        <p:attrNameLst>
                                          <p:attrName>ppt_y</p:attrName>
                                        </p:attrNameLst>
                                      </p:cBhvr>
                                      <p:tavLst>
                                        <p:tav tm="0">
                                          <p:val>
                                            <p:strVal val="#ppt_y"/>
                                          </p:val>
                                        </p:tav>
                                        <p:tav tm="100000">
                                          <p:val>
                                            <p:strVal val="#ppt_y"/>
                                          </p:val>
                                        </p:tav>
                                      </p:tavLst>
                                    </p:anim>
                                  </p:childTnLst>
                                </p:cTn>
                              </p:par>
                            </p:childTnLst>
                          </p:cTn>
                        </p:par>
                        <p:par>
                          <p:cTn id="24" fill="hold">
                            <p:stCondLst>
                              <p:cond delay="2000"/>
                            </p:stCondLst>
                            <p:childTnLst>
                              <p:par>
                                <p:cTn id="25" presetID="2" presetClass="entr" presetSubtype="8" fill="hold" nodeType="afterEffect">
                                  <p:stCondLst>
                                    <p:cond delay="0"/>
                                  </p:stCondLst>
                                  <p:childTnLst>
                                    <p:set>
                                      <p:cBhvr>
                                        <p:cTn id="26" dur="1" fill="hold">
                                          <p:stCondLst>
                                            <p:cond delay="0"/>
                                          </p:stCondLst>
                                        </p:cTn>
                                        <p:tgtEl>
                                          <p:spTgt spid="26"/>
                                        </p:tgtEl>
                                        <p:attrNameLst>
                                          <p:attrName>style.visibility</p:attrName>
                                        </p:attrNameLst>
                                      </p:cBhvr>
                                      <p:to>
                                        <p:strVal val="visible"/>
                                      </p:to>
                                    </p:set>
                                    <p:anim calcmode="lin" valueType="num">
                                      <p:cBhvr additive="base">
                                        <p:cTn id="27" dur="500" fill="hold"/>
                                        <p:tgtEl>
                                          <p:spTgt spid="26"/>
                                        </p:tgtEl>
                                        <p:attrNameLst>
                                          <p:attrName>ppt_x</p:attrName>
                                        </p:attrNameLst>
                                      </p:cBhvr>
                                      <p:tavLst>
                                        <p:tav tm="0">
                                          <p:val>
                                            <p:strVal val="0-#ppt_w/2"/>
                                          </p:val>
                                        </p:tav>
                                        <p:tav tm="100000">
                                          <p:val>
                                            <p:strVal val="#ppt_x"/>
                                          </p:val>
                                        </p:tav>
                                      </p:tavLst>
                                    </p:anim>
                                    <p:anim calcmode="lin" valueType="num">
                                      <p:cBhvr additive="base">
                                        <p:cTn id="28" dur="500" fill="hold"/>
                                        <p:tgtEl>
                                          <p:spTgt spid="26"/>
                                        </p:tgtEl>
                                        <p:attrNameLst>
                                          <p:attrName>ppt_y</p:attrName>
                                        </p:attrNameLst>
                                      </p:cBhvr>
                                      <p:tavLst>
                                        <p:tav tm="0">
                                          <p:val>
                                            <p:strVal val="#ppt_y"/>
                                          </p:val>
                                        </p:tav>
                                        <p:tav tm="100000">
                                          <p:val>
                                            <p:strVal val="#ppt_y"/>
                                          </p:val>
                                        </p:tav>
                                      </p:tavLst>
                                    </p:anim>
                                  </p:childTnLst>
                                </p:cTn>
                              </p:par>
                            </p:childTnLst>
                          </p:cTn>
                        </p:par>
                        <p:par>
                          <p:cTn id="29" fill="hold">
                            <p:stCondLst>
                              <p:cond delay="2500"/>
                            </p:stCondLst>
                            <p:childTnLst>
                              <p:par>
                                <p:cTn id="30" presetID="2" presetClass="entr" presetSubtype="8" fill="hold" nodeType="afterEffect">
                                  <p:stCondLst>
                                    <p:cond delay="0"/>
                                  </p:stCondLst>
                                  <p:childTnLst>
                                    <p:set>
                                      <p:cBhvr>
                                        <p:cTn id="31" dur="1" fill="hold">
                                          <p:stCondLst>
                                            <p:cond delay="0"/>
                                          </p:stCondLst>
                                        </p:cTn>
                                        <p:tgtEl>
                                          <p:spTgt spid="27"/>
                                        </p:tgtEl>
                                        <p:attrNameLst>
                                          <p:attrName>style.visibility</p:attrName>
                                        </p:attrNameLst>
                                      </p:cBhvr>
                                      <p:to>
                                        <p:strVal val="visible"/>
                                      </p:to>
                                    </p:set>
                                    <p:anim calcmode="lin" valueType="num">
                                      <p:cBhvr additive="base">
                                        <p:cTn id="32" dur="500" fill="hold"/>
                                        <p:tgtEl>
                                          <p:spTgt spid="27"/>
                                        </p:tgtEl>
                                        <p:attrNameLst>
                                          <p:attrName>ppt_x</p:attrName>
                                        </p:attrNameLst>
                                      </p:cBhvr>
                                      <p:tavLst>
                                        <p:tav tm="0">
                                          <p:val>
                                            <p:strVal val="0-#ppt_w/2"/>
                                          </p:val>
                                        </p:tav>
                                        <p:tav tm="100000">
                                          <p:val>
                                            <p:strVal val="#ppt_x"/>
                                          </p:val>
                                        </p:tav>
                                      </p:tavLst>
                                    </p:anim>
                                    <p:anim calcmode="lin" valueType="num">
                                      <p:cBhvr additive="base">
                                        <p:cTn id="33" dur="500" fill="hold"/>
                                        <p:tgtEl>
                                          <p:spTgt spid="27"/>
                                        </p:tgtEl>
                                        <p:attrNameLst>
                                          <p:attrName>ppt_y</p:attrName>
                                        </p:attrNameLst>
                                      </p:cBhvr>
                                      <p:tavLst>
                                        <p:tav tm="0">
                                          <p:val>
                                            <p:strVal val="#ppt_y"/>
                                          </p:val>
                                        </p:tav>
                                        <p:tav tm="100000">
                                          <p:val>
                                            <p:strVal val="#ppt_y"/>
                                          </p:val>
                                        </p:tav>
                                      </p:tavLst>
                                    </p:anim>
                                  </p:childTnLst>
                                </p:cTn>
                              </p:par>
                            </p:childTnLst>
                          </p:cTn>
                        </p:par>
                        <p:par>
                          <p:cTn id="34" fill="hold">
                            <p:stCondLst>
                              <p:cond delay="3000"/>
                            </p:stCondLst>
                            <p:childTnLst>
                              <p:par>
                                <p:cTn id="35" presetID="2" presetClass="entr" presetSubtype="8" fill="hold" grpId="0" nodeType="afterEffect">
                                  <p:stCondLst>
                                    <p:cond delay="0"/>
                                  </p:stCondLst>
                                  <p:childTnLst>
                                    <p:set>
                                      <p:cBhvr>
                                        <p:cTn id="36" dur="1" fill="hold">
                                          <p:stCondLst>
                                            <p:cond delay="0"/>
                                          </p:stCondLst>
                                        </p:cTn>
                                        <p:tgtEl>
                                          <p:spTgt spid="31"/>
                                        </p:tgtEl>
                                        <p:attrNameLst>
                                          <p:attrName>style.visibility</p:attrName>
                                        </p:attrNameLst>
                                      </p:cBhvr>
                                      <p:to>
                                        <p:strVal val="visible"/>
                                      </p:to>
                                    </p:set>
                                    <p:anim calcmode="lin" valueType="num">
                                      <p:cBhvr additive="base">
                                        <p:cTn id="37" dur="500" fill="hold"/>
                                        <p:tgtEl>
                                          <p:spTgt spid="31"/>
                                        </p:tgtEl>
                                        <p:attrNameLst>
                                          <p:attrName>ppt_x</p:attrName>
                                        </p:attrNameLst>
                                      </p:cBhvr>
                                      <p:tavLst>
                                        <p:tav tm="0">
                                          <p:val>
                                            <p:strVal val="0-#ppt_w/2"/>
                                          </p:val>
                                        </p:tav>
                                        <p:tav tm="100000">
                                          <p:val>
                                            <p:strVal val="#ppt_x"/>
                                          </p:val>
                                        </p:tav>
                                      </p:tavLst>
                                    </p:anim>
                                    <p:anim calcmode="lin" valueType="num">
                                      <p:cBhvr additive="base">
                                        <p:cTn id="38" dur="500" fill="hold"/>
                                        <p:tgtEl>
                                          <p:spTgt spid="3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31" grpId="0"/>
      <p:bldP spid="32"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CB8DD42F-B8BB-7C2A-6D59-02CE7F410218}"/>
              </a:ext>
            </a:extLst>
          </p:cNvPr>
          <p:cNvSpPr>
            <a:spLocks noGrp="1"/>
          </p:cNvSpPr>
          <p:nvPr/>
        </p:nvSpPr>
        <p:spPr>
          <a:xfrm>
            <a:off x="600051" y="-62927"/>
            <a:ext cx="7943898"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Montserrat ExtraBold"/>
              <a:buNone/>
              <a:defRPr sz="3000" b="0" i="0" u="none" strike="noStrike" cap="none">
                <a:solidFill>
                  <a:schemeClr val="dk1"/>
                </a:solidFill>
                <a:latin typeface="Montserrat ExtraBold"/>
                <a:ea typeface="Montserrat ExtraBold"/>
                <a:cs typeface="Montserrat ExtraBold"/>
                <a:sym typeface="Montserrat ExtraBold"/>
              </a:defRPr>
            </a:lvl1pPr>
            <a:lvl2pPr marR="0" lvl="1"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2pPr>
            <a:lvl3pPr marR="0" lvl="2"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3pPr>
            <a:lvl4pPr marR="0" lvl="3"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4pPr>
            <a:lvl5pPr marR="0" lvl="4"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5pPr>
            <a:lvl6pPr marR="0" lvl="5"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6pPr>
            <a:lvl7pPr marR="0" lvl="6"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7pPr>
            <a:lvl8pPr marR="0" lvl="7"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8pPr>
            <a:lvl9pPr marR="0" lvl="8"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9pPr>
          </a:lstStyle>
          <a:p>
            <a:pPr marL="0" marR="0" lvl="0" indent="0" algn="ctr" defTabSz="914400" rtl="0" eaLnBrk="1" fontAlgn="auto" latinLnBrk="0" hangingPunct="1">
              <a:lnSpc>
                <a:spcPct val="100000"/>
              </a:lnSpc>
              <a:spcBef>
                <a:spcPts val="0"/>
              </a:spcBef>
              <a:spcAft>
                <a:spcPts val="0"/>
              </a:spcAft>
              <a:buClr>
                <a:srgbClr val="274E13"/>
              </a:buClr>
              <a:buSzPts val="3000"/>
              <a:buFont typeface="Montserrat ExtraBold"/>
              <a:buNone/>
              <a:tabLst/>
              <a:defRPr/>
            </a:pPr>
            <a:r>
              <a:rPr kumimoji="0" lang="en-US" sz="3000" b="1" i="0" u="none" strike="noStrike" kern="0" cap="none" spc="0" normalizeH="0" baseline="0" noProof="0" dirty="0">
                <a:ln>
                  <a:noFill/>
                </a:ln>
                <a:solidFill>
                  <a:srgbClr val="002060"/>
                </a:solidFill>
                <a:effectLst/>
                <a:uLnTx/>
                <a:uFillTx/>
                <a:latin typeface="Montserrat ExtraBold"/>
                <a:sym typeface="Montserrat ExtraBold"/>
              </a:rPr>
              <a:t>Railway Performance Dashboard</a:t>
            </a:r>
            <a:endParaRPr kumimoji="0" lang="en-US" sz="3000" b="0" i="0" u="none" strike="noStrike" kern="0" cap="none" spc="0" normalizeH="0" baseline="0" noProof="0" dirty="0">
              <a:ln>
                <a:noFill/>
              </a:ln>
              <a:solidFill>
                <a:srgbClr val="002060"/>
              </a:solidFill>
              <a:effectLst/>
              <a:uLnTx/>
              <a:uFillTx/>
              <a:latin typeface="Montserrat ExtraBold"/>
              <a:sym typeface="Montserrat ExtraBold"/>
            </a:endParaRPr>
          </a:p>
        </p:txBody>
      </p:sp>
      <p:grpSp>
        <p:nvGrpSpPr>
          <p:cNvPr id="4" name="Group 3">
            <a:extLst>
              <a:ext uri="{FF2B5EF4-FFF2-40B4-BE49-F238E27FC236}">
                <a16:creationId xmlns:a16="http://schemas.microsoft.com/office/drawing/2014/main" id="{C6A9BD98-D44D-7ABF-4EA2-471B9127F8F6}"/>
              </a:ext>
            </a:extLst>
          </p:cNvPr>
          <p:cNvGrpSpPr/>
          <p:nvPr/>
        </p:nvGrpSpPr>
        <p:grpSpPr>
          <a:xfrm>
            <a:off x="787658" y="435747"/>
            <a:ext cx="7921439" cy="4608508"/>
            <a:chOff x="787658" y="435747"/>
            <a:chExt cx="7921439" cy="4608508"/>
          </a:xfrm>
        </p:grpSpPr>
        <p:pic>
          <p:nvPicPr>
            <p:cNvPr id="11" name="Picture 10">
              <a:extLst>
                <a:ext uri="{FF2B5EF4-FFF2-40B4-BE49-F238E27FC236}">
                  <a16:creationId xmlns:a16="http://schemas.microsoft.com/office/drawing/2014/main" id="{DA890F84-35CB-4D7C-F6E1-9D8D221B0989}"/>
                </a:ext>
              </a:extLst>
            </p:cNvPr>
            <p:cNvPicPr>
              <a:picLocks noChangeAspect="1"/>
            </p:cNvPicPr>
            <p:nvPr/>
          </p:nvPicPr>
          <p:blipFill>
            <a:blip r:embed="rId2"/>
            <a:srcRect/>
            <a:stretch/>
          </p:blipFill>
          <p:spPr>
            <a:xfrm>
              <a:off x="787658" y="435747"/>
              <a:ext cx="7921439" cy="3549231"/>
            </a:xfrm>
            <a:prstGeom prst="rect">
              <a:avLst/>
            </a:prstGeom>
            <a:ln>
              <a:noFill/>
            </a:ln>
            <a:effectLst>
              <a:outerShdw blurRad="292100" dist="139700" dir="2700000" algn="tl" rotWithShape="0">
                <a:srgbClr val="333333">
                  <a:alpha val="65000"/>
                </a:srgbClr>
              </a:outerShdw>
            </a:effectLst>
          </p:spPr>
        </p:pic>
        <p:pic>
          <p:nvPicPr>
            <p:cNvPr id="3" name="Picture 2" descr="A diagram and graph of a diagram&#10;&#10;AI-generated content may be incorrect.">
              <a:extLst>
                <a:ext uri="{FF2B5EF4-FFF2-40B4-BE49-F238E27FC236}">
                  <a16:creationId xmlns:a16="http://schemas.microsoft.com/office/drawing/2014/main" id="{908F88A7-BAF5-C42E-F3DB-BEE42168E968}"/>
                </a:ext>
              </a:extLst>
            </p:cNvPr>
            <p:cNvPicPr>
              <a:picLocks noChangeAspect="1"/>
            </p:cNvPicPr>
            <p:nvPr/>
          </p:nvPicPr>
          <p:blipFill>
            <a:blip r:embed="rId3"/>
            <a:stretch>
              <a:fillRect/>
            </a:stretch>
          </p:blipFill>
          <p:spPr>
            <a:xfrm>
              <a:off x="787658" y="3984978"/>
              <a:ext cx="7921439" cy="1059277"/>
            </a:xfrm>
            <a:prstGeom prst="rect">
              <a:avLst/>
            </a:prstGeom>
          </p:spPr>
        </p:pic>
      </p:grpSp>
    </p:spTree>
    <p:extLst>
      <p:ext uri="{BB962C8B-B14F-4D97-AF65-F5344CB8AC3E}">
        <p14:creationId xmlns:p14="http://schemas.microsoft.com/office/powerpoint/2010/main" val="12428222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 name="Google Shape;1534;p36">
            <a:extLst>
              <a:ext uri="{FF2B5EF4-FFF2-40B4-BE49-F238E27FC236}">
                <a16:creationId xmlns:a16="http://schemas.microsoft.com/office/drawing/2014/main" id="{69C0E481-1A7C-8DFF-E143-F58CFD321E08}"/>
              </a:ext>
            </a:extLst>
          </p:cNvPr>
          <p:cNvGrpSpPr/>
          <p:nvPr/>
        </p:nvGrpSpPr>
        <p:grpSpPr>
          <a:xfrm>
            <a:off x="0" y="4421430"/>
            <a:ext cx="9276783" cy="1398672"/>
            <a:chOff x="-139347" y="3868275"/>
            <a:chExt cx="9276783" cy="1398672"/>
          </a:xfrm>
          <a:solidFill>
            <a:srgbClr val="091359"/>
          </a:solidFill>
        </p:grpSpPr>
        <p:sp>
          <p:nvSpPr>
            <p:cNvPr id="26" name="Google Shape;1535;p36">
              <a:extLst>
                <a:ext uri="{FF2B5EF4-FFF2-40B4-BE49-F238E27FC236}">
                  <a16:creationId xmlns:a16="http://schemas.microsoft.com/office/drawing/2014/main" id="{89AF1B9C-9B87-9AF0-0C2B-D6FDEF03DF0B}"/>
                </a:ext>
              </a:extLst>
            </p:cNvPr>
            <p:cNvSpPr/>
            <p:nvPr/>
          </p:nvSpPr>
          <p:spPr>
            <a:xfrm flipH="1">
              <a:off x="-139347" y="4015425"/>
              <a:ext cx="9276772" cy="548850"/>
            </a:xfrm>
            <a:custGeom>
              <a:avLst/>
              <a:gdLst/>
              <a:ahLst/>
              <a:cxnLst/>
              <a:rect l="l" t="t" r="r" b="b"/>
              <a:pathLst>
                <a:path w="219946" h="21954" extrusionOk="0">
                  <a:moveTo>
                    <a:pt x="0" y="12956"/>
                  </a:moveTo>
                  <a:lnTo>
                    <a:pt x="0" y="21954"/>
                  </a:lnTo>
                  <a:lnTo>
                    <a:pt x="219946" y="8998"/>
                  </a:lnTo>
                  <a:lnTo>
                    <a:pt x="219946"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7" name="Google Shape;1536;p36">
              <a:extLst>
                <a:ext uri="{FF2B5EF4-FFF2-40B4-BE49-F238E27FC236}">
                  <a16:creationId xmlns:a16="http://schemas.microsoft.com/office/drawing/2014/main" id="{C962049F-7EAE-45FF-9475-2EE4F0DF3B4E}"/>
                </a:ext>
              </a:extLst>
            </p:cNvPr>
            <p:cNvGrpSpPr/>
            <p:nvPr/>
          </p:nvGrpSpPr>
          <p:grpSpPr>
            <a:xfrm flipH="1">
              <a:off x="2134836" y="4216900"/>
              <a:ext cx="3484400" cy="1050047"/>
              <a:chOff x="3379075" y="4216900"/>
              <a:chExt cx="3484400" cy="1050047"/>
            </a:xfrm>
            <a:grpFill/>
          </p:grpSpPr>
          <p:sp>
            <p:nvSpPr>
              <p:cNvPr id="87" name="Google Shape;1537;p36">
                <a:extLst>
                  <a:ext uri="{FF2B5EF4-FFF2-40B4-BE49-F238E27FC236}">
                    <a16:creationId xmlns:a16="http://schemas.microsoft.com/office/drawing/2014/main" id="{5713E945-E397-67EA-EAF1-D77279F6DC33}"/>
                  </a:ext>
                </a:extLst>
              </p:cNvPr>
              <p:cNvSpPr/>
              <p:nvPr/>
            </p:nvSpPr>
            <p:spPr>
              <a:xfrm>
                <a:off x="6638025" y="4216900"/>
                <a:ext cx="225450" cy="266525"/>
              </a:xfrm>
              <a:custGeom>
                <a:avLst/>
                <a:gdLst/>
                <a:ahLst/>
                <a:cxnLst/>
                <a:rect l="l" t="t" r="r" b="b"/>
                <a:pathLst>
                  <a:path w="9018" h="10661" extrusionOk="0">
                    <a:moveTo>
                      <a:pt x="1" y="10660"/>
                    </a:moveTo>
                    <a:lnTo>
                      <a:pt x="9017" y="10660"/>
                    </a:lnTo>
                    <a:lnTo>
                      <a:pt x="9017"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1538;p36">
                <a:extLst>
                  <a:ext uri="{FF2B5EF4-FFF2-40B4-BE49-F238E27FC236}">
                    <a16:creationId xmlns:a16="http://schemas.microsoft.com/office/drawing/2014/main" id="{D3BFE6C1-A617-DD21-1BCA-EA4A8EBDF3CD}"/>
                  </a:ext>
                </a:extLst>
              </p:cNvPr>
              <p:cNvSpPr/>
              <p:nvPr/>
            </p:nvSpPr>
            <p:spPr>
              <a:xfrm>
                <a:off x="5628575" y="4216900"/>
                <a:ext cx="225425" cy="266525"/>
              </a:xfrm>
              <a:custGeom>
                <a:avLst/>
                <a:gdLst/>
                <a:ahLst/>
                <a:cxnLst/>
                <a:rect l="l" t="t" r="r" b="b"/>
                <a:pathLst>
                  <a:path w="9017" h="10661" extrusionOk="0">
                    <a:moveTo>
                      <a:pt x="0" y="10660"/>
                    </a:moveTo>
                    <a:lnTo>
                      <a:pt x="9017" y="10660"/>
                    </a:lnTo>
                    <a:lnTo>
                      <a:pt x="9017"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1539;p36">
                <a:extLst>
                  <a:ext uri="{FF2B5EF4-FFF2-40B4-BE49-F238E27FC236}">
                    <a16:creationId xmlns:a16="http://schemas.microsoft.com/office/drawing/2014/main" id="{93BE9C1F-C27E-6192-934F-EF6F41DF4331}"/>
                  </a:ext>
                </a:extLst>
              </p:cNvPr>
              <p:cNvSpPr/>
              <p:nvPr/>
            </p:nvSpPr>
            <p:spPr>
              <a:xfrm>
                <a:off x="5700425" y="4473175"/>
                <a:ext cx="72850" cy="792553"/>
              </a:xfrm>
              <a:custGeom>
                <a:avLst/>
                <a:gdLst/>
                <a:ahLst/>
                <a:cxnLst/>
                <a:rect l="l" t="t" r="r" b="b"/>
                <a:pathLst>
                  <a:path w="2914" h="48780" extrusionOk="0">
                    <a:moveTo>
                      <a:pt x="1" y="48780"/>
                    </a:moveTo>
                    <a:lnTo>
                      <a:pt x="2913" y="48780"/>
                    </a:lnTo>
                    <a:lnTo>
                      <a:pt x="291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1540;p36">
                <a:extLst>
                  <a:ext uri="{FF2B5EF4-FFF2-40B4-BE49-F238E27FC236}">
                    <a16:creationId xmlns:a16="http://schemas.microsoft.com/office/drawing/2014/main" id="{1CD70B06-D350-3926-587D-A2E3E780A67D}"/>
                  </a:ext>
                </a:extLst>
              </p:cNvPr>
              <p:cNvSpPr/>
              <p:nvPr/>
            </p:nvSpPr>
            <p:spPr>
              <a:xfrm>
                <a:off x="4520150" y="4293100"/>
                <a:ext cx="225450" cy="266525"/>
              </a:xfrm>
              <a:custGeom>
                <a:avLst/>
                <a:gdLst/>
                <a:ahLst/>
                <a:cxnLst/>
                <a:rect l="l" t="t" r="r" b="b"/>
                <a:pathLst>
                  <a:path w="9018" h="10661" extrusionOk="0">
                    <a:moveTo>
                      <a:pt x="1" y="10660"/>
                    </a:moveTo>
                    <a:lnTo>
                      <a:pt x="9017" y="10660"/>
                    </a:lnTo>
                    <a:lnTo>
                      <a:pt x="9017"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1541;p36">
                <a:extLst>
                  <a:ext uri="{FF2B5EF4-FFF2-40B4-BE49-F238E27FC236}">
                    <a16:creationId xmlns:a16="http://schemas.microsoft.com/office/drawing/2014/main" id="{88763C1F-FEE5-43B9-D18F-6EE0FC4AFF5D}"/>
                  </a:ext>
                </a:extLst>
              </p:cNvPr>
              <p:cNvSpPr/>
              <p:nvPr/>
            </p:nvSpPr>
            <p:spPr>
              <a:xfrm>
                <a:off x="4592025" y="4473175"/>
                <a:ext cx="72825" cy="792553"/>
              </a:xfrm>
              <a:custGeom>
                <a:avLst/>
                <a:gdLst/>
                <a:ahLst/>
                <a:cxnLst/>
                <a:rect l="l" t="t" r="r" b="b"/>
                <a:pathLst>
                  <a:path w="2913" h="48780" extrusionOk="0">
                    <a:moveTo>
                      <a:pt x="1" y="48780"/>
                    </a:moveTo>
                    <a:lnTo>
                      <a:pt x="2913" y="48780"/>
                    </a:lnTo>
                    <a:lnTo>
                      <a:pt x="291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1542;p36">
                <a:extLst>
                  <a:ext uri="{FF2B5EF4-FFF2-40B4-BE49-F238E27FC236}">
                    <a16:creationId xmlns:a16="http://schemas.microsoft.com/office/drawing/2014/main" id="{D06B1159-567A-3EB8-69E6-8C4C3671E48A}"/>
                  </a:ext>
                </a:extLst>
              </p:cNvPr>
              <p:cNvSpPr/>
              <p:nvPr/>
            </p:nvSpPr>
            <p:spPr>
              <a:xfrm>
                <a:off x="3379075" y="4327650"/>
                <a:ext cx="225450" cy="262300"/>
              </a:xfrm>
              <a:custGeom>
                <a:avLst/>
                <a:gdLst/>
                <a:ahLst/>
                <a:cxnLst/>
                <a:rect l="l" t="t" r="r" b="b"/>
                <a:pathLst>
                  <a:path w="9018" h="10492" extrusionOk="0">
                    <a:moveTo>
                      <a:pt x="1" y="10492"/>
                    </a:moveTo>
                    <a:lnTo>
                      <a:pt x="9017" y="10492"/>
                    </a:lnTo>
                    <a:lnTo>
                      <a:pt x="9017" y="0"/>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1543;p36">
                <a:extLst>
                  <a:ext uri="{FF2B5EF4-FFF2-40B4-BE49-F238E27FC236}">
                    <a16:creationId xmlns:a16="http://schemas.microsoft.com/office/drawing/2014/main" id="{BD98C59D-D6EF-491D-AA53-ABD76B4A2623}"/>
                  </a:ext>
                </a:extLst>
              </p:cNvPr>
              <p:cNvSpPr/>
              <p:nvPr/>
            </p:nvSpPr>
            <p:spPr>
              <a:xfrm>
                <a:off x="3450950" y="4494102"/>
                <a:ext cx="72825" cy="772845"/>
              </a:xfrm>
              <a:custGeom>
                <a:avLst/>
                <a:gdLst/>
                <a:ahLst/>
                <a:cxnLst/>
                <a:rect l="l" t="t" r="r" b="b"/>
                <a:pathLst>
                  <a:path w="2913" h="47567" extrusionOk="0">
                    <a:moveTo>
                      <a:pt x="1" y="47567"/>
                    </a:moveTo>
                    <a:lnTo>
                      <a:pt x="2913" y="47567"/>
                    </a:lnTo>
                    <a:lnTo>
                      <a:pt x="291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 name="Google Shape;1544;p36">
              <a:extLst>
                <a:ext uri="{FF2B5EF4-FFF2-40B4-BE49-F238E27FC236}">
                  <a16:creationId xmlns:a16="http://schemas.microsoft.com/office/drawing/2014/main" id="{54A9CCB7-B41C-4B06-F9A7-0B48C2839929}"/>
                </a:ext>
              </a:extLst>
            </p:cNvPr>
            <p:cNvGrpSpPr/>
            <p:nvPr/>
          </p:nvGrpSpPr>
          <p:grpSpPr>
            <a:xfrm flipH="1">
              <a:off x="-57406" y="3868275"/>
              <a:ext cx="9194843" cy="559600"/>
              <a:chOff x="-139125" y="3868275"/>
              <a:chExt cx="9194843" cy="559600"/>
            </a:xfrm>
            <a:grpFill/>
          </p:grpSpPr>
          <p:sp>
            <p:nvSpPr>
              <p:cNvPr id="44" name="Google Shape;1545;p36">
                <a:extLst>
                  <a:ext uri="{FF2B5EF4-FFF2-40B4-BE49-F238E27FC236}">
                    <a16:creationId xmlns:a16="http://schemas.microsoft.com/office/drawing/2014/main" id="{90E6CAF2-DA24-9C35-0554-7F758E89AB02}"/>
                  </a:ext>
                </a:extLst>
              </p:cNvPr>
              <p:cNvSpPr/>
              <p:nvPr/>
            </p:nvSpPr>
            <p:spPr>
              <a:xfrm>
                <a:off x="-139125" y="3868275"/>
                <a:ext cx="9194843" cy="351450"/>
              </a:xfrm>
              <a:custGeom>
                <a:avLst/>
                <a:gdLst/>
                <a:ahLst/>
                <a:cxnLst/>
                <a:rect l="l" t="t" r="r" b="b"/>
                <a:pathLst>
                  <a:path w="219946" h="14058" extrusionOk="0">
                    <a:moveTo>
                      <a:pt x="0" y="12956"/>
                    </a:moveTo>
                    <a:lnTo>
                      <a:pt x="0" y="14058"/>
                    </a:lnTo>
                    <a:lnTo>
                      <a:pt x="219946" y="1102"/>
                    </a:lnTo>
                    <a:lnTo>
                      <a:pt x="219946"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1546;p36">
                <a:extLst>
                  <a:ext uri="{FF2B5EF4-FFF2-40B4-BE49-F238E27FC236}">
                    <a16:creationId xmlns:a16="http://schemas.microsoft.com/office/drawing/2014/main" id="{48260650-71E9-85AC-38EF-BEAD638C4D54}"/>
                  </a:ext>
                </a:extLst>
              </p:cNvPr>
              <p:cNvSpPr/>
              <p:nvPr/>
            </p:nvSpPr>
            <p:spPr>
              <a:xfrm>
                <a:off x="125427" y="4182825"/>
                <a:ext cx="34406" cy="245050"/>
              </a:xfrm>
              <a:custGeom>
                <a:avLst/>
                <a:gdLst/>
                <a:ahLst/>
                <a:cxnLst/>
                <a:rect l="l" t="t" r="r" b="b"/>
                <a:pathLst>
                  <a:path w="823" h="9802" extrusionOk="0">
                    <a:moveTo>
                      <a:pt x="1" y="9802"/>
                    </a:moveTo>
                    <a:lnTo>
                      <a:pt x="822" y="9802"/>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1547;p36">
                <a:extLst>
                  <a:ext uri="{FF2B5EF4-FFF2-40B4-BE49-F238E27FC236}">
                    <a16:creationId xmlns:a16="http://schemas.microsoft.com/office/drawing/2014/main" id="{CB4D4D1C-E62E-F434-4382-9070971E9FA0}"/>
                  </a:ext>
                </a:extLst>
              </p:cNvPr>
              <p:cNvSpPr/>
              <p:nvPr/>
            </p:nvSpPr>
            <p:spPr>
              <a:xfrm>
                <a:off x="336927" y="4176300"/>
                <a:ext cx="34406" cy="244575"/>
              </a:xfrm>
              <a:custGeom>
                <a:avLst/>
                <a:gdLst/>
                <a:ahLst/>
                <a:cxnLst/>
                <a:rect l="l" t="t" r="r" b="b"/>
                <a:pathLst>
                  <a:path w="823" h="9783" extrusionOk="0">
                    <a:moveTo>
                      <a:pt x="1" y="9783"/>
                    </a:moveTo>
                    <a:lnTo>
                      <a:pt x="822" y="9783"/>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1548;p36">
                <a:extLst>
                  <a:ext uri="{FF2B5EF4-FFF2-40B4-BE49-F238E27FC236}">
                    <a16:creationId xmlns:a16="http://schemas.microsoft.com/office/drawing/2014/main" id="{E23E5D9F-AD63-A544-ADB3-7C1291583BAA}"/>
                  </a:ext>
                </a:extLst>
              </p:cNvPr>
              <p:cNvSpPr/>
              <p:nvPr/>
            </p:nvSpPr>
            <p:spPr>
              <a:xfrm>
                <a:off x="548427" y="4169300"/>
                <a:ext cx="33611" cy="245050"/>
              </a:xfrm>
              <a:custGeom>
                <a:avLst/>
                <a:gdLst/>
                <a:ahLst/>
                <a:cxnLst/>
                <a:rect l="l" t="t" r="r" b="b"/>
                <a:pathLst>
                  <a:path w="804" h="9802" extrusionOk="0">
                    <a:moveTo>
                      <a:pt x="1" y="9801"/>
                    </a:moveTo>
                    <a:lnTo>
                      <a:pt x="803" y="9801"/>
                    </a:lnTo>
                    <a:lnTo>
                      <a:pt x="80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1549;p36">
                <a:extLst>
                  <a:ext uri="{FF2B5EF4-FFF2-40B4-BE49-F238E27FC236}">
                    <a16:creationId xmlns:a16="http://schemas.microsoft.com/office/drawing/2014/main" id="{183717F5-A57F-B829-65C5-89B280725CFE}"/>
                  </a:ext>
                </a:extLst>
              </p:cNvPr>
              <p:cNvSpPr/>
              <p:nvPr/>
            </p:nvSpPr>
            <p:spPr>
              <a:xfrm>
                <a:off x="759174" y="4162300"/>
                <a:ext cx="34364" cy="245050"/>
              </a:xfrm>
              <a:custGeom>
                <a:avLst/>
                <a:gdLst/>
                <a:ahLst/>
                <a:cxnLst/>
                <a:rect l="l" t="t" r="r" b="b"/>
                <a:pathLst>
                  <a:path w="822" h="9802" extrusionOk="0">
                    <a:moveTo>
                      <a:pt x="0" y="9801"/>
                    </a:moveTo>
                    <a:lnTo>
                      <a:pt x="821" y="9801"/>
                    </a:lnTo>
                    <a:lnTo>
                      <a:pt x="821"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1550;p36">
                <a:extLst>
                  <a:ext uri="{FF2B5EF4-FFF2-40B4-BE49-F238E27FC236}">
                    <a16:creationId xmlns:a16="http://schemas.microsoft.com/office/drawing/2014/main" id="{640904B9-2E93-328F-9ACA-E0D5450B4F01}"/>
                  </a:ext>
                </a:extLst>
              </p:cNvPr>
              <p:cNvSpPr/>
              <p:nvPr/>
            </p:nvSpPr>
            <p:spPr>
              <a:xfrm>
                <a:off x="970673" y="4155300"/>
                <a:ext cx="34364" cy="245050"/>
              </a:xfrm>
              <a:custGeom>
                <a:avLst/>
                <a:gdLst/>
                <a:ahLst/>
                <a:cxnLst/>
                <a:rect l="l" t="t" r="r" b="b"/>
                <a:pathLst>
                  <a:path w="822" h="9802" extrusionOk="0">
                    <a:moveTo>
                      <a:pt x="0" y="9801"/>
                    </a:moveTo>
                    <a:lnTo>
                      <a:pt x="821" y="9801"/>
                    </a:lnTo>
                    <a:lnTo>
                      <a:pt x="821"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1551;p36">
                <a:extLst>
                  <a:ext uri="{FF2B5EF4-FFF2-40B4-BE49-F238E27FC236}">
                    <a16:creationId xmlns:a16="http://schemas.microsoft.com/office/drawing/2014/main" id="{ABF15E2D-83BA-120A-F493-5B454ECBF85C}"/>
                  </a:ext>
                </a:extLst>
              </p:cNvPr>
              <p:cNvSpPr/>
              <p:nvPr/>
            </p:nvSpPr>
            <p:spPr>
              <a:xfrm>
                <a:off x="1182173" y="4148775"/>
                <a:ext cx="34364" cy="244575"/>
              </a:xfrm>
              <a:custGeom>
                <a:avLst/>
                <a:gdLst/>
                <a:ahLst/>
                <a:cxnLst/>
                <a:rect l="l" t="t" r="r" b="b"/>
                <a:pathLst>
                  <a:path w="822" h="9783" extrusionOk="0">
                    <a:moveTo>
                      <a:pt x="0" y="9782"/>
                    </a:moveTo>
                    <a:lnTo>
                      <a:pt x="821" y="9782"/>
                    </a:lnTo>
                    <a:lnTo>
                      <a:pt x="821"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1552;p36">
                <a:extLst>
                  <a:ext uri="{FF2B5EF4-FFF2-40B4-BE49-F238E27FC236}">
                    <a16:creationId xmlns:a16="http://schemas.microsoft.com/office/drawing/2014/main" id="{E955D1FF-80A1-8623-F4A6-AAC5F0A4B521}"/>
                  </a:ext>
                </a:extLst>
              </p:cNvPr>
              <p:cNvSpPr/>
              <p:nvPr/>
            </p:nvSpPr>
            <p:spPr>
              <a:xfrm>
                <a:off x="1393673" y="4141775"/>
                <a:ext cx="34364" cy="245025"/>
              </a:xfrm>
              <a:custGeom>
                <a:avLst/>
                <a:gdLst/>
                <a:ahLst/>
                <a:cxnLst/>
                <a:rect l="l" t="t" r="r" b="b"/>
                <a:pathLst>
                  <a:path w="822" h="9801" extrusionOk="0">
                    <a:moveTo>
                      <a:pt x="0" y="9801"/>
                    </a:moveTo>
                    <a:lnTo>
                      <a:pt x="821" y="9801"/>
                    </a:lnTo>
                    <a:lnTo>
                      <a:pt x="821"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1553;p36">
                <a:extLst>
                  <a:ext uri="{FF2B5EF4-FFF2-40B4-BE49-F238E27FC236}">
                    <a16:creationId xmlns:a16="http://schemas.microsoft.com/office/drawing/2014/main" id="{9FC08D44-AB53-513C-0F67-24176A3D431E}"/>
                  </a:ext>
                </a:extLst>
              </p:cNvPr>
              <p:cNvSpPr/>
              <p:nvPr/>
            </p:nvSpPr>
            <p:spPr>
              <a:xfrm>
                <a:off x="1605172" y="4134775"/>
                <a:ext cx="34364" cy="245025"/>
              </a:xfrm>
              <a:custGeom>
                <a:avLst/>
                <a:gdLst/>
                <a:ahLst/>
                <a:cxnLst/>
                <a:rect l="l" t="t" r="r" b="b"/>
                <a:pathLst>
                  <a:path w="822" h="9801" extrusionOk="0">
                    <a:moveTo>
                      <a:pt x="0" y="9801"/>
                    </a:moveTo>
                    <a:lnTo>
                      <a:pt x="821" y="9801"/>
                    </a:lnTo>
                    <a:lnTo>
                      <a:pt x="821"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1554;p36">
                <a:extLst>
                  <a:ext uri="{FF2B5EF4-FFF2-40B4-BE49-F238E27FC236}">
                    <a16:creationId xmlns:a16="http://schemas.microsoft.com/office/drawing/2014/main" id="{821CEC93-45C0-6A25-1AFC-F687C7AA66A6}"/>
                  </a:ext>
                </a:extLst>
              </p:cNvPr>
              <p:cNvSpPr/>
              <p:nvPr/>
            </p:nvSpPr>
            <p:spPr>
              <a:xfrm>
                <a:off x="1816672" y="4127775"/>
                <a:ext cx="33569" cy="245025"/>
              </a:xfrm>
              <a:custGeom>
                <a:avLst/>
                <a:gdLst/>
                <a:ahLst/>
                <a:cxnLst/>
                <a:rect l="l" t="t" r="r" b="b"/>
                <a:pathLst>
                  <a:path w="803" h="9801" extrusionOk="0">
                    <a:moveTo>
                      <a:pt x="0" y="9801"/>
                    </a:moveTo>
                    <a:lnTo>
                      <a:pt x="803" y="9801"/>
                    </a:lnTo>
                    <a:lnTo>
                      <a:pt x="803"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1555;p36">
                <a:extLst>
                  <a:ext uri="{FF2B5EF4-FFF2-40B4-BE49-F238E27FC236}">
                    <a16:creationId xmlns:a16="http://schemas.microsoft.com/office/drawing/2014/main" id="{17F48074-A7B8-B7E4-9965-00271F503D4E}"/>
                  </a:ext>
                </a:extLst>
              </p:cNvPr>
              <p:cNvSpPr/>
              <p:nvPr/>
            </p:nvSpPr>
            <p:spPr>
              <a:xfrm>
                <a:off x="2027377" y="4121225"/>
                <a:ext cx="34364" cy="244575"/>
              </a:xfrm>
              <a:custGeom>
                <a:avLst/>
                <a:gdLst/>
                <a:ahLst/>
                <a:cxnLst/>
                <a:rect l="l" t="t" r="r" b="b"/>
                <a:pathLst>
                  <a:path w="822" h="9783" extrusionOk="0">
                    <a:moveTo>
                      <a:pt x="0" y="9783"/>
                    </a:moveTo>
                    <a:lnTo>
                      <a:pt x="822" y="9783"/>
                    </a:lnTo>
                    <a:lnTo>
                      <a:pt x="822"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1556;p36">
                <a:extLst>
                  <a:ext uri="{FF2B5EF4-FFF2-40B4-BE49-F238E27FC236}">
                    <a16:creationId xmlns:a16="http://schemas.microsoft.com/office/drawing/2014/main" id="{52C0F10A-12FB-E6F4-E6A1-534E17EF31E1}"/>
                  </a:ext>
                </a:extLst>
              </p:cNvPr>
              <p:cNvSpPr/>
              <p:nvPr/>
            </p:nvSpPr>
            <p:spPr>
              <a:xfrm>
                <a:off x="2238877" y="4114225"/>
                <a:ext cx="34364" cy="245050"/>
              </a:xfrm>
              <a:custGeom>
                <a:avLst/>
                <a:gdLst/>
                <a:ahLst/>
                <a:cxnLst/>
                <a:rect l="l" t="t" r="r" b="b"/>
                <a:pathLst>
                  <a:path w="822" h="9802" extrusionOk="0">
                    <a:moveTo>
                      <a:pt x="0" y="9801"/>
                    </a:moveTo>
                    <a:lnTo>
                      <a:pt x="822" y="9801"/>
                    </a:lnTo>
                    <a:lnTo>
                      <a:pt x="822"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1557;p36">
                <a:extLst>
                  <a:ext uri="{FF2B5EF4-FFF2-40B4-BE49-F238E27FC236}">
                    <a16:creationId xmlns:a16="http://schemas.microsoft.com/office/drawing/2014/main" id="{13607C2D-15B6-2269-701A-421DD1927134}"/>
                  </a:ext>
                </a:extLst>
              </p:cNvPr>
              <p:cNvSpPr/>
              <p:nvPr/>
            </p:nvSpPr>
            <p:spPr>
              <a:xfrm>
                <a:off x="2450377" y="4107225"/>
                <a:ext cx="34364" cy="245050"/>
              </a:xfrm>
              <a:custGeom>
                <a:avLst/>
                <a:gdLst/>
                <a:ahLst/>
                <a:cxnLst/>
                <a:rect l="l" t="t" r="r" b="b"/>
                <a:pathLst>
                  <a:path w="822" h="9802" extrusionOk="0">
                    <a:moveTo>
                      <a:pt x="0" y="9801"/>
                    </a:moveTo>
                    <a:lnTo>
                      <a:pt x="822" y="9801"/>
                    </a:lnTo>
                    <a:lnTo>
                      <a:pt x="822"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1558;p36">
                <a:extLst>
                  <a:ext uri="{FF2B5EF4-FFF2-40B4-BE49-F238E27FC236}">
                    <a16:creationId xmlns:a16="http://schemas.microsoft.com/office/drawing/2014/main" id="{EAD57549-8981-6B50-6A9F-1397E63C8317}"/>
                  </a:ext>
                </a:extLst>
              </p:cNvPr>
              <p:cNvSpPr/>
              <p:nvPr/>
            </p:nvSpPr>
            <p:spPr>
              <a:xfrm>
                <a:off x="2661876" y="4100225"/>
                <a:ext cx="34364" cy="245050"/>
              </a:xfrm>
              <a:custGeom>
                <a:avLst/>
                <a:gdLst/>
                <a:ahLst/>
                <a:cxnLst/>
                <a:rect l="l" t="t" r="r" b="b"/>
                <a:pathLst>
                  <a:path w="822" h="9802" extrusionOk="0">
                    <a:moveTo>
                      <a:pt x="0" y="9801"/>
                    </a:moveTo>
                    <a:lnTo>
                      <a:pt x="822" y="9801"/>
                    </a:lnTo>
                    <a:lnTo>
                      <a:pt x="822"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1559;p36">
                <a:extLst>
                  <a:ext uri="{FF2B5EF4-FFF2-40B4-BE49-F238E27FC236}">
                    <a16:creationId xmlns:a16="http://schemas.microsoft.com/office/drawing/2014/main" id="{D13F7B01-F709-6164-5BFB-F31D4454ED29}"/>
                  </a:ext>
                </a:extLst>
              </p:cNvPr>
              <p:cNvSpPr/>
              <p:nvPr/>
            </p:nvSpPr>
            <p:spPr>
              <a:xfrm>
                <a:off x="2873376" y="4093700"/>
                <a:ext cx="34364" cy="244575"/>
              </a:xfrm>
              <a:custGeom>
                <a:avLst/>
                <a:gdLst/>
                <a:ahLst/>
                <a:cxnLst/>
                <a:rect l="l" t="t" r="r" b="b"/>
                <a:pathLst>
                  <a:path w="822" h="9783" extrusionOk="0">
                    <a:moveTo>
                      <a:pt x="0" y="9782"/>
                    </a:moveTo>
                    <a:lnTo>
                      <a:pt x="822" y="9782"/>
                    </a:lnTo>
                    <a:lnTo>
                      <a:pt x="822"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1560;p36">
                <a:extLst>
                  <a:ext uri="{FF2B5EF4-FFF2-40B4-BE49-F238E27FC236}">
                    <a16:creationId xmlns:a16="http://schemas.microsoft.com/office/drawing/2014/main" id="{629235BD-D406-38DA-0108-41AE1E2A7883}"/>
                  </a:ext>
                </a:extLst>
              </p:cNvPr>
              <p:cNvSpPr/>
              <p:nvPr/>
            </p:nvSpPr>
            <p:spPr>
              <a:xfrm>
                <a:off x="3084876" y="4086700"/>
                <a:ext cx="33611" cy="245050"/>
              </a:xfrm>
              <a:custGeom>
                <a:avLst/>
                <a:gdLst/>
                <a:ahLst/>
                <a:cxnLst/>
                <a:rect l="l" t="t" r="r" b="b"/>
                <a:pathLst>
                  <a:path w="804" h="9802" extrusionOk="0">
                    <a:moveTo>
                      <a:pt x="0" y="9801"/>
                    </a:moveTo>
                    <a:lnTo>
                      <a:pt x="803" y="9801"/>
                    </a:lnTo>
                    <a:lnTo>
                      <a:pt x="803"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1561;p36">
                <a:extLst>
                  <a:ext uri="{FF2B5EF4-FFF2-40B4-BE49-F238E27FC236}">
                    <a16:creationId xmlns:a16="http://schemas.microsoft.com/office/drawing/2014/main" id="{508D0919-FB4B-B97F-2D0F-3F1060A372EA}"/>
                  </a:ext>
                </a:extLst>
              </p:cNvPr>
              <p:cNvSpPr/>
              <p:nvPr/>
            </p:nvSpPr>
            <p:spPr>
              <a:xfrm>
                <a:off x="3296375" y="4079700"/>
                <a:ext cx="33611" cy="245050"/>
              </a:xfrm>
              <a:custGeom>
                <a:avLst/>
                <a:gdLst/>
                <a:ahLst/>
                <a:cxnLst/>
                <a:rect l="l" t="t" r="r" b="b"/>
                <a:pathLst>
                  <a:path w="804" h="9802" extrusionOk="0">
                    <a:moveTo>
                      <a:pt x="0" y="9801"/>
                    </a:moveTo>
                    <a:lnTo>
                      <a:pt x="803" y="9801"/>
                    </a:lnTo>
                    <a:lnTo>
                      <a:pt x="803"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1562;p36">
                <a:extLst>
                  <a:ext uri="{FF2B5EF4-FFF2-40B4-BE49-F238E27FC236}">
                    <a16:creationId xmlns:a16="http://schemas.microsoft.com/office/drawing/2014/main" id="{0630A504-6226-C0AD-2AEF-87DF59999BB3}"/>
                  </a:ext>
                </a:extLst>
              </p:cNvPr>
              <p:cNvSpPr/>
              <p:nvPr/>
            </p:nvSpPr>
            <p:spPr>
              <a:xfrm>
                <a:off x="3507081" y="4072700"/>
                <a:ext cx="34406" cy="245025"/>
              </a:xfrm>
              <a:custGeom>
                <a:avLst/>
                <a:gdLst/>
                <a:ahLst/>
                <a:cxnLst/>
                <a:rect l="l" t="t" r="r" b="b"/>
                <a:pathLst>
                  <a:path w="823" h="9801" extrusionOk="0">
                    <a:moveTo>
                      <a:pt x="1" y="9801"/>
                    </a:moveTo>
                    <a:lnTo>
                      <a:pt x="822" y="9801"/>
                    </a:lnTo>
                    <a:lnTo>
                      <a:pt x="822" y="0"/>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1563;p36">
                <a:extLst>
                  <a:ext uri="{FF2B5EF4-FFF2-40B4-BE49-F238E27FC236}">
                    <a16:creationId xmlns:a16="http://schemas.microsoft.com/office/drawing/2014/main" id="{674B3B94-EC8B-089E-3AB5-1D0512CBD38E}"/>
                  </a:ext>
                </a:extLst>
              </p:cNvPr>
              <p:cNvSpPr/>
              <p:nvPr/>
            </p:nvSpPr>
            <p:spPr>
              <a:xfrm>
                <a:off x="3718580" y="4066175"/>
                <a:ext cx="34406" cy="244550"/>
              </a:xfrm>
              <a:custGeom>
                <a:avLst/>
                <a:gdLst/>
                <a:ahLst/>
                <a:cxnLst/>
                <a:rect l="l" t="t" r="r" b="b"/>
                <a:pathLst>
                  <a:path w="823" h="9782" extrusionOk="0">
                    <a:moveTo>
                      <a:pt x="1" y="9782"/>
                    </a:moveTo>
                    <a:lnTo>
                      <a:pt x="822" y="9782"/>
                    </a:lnTo>
                    <a:lnTo>
                      <a:pt x="822" y="0"/>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1564;p36">
                <a:extLst>
                  <a:ext uri="{FF2B5EF4-FFF2-40B4-BE49-F238E27FC236}">
                    <a16:creationId xmlns:a16="http://schemas.microsoft.com/office/drawing/2014/main" id="{37255BB0-0EFE-2FF9-24F4-9B4351C6DA55}"/>
                  </a:ext>
                </a:extLst>
              </p:cNvPr>
              <p:cNvSpPr/>
              <p:nvPr/>
            </p:nvSpPr>
            <p:spPr>
              <a:xfrm>
                <a:off x="3930080" y="4059150"/>
                <a:ext cx="34406" cy="245050"/>
              </a:xfrm>
              <a:custGeom>
                <a:avLst/>
                <a:gdLst/>
                <a:ahLst/>
                <a:cxnLst/>
                <a:rect l="l" t="t" r="r" b="b"/>
                <a:pathLst>
                  <a:path w="823" h="9802" extrusionOk="0">
                    <a:moveTo>
                      <a:pt x="1" y="9802"/>
                    </a:moveTo>
                    <a:lnTo>
                      <a:pt x="822" y="9802"/>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1565;p36">
                <a:extLst>
                  <a:ext uri="{FF2B5EF4-FFF2-40B4-BE49-F238E27FC236}">
                    <a16:creationId xmlns:a16="http://schemas.microsoft.com/office/drawing/2014/main" id="{D3E8D6F9-0F4F-66E4-0BAA-AED624483F46}"/>
                  </a:ext>
                </a:extLst>
              </p:cNvPr>
              <p:cNvSpPr/>
              <p:nvPr/>
            </p:nvSpPr>
            <p:spPr>
              <a:xfrm>
                <a:off x="4141580" y="4052150"/>
                <a:ext cx="34406" cy="245050"/>
              </a:xfrm>
              <a:custGeom>
                <a:avLst/>
                <a:gdLst/>
                <a:ahLst/>
                <a:cxnLst/>
                <a:rect l="l" t="t" r="r" b="b"/>
                <a:pathLst>
                  <a:path w="823" h="9802" extrusionOk="0">
                    <a:moveTo>
                      <a:pt x="1" y="9802"/>
                    </a:moveTo>
                    <a:lnTo>
                      <a:pt x="822" y="9802"/>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1566;p36">
                <a:extLst>
                  <a:ext uri="{FF2B5EF4-FFF2-40B4-BE49-F238E27FC236}">
                    <a16:creationId xmlns:a16="http://schemas.microsoft.com/office/drawing/2014/main" id="{A0F64FCE-F14A-595A-3649-EA9ACABCC7CD}"/>
                  </a:ext>
                </a:extLst>
              </p:cNvPr>
              <p:cNvSpPr/>
              <p:nvPr/>
            </p:nvSpPr>
            <p:spPr>
              <a:xfrm>
                <a:off x="4353079" y="4045625"/>
                <a:ext cx="33611" cy="244575"/>
              </a:xfrm>
              <a:custGeom>
                <a:avLst/>
                <a:gdLst/>
                <a:ahLst/>
                <a:cxnLst/>
                <a:rect l="l" t="t" r="r" b="b"/>
                <a:pathLst>
                  <a:path w="804" h="9783" extrusionOk="0">
                    <a:moveTo>
                      <a:pt x="1" y="9783"/>
                    </a:moveTo>
                    <a:lnTo>
                      <a:pt x="804" y="9783"/>
                    </a:lnTo>
                    <a:lnTo>
                      <a:pt x="804"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1567;p36">
                <a:extLst>
                  <a:ext uri="{FF2B5EF4-FFF2-40B4-BE49-F238E27FC236}">
                    <a16:creationId xmlns:a16="http://schemas.microsoft.com/office/drawing/2014/main" id="{A0A93F4B-B717-5CE1-95BF-FE883BDD1637}"/>
                  </a:ext>
                </a:extLst>
              </p:cNvPr>
              <p:cNvSpPr/>
              <p:nvPr/>
            </p:nvSpPr>
            <p:spPr>
              <a:xfrm>
                <a:off x="4564579" y="4038625"/>
                <a:ext cx="33611" cy="244575"/>
              </a:xfrm>
              <a:custGeom>
                <a:avLst/>
                <a:gdLst/>
                <a:ahLst/>
                <a:cxnLst/>
                <a:rect l="l" t="t" r="r" b="b"/>
                <a:pathLst>
                  <a:path w="804" h="9783" extrusionOk="0">
                    <a:moveTo>
                      <a:pt x="1" y="9783"/>
                    </a:moveTo>
                    <a:lnTo>
                      <a:pt x="804" y="9783"/>
                    </a:lnTo>
                    <a:lnTo>
                      <a:pt x="804"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1568;p36">
                <a:extLst>
                  <a:ext uri="{FF2B5EF4-FFF2-40B4-BE49-F238E27FC236}">
                    <a16:creationId xmlns:a16="http://schemas.microsoft.com/office/drawing/2014/main" id="{80B9A5F1-9CFD-253E-40E3-CB3182A9EFA1}"/>
                  </a:ext>
                </a:extLst>
              </p:cNvPr>
              <p:cNvSpPr/>
              <p:nvPr/>
            </p:nvSpPr>
            <p:spPr>
              <a:xfrm>
                <a:off x="4775326" y="4031625"/>
                <a:ext cx="34364" cy="245050"/>
              </a:xfrm>
              <a:custGeom>
                <a:avLst/>
                <a:gdLst/>
                <a:ahLst/>
                <a:cxnLst/>
                <a:rect l="l" t="t" r="r" b="b"/>
                <a:pathLst>
                  <a:path w="822" h="9802" extrusionOk="0">
                    <a:moveTo>
                      <a:pt x="0" y="9801"/>
                    </a:moveTo>
                    <a:lnTo>
                      <a:pt x="822" y="9801"/>
                    </a:lnTo>
                    <a:lnTo>
                      <a:pt x="822"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1569;p36">
                <a:extLst>
                  <a:ext uri="{FF2B5EF4-FFF2-40B4-BE49-F238E27FC236}">
                    <a16:creationId xmlns:a16="http://schemas.microsoft.com/office/drawing/2014/main" id="{80AFE46F-70AB-3B41-E4B9-4785604ABD46}"/>
                  </a:ext>
                </a:extLst>
              </p:cNvPr>
              <p:cNvSpPr/>
              <p:nvPr/>
            </p:nvSpPr>
            <p:spPr>
              <a:xfrm>
                <a:off x="4986826" y="4024625"/>
                <a:ext cx="34364" cy="245050"/>
              </a:xfrm>
              <a:custGeom>
                <a:avLst/>
                <a:gdLst/>
                <a:ahLst/>
                <a:cxnLst/>
                <a:rect l="l" t="t" r="r" b="b"/>
                <a:pathLst>
                  <a:path w="822" h="9802" extrusionOk="0">
                    <a:moveTo>
                      <a:pt x="0" y="9801"/>
                    </a:moveTo>
                    <a:lnTo>
                      <a:pt x="822" y="9801"/>
                    </a:lnTo>
                    <a:lnTo>
                      <a:pt x="822"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1570;p36">
                <a:extLst>
                  <a:ext uri="{FF2B5EF4-FFF2-40B4-BE49-F238E27FC236}">
                    <a16:creationId xmlns:a16="http://schemas.microsoft.com/office/drawing/2014/main" id="{E152E664-9E28-F0EE-0629-5A309BBA778A}"/>
                  </a:ext>
                </a:extLst>
              </p:cNvPr>
              <p:cNvSpPr/>
              <p:nvPr/>
            </p:nvSpPr>
            <p:spPr>
              <a:xfrm>
                <a:off x="5198325" y="4018100"/>
                <a:ext cx="34364" cy="244575"/>
              </a:xfrm>
              <a:custGeom>
                <a:avLst/>
                <a:gdLst/>
                <a:ahLst/>
                <a:cxnLst/>
                <a:rect l="l" t="t" r="r" b="b"/>
                <a:pathLst>
                  <a:path w="822" h="9783" extrusionOk="0">
                    <a:moveTo>
                      <a:pt x="0" y="9782"/>
                    </a:moveTo>
                    <a:lnTo>
                      <a:pt x="822" y="9782"/>
                    </a:lnTo>
                    <a:lnTo>
                      <a:pt x="822"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1571;p36">
                <a:extLst>
                  <a:ext uri="{FF2B5EF4-FFF2-40B4-BE49-F238E27FC236}">
                    <a16:creationId xmlns:a16="http://schemas.microsoft.com/office/drawing/2014/main" id="{7B7FE93C-AAD0-3DF4-0AD6-75F0B1E55A4C}"/>
                  </a:ext>
                </a:extLst>
              </p:cNvPr>
              <p:cNvSpPr/>
              <p:nvPr/>
            </p:nvSpPr>
            <p:spPr>
              <a:xfrm>
                <a:off x="5409825" y="4011100"/>
                <a:ext cx="34364" cy="245025"/>
              </a:xfrm>
              <a:custGeom>
                <a:avLst/>
                <a:gdLst/>
                <a:ahLst/>
                <a:cxnLst/>
                <a:rect l="l" t="t" r="r" b="b"/>
                <a:pathLst>
                  <a:path w="822" h="9801" extrusionOk="0">
                    <a:moveTo>
                      <a:pt x="0" y="9801"/>
                    </a:moveTo>
                    <a:lnTo>
                      <a:pt x="822" y="9801"/>
                    </a:lnTo>
                    <a:lnTo>
                      <a:pt x="822"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1572;p36">
                <a:extLst>
                  <a:ext uri="{FF2B5EF4-FFF2-40B4-BE49-F238E27FC236}">
                    <a16:creationId xmlns:a16="http://schemas.microsoft.com/office/drawing/2014/main" id="{9C8806CA-6DB7-3A2B-AEBE-89036BEE2125}"/>
                  </a:ext>
                </a:extLst>
              </p:cNvPr>
              <p:cNvSpPr/>
              <p:nvPr/>
            </p:nvSpPr>
            <p:spPr>
              <a:xfrm>
                <a:off x="5621325" y="4004100"/>
                <a:ext cx="34364" cy="245025"/>
              </a:xfrm>
              <a:custGeom>
                <a:avLst/>
                <a:gdLst/>
                <a:ahLst/>
                <a:cxnLst/>
                <a:rect l="l" t="t" r="r" b="b"/>
                <a:pathLst>
                  <a:path w="822" h="9801" extrusionOk="0">
                    <a:moveTo>
                      <a:pt x="0" y="9801"/>
                    </a:moveTo>
                    <a:lnTo>
                      <a:pt x="822" y="9801"/>
                    </a:lnTo>
                    <a:lnTo>
                      <a:pt x="822"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1573;p36">
                <a:extLst>
                  <a:ext uri="{FF2B5EF4-FFF2-40B4-BE49-F238E27FC236}">
                    <a16:creationId xmlns:a16="http://schemas.microsoft.com/office/drawing/2014/main" id="{1F812F73-75FC-56CF-B1BC-EEBDE508F871}"/>
                  </a:ext>
                </a:extLst>
              </p:cNvPr>
              <p:cNvSpPr/>
              <p:nvPr/>
            </p:nvSpPr>
            <p:spPr>
              <a:xfrm>
                <a:off x="5832824" y="3997100"/>
                <a:ext cx="33569" cy="245025"/>
              </a:xfrm>
              <a:custGeom>
                <a:avLst/>
                <a:gdLst/>
                <a:ahLst/>
                <a:cxnLst/>
                <a:rect l="l" t="t" r="r" b="b"/>
                <a:pathLst>
                  <a:path w="803" h="9801" extrusionOk="0">
                    <a:moveTo>
                      <a:pt x="0" y="9801"/>
                    </a:moveTo>
                    <a:lnTo>
                      <a:pt x="803" y="9801"/>
                    </a:lnTo>
                    <a:lnTo>
                      <a:pt x="803"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1574;p36">
                <a:extLst>
                  <a:ext uri="{FF2B5EF4-FFF2-40B4-BE49-F238E27FC236}">
                    <a16:creationId xmlns:a16="http://schemas.microsoft.com/office/drawing/2014/main" id="{970D8F09-9616-FD8C-163A-07B551854C90}"/>
                  </a:ext>
                </a:extLst>
              </p:cNvPr>
              <p:cNvSpPr/>
              <p:nvPr/>
            </p:nvSpPr>
            <p:spPr>
              <a:xfrm>
                <a:off x="6043530" y="3990550"/>
                <a:ext cx="34364" cy="244575"/>
              </a:xfrm>
              <a:custGeom>
                <a:avLst/>
                <a:gdLst/>
                <a:ahLst/>
                <a:cxnLst/>
                <a:rect l="l" t="t" r="r" b="b"/>
                <a:pathLst>
                  <a:path w="822" h="9783" extrusionOk="0">
                    <a:moveTo>
                      <a:pt x="1" y="9783"/>
                    </a:moveTo>
                    <a:lnTo>
                      <a:pt x="822" y="9783"/>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1575;p36">
                <a:extLst>
                  <a:ext uri="{FF2B5EF4-FFF2-40B4-BE49-F238E27FC236}">
                    <a16:creationId xmlns:a16="http://schemas.microsoft.com/office/drawing/2014/main" id="{8065F89C-19FC-46AB-0FD9-6845F426B129}"/>
                  </a:ext>
                </a:extLst>
              </p:cNvPr>
              <p:cNvSpPr/>
              <p:nvPr/>
            </p:nvSpPr>
            <p:spPr>
              <a:xfrm>
                <a:off x="6255029" y="3983550"/>
                <a:ext cx="34364" cy="245050"/>
              </a:xfrm>
              <a:custGeom>
                <a:avLst/>
                <a:gdLst/>
                <a:ahLst/>
                <a:cxnLst/>
                <a:rect l="l" t="t" r="r" b="b"/>
                <a:pathLst>
                  <a:path w="822" h="9802" extrusionOk="0">
                    <a:moveTo>
                      <a:pt x="1" y="9801"/>
                    </a:moveTo>
                    <a:lnTo>
                      <a:pt x="822" y="9801"/>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1576;p36">
                <a:extLst>
                  <a:ext uri="{FF2B5EF4-FFF2-40B4-BE49-F238E27FC236}">
                    <a16:creationId xmlns:a16="http://schemas.microsoft.com/office/drawing/2014/main" id="{CA4FC64A-807B-AA7E-598D-9AC737203AA9}"/>
                  </a:ext>
                </a:extLst>
              </p:cNvPr>
              <p:cNvSpPr/>
              <p:nvPr/>
            </p:nvSpPr>
            <p:spPr>
              <a:xfrm>
                <a:off x="6466529" y="3976550"/>
                <a:ext cx="34364" cy="245050"/>
              </a:xfrm>
              <a:custGeom>
                <a:avLst/>
                <a:gdLst/>
                <a:ahLst/>
                <a:cxnLst/>
                <a:rect l="l" t="t" r="r" b="b"/>
                <a:pathLst>
                  <a:path w="822" h="9802" extrusionOk="0">
                    <a:moveTo>
                      <a:pt x="1" y="9801"/>
                    </a:moveTo>
                    <a:lnTo>
                      <a:pt x="822" y="9801"/>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1577;p36">
                <a:extLst>
                  <a:ext uri="{FF2B5EF4-FFF2-40B4-BE49-F238E27FC236}">
                    <a16:creationId xmlns:a16="http://schemas.microsoft.com/office/drawing/2014/main" id="{015A2890-5B00-8FC0-FAB1-12F96BFD4AAF}"/>
                  </a:ext>
                </a:extLst>
              </p:cNvPr>
              <p:cNvSpPr/>
              <p:nvPr/>
            </p:nvSpPr>
            <p:spPr>
              <a:xfrm>
                <a:off x="6678029" y="3969550"/>
                <a:ext cx="34364" cy="245050"/>
              </a:xfrm>
              <a:custGeom>
                <a:avLst/>
                <a:gdLst/>
                <a:ahLst/>
                <a:cxnLst/>
                <a:rect l="l" t="t" r="r" b="b"/>
                <a:pathLst>
                  <a:path w="822" h="9802" extrusionOk="0">
                    <a:moveTo>
                      <a:pt x="1" y="9801"/>
                    </a:moveTo>
                    <a:lnTo>
                      <a:pt x="822" y="9801"/>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1578;p36">
                <a:extLst>
                  <a:ext uri="{FF2B5EF4-FFF2-40B4-BE49-F238E27FC236}">
                    <a16:creationId xmlns:a16="http://schemas.microsoft.com/office/drawing/2014/main" id="{B746C29D-2422-BCF3-8FA7-52B1434B55E0}"/>
                  </a:ext>
                </a:extLst>
              </p:cNvPr>
              <p:cNvSpPr/>
              <p:nvPr/>
            </p:nvSpPr>
            <p:spPr>
              <a:xfrm>
                <a:off x="6889528" y="3963025"/>
                <a:ext cx="34364" cy="244575"/>
              </a:xfrm>
              <a:custGeom>
                <a:avLst/>
                <a:gdLst/>
                <a:ahLst/>
                <a:cxnLst/>
                <a:rect l="l" t="t" r="r" b="b"/>
                <a:pathLst>
                  <a:path w="822" h="9783" extrusionOk="0">
                    <a:moveTo>
                      <a:pt x="1" y="9782"/>
                    </a:moveTo>
                    <a:lnTo>
                      <a:pt x="822" y="9782"/>
                    </a:lnTo>
                    <a:lnTo>
                      <a:pt x="822" y="0"/>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1579;p36">
                <a:extLst>
                  <a:ext uri="{FF2B5EF4-FFF2-40B4-BE49-F238E27FC236}">
                    <a16:creationId xmlns:a16="http://schemas.microsoft.com/office/drawing/2014/main" id="{58589DE5-3828-B67F-32D1-4FFBAE797550}"/>
                  </a:ext>
                </a:extLst>
              </p:cNvPr>
              <p:cNvSpPr/>
              <p:nvPr/>
            </p:nvSpPr>
            <p:spPr>
              <a:xfrm>
                <a:off x="7101028" y="3956025"/>
                <a:ext cx="33611" cy="245050"/>
              </a:xfrm>
              <a:custGeom>
                <a:avLst/>
                <a:gdLst/>
                <a:ahLst/>
                <a:cxnLst/>
                <a:rect l="l" t="t" r="r" b="b"/>
                <a:pathLst>
                  <a:path w="804" h="9802" extrusionOk="0">
                    <a:moveTo>
                      <a:pt x="1" y="9801"/>
                    </a:moveTo>
                    <a:lnTo>
                      <a:pt x="803" y="9801"/>
                    </a:lnTo>
                    <a:lnTo>
                      <a:pt x="803" y="0"/>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1580;p36">
                <a:extLst>
                  <a:ext uri="{FF2B5EF4-FFF2-40B4-BE49-F238E27FC236}">
                    <a16:creationId xmlns:a16="http://schemas.microsoft.com/office/drawing/2014/main" id="{AF54A099-F59F-BFFA-8F1A-151B512738FA}"/>
                  </a:ext>
                </a:extLst>
              </p:cNvPr>
              <p:cNvSpPr/>
              <p:nvPr/>
            </p:nvSpPr>
            <p:spPr>
              <a:xfrm>
                <a:off x="7311733" y="3949025"/>
                <a:ext cx="34406" cy="245050"/>
              </a:xfrm>
              <a:custGeom>
                <a:avLst/>
                <a:gdLst/>
                <a:ahLst/>
                <a:cxnLst/>
                <a:rect l="l" t="t" r="r" b="b"/>
                <a:pathLst>
                  <a:path w="823" h="9802" extrusionOk="0">
                    <a:moveTo>
                      <a:pt x="1" y="9801"/>
                    </a:moveTo>
                    <a:lnTo>
                      <a:pt x="822" y="9801"/>
                    </a:lnTo>
                    <a:lnTo>
                      <a:pt x="822" y="0"/>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1581;p36">
                <a:extLst>
                  <a:ext uri="{FF2B5EF4-FFF2-40B4-BE49-F238E27FC236}">
                    <a16:creationId xmlns:a16="http://schemas.microsoft.com/office/drawing/2014/main" id="{622AC911-DA3D-B31E-E4CB-F18DB2DFFE78}"/>
                  </a:ext>
                </a:extLst>
              </p:cNvPr>
              <p:cNvSpPr/>
              <p:nvPr/>
            </p:nvSpPr>
            <p:spPr>
              <a:xfrm>
                <a:off x="7523233" y="3942025"/>
                <a:ext cx="34406" cy="245025"/>
              </a:xfrm>
              <a:custGeom>
                <a:avLst/>
                <a:gdLst/>
                <a:ahLst/>
                <a:cxnLst/>
                <a:rect l="l" t="t" r="r" b="b"/>
                <a:pathLst>
                  <a:path w="823" h="9801" extrusionOk="0">
                    <a:moveTo>
                      <a:pt x="1" y="9801"/>
                    </a:moveTo>
                    <a:lnTo>
                      <a:pt x="822" y="9801"/>
                    </a:lnTo>
                    <a:lnTo>
                      <a:pt x="822" y="0"/>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1582;p36">
                <a:extLst>
                  <a:ext uri="{FF2B5EF4-FFF2-40B4-BE49-F238E27FC236}">
                    <a16:creationId xmlns:a16="http://schemas.microsoft.com/office/drawing/2014/main" id="{119CA331-106D-EE9D-22B6-05DAF5237054}"/>
                  </a:ext>
                </a:extLst>
              </p:cNvPr>
              <p:cNvSpPr/>
              <p:nvPr/>
            </p:nvSpPr>
            <p:spPr>
              <a:xfrm>
                <a:off x="7734733" y="3935475"/>
                <a:ext cx="34406" cy="244575"/>
              </a:xfrm>
              <a:custGeom>
                <a:avLst/>
                <a:gdLst/>
                <a:ahLst/>
                <a:cxnLst/>
                <a:rect l="l" t="t" r="r" b="b"/>
                <a:pathLst>
                  <a:path w="823" h="9783" extrusionOk="0">
                    <a:moveTo>
                      <a:pt x="1" y="9783"/>
                    </a:moveTo>
                    <a:lnTo>
                      <a:pt x="822" y="9783"/>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1583;p36">
                <a:extLst>
                  <a:ext uri="{FF2B5EF4-FFF2-40B4-BE49-F238E27FC236}">
                    <a16:creationId xmlns:a16="http://schemas.microsoft.com/office/drawing/2014/main" id="{20DBB625-0D7A-C5BC-656B-54985E937942}"/>
                  </a:ext>
                </a:extLst>
              </p:cNvPr>
              <p:cNvSpPr/>
              <p:nvPr/>
            </p:nvSpPr>
            <p:spPr>
              <a:xfrm>
                <a:off x="7946232" y="3928475"/>
                <a:ext cx="34406" cy="245050"/>
              </a:xfrm>
              <a:custGeom>
                <a:avLst/>
                <a:gdLst/>
                <a:ahLst/>
                <a:cxnLst/>
                <a:rect l="l" t="t" r="r" b="b"/>
                <a:pathLst>
                  <a:path w="823" h="9802" extrusionOk="0">
                    <a:moveTo>
                      <a:pt x="1" y="9802"/>
                    </a:moveTo>
                    <a:lnTo>
                      <a:pt x="822" y="9802"/>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1584;p36">
                <a:extLst>
                  <a:ext uri="{FF2B5EF4-FFF2-40B4-BE49-F238E27FC236}">
                    <a16:creationId xmlns:a16="http://schemas.microsoft.com/office/drawing/2014/main" id="{A85001E0-C7A0-41B3-02C9-C8E6C8C8CACD}"/>
                  </a:ext>
                </a:extLst>
              </p:cNvPr>
              <p:cNvSpPr/>
              <p:nvPr/>
            </p:nvSpPr>
            <p:spPr>
              <a:xfrm>
                <a:off x="8157732" y="3921475"/>
                <a:ext cx="34406" cy="245050"/>
              </a:xfrm>
              <a:custGeom>
                <a:avLst/>
                <a:gdLst/>
                <a:ahLst/>
                <a:cxnLst/>
                <a:rect l="l" t="t" r="r" b="b"/>
                <a:pathLst>
                  <a:path w="823" h="9802" extrusionOk="0">
                    <a:moveTo>
                      <a:pt x="1" y="9802"/>
                    </a:moveTo>
                    <a:lnTo>
                      <a:pt x="822" y="9802"/>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1585;p36">
                <a:extLst>
                  <a:ext uri="{FF2B5EF4-FFF2-40B4-BE49-F238E27FC236}">
                    <a16:creationId xmlns:a16="http://schemas.microsoft.com/office/drawing/2014/main" id="{8694BE50-6CCE-FC56-4A1F-D91FB472002A}"/>
                  </a:ext>
                </a:extLst>
              </p:cNvPr>
              <p:cNvSpPr/>
              <p:nvPr/>
            </p:nvSpPr>
            <p:spPr>
              <a:xfrm>
                <a:off x="8369232" y="3914475"/>
                <a:ext cx="33611" cy="245050"/>
              </a:xfrm>
              <a:custGeom>
                <a:avLst/>
                <a:gdLst/>
                <a:ahLst/>
                <a:cxnLst/>
                <a:rect l="l" t="t" r="r" b="b"/>
                <a:pathLst>
                  <a:path w="804" h="9802" extrusionOk="0">
                    <a:moveTo>
                      <a:pt x="1" y="9802"/>
                    </a:moveTo>
                    <a:lnTo>
                      <a:pt x="804" y="9802"/>
                    </a:lnTo>
                    <a:lnTo>
                      <a:pt x="804"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1586;p36">
                <a:extLst>
                  <a:ext uri="{FF2B5EF4-FFF2-40B4-BE49-F238E27FC236}">
                    <a16:creationId xmlns:a16="http://schemas.microsoft.com/office/drawing/2014/main" id="{832547ED-E639-099B-74BD-5D535B337BDB}"/>
                  </a:ext>
                </a:extLst>
              </p:cNvPr>
              <p:cNvSpPr/>
              <p:nvPr/>
            </p:nvSpPr>
            <p:spPr>
              <a:xfrm>
                <a:off x="8580773" y="3907950"/>
                <a:ext cx="33569" cy="244575"/>
              </a:xfrm>
              <a:custGeom>
                <a:avLst/>
                <a:gdLst/>
                <a:ahLst/>
                <a:cxnLst/>
                <a:rect l="l" t="t" r="r" b="b"/>
                <a:pathLst>
                  <a:path w="803" h="9783" extrusionOk="0">
                    <a:moveTo>
                      <a:pt x="0" y="9783"/>
                    </a:moveTo>
                    <a:lnTo>
                      <a:pt x="803" y="9783"/>
                    </a:lnTo>
                    <a:lnTo>
                      <a:pt x="803"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1587;p36">
                <a:extLst>
                  <a:ext uri="{FF2B5EF4-FFF2-40B4-BE49-F238E27FC236}">
                    <a16:creationId xmlns:a16="http://schemas.microsoft.com/office/drawing/2014/main" id="{BF163634-97CA-199E-C385-D04F8380AE18}"/>
                  </a:ext>
                </a:extLst>
              </p:cNvPr>
              <p:cNvSpPr/>
              <p:nvPr/>
            </p:nvSpPr>
            <p:spPr>
              <a:xfrm>
                <a:off x="8791478" y="3900950"/>
                <a:ext cx="34364" cy="245050"/>
              </a:xfrm>
              <a:custGeom>
                <a:avLst/>
                <a:gdLst/>
                <a:ahLst/>
                <a:cxnLst/>
                <a:rect l="l" t="t" r="r" b="b"/>
                <a:pathLst>
                  <a:path w="822" h="9802" extrusionOk="0">
                    <a:moveTo>
                      <a:pt x="0" y="9801"/>
                    </a:moveTo>
                    <a:lnTo>
                      <a:pt x="822" y="9801"/>
                    </a:lnTo>
                    <a:lnTo>
                      <a:pt x="822"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 name="Google Shape;1588;p36">
              <a:extLst>
                <a:ext uri="{FF2B5EF4-FFF2-40B4-BE49-F238E27FC236}">
                  <a16:creationId xmlns:a16="http://schemas.microsoft.com/office/drawing/2014/main" id="{D4E0E8B3-D0FE-0B0F-8124-70E48E9E83A3}"/>
                </a:ext>
              </a:extLst>
            </p:cNvPr>
            <p:cNvGrpSpPr/>
            <p:nvPr/>
          </p:nvGrpSpPr>
          <p:grpSpPr>
            <a:xfrm flipH="1">
              <a:off x="5406861" y="4293100"/>
              <a:ext cx="3484400" cy="973847"/>
              <a:chOff x="3379075" y="4293100"/>
              <a:chExt cx="3484400" cy="973847"/>
            </a:xfrm>
            <a:grpFill/>
          </p:grpSpPr>
          <p:sp>
            <p:nvSpPr>
              <p:cNvPr id="37" name="Google Shape;1589;p36">
                <a:extLst>
                  <a:ext uri="{FF2B5EF4-FFF2-40B4-BE49-F238E27FC236}">
                    <a16:creationId xmlns:a16="http://schemas.microsoft.com/office/drawing/2014/main" id="{4B65A2E6-99CC-233E-89B1-570887D8CFF6}"/>
                  </a:ext>
                </a:extLst>
              </p:cNvPr>
              <p:cNvSpPr/>
              <p:nvPr/>
            </p:nvSpPr>
            <p:spPr>
              <a:xfrm>
                <a:off x="6638025" y="4293100"/>
                <a:ext cx="225450" cy="266525"/>
              </a:xfrm>
              <a:custGeom>
                <a:avLst/>
                <a:gdLst/>
                <a:ahLst/>
                <a:cxnLst/>
                <a:rect l="l" t="t" r="r" b="b"/>
                <a:pathLst>
                  <a:path w="9018" h="10661" extrusionOk="0">
                    <a:moveTo>
                      <a:pt x="1" y="10660"/>
                    </a:moveTo>
                    <a:lnTo>
                      <a:pt x="9017" y="10660"/>
                    </a:lnTo>
                    <a:lnTo>
                      <a:pt x="9017"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1590;p36">
                <a:extLst>
                  <a:ext uri="{FF2B5EF4-FFF2-40B4-BE49-F238E27FC236}">
                    <a16:creationId xmlns:a16="http://schemas.microsoft.com/office/drawing/2014/main" id="{73881EA7-2037-9C35-2D49-E1E3E56D3BF0}"/>
                  </a:ext>
                </a:extLst>
              </p:cNvPr>
              <p:cNvSpPr/>
              <p:nvPr/>
            </p:nvSpPr>
            <p:spPr>
              <a:xfrm>
                <a:off x="5628575" y="4369300"/>
                <a:ext cx="225425" cy="266525"/>
              </a:xfrm>
              <a:custGeom>
                <a:avLst/>
                <a:gdLst/>
                <a:ahLst/>
                <a:cxnLst/>
                <a:rect l="l" t="t" r="r" b="b"/>
                <a:pathLst>
                  <a:path w="9017" h="10661" extrusionOk="0">
                    <a:moveTo>
                      <a:pt x="0" y="10660"/>
                    </a:moveTo>
                    <a:lnTo>
                      <a:pt x="9017" y="10660"/>
                    </a:lnTo>
                    <a:lnTo>
                      <a:pt x="9017"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1591;p36">
                <a:extLst>
                  <a:ext uri="{FF2B5EF4-FFF2-40B4-BE49-F238E27FC236}">
                    <a16:creationId xmlns:a16="http://schemas.microsoft.com/office/drawing/2014/main" id="{5906597F-259E-77AB-4774-C6A121FBFC3A}"/>
                  </a:ext>
                </a:extLst>
              </p:cNvPr>
              <p:cNvSpPr/>
              <p:nvPr/>
            </p:nvSpPr>
            <p:spPr>
              <a:xfrm>
                <a:off x="5700425" y="4473175"/>
                <a:ext cx="72850" cy="792553"/>
              </a:xfrm>
              <a:custGeom>
                <a:avLst/>
                <a:gdLst/>
                <a:ahLst/>
                <a:cxnLst/>
                <a:rect l="l" t="t" r="r" b="b"/>
                <a:pathLst>
                  <a:path w="2914" h="48780" extrusionOk="0">
                    <a:moveTo>
                      <a:pt x="1" y="48780"/>
                    </a:moveTo>
                    <a:lnTo>
                      <a:pt x="2913" y="48780"/>
                    </a:lnTo>
                    <a:lnTo>
                      <a:pt x="291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1592;p36">
                <a:extLst>
                  <a:ext uri="{FF2B5EF4-FFF2-40B4-BE49-F238E27FC236}">
                    <a16:creationId xmlns:a16="http://schemas.microsoft.com/office/drawing/2014/main" id="{716BB5B2-6607-4370-CF60-A199906CE384}"/>
                  </a:ext>
                </a:extLst>
              </p:cNvPr>
              <p:cNvSpPr/>
              <p:nvPr/>
            </p:nvSpPr>
            <p:spPr>
              <a:xfrm>
                <a:off x="4520150" y="4369300"/>
                <a:ext cx="225450" cy="266525"/>
              </a:xfrm>
              <a:custGeom>
                <a:avLst/>
                <a:gdLst/>
                <a:ahLst/>
                <a:cxnLst/>
                <a:rect l="l" t="t" r="r" b="b"/>
                <a:pathLst>
                  <a:path w="9018" h="10661" extrusionOk="0">
                    <a:moveTo>
                      <a:pt x="1" y="10660"/>
                    </a:moveTo>
                    <a:lnTo>
                      <a:pt x="9017" y="10660"/>
                    </a:lnTo>
                    <a:lnTo>
                      <a:pt x="9017"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1593;p36">
                <a:extLst>
                  <a:ext uri="{FF2B5EF4-FFF2-40B4-BE49-F238E27FC236}">
                    <a16:creationId xmlns:a16="http://schemas.microsoft.com/office/drawing/2014/main" id="{F7B7641B-A3D1-7493-357F-C2B56B795949}"/>
                  </a:ext>
                </a:extLst>
              </p:cNvPr>
              <p:cNvSpPr/>
              <p:nvPr/>
            </p:nvSpPr>
            <p:spPr>
              <a:xfrm>
                <a:off x="4592025" y="4473175"/>
                <a:ext cx="72825" cy="792553"/>
              </a:xfrm>
              <a:custGeom>
                <a:avLst/>
                <a:gdLst/>
                <a:ahLst/>
                <a:cxnLst/>
                <a:rect l="l" t="t" r="r" b="b"/>
                <a:pathLst>
                  <a:path w="2913" h="48780" extrusionOk="0">
                    <a:moveTo>
                      <a:pt x="1" y="48780"/>
                    </a:moveTo>
                    <a:lnTo>
                      <a:pt x="2913" y="48780"/>
                    </a:lnTo>
                    <a:lnTo>
                      <a:pt x="291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1594;p36">
                <a:extLst>
                  <a:ext uri="{FF2B5EF4-FFF2-40B4-BE49-F238E27FC236}">
                    <a16:creationId xmlns:a16="http://schemas.microsoft.com/office/drawing/2014/main" id="{237C0917-4C1F-3CB7-9009-B65020D7C625}"/>
                  </a:ext>
                </a:extLst>
              </p:cNvPr>
              <p:cNvSpPr/>
              <p:nvPr/>
            </p:nvSpPr>
            <p:spPr>
              <a:xfrm>
                <a:off x="3379075" y="4403850"/>
                <a:ext cx="225450" cy="262300"/>
              </a:xfrm>
              <a:custGeom>
                <a:avLst/>
                <a:gdLst/>
                <a:ahLst/>
                <a:cxnLst/>
                <a:rect l="l" t="t" r="r" b="b"/>
                <a:pathLst>
                  <a:path w="9018" h="10492" extrusionOk="0">
                    <a:moveTo>
                      <a:pt x="1" y="10492"/>
                    </a:moveTo>
                    <a:lnTo>
                      <a:pt x="9017" y="10492"/>
                    </a:lnTo>
                    <a:lnTo>
                      <a:pt x="9017" y="0"/>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1595;p36">
                <a:extLst>
                  <a:ext uri="{FF2B5EF4-FFF2-40B4-BE49-F238E27FC236}">
                    <a16:creationId xmlns:a16="http://schemas.microsoft.com/office/drawing/2014/main" id="{ADD9C7FE-1E1D-2183-835E-978789667CDE}"/>
                  </a:ext>
                </a:extLst>
              </p:cNvPr>
              <p:cNvSpPr/>
              <p:nvPr/>
            </p:nvSpPr>
            <p:spPr>
              <a:xfrm>
                <a:off x="3450950" y="4494102"/>
                <a:ext cx="72825" cy="772845"/>
              </a:xfrm>
              <a:custGeom>
                <a:avLst/>
                <a:gdLst/>
                <a:ahLst/>
                <a:cxnLst/>
                <a:rect l="l" t="t" r="r" b="b"/>
                <a:pathLst>
                  <a:path w="2913" h="47567" extrusionOk="0">
                    <a:moveTo>
                      <a:pt x="1" y="47567"/>
                    </a:moveTo>
                    <a:lnTo>
                      <a:pt x="2913" y="47567"/>
                    </a:lnTo>
                    <a:lnTo>
                      <a:pt x="291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 name="Google Shape;1596;p36">
              <a:extLst>
                <a:ext uri="{FF2B5EF4-FFF2-40B4-BE49-F238E27FC236}">
                  <a16:creationId xmlns:a16="http://schemas.microsoft.com/office/drawing/2014/main" id="{363E7CD6-0655-7712-F188-D4A1892F1A79}"/>
                </a:ext>
              </a:extLst>
            </p:cNvPr>
            <p:cNvGrpSpPr/>
            <p:nvPr/>
          </p:nvGrpSpPr>
          <p:grpSpPr>
            <a:xfrm flipH="1">
              <a:off x="-109714" y="4175950"/>
              <a:ext cx="2474925" cy="1050047"/>
              <a:chOff x="3379075" y="4216900"/>
              <a:chExt cx="2474925" cy="1050047"/>
            </a:xfrm>
            <a:grpFill/>
          </p:grpSpPr>
          <p:sp>
            <p:nvSpPr>
              <p:cNvPr id="31" name="Google Shape;1597;p36">
                <a:extLst>
                  <a:ext uri="{FF2B5EF4-FFF2-40B4-BE49-F238E27FC236}">
                    <a16:creationId xmlns:a16="http://schemas.microsoft.com/office/drawing/2014/main" id="{F3148BB1-74BB-E3AA-0F4B-C21D4AC4EB37}"/>
                  </a:ext>
                </a:extLst>
              </p:cNvPr>
              <p:cNvSpPr/>
              <p:nvPr/>
            </p:nvSpPr>
            <p:spPr>
              <a:xfrm>
                <a:off x="5628575" y="4216900"/>
                <a:ext cx="225425" cy="266525"/>
              </a:xfrm>
              <a:custGeom>
                <a:avLst/>
                <a:gdLst/>
                <a:ahLst/>
                <a:cxnLst/>
                <a:rect l="l" t="t" r="r" b="b"/>
                <a:pathLst>
                  <a:path w="9017" h="10661" extrusionOk="0">
                    <a:moveTo>
                      <a:pt x="0" y="10660"/>
                    </a:moveTo>
                    <a:lnTo>
                      <a:pt x="9017" y="10660"/>
                    </a:lnTo>
                    <a:lnTo>
                      <a:pt x="9017"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1598;p36">
                <a:extLst>
                  <a:ext uri="{FF2B5EF4-FFF2-40B4-BE49-F238E27FC236}">
                    <a16:creationId xmlns:a16="http://schemas.microsoft.com/office/drawing/2014/main" id="{D9908424-AB83-2E5A-7E1B-4F05BF8A7D8C}"/>
                  </a:ext>
                </a:extLst>
              </p:cNvPr>
              <p:cNvSpPr/>
              <p:nvPr/>
            </p:nvSpPr>
            <p:spPr>
              <a:xfrm>
                <a:off x="5700425" y="4473175"/>
                <a:ext cx="72850" cy="792553"/>
              </a:xfrm>
              <a:custGeom>
                <a:avLst/>
                <a:gdLst/>
                <a:ahLst/>
                <a:cxnLst/>
                <a:rect l="l" t="t" r="r" b="b"/>
                <a:pathLst>
                  <a:path w="2914" h="48780" extrusionOk="0">
                    <a:moveTo>
                      <a:pt x="1" y="48780"/>
                    </a:moveTo>
                    <a:lnTo>
                      <a:pt x="2913" y="48780"/>
                    </a:lnTo>
                    <a:lnTo>
                      <a:pt x="291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1599;p36">
                <a:extLst>
                  <a:ext uri="{FF2B5EF4-FFF2-40B4-BE49-F238E27FC236}">
                    <a16:creationId xmlns:a16="http://schemas.microsoft.com/office/drawing/2014/main" id="{75784BB2-2247-526C-246D-94643E0186E7}"/>
                  </a:ext>
                </a:extLst>
              </p:cNvPr>
              <p:cNvSpPr/>
              <p:nvPr/>
            </p:nvSpPr>
            <p:spPr>
              <a:xfrm>
                <a:off x="4520150" y="4216900"/>
                <a:ext cx="225450" cy="266525"/>
              </a:xfrm>
              <a:custGeom>
                <a:avLst/>
                <a:gdLst/>
                <a:ahLst/>
                <a:cxnLst/>
                <a:rect l="l" t="t" r="r" b="b"/>
                <a:pathLst>
                  <a:path w="9018" h="10661" extrusionOk="0">
                    <a:moveTo>
                      <a:pt x="1" y="10660"/>
                    </a:moveTo>
                    <a:lnTo>
                      <a:pt x="9017" y="10660"/>
                    </a:lnTo>
                    <a:lnTo>
                      <a:pt x="9017"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1600;p36">
                <a:extLst>
                  <a:ext uri="{FF2B5EF4-FFF2-40B4-BE49-F238E27FC236}">
                    <a16:creationId xmlns:a16="http://schemas.microsoft.com/office/drawing/2014/main" id="{D446ADCA-3583-B3F1-CBA3-E3DED1818624}"/>
                  </a:ext>
                </a:extLst>
              </p:cNvPr>
              <p:cNvSpPr/>
              <p:nvPr/>
            </p:nvSpPr>
            <p:spPr>
              <a:xfrm>
                <a:off x="4592025" y="4473175"/>
                <a:ext cx="72825" cy="792553"/>
              </a:xfrm>
              <a:custGeom>
                <a:avLst/>
                <a:gdLst/>
                <a:ahLst/>
                <a:cxnLst/>
                <a:rect l="l" t="t" r="r" b="b"/>
                <a:pathLst>
                  <a:path w="2913" h="48780" extrusionOk="0">
                    <a:moveTo>
                      <a:pt x="1" y="48780"/>
                    </a:moveTo>
                    <a:lnTo>
                      <a:pt x="2913" y="48780"/>
                    </a:lnTo>
                    <a:lnTo>
                      <a:pt x="291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1601;p36">
                <a:extLst>
                  <a:ext uri="{FF2B5EF4-FFF2-40B4-BE49-F238E27FC236}">
                    <a16:creationId xmlns:a16="http://schemas.microsoft.com/office/drawing/2014/main" id="{A833F2CE-8D6D-E98A-AC55-BE507902349D}"/>
                  </a:ext>
                </a:extLst>
              </p:cNvPr>
              <p:cNvSpPr/>
              <p:nvPr/>
            </p:nvSpPr>
            <p:spPr>
              <a:xfrm>
                <a:off x="3379075" y="4251450"/>
                <a:ext cx="225450" cy="262300"/>
              </a:xfrm>
              <a:custGeom>
                <a:avLst/>
                <a:gdLst/>
                <a:ahLst/>
                <a:cxnLst/>
                <a:rect l="l" t="t" r="r" b="b"/>
                <a:pathLst>
                  <a:path w="9018" h="10492" extrusionOk="0">
                    <a:moveTo>
                      <a:pt x="1" y="10492"/>
                    </a:moveTo>
                    <a:lnTo>
                      <a:pt x="9017" y="10492"/>
                    </a:lnTo>
                    <a:lnTo>
                      <a:pt x="9017" y="0"/>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1602;p36">
                <a:extLst>
                  <a:ext uri="{FF2B5EF4-FFF2-40B4-BE49-F238E27FC236}">
                    <a16:creationId xmlns:a16="http://schemas.microsoft.com/office/drawing/2014/main" id="{7B13F487-589B-FDB6-B7CE-8A0273FBA9DC}"/>
                  </a:ext>
                </a:extLst>
              </p:cNvPr>
              <p:cNvSpPr/>
              <p:nvPr/>
            </p:nvSpPr>
            <p:spPr>
              <a:xfrm>
                <a:off x="3450950" y="4494102"/>
                <a:ext cx="72825" cy="772845"/>
              </a:xfrm>
              <a:custGeom>
                <a:avLst/>
                <a:gdLst/>
                <a:ahLst/>
                <a:cxnLst/>
                <a:rect l="l" t="t" r="r" b="b"/>
                <a:pathLst>
                  <a:path w="2913" h="47567" extrusionOk="0">
                    <a:moveTo>
                      <a:pt x="1" y="47567"/>
                    </a:moveTo>
                    <a:lnTo>
                      <a:pt x="2913" y="47567"/>
                    </a:lnTo>
                    <a:lnTo>
                      <a:pt x="291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94" name="Google Shape;1117;p30">
            <a:extLst>
              <a:ext uri="{FF2B5EF4-FFF2-40B4-BE49-F238E27FC236}">
                <a16:creationId xmlns:a16="http://schemas.microsoft.com/office/drawing/2014/main" id="{FA997088-CA70-B023-942C-0192DD5FCABF}"/>
              </a:ext>
            </a:extLst>
          </p:cNvPr>
          <p:cNvGrpSpPr/>
          <p:nvPr/>
        </p:nvGrpSpPr>
        <p:grpSpPr>
          <a:xfrm rot="150140">
            <a:off x="-2650726" y="3830112"/>
            <a:ext cx="2580526" cy="685136"/>
            <a:chOff x="3962175" y="2631750"/>
            <a:chExt cx="3075700" cy="952625"/>
          </a:xfrm>
        </p:grpSpPr>
        <p:sp>
          <p:nvSpPr>
            <p:cNvPr id="95" name="Google Shape;1118;p30">
              <a:extLst>
                <a:ext uri="{FF2B5EF4-FFF2-40B4-BE49-F238E27FC236}">
                  <a16:creationId xmlns:a16="http://schemas.microsoft.com/office/drawing/2014/main" id="{E765CE14-B34A-4541-590C-F15871B9B99F}"/>
                </a:ext>
              </a:extLst>
            </p:cNvPr>
            <p:cNvSpPr/>
            <p:nvPr/>
          </p:nvSpPr>
          <p:spPr>
            <a:xfrm>
              <a:off x="3962175" y="3227750"/>
              <a:ext cx="3075700" cy="356625"/>
            </a:xfrm>
            <a:custGeom>
              <a:avLst/>
              <a:gdLst/>
              <a:ahLst/>
              <a:cxnLst/>
              <a:rect l="l" t="t" r="r" b="b"/>
              <a:pathLst>
                <a:path w="123028" h="14265" extrusionOk="0">
                  <a:moveTo>
                    <a:pt x="114046" y="1"/>
                  </a:moveTo>
                  <a:lnTo>
                    <a:pt x="114046" y="1239"/>
                  </a:lnTo>
                  <a:lnTo>
                    <a:pt x="114579" y="1239"/>
                  </a:lnTo>
                  <a:lnTo>
                    <a:pt x="114579" y="3167"/>
                  </a:lnTo>
                  <a:lnTo>
                    <a:pt x="109877" y="3167"/>
                  </a:lnTo>
                  <a:lnTo>
                    <a:pt x="109877" y="2728"/>
                  </a:lnTo>
                  <a:lnTo>
                    <a:pt x="108984" y="2728"/>
                  </a:lnTo>
                  <a:lnTo>
                    <a:pt x="108984" y="1913"/>
                  </a:lnTo>
                  <a:cubicBezTo>
                    <a:pt x="108984" y="1411"/>
                    <a:pt x="108513" y="1004"/>
                    <a:pt x="107980" y="1098"/>
                  </a:cubicBezTo>
                  <a:lnTo>
                    <a:pt x="107980" y="1098"/>
                  </a:lnTo>
                  <a:cubicBezTo>
                    <a:pt x="107573" y="1161"/>
                    <a:pt x="107291" y="1553"/>
                    <a:pt x="107291" y="1960"/>
                  </a:cubicBezTo>
                  <a:lnTo>
                    <a:pt x="107291" y="1960"/>
                  </a:lnTo>
                  <a:lnTo>
                    <a:pt x="107291" y="2728"/>
                  </a:lnTo>
                  <a:lnTo>
                    <a:pt x="106397" y="2728"/>
                  </a:lnTo>
                  <a:lnTo>
                    <a:pt x="106397" y="3167"/>
                  </a:lnTo>
                  <a:lnTo>
                    <a:pt x="105237" y="3167"/>
                  </a:lnTo>
                  <a:lnTo>
                    <a:pt x="105237" y="1615"/>
                  </a:lnTo>
                  <a:lnTo>
                    <a:pt x="103921" y="1615"/>
                  </a:lnTo>
                  <a:lnTo>
                    <a:pt x="103921" y="3167"/>
                  </a:lnTo>
                  <a:lnTo>
                    <a:pt x="100112" y="3167"/>
                  </a:lnTo>
                  <a:lnTo>
                    <a:pt x="100112" y="1521"/>
                  </a:lnTo>
                  <a:cubicBezTo>
                    <a:pt x="100112" y="675"/>
                    <a:pt x="99438" y="1"/>
                    <a:pt x="98591" y="1"/>
                  </a:cubicBezTo>
                  <a:lnTo>
                    <a:pt x="98591" y="1"/>
                  </a:lnTo>
                  <a:lnTo>
                    <a:pt x="88403" y="1"/>
                  </a:lnTo>
                  <a:cubicBezTo>
                    <a:pt x="87870" y="1"/>
                    <a:pt x="87431" y="440"/>
                    <a:pt x="87463" y="988"/>
                  </a:cubicBezTo>
                  <a:lnTo>
                    <a:pt x="87463" y="988"/>
                  </a:lnTo>
                  <a:cubicBezTo>
                    <a:pt x="87494" y="1490"/>
                    <a:pt x="87949" y="1882"/>
                    <a:pt x="88466" y="1882"/>
                  </a:cubicBezTo>
                  <a:lnTo>
                    <a:pt x="88466" y="1882"/>
                  </a:lnTo>
                  <a:lnTo>
                    <a:pt x="92149" y="1882"/>
                  </a:lnTo>
                  <a:cubicBezTo>
                    <a:pt x="92964" y="1882"/>
                    <a:pt x="93638" y="2540"/>
                    <a:pt x="93638" y="3355"/>
                  </a:cubicBezTo>
                  <a:lnTo>
                    <a:pt x="93638" y="3355"/>
                  </a:lnTo>
                  <a:lnTo>
                    <a:pt x="93638" y="5785"/>
                  </a:lnTo>
                  <a:cubicBezTo>
                    <a:pt x="93638" y="5988"/>
                    <a:pt x="93466" y="6161"/>
                    <a:pt x="93247" y="6161"/>
                  </a:cubicBezTo>
                  <a:lnTo>
                    <a:pt x="93247" y="6161"/>
                  </a:lnTo>
                  <a:lnTo>
                    <a:pt x="88293" y="6161"/>
                  </a:lnTo>
                  <a:cubicBezTo>
                    <a:pt x="87839" y="6161"/>
                    <a:pt x="87463" y="6537"/>
                    <a:pt x="87463" y="6992"/>
                  </a:cubicBezTo>
                  <a:lnTo>
                    <a:pt x="87463" y="6992"/>
                  </a:lnTo>
                  <a:lnTo>
                    <a:pt x="87463" y="9468"/>
                  </a:lnTo>
                  <a:cubicBezTo>
                    <a:pt x="87463" y="10299"/>
                    <a:pt x="87823" y="11036"/>
                    <a:pt x="88403" y="11537"/>
                  </a:cubicBezTo>
                  <a:lnTo>
                    <a:pt x="88403" y="11537"/>
                  </a:lnTo>
                  <a:cubicBezTo>
                    <a:pt x="88388" y="11615"/>
                    <a:pt x="88388" y="11678"/>
                    <a:pt x="88372" y="11741"/>
                  </a:cubicBezTo>
                  <a:lnTo>
                    <a:pt x="88372" y="11741"/>
                  </a:lnTo>
                  <a:lnTo>
                    <a:pt x="85221" y="11741"/>
                  </a:lnTo>
                  <a:lnTo>
                    <a:pt x="85221" y="3512"/>
                  </a:lnTo>
                  <a:cubicBezTo>
                    <a:pt x="85221" y="2430"/>
                    <a:pt x="84359" y="1553"/>
                    <a:pt x="83278" y="1553"/>
                  </a:cubicBezTo>
                  <a:lnTo>
                    <a:pt x="83278" y="1553"/>
                  </a:lnTo>
                  <a:lnTo>
                    <a:pt x="46083" y="1553"/>
                  </a:lnTo>
                  <a:cubicBezTo>
                    <a:pt x="45017" y="1553"/>
                    <a:pt x="44139" y="2430"/>
                    <a:pt x="44139" y="3512"/>
                  </a:cubicBezTo>
                  <a:lnTo>
                    <a:pt x="44139" y="3512"/>
                  </a:lnTo>
                  <a:lnTo>
                    <a:pt x="44139" y="10330"/>
                  </a:lnTo>
                  <a:lnTo>
                    <a:pt x="42211" y="10330"/>
                  </a:lnTo>
                  <a:lnTo>
                    <a:pt x="42211" y="3512"/>
                  </a:lnTo>
                  <a:cubicBezTo>
                    <a:pt x="42211" y="2430"/>
                    <a:pt x="41333" y="1553"/>
                    <a:pt x="40267" y="1553"/>
                  </a:cubicBezTo>
                  <a:lnTo>
                    <a:pt x="40267" y="1553"/>
                  </a:lnTo>
                  <a:lnTo>
                    <a:pt x="3072" y="1553"/>
                  </a:lnTo>
                  <a:cubicBezTo>
                    <a:pt x="2006" y="1553"/>
                    <a:pt x="1129" y="2430"/>
                    <a:pt x="1129" y="3512"/>
                  </a:cubicBezTo>
                  <a:lnTo>
                    <a:pt x="1129" y="3512"/>
                  </a:lnTo>
                  <a:lnTo>
                    <a:pt x="1129" y="10330"/>
                  </a:lnTo>
                  <a:lnTo>
                    <a:pt x="0" y="10330"/>
                  </a:lnTo>
                  <a:lnTo>
                    <a:pt x="0" y="11130"/>
                  </a:lnTo>
                  <a:lnTo>
                    <a:pt x="1129" y="11130"/>
                  </a:lnTo>
                  <a:lnTo>
                    <a:pt x="1129" y="12650"/>
                  </a:lnTo>
                  <a:lnTo>
                    <a:pt x="1865" y="12650"/>
                  </a:lnTo>
                  <a:cubicBezTo>
                    <a:pt x="1865" y="13481"/>
                    <a:pt x="2555" y="14170"/>
                    <a:pt x="3386" y="14170"/>
                  </a:cubicBezTo>
                  <a:lnTo>
                    <a:pt x="3386" y="14170"/>
                  </a:lnTo>
                  <a:cubicBezTo>
                    <a:pt x="4232" y="14170"/>
                    <a:pt x="4906" y="13481"/>
                    <a:pt x="4906" y="12650"/>
                  </a:cubicBezTo>
                  <a:lnTo>
                    <a:pt x="4906" y="12650"/>
                  </a:lnTo>
                  <a:lnTo>
                    <a:pt x="6113" y="12650"/>
                  </a:lnTo>
                  <a:cubicBezTo>
                    <a:pt x="6113" y="13481"/>
                    <a:pt x="6803" y="14170"/>
                    <a:pt x="7633" y="14170"/>
                  </a:cubicBezTo>
                  <a:lnTo>
                    <a:pt x="7633" y="14170"/>
                  </a:lnTo>
                  <a:cubicBezTo>
                    <a:pt x="8480" y="14170"/>
                    <a:pt x="9154" y="13481"/>
                    <a:pt x="9154" y="12650"/>
                  </a:cubicBezTo>
                  <a:lnTo>
                    <a:pt x="9154" y="12650"/>
                  </a:lnTo>
                  <a:lnTo>
                    <a:pt x="33966" y="12650"/>
                  </a:lnTo>
                  <a:cubicBezTo>
                    <a:pt x="33966" y="13481"/>
                    <a:pt x="34640" y="14170"/>
                    <a:pt x="35487" y="14170"/>
                  </a:cubicBezTo>
                  <a:lnTo>
                    <a:pt x="35487" y="14170"/>
                  </a:lnTo>
                  <a:cubicBezTo>
                    <a:pt x="36317" y="14170"/>
                    <a:pt x="37007" y="13481"/>
                    <a:pt x="37007" y="12650"/>
                  </a:cubicBezTo>
                  <a:lnTo>
                    <a:pt x="37007" y="12650"/>
                  </a:lnTo>
                  <a:lnTo>
                    <a:pt x="38198" y="12650"/>
                  </a:lnTo>
                  <a:cubicBezTo>
                    <a:pt x="38198" y="13481"/>
                    <a:pt x="38888" y="14170"/>
                    <a:pt x="39734" y="14170"/>
                  </a:cubicBezTo>
                  <a:lnTo>
                    <a:pt x="39734" y="14170"/>
                  </a:lnTo>
                  <a:cubicBezTo>
                    <a:pt x="40565" y="14170"/>
                    <a:pt x="41255" y="13481"/>
                    <a:pt x="41255" y="12650"/>
                  </a:cubicBezTo>
                  <a:lnTo>
                    <a:pt x="41255" y="12650"/>
                  </a:lnTo>
                  <a:lnTo>
                    <a:pt x="42211" y="12650"/>
                  </a:lnTo>
                  <a:lnTo>
                    <a:pt x="42211" y="11130"/>
                  </a:lnTo>
                  <a:lnTo>
                    <a:pt x="44139" y="11130"/>
                  </a:lnTo>
                  <a:lnTo>
                    <a:pt x="44139" y="12650"/>
                  </a:lnTo>
                  <a:lnTo>
                    <a:pt x="44876" y="12650"/>
                  </a:lnTo>
                  <a:cubicBezTo>
                    <a:pt x="44876" y="13481"/>
                    <a:pt x="45565" y="14170"/>
                    <a:pt x="46412" y="14170"/>
                  </a:cubicBezTo>
                  <a:lnTo>
                    <a:pt x="46412" y="14170"/>
                  </a:lnTo>
                  <a:cubicBezTo>
                    <a:pt x="47242" y="14170"/>
                    <a:pt x="47932" y="13481"/>
                    <a:pt x="47932" y="12650"/>
                  </a:cubicBezTo>
                  <a:lnTo>
                    <a:pt x="47932" y="12650"/>
                  </a:lnTo>
                  <a:lnTo>
                    <a:pt x="49123" y="12650"/>
                  </a:lnTo>
                  <a:cubicBezTo>
                    <a:pt x="49123" y="13481"/>
                    <a:pt x="49813" y="14170"/>
                    <a:pt x="50644" y="14170"/>
                  </a:cubicBezTo>
                  <a:lnTo>
                    <a:pt x="50644" y="14170"/>
                  </a:lnTo>
                  <a:cubicBezTo>
                    <a:pt x="51490" y="14170"/>
                    <a:pt x="52164" y="13481"/>
                    <a:pt x="52164" y="12650"/>
                  </a:cubicBezTo>
                  <a:lnTo>
                    <a:pt x="52164" y="12650"/>
                  </a:lnTo>
                  <a:lnTo>
                    <a:pt x="76977" y="12650"/>
                  </a:lnTo>
                  <a:cubicBezTo>
                    <a:pt x="76977" y="13481"/>
                    <a:pt x="77651" y="14170"/>
                    <a:pt x="78497" y="14170"/>
                  </a:cubicBezTo>
                  <a:lnTo>
                    <a:pt x="78497" y="14170"/>
                  </a:lnTo>
                  <a:cubicBezTo>
                    <a:pt x="79343" y="14170"/>
                    <a:pt x="80017" y="13481"/>
                    <a:pt x="80017" y="12650"/>
                  </a:cubicBezTo>
                  <a:lnTo>
                    <a:pt x="80017" y="12650"/>
                  </a:lnTo>
                  <a:lnTo>
                    <a:pt x="81224" y="12650"/>
                  </a:lnTo>
                  <a:cubicBezTo>
                    <a:pt x="81224" y="13481"/>
                    <a:pt x="81898" y="14170"/>
                    <a:pt x="82745" y="14170"/>
                  </a:cubicBezTo>
                  <a:lnTo>
                    <a:pt x="82745" y="14170"/>
                  </a:lnTo>
                  <a:cubicBezTo>
                    <a:pt x="83575" y="14170"/>
                    <a:pt x="84265" y="13481"/>
                    <a:pt x="84265" y="12650"/>
                  </a:cubicBezTo>
                  <a:lnTo>
                    <a:pt x="84265" y="12650"/>
                  </a:lnTo>
                  <a:lnTo>
                    <a:pt x="88497" y="12650"/>
                  </a:lnTo>
                  <a:cubicBezTo>
                    <a:pt x="88811" y="13528"/>
                    <a:pt x="89657" y="14170"/>
                    <a:pt x="90645" y="14170"/>
                  </a:cubicBezTo>
                  <a:lnTo>
                    <a:pt x="90645" y="14170"/>
                  </a:lnTo>
                  <a:cubicBezTo>
                    <a:pt x="91789" y="14170"/>
                    <a:pt x="92729" y="13340"/>
                    <a:pt x="92902" y="12258"/>
                  </a:cubicBezTo>
                  <a:lnTo>
                    <a:pt x="92902" y="12258"/>
                  </a:lnTo>
                  <a:lnTo>
                    <a:pt x="94939" y="12258"/>
                  </a:lnTo>
                  <a:cubicBezTo>
                    <a:pt x="95174" y="13340"/>
                    <a:pt x="96146" y="14170"/>
                    <a:pt x="97322" y="14170"/>
                  </a:cubicBezTo>
                  <a:lnTo>
                    <a:pt x="97322" y="14170"/>
                  </a:lnTo>
                  <a:cubicBezTo>
                    <a:pt x="98482" y="14170"/>
                    <a:pt x="99454" y="13340"/>
                    <a:pt x="99704" y="12258"/>
                  </a:cubicBezTo>
                  <a:lnTo>
                    <a:pt x="99704" y="12258"/>
                  </a:lnTo>
                  <a:lnTo>
                    <a:pt x="100535" y="12258"/>
                  </a:lnTo>
                  <a:cubicBezTo>
                    <a:pt x="100770" y="13340"/>
                    <a:pt x="101758" y="14170"/>
                    <a:pt x="102918" y="14170"/>
                  </a:cubicBezTo>
                  <a:lnTo>
                    <a:pt x="102918" y="14170"/>
                  </a:lnTo>
                  <a:cubicBezTo>
                    <a:pt x="104093" y="14170"/>
                    <a:pt x="105065" y="13340"/>
                    <a:pt x="105300" y="12258"/>
                  </a:cubicBezTo>
                  <a:lnTo>
                    <a:pt x="105300" y="12258"/>
                  </a:lnTo>
                  <a:lnTo>
                    <a:pt x="106601" y="12258"/>
                  </a:lnTo>
                  <a:cubicBezTo>
                    <a:pt x="106836" y="13340"/>
                    <a:pt x="107808" y="14170"/>
                    <a:pt x="108984" y="14170"/>
                  </a:cubicBezTo>
                  <a:lnTo>
                    <a:pt x="108984" y="14170"/>
                  </a:lnTo>
                  <a:cubicBezTo>
                    <a:pt x="110143" y="14170"/>
                    <a:pt x="111115" y="13340"/>
                    <a:pt x="111366" y="12258"/>
                  </a:cubicBezTo>
                  <a:lnTo>
                    <a:pt x="111366" y="12258"/>
                  </a:lnTo>
                  <a:lnTo>
                    <a:pt x="112197" y="12258"/>
                  </a:lnTo>
                  <a:cubicBezTo>
                    <a:pt x="112448" y="13340"/>
                    <a:pt x="113419" y="14170"/>
                    <a:pt x="114579" y="14170"/>
                  </a:cubicBezTo>
                  <a:lnTo>
                    <a:pt x="114579" y="14170"/>
                  </a:lnTo>
                  <a:cubicBezTo>
                    <a:pt x="115755" y="14170"/>
                    <a:pt x="116727" y="13340"/>
                    <a:pt x="116962" y="12258"/>
                  </a:cubicBezTo>
                  <a:lnTo>
                    <a:pt x="116962" y="12258"/>
                  </a:lnTo>
                  <a:lnTo>
                    <a:pt x="117244" y="12258"/>
                  </a:lnTo>
                  <a:cubicBezTo>
                    <a:pt x="117056" y="12525"/>
                    <a:pt x="116977" y="12854"/>
                    <a:pt x="117056" y="13230"/>
                  </a:cubicBezTo>
                  <a:lnTo>
                    <a:pt x="117056" y="13230"/>
                  </a:lnTo>
                  <a:cubicBezTo>
                    <a:pt x="117166" y="13684"/>
                    <a:pt x="117542" y="14061"/>
                    <a:pt x="118012" y="14139"/>
                  </a:cubicBezTo>
                  <a:lnTo>
                    <a:pt x="118012" y="14139"/>
                  </a:lnTo>
                  <a:cubicBezTo>
                    <a:pt x="118655" y="14264"/>
                    <a:pt x="119219" y="13888"/>
                    <a:pt x="119391" y="13324"/>
                  </a:cubicBezTo>
                  <a:lnTo>
                    <a:pt x="119391" y="13324"/>
                  </a:lnTo>
                  <a:cubicBezTo>
                    <a:pt x="122369" y="13308"/>
                    <a:pt x="123028" y="12556"/>
                    <a:pt x="123028" y="12556"/>
                  </a:cubicBezTo>
                  <a:lnTo>
                    <a:pt x="123028" y="12556"/>
                  </a:lnTo>
                  <a:lnTo>
                    <a:pt x="119783" y="9108"/>
                  </a:lnTo>
                  <a:lnTo>
                    <a:pt x="118749" y="9108"/>
                  </a:lnTo>
                  <a:cubicBezTo>
                    <a:pt x="120128" y="8841"/>
                    <a:pt x="121178" y="7619"/>
                    <a:pt x="121178" y="6161"/>
                  </a:cubicBezTo>
                  <a:lnTo>
                    <a:pt x="121178" y="6161"/>
                  </a:lnTo>
                  <a:cubicBezTo>
                    <a:pt x="121178" y="5330"/>
                    <a:pt x="120849" y="4578"/>
                    <a:pt x="120300" y="4045"/>
                  </a:cubicBezTo>
                  <a:lnTo>
                    <a:pt x="120300" y="4045"/>
                  </a:lnTo>
                  <a:cubicBezTo>
                    <a:pt x="119752" y="3496"/>
                    <a:pt x="118999" y="3167"/>
                    <a:pt x="118184" y="3167"/>
                  </a:cubicBezTo>
                  <a:lnTo>
                    <a:pt x="118184" y="3167"/>
                  </a:lnTo>
                  <a:lnTo>
                    <a:pt x="116068" y="3167"/>
                  </a:lnTo>
                  <a:lnTo>
                    <a:pt x="116068" y="1239"/>
                  </a:lnTo>
                  <a:lnTo>
                    <a:pt x="116601" y="1239"/>
                  </a:lnTo>
                  <a:lnTo>
                    <a:pt x="116601" y="1"/>
                  </a:lnTo>
                  <a:close/>
                  <a:moveTo>
                    <a:pt x="58214" y="11130"/>
                  </a:moveTo>
                  <a:lnTo>
                    <a:pt x="71146" y="11130"/>
                  </a:lnTo>
                  <a:lnTo>
                    <a:pt x="71146" y="11741"/>
                  </a:lnTo>
                  <a:lnTo>
                    <a:pt x="58214" y="11741"/>
                  </a:lnTo>
                  <a:close/>
                  <a:moveTo>
                    <a:pt x="15204" y="11130"/>
                  </a:moveTo>
                  <a:lnTo>
                    <a:pt x="28135" y="11130"/>
                  </a:lnTo>
                  <a:lnTo>
                    <a:pt x="28135" y="11741"/>
                  </a:lnTo>
                  <a:lnTo>
                    <a:pt x="15204" y="11741"/>
                  </a:lnTo>
                  <a:close/>
                </a:path>
              </a:pathLst>
            </a:custGeom>
            <a:solidFill>
              <a:srgbClr val="0913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6" name="Google Shape;1119;p30">
              <a:extLst>
                <a:ext uri="{FF2B5EF4-FFF2-40B4-BE49-F238E27FC236}">
                  <a16:creationId xmlns:a16="http://schemas.microsoft.com/office/drawing/2014/main" id="{10368EF2-FEA5-0E57-1760-8662F20CDB5B}"/>
                </a:ext>
              </a:extLst>
            </p:cNvPr>
            <p:cNvSpPr/>
            <p:nvPr/>
          </p:nvSpPr>
          <p:spPr>
            <a:xfrm>
              <a:off x="6345450" y="3293600"/>
              <a:ext cx="84275" cy="84275"/>
            </a:xfrm>
            <a:custGeom>
              <a:avLst/>
              <a:gdLst/>
              <a:ahLst/>
              <a:cxnLst/>
              <a:rect l="l" t="t" r="r" b="b"/>
              <a:pathLst>
                <a:path w="3371" h="3371" extrusionOk="0">
                  <a:moveTo>
                    <a:pt x="1050" y="0"/>
                  </a:moveTo>
                  <a:cubicBezTo>
                    <a:pt x="470" y="0"/>
                    <a:pt x="0" y="470"/>
                    <a:pt x="0" y="1050"/>
                  </a:cubicBezTo>
                  <a:lnTo>
                    <a:pt x="0" y="2320"/>
                  </a:lnTo>
                  <a:cubicBezTo>
                    <a:pt x="0" y="2900"/>
                    <a:pt x="470" y="3370"/>
                    <a:pt x="1050" y="3370"/>
                  </a:cubicBezTo>
                  <a:lnTo>
                    <a:pt x="2320" y="3370"/>
                  </a:lnTo>
                  <a:cubicBezTo>
                    <a:pt x="2900" y="3370"/>
                    <a:pt x="3370" y="2900"/>
                    <a:pt x="3370" y="2320"/>
                  </a:cubicBezTo>
                  <a:lnTo>
                    <a:pt x="3370" y="1050"/>
                  </a:lnTo>
                  <a:cubicBezTo>
                    <a:pt x="3370" y="470"/>
                    <a:pt x="2900" y="0"/>
                    <a:pt x="232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1120;p30">
              <a:extLst>
                <a:ext uri="{FF2B5EF4-FFF2-40B4-BE49-F238E27FC236}">
                  <a16:creationId xmlns:a16="http://schemas.microsoft.com/office/drawing/2014/main" id="{F56CAABB-7CB8-E8FA-2FB4-91F2135669B0}"/>
                </a:ext>
              </a:extLst>
            </p:cNvPr>
            <p:cNvSpPr/>
            <p:nvPr/>
          </p:nvSpPr>
          <p:spPr>
            <a:xfrm>
              <a:off x="5924600" y="3351575"/>
              <a:ext cx="74475" cy="70575"/>
            </a:xfrm>
            <a:custGeom>
              <a:avLst/>
              <a:gdLst/>
              <a:ahLst/>
              <a:cxnLst/>
              <a:rect l="l" t="t" r="r" b="b"/>
              <a:pathLst>
                <a:path w="2979" h="2823" extrusionOk="0">
                  <a:moveTo>
                    <a:pt x="1050" y="1"/>
                  </a:moveTo>
                  <a:cubicBezTo>
                    <a:pt x="470" y="1"/>
                    <a:pt x="0" y="471"/>
                    <a:pt x="0" y="1051"/>
                  </a:cubicBezTo>
                  <a:lnTo>
                    <a:pt x="0" y="1788"/>
                  </a:lnTo>
                  <a:cubicBezTo>
                    <a:pt x="0" y="2368"/>
                    <a:pt x="470" y="2822"/>
                    <a:pt x="1050" y="2822"/>
                  </a:cubicBezTo>
                  <a:lnTo>
                    <a:pt x="1944" y="2822"/>
                  </a:lnTo>
                  <a:cubicBezTo>
                    <a:pt x="2508" y="2822"/>
                    <a:pt x="2978" y="2368"/>
                    <a:pt x="2978" y="1788"/>
                  </a:cubicBezTo>
                  <a:lnTo>
                    <a:pt x="2978" y="1051"/>
                  </a:lnTo>
                  <a:cubicBezTo>
                    <a:pt x="2978" y="471"/>
                    <a:pt x="2508"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1121;p30">
              <a:extLst>
                <a:ext uri="{FF2B5EF4-FFF2-40B4-BE49-F238E27FC236}">
                  <a16:creationId xmlns:a16="http://schemas.microsoft.com/office/drawing/2014/main" id="{C343B642-8B6B-0F0C-994D-576085753168}"/>
                </a:ext>
              </a:extLst>
            </p:cNvPr>
            <p:cNvSpPr/>
            <p:nvPr/>
          </p:nvSpPr>
          <p:spPr>
            <a:xfrm>
              <a:off x="5812125" y="3351575"/>
              <a:ext cx="74475" cy="70575"/>
            </a:xfrm>
            <a:custGeom>
              <a:avLst/>
              <a:gdLst/>
              <a:ahLst/>
              <a:cxnLst/>
              <a:rect l="l" t="t" r="r" b="b"/>
              <a:pathLst>
                <a:path w="2979" h="2823" extrusionOk="0">
                  <a:moveTo>
                    <a:pt x="1035" y="1"/>
                  </a:moveTo>
                  <a:cubicBezTo>
                    <a:pt x="455" y="1"/>
                    <a:pt x="0" y="471"/>
                    <a:pt x="0" y="1051"/>
                  </a:cubicBezTo>
                  <a:lnTo>
                    <a:pt x="0" y="1788"/>
                  </a:lnTo>
                  <a:cubicBezTo>
                    <a:pt x="0" y="2368"/>
                    <a:pt x="455" y="2822"/>
                    <a:pt x="1035" y="2822"/>
                  </a:cubicBezTo>
                  <a:lnTo>
                    <a:pt x="1928" y="2822"/>
                  </a:lnTo>
                  <a:cubicBezTo>
                    <a:pt x="2508" y="2822"/>
                    <a:pt x="2979" y="2368"/>
                    <a:pt x="2979" y="1788"/>
                  </a:cubicBezTo>
                  <a:lnTo>
                    <a:pt x="2979" y="1051"/>
                  </a:lnTo>
                  <a:cubicBezTo>
                    <a:pt x="2979" y="471"/>
                    <a:pt x="2508" y="1"/>
                    <a:pt x="192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1122;p30">
              <a:extLst>
                <a:ext uri="{FF2B5EF4-FFF2-40B4-BE49-F238E27FC236}">
                  <a16:creationId xmlns:a16="http://schemas.microsoft.com/office/drawing/2014/main" id="{59ACB365-CC84-3DC0-12DD-A09997BC5CA7}"/>
                </a:ext>
              </a:extLst>
            </p:cNvPr>
            <p:cNvSpPr/>
            <p:nvPr/>
          </p:nvSpPr>
          <p:spPr>
            <a:xfrm>
              <a:off x="5703575" y="3351575"/>
              <a:ext cx="74475" cy="70575"/>
            </a:xfrm>
            <a:custGeom>
              <a:avLst/>
              <a:gdLst/>
              <a:ahLst/>
              <a:cxnLst/>
              <a:rect l="l" t="t" r="r" b="b"/>
              <a:pathLst>
                <a:path w="2979" h="2823" extrusionOk="0">
                  <a:moveTo>
                    <a:pt x="1051" y="1"/>
                  </a:moveTo>
                  <a:cubicBezTo>
                    <a:pt x="471" y="1"/>
                    <a:pt x="1" y="471"/>
                    <a:pt x="1" y="1051"/>
                  </a:cubicBezTo>
                  <a:lnTo>
                    <a:pt x="1" y="1788"/>
                  </a:lnTo>
                  <a:cubicBezTo>
                    <a:pt x="1" y="2368"/>
                    <a:pt x="471" y="2822"/>
                    <a:pt x="1051" y="2822"/>
                  </a:cubicBezTo>
                  <a:lnTo>
                    <a:pt x="1944" y="2822"/>
                  </a:lnTo>
                  <a:cubicBezTo>
                    <a:pt x="2524" y="2822"/>
                    <a:pt x="2979" y="2368"/>
                    <a:pt x="2979" y="1788"/>
                  </a:cubicBezTo>
                  <a:lnTo>
                    <a:pt x="2979" y="1051"/>
                  </a:lnTo>
                  <a:cubicBezTo>
                    <a:pt x="2979"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123;p30">
              <a:extLst>
                <a:ext uri="{FF2B5EF4-FFF2-40B4-BE49-F238E27FC236}">
                  <a16:creationId xmlns:a16="http://schemas.microsoft.com/office/drawing/2014/main" id="{519AEB82-4C55-050F-6F36-88F201B8310E}"/>
                </a:ext>
              </a:extLst>
            </p:cNvPr>
            <p:cNvSpPr/>
            <p:nvPr/>
          </p:nvSpPr>
          <p:spPr>
            <a:xfrm>
              <a:off x="5595425" y="3351575"/>
              <a:ext cx="74475" cy="70575"/>
            </a:xfrm>
            <a:custGeom>
              <a:avLst/>
              <a:gdLst/>
              <a:ahLst/>
              <a:cxnLst/>
              <a:rect l="l" t="t" r="r" b="b"/>
              <a:pathLst>
                <a:path w="2979" h="2823" extrusionOk="0">
                  <a:moveTo>
                    <a:pt x="1035" y="1"/>
                  </a:moveTo>
                  <a:cubicBezTo>
                    <a:pt x="455" y="1"/>
                    <a:pt x="1" y="471"/>
                    <a:pt x="1" y="1051"/>
                  </a:cubicBezTo>
                  <a:lnTo>
                    <a:pt x="1" y="1788"/>
                  </a:lnTo>
                  <a:cubicBezTo>
                    <a:pt x="1" y="2368"/>
                    <a:pt x="455" y="2822"/>
                    <a:pt x="1035" y="2822"/>
                  </a:cubicBezTo>
                  <a:lnTo>
                    <a:pt x="1929" y="2822"/>
                  </a:lnTo>
                  <a:cubicBezTo>
                    <a:pt x="2508" y="2822"/>
                    <a:pt x="2979" y="2368"/>
                    <a:pt x="2979" y="1788"/>
                  </a:cubicBezTo>
                  <a:lnTo>
                    <a:pt x="2979" y="1051"/>
                  </a:lnTo>
                  <a:cubicBezTo>
                    <a:pt x="2979" y="471"/>
                    <a:pt x="2508" y="1"/>
                    <a:pt x="19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124;p30">
              <a:extLst>
                <a:ext uri="{FF2B5EF4-FFF2-40B4-BE49-F238E27FC236}">
                  <a16:creationId xmlns:a16="http://schemas.microsoft.com/office/drawing/2014/main" id="{98F2C447-2DD5-DBCB-394D-A997A508A2BB}"/>
                </a:ext>
              </a:extLst>
            </p:cNvPr>
            <p:cNvSpPr/>
            <p:nvPr/>
          </p:nvSpPr>
          <p:spPr>
            <a:xfrm>
              <a:off x="5486875" y="3351575"/>
              <a:ext cx="74475" cy="70575"/>
            </a:xfrm>
            <a:custGeom>
              <a:avLst/>
              <a:gdLst/>
              <a:ahLst/>
              <a:cxnLst/>
              <a:rect l="l" t="t" r="r" b="b"/>
              <a:pathLst>
                <a:path w="2979" h="2823" extrusionOk="0">
                  <a:moveTo>
                    <a:pt x="1051" y="1"/>
                  </a:moveTo>
                  <a:cubicBezTo>
                    <a:pt x="471" y="1"/>
                    <a:pt x="1" y="471"/>
                    <a:pt x="1" y="1051"/>
                  </a:cubicBezTo>
                  <a:lnTo>
                    <a:pt x="1" y="1788"/>
                  </a:lnTo>
                  <a:cubicBezTo>
                    <a:pt x="1" y="2368"/>
                    <a:pt x="471" y="2822"/>
                    <a:pt x="1051" y="2822"/>
                  </a:cubicBezTo>
                  <a:lnTo>
                    <a:pt x="1944" y="2822"/>
                  </a:lnTo>
                  <a:cubicBezTo>
                    <a:pt x="2509" y="2822"/>
                    <a:pt x="2979" y="2368"/>
                    <a:pt x="2979" y="1788"/>
                  </a:cubicBezTo>
                  <a:lnTo>
                    <a:pt x="2979" y="1051"/>
                  </a:lnTo>
                  <a:cubicBezTo>
                    <a:pt x="2979" y="471"/>
                    <a:pt x="2509"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125;p30">
              <a:extLst>
                <a:ext uri="{FF2B5EF4-FFF2-40B4-BE49-F238E27FC236}">
                  <a16:creationId xmlns:a16="http://schemas.microsoft.com/office/drawing/2014/main" id="{F328EDF1-32B6-5C9F-7F4A-26E51D40B170}"/>
                </a:ext>
              </a:extLst>
            </p:cNvPr>
            <p:cNvSpPr/>
            <p:nvPr/>
          </p:nvSpPr>
          <p:spPr>
            <a:xfrm>
              <a:off x="5378350" y="3351575"/>
              <a:ext cx="74850" cy="70575"/>
            </a:xfrm>
            <a:custGeom>
              <a:avLst/>
              <a:gdLst/>
              <a:ahLst/>
              <a:cxnLst/>
              <a:rect l="l" t="t" r="r" b="b"/>
              <a:pathLst>
                <a:path w="2994" h="2823" extrusionOk="0">
                  <a:moveTo>
                    <a:pt x="1050" y="1"/>
                  </a:moveTo>
                  <a:cubicBezTo>
                    <a:pt x="470" y="1"/>
                    <a:pt x="0" y="471"/>
                    <a:pt x="0" y="1051"/>
                  </a:cubicBezTo>
                  <a:lnTo>
                    <a:pt x="0" y="1788"/>
                  </a:lnTo>
                  <a:cubicBezTo>
                    <a:pt x="0" y="2368"/>
                    <a:pt x="470" y="2822"/>
                    <a:pt x="1050"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126;p30">
              <a:extLst>
                <a:ext uri="{FF2B5EF4-FFF2-40B4-BE49-F238E27FC236}">
                  <a16:creationId xmlns:a16="http://schemas.microsoft.com/office/drawing/2014/main" id="{0ECBE1C0-CE0B-BF76-4BD8-B22CC9328352}"/>
                </a:ext>
              </a:extLst>
            </p:cNvPr>
            <p:cNvSpPr/>
            <p:nvPr/>
          </p:nvSpPr>
          <p:spPr>
            <a:xfrm>
              <a:off x="5270175" y="3351575"/>
              <a:ext cx="74500" cy="70575"/>
            </a:xfrm>
            <a:custGeom>
              <a:avLst/>
              <a:gdLst/>
              <a:ahLst/>
              <a:cxnLst/>
              <a:rect l="l" t="t" r="r" b="b"/>
              <a:pathLst>
                <a:path w="2980" h="2823" extrusionOk="0">
                  <a:moveTo>
                    <a:pt x="1051" y="1"/>
                  </a:moveTo>
                  <a:cubicBezTo>
                    <a:pt x="471" y="1"/>
                    <a:pt x="1" y="471"/>
                    <a:pt x="1" y="1051"/>
                  </a:cubicBezTo>
                  <a:lnTo>
                    <a:pt x="1" y="1788"/>
                  </a:lnTo>
                  <a:cubicBezTo>
                    <a:pt x="1" y="2368"/>
                    <a:pt x="471" y="2822"/>
                    <a:pt x="1051" y="2822"/>
                  </a:cubicBezTo>
                  <a:lnTo>
                    <a:pt x="1945" y="2822"/>
                  </a:lnTo>
                  <a:cubicBezTo>
                    <a:pt x="2509" y="2822"/>
                    <a:pt x="2979" y="2368"/>
                    <a:pt x="2979" y="1788"/>
                  </a:cubicBezTo>
                  <a:lnTo>
                    <a:pt x="2979" y="1051"/>
                  </a:lnTo>
                  <a:cubicBezTo>
                    <a:pt x="2979" y="471"/>
                    <a:pt x="2509" y="1"/>
                    <a:pt x="194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127;p30">
              <a:extLst>
                <a:ext uri="{FF2B5EF4-FFF2-40B4-BE49-F238E27FC236}">
                  <a16:creationId xmlns:a16="http://schemas.microsoft.com/office/drawing/2014/main" id="{6C1507D3-FC6D-0738-C6F5-23484DFBA441}"/>
                </a:ext>
              </a:extLst>
            </p:cNvPr>
            <p:cNvSpPr/>
            <p:nvPr/>
          </p:nvSpPr>
          <p:spPr>
            <a:xfrm>
              <a:off x="5161650" y="3351575"/>
              <a:ext cx="74850" cy="70575"/>
            </a:xfrm>
            <a:custGeom>
              <a:avLst/>
              <a:gdLst/>
              <a:ahLst/>
              <a:cxnLst/>
              <a:rect l="l" t="t" r="r" b="b"/>
              <a:pathLst>
                <a:path w="2994" h="2823" extrusionOk="0">
                  <a:moveTo>
                    <a:pt x="1050" y="1"/>
                  </a:moveTo>
                  <a:cubicBezTo>
                    <a:pt x="470" y="1"/>
                    <a:pt x="0" y="471"/>
                    <a:pt x="0" y="1051"/>
                  </a:cubicBezTo>
                  <a:lnTo>
                    <a:pt x="0" y="1788"/>
                  </a:lnTo>
                  <a:cubicBezTo>
                    <a:pt x="0" y="2368"/>
                    <a:pt x="470" y="2822"/>
                    <a:pt x="1050"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128;p30">
              <a:extLst>
                <a:ext uri="{FF2B5EF4-FFF2-40B4-BE49-F238E27FC236}">
                  <a16:creationId xmlns:a16="http://schemas.microsoft.com/office/drawing/2014/main" id="{04793CD7-0601-BFA2-EC26-AE49EC5928D0}"/>
                </a:ext>
              </a:extLst>
            </p:cNvPr>
            <p:cNvSpPr/>
            <p:nvPr/>
          </p:nvSpPr>
          <p:spPr>
            <a:xfrm>
              <a:off x="4849325" y="3351575"/>
              <a:ext cx="74475" cy="70575"/>
            </a:xfrm>
            <a:custGeom>
              <a:avLst/>
              <a:gdLst/>
              <a:ahLst/>
              <a:cxnLst/>
              <a:rect l="l" t="t" r="r" b="b"/>
              <a:pathLst>
                <a:path w="2979" h="2823" extrusionOk="0">
                  <a:moveTo>
                    <a:pt x="1035" y="1"/>
                  </a:moveTo>
                  <a:cubicBezTo>
                    <a:pt x="471" y="1"/>
                    <a:pt x="1" y="471"/>
                    <a:pt x="1" y="1051"/>
                  </a:cubicBezTo>
                  <a:lnTo>
                    <a:pt x="1" y="1788"/>
                  </a:lnTo>
                  <a:cubicBezTo>
                    <a:pt x="1" y="2368"/>
                    <a:pt x="471" y="2822"/>
                    <a:pt x="1035" y="2822"/>
                  </a:cubicBezTo>
                  <a:lnTo>
                    <a:pt x="1929" y="2822"/>
                  </a:lnTo>
                  <a:cubicBezTo>
                    <a:pt x="2509" y="2822"/>
                    <a:pt x="2979" y="2368"/>
                    <a:pt x="2979" y="1788"/>
                  </a:cubicBezTo>
                  <a:lnTo>
                    <a:pt x="2979" y="1051"/>
                  </a:lnTo>
                  <a:cubicBezTo>
                    <a:pt x="2979" y="471"/>
                    <a:pt x="2509" y="1"/>
                    <a:pt x="19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129;p30">
              <a:extLst>
                <a:ext uri="{FF2B5EF4-FFF2-40B4-BE49-F238E27FC236}">
                  <a16:creationId xmlns:a16="http://schemas.microsoft.com/office/drawing/2014/main" id="{C74294A8-B9D5-8CB1-682D-15D286F9604A}"/>
                </a:ext>
              </a:extLst>
            </p:cNvPr>
            <p:cNvSpPr/>
            <p:nvPr/>
          </p:nvSpPr>
          <p:spPr>
            <a:xfrm>
              <a:off x="4736475" y="3351575"/>
              <a:ext cx="74875" cy="70575"/>
            </a:xfrm>
            <a:custGeom>
              <a:avLst/>
              <a:gdLst/>
              <a:ahLst/>
              <a:cxnLst/>
              <a:rect l="l" t="t" r="r" b="b"/>
              <a:pathLst>
                <a:path w="2995" h="2823" extrusionOk="0">
                  <a:moveTo>
                    <a:pt x="1051" y="1"/>
                  </a:moveTo>
                  <a:cubicBezTo>
                    <a:pt x="471" y="1"/>
                    <a:pt x="0" y="471"/>
                    <a:pt x="0" y="1051"/>
                  </a:cubicBezTo>
                  <a:lnTo>
                    <a:pt x="0" y="1788"/>
                  </a:lnTo>
                  <a:cubicBezTo>
                    <a:pt x="0" y="2368"/>
                    <a:pt x="471" y="2822"/>
                    <a:pt x="1051"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130;p30">
              <a:extLst>
                <a:ext uri="{FF2B5EF4-FFF2-40B4-BE49-F238E27FC236}">
                  <a16:creationId xmlns:a16="http://schemas.microsoft.com/office/drawing/2014/main" id="{3511A421-8692-52CE-FEF0-E5896B636D5B}"/>
                </a:ext>
              </a:extLst>
            </p:cNvPr>
            <p:cNvSpPr/>
            <p:nvPr/>
          </p:nvSpPr>
          <p:spPr>
            <a:xfrm>
              <a:off x="4628325" y="3351575"/>
              <a:ext cx="74475" cy="70575"/>
            </a:xfrm>
            <a:custGeom>
              <a:avLst/>
              <a:gdLst/>
              <a:ahLst/>
              <a:cxnLst/>
              <a:rect l="l" t="t" r="r" b="b"/>
              <a:pathLst>
                <a:path w="2979" h="2823" extrusionOk="0">
                  <a:moveTo>
                    <a:pt x="1051" y="1"/>
                  </a:moveTo>
                  <a:cubicBezTo>
                    <a:pt x="471" y="1"/>
                    <a:pt x="0" y="471"/>
                    <a:pt x="0" y="1051"/>
                  </a:cubicBezTo>
                  <a:lnTo>
                    <a:pt x="0" y="1788"/>
                  </a:lnTo>
                  <a:cubicBezTo>
                    <a:pt x="0" y="2368"/>
                    <a:pt x="471" y="2822"/>
                    <a:pt x="1051" y="2822"/>
                  </a:cubicBezTo>
                  <a:lnTo>
                    <a:pt x="1944" y="2822"/>
                  </a:lnTo>
                  <a:cubicBezTo>
                    <a:pt x="2508" y="2822"/>
                    <a:pt x="2978" y="2368"/>
                    <a:pt x="2978" y="1788"/>
                  </a:cubicBezTo>
                  <a:lnTo>
                    <a:pt x="2978" y="1051"/>
                  </a:lnTo>
                  <a:cubicBezTo>
                    <a:pt x="2978" y="471"/>
                    <a:pt x="2508"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131;p30">
              <a:extLst>
                <a:ext uri="{FF2B5EF4-FFF2-40B4-BE49-F238E27FC236}">
                  <a16:creationId xmlns:a16="http://schemas.microsoft.com/office/drawing/2014/main" id="{540D14EC-34A7-C31E-40C3-CB2F173F8E9B}"/>
                </a:ext>
              </a:extLst>
            </p:cNvPr>
            <p:cNvSpPr/>
            <p:nvPr/>
          </p:nvSpPr>
          <p:spPr>
            <a:xfrm>
              <a:off x="4519775" y="3351575"/>
              <a:ext cx="74875" cy="70575"/>
            </a:xfrm>
            <a:custGeom>
              <a:avLst/>
              <a:gdLst/>
              <a:ahLst/>
              <a:cxnLst/>
              <a:rect l="l" t="t" r="r" b="b"/>
              <a:pathLst>
                <a:path w="2995" h="2823" extrusionOk="0">
                  <a:moveTo>
                    <a:pt x="1051" y="1"/>
                  </a:moveTo>
                  <a:cubicBezTo>
                    <a:pt x="471" y="1"/>
                    <a:pt x="1" y="471"/>
                    <a:pt x="1" y="1051"/>
                  </a:cubicBezTo>
                  <a:lnTo>
                    <a:pt x="1" y="1788"/>
                  </a:lnTo>
                  <a:cubicBezTo>
                    <a:pt x="1" y="2368"/>
                    <a:pt x="471" y="2822"/>
                    <a:pt x="1051"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132;p30">
              <a:extLst>
                <a:ext uri="{FF2B5EF4-FFF2-40B4-BE49-F238E27FC236}">
                  <a16:creationId xmlns:a16="http://schemas.microsoft.com/office/drawing/2014/main" id="{16A82A2B-EA0A-BDE4-F1F5-36807A01F282}"/>
                </a:ext>
              </a:extLst>
            </p:cNvPr>
            <p:cNvSpPr/>
            <p:nvPr/>
          </p:nvSpPr>
          <p:spPr>
            <a:xfrm>
              <a:off x="4411625" y="3351575"/>
              <a:ext cx="74475" cy="70575"/>
            </a:xfrm>
            <a:custGeom>
              <a:avLst/>
              <a:gdLst/>
              <a:ahLst/>
              <a:cxnLst/>
              <a:rect l="l" t="t" r="r" b="b"/>
              <a:pathLst>
                <a:path w="2979" h="2823" extrusionOk="0">
                  <a:moveTo>
                    <a:pt x="1035" y="1"/>
                  </a:moveTo>
                  <a:cubicBezTo>
                    <a:pt x="471" y="1"/>
                    <a:pt x="0" y="471"/>
                    <a:pt x="0" y="1051"/>
                  </a:cubicBezTo>
                  <a:lnTo>
                    <a:pt x="0" y="1788"/>
                  </a:lnTo>
                  <a:cubicBezTo>
                    <a:pt x="0" y="2368"/>
                    <a:pt x="471" y="2822"/>
                    <a:pt x="1035" y="2822"/>
                  </a:cubicBezTo>
                  <a:lnTo>
                    <a:pt x="1928" y="2822"/>
                  </a:lnTo>
                  <a:cubicBezTo>
                    <a:pt x="2508" y="2822"/>
                    <a:pt x="2979" y="2368"/>
                    <a:pt x="2979" y="1788"/>
                  </a:cubicBezTo>
                  <a:lnTo>
                    <a:pt x="2979" y="1051"/>
                  </a:lnTo>
                  <a:cubicBezTo>
                    <a:pt x="2979" y="471"/>
                    <a:pt x="2508" y="1"/>
                    <a:pt x="192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33;p30">
              <a:extLst>
                <a:ext uri="{FF2B5EF4-FFF2-40B4-BE49-F238E27FC236}">
                  <a16:creationId xmlns:a16="http://schemas.microsoft.com/office/drawing/2014/main" id="{9A17B1FA-4B3F-D9D9-3F80-27AD64E5B946}"/>
                </a:ext>
              </a:extLst>
            </p:cNvPr>
            <p:cNvSpPr/>
            <p:nvPr/>
          </p:nvSpPr>
          <p:spPr>
            <a:xfrm>
              <a:off x="4303075" y="3351575"/>
              <a:ext cx="74875" cy="70575"/>
            </a:xfrm>
            <a:custGeom>
              <a:avLst/>
              <a:gdLst/>
              <a:ahLst/>
              <a:cxnLst/>
              <a:rect l="l" t="t" r="r" b="b"/>
              <a:pathLst>
                <a:path w="2995" h="2823" extrusionOk="0">
                  <a:moveTo>
                    <a:pt x="1051" y="1"/>
                  </a:moveTo>
                  <a:cubicBezTo>
                    <a:pt x="471" y="1"/>
                    <a:pt x="1" y="471"/>
                    <a:pt x="1" y="1051"/>
                  </a:cubicBezTo>
                  <a:lnTo>
                    <a:pt x="1" y="1788"/>
                  </a:lnTo>
                  <a:cubicBezTo>
                    <a:pt x="1" y="2368"/>
                    <a:pt x="471" y="2822"/>
                    <a:pt x="1051"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34;p30">
              <a:extLst>
                <a:ext uri="{FF2B5EF4-FFF2-40B4-BE49-F238E27FC236}">
                  <a16:creationId xmlns:a16="http://schemas.microsoft.com/office/drawing/2014/main" id="{6205D456-9F12-4274-0EF2-0C29AA7996F4}"/>
                </a:ext>
              </a:extLst>
            </p:cNvPr>
            <p:cNvSpPr/>
            <p:nvPr/>
          </p:nvSpPr>
          <p:spPr>
            <a:xfrm>
              <a:off x="4194925" y="3351575"/>
              <a:ext cx="74475" cy="70575"/>
            </a:xfrm>
            <a:custGeom>
              <a:avLst/>
              <a:gdLst/>
              <a:ahLst/>
              <a:cxnLst/>
              <a:rect l="l" t="t" r="r" b="b"/>
              <a:pathLst>
                <a:path w="2979" h="2823" extrusionOk="0">
                  <a:moveTo>
                    <a:pt x="1035" y="1"/>
                  </a:moveTo>
                  <a:cubicBezTo>
                    <a:pt x="471" y="1"/>
                    <a:pt x="1" y="471"/>
                    <a:pt x="1" y="1051"/>
                  </a:cubicBezTo>
                  <a:lnTo>
                    <a:pt x="1" y="1788"/>
                  </a:lnTo>
                  <a:cubicBezTo>
                    <a:pt x="1" y="2368"/>
                    <a:pt x="471" y="2822"/>
                    <a:pt x="1035" y="2822"/>
                  </a:cubicBezTo>
                  <a:lnTo>
                    <a:pt x="1928" y="2822"/>
                  </a:lnTo>
                  <a:cubicBezTo>
                    <a:pt x="2508" y="2822"/>
                    <a:pt x="2979" y="2368"/>
                    <a:pt x="2979" y="1788"/>
                  </a:cubicBezTo>
                  <a:lnTo>
                    <a:pt x="2979" y="1051"/>
                  </a:lnTo>
                  <a:cubicBezTo>
                    <a:pt x="2979" y="471"/>
                    <a:pt x="2508" y="1"/>
                    <a:pt x="192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35;p30">
              <a:extLst>
                <a:ext uri="{FF2B5EF4-FFF2-40B4-BE49-F238E27FC236}">
                  <a16:creationId xmlns:a16="http://schemas.microsoft.com/office/drawing/2014/main" id="{3AF1B2ED-756C-D9C1-B4B7-A97E3045B75F}"/>
                </a:ext>
              </a:extLst>
            </p:cNvPr>
            <p:cNvSpPr/>
            <p:nvPr/>
          </p:nvSpPr>
          <p:spPr>
            <a:xfrm>
              <a:off x="4086375" y="3351575"/>
              <a:ext cx="74875" cy="70575"/>
            </a:xfrm>
            <a:custGeom>
              <a:avLst/>
              <a:gdLst/>
              <a:ahLst/>
              <a:cxnLst/>
              <a:rect l="l" t="t" r="r" b="b"/>
              <a:pathLst>
                <a:path w="2995" h="2823" extrusionOk="0">
                  <a:moveTo>
                    <a:pt x="1051" y="1"/>
                  </a:moveTo>
                  <a:cubicBezTo>
                    <a:pt x="471" y="1"/>
                    <a:pt x="1" y="471"/>
                    <a:pt x="1" y="1051"/>
                  </a:cubicBezTo>
                  <a:lnTo>
                    <a:pt x="1" y="1788"/>
                  </a:lnTo>
                  <a:cubicBezTo>
                    <a:pt x="1" y="2368"/>
                    <a:pt x="471" y="2822"/>
                    <a:pt x="1051" y="2822"/>
                  </a:cubicBezTo>
                  <a:lnTo>
                    <a:pt x="1944" y="2822"/>
                  </a:lnTo>
                  <a:cubicBezTo>
                    <a:pt x="2524" y="2822"/>
                    <a:pt x="2995" y="2368"/>
                    <a:pt x="2995" y="1788"/>
                  </a:cubicBezTo>
                  <a:lnTo>
                    <a:pt x="2995" y="1051"/>
                  </a:lnTo>
                  <a:cubicBezTo>
                    <a:pt x="2995"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6;p30">
              <a:extLst>
                <a:ext uri="{FF2B5EF4-FFF2-40B4-BE49-F238E27FC236}">
                  <a16:creationId xmlns:a16="http://schemas.microsoft.com/office/drawing/2014/main" id="{1253B75C-63F3-D23F-BB57-1CC08015EAAD}"/>
                </a:ext>
              </a:extLst>
            </p:cNvPr>
            <p:cNvSpPr/>
            <p:nvPr/>
          </p:nvSpPr>
          <p:spPr>
            <a:xfrm>
              <a:off x="4570325" y="2631750"/>
              <a:ext cx="2293575" cy="582700"/>
            </a:xfrm>
            <a:custGeom>
              <a:avLst/>
              <a:gdLst/>
              <a:ahLst/>
              <a:cxnLst/>
              <a:rect l="l" t="t" r="r" b="b"/>
              <a:pathLst>
                <a:path w="91743" h="23308" extrusionOk="0">
                  <a:moveTo>
                    <a:pt x="23857" y="188"/>
                  </a:moveTo>
                  <a:cubicBezTo>
                    <a:pt x="21694" y="658"/>
                    <a:pt x="19813" y="1944"/>
                    <a:pt x="17854" y="2947"/>
                  </a:cubicBezTo>
                  <a:lnTo>
                    <a:pt x="17854" y="2947"/>
                  </a:lnTo>
                  <a:cubicBezTo>
                    <a:pt x="15001" y="4420"/>
                    <a:pt x="11835" y="5376"/>
                    <a:pt x="8637" y="5282"/>
                  </a:cubicBezTo>
                  <a:lnTo>
                    <a:pt x="8637" y="5282"/>
                  </a:lnTo>
                  <a:cubicBezTo>
                    <a:pt x="5440" y="5204"/>
                    <a:pt x="2211" y="4013"/>
                    <a:pt x="1" y="1709"/>
                  </a:cubicBezTo>
                  <a:lnTo>
                    <a:pt x="1" y="1709"/>
                  </a:lnTo>
                  <a:cubicBezTo>
                    <a:pt x="251" y="3339"/>
                    <a:pt x="1458" y="4467"/>
                    <a:pt x="2963" y="5173"/>
                  </a:cubicBezTo>
                  <a:lnTo>
                    <a:pt x="2963" y="5173"/>
                  </a:lnTo>
                  <a:cubicBezTo>
                    <a:pt x="6082" y="6615"/>
                    <a:pt x="9672" y="7022"/>
                    <a:pt x="13026" y="6286"/>
                  </a:cubicBezTo>
                  <a:lnTo>
                    <a:pt x="13026" y="6286"/>
                  </a:lnTo>
                  <a:cubicBezTo>
                    <a:pt x="15910" y="5643"/>
                    <a:pt x="18559" y="4232"/>
                    <a:pt x="21365" y="3323"/>
                  </a:cubicBezTo>
                  <a:lnTo>
                    <a:pt x="21365" y="3323"/>
                  </a:lnTo>
                  <a:cubicBezTo>
                    <a:pt x="24170" y="2414"/>
                    <a:pt x="27384" y="2069"/>
                    <a:pt x="29954" y="3511"/>
                  </a:cubicBezTo>
                  <a:lnTo>
                    <a:pt x="29954" y="3511"/>
                  </a:lnTo>
                  <a:cubicBezTo>
                    <a:pt x="31804" y="4546"/>
                    <a:pt x="33058" y="6364"/>
                    <a:pt x="34735" y="7649"/>
                  </a:cubicBezTo>
                  <a:lnTo>
                    <a:pt x="34735" y="7649"/>
                  </a:lnTo>
                  <a:cubicBezTo>
                    <a:pt x="39108" y="11051"/>
                    <a:pt x="45440" y="10330"/>
                    <a:pt x="50629" y="8386"/>
                  </a:cubicBezTo>
                  <a:lnTo>
                    <a:pt x="50629" y="8386"/>
                  </a:lnTo>
                  <a:cubicBezTo>
                    <a:pt x="52274" y="7775"/>
                    <a:pt x="53905" y="7038"/>
                    <a:pt x="55644" y="6803"/>
                  </a:cubicBezTo>
                  <a:lnTo>
                    <a:pt x="55644" y="6803"/>
                  </a:lnTo>
                  <a:cubicBezTo>
                    <a:pt x="57384" y="6552"/>
                    <a:pt x="59312" y="6897"/>
                    <a:pt x="60550" y="8135"/>
                  </a:cubicBezTo>
                  <a:lnTo>
                    <a:pt x="60550" y="8135"/>
                  </a:lnTo>
                  <a:cubicBezTo>
                    <a:pt x="61851" y="9452"/>
                    <a:pt x="62149" y="11489"/>
                    <a:pt x="63340" y="12916"/>
                  </a:cubicBezTo>
                  <a:lnTo>
                    <a:pt x="63340" y="12916"/>
                  </a:lnTo>
                  <a:cubicBezTo>
                    <a:pt x="64516" y="14326"/>
                    <a:pt x="66413" y="14922"/>
                    <a:pt x="68231" y="15126"/>
                  </a:cubicBezTo>
                  <a:lnTo>
                    <a:pt x="68231" y="15126"/>
                  </a:lnTo>
                  <a:cubicBezTo>
                    <a:pt x="73215" y="15690"/>
                    <a:pt x="76648" y="12571"/>
                    <a:pt x="81397" y="12383"/>
                  </a:cubicBezTo>
                  <a:lnTo>
                    <a:pt x="81397" y="12383"/>
                  </a:lnTo>
                  <a:cubicBezTo>
                    <a:pt x="83200" y="12305"/>
                    <a:pt x="85081" y="12712"/>
                    <a:pt x="86476" y="13841"/>
                  </a:cubicBezTo>
                  <a:lnTo>
                    <a:pt x="86476" y="13841"/>
                  </a:lnTo>
                  <a:cubicBezTo>
                    <a:pt x="87479" y="14656"/>
                    <a:pt x="88169" y="15800"/>
                    <a:pt x="88796" y="16944"/>
                  </a:cubicBezTo>
                  <a:lnTo>
                    <a:pt x="88796" y="16944"/>
                  </a:lnTo>
                  <a:cubicBezTo>
                    <a:pt x="89877" y="18935"/>
                    <a:pt x="90833" y="21051"/>
                    <a:pt x="91225" y="23292"/>
                  </a:cubicBezTo>
                  <a:lnTo>
                    <a:pt x="91225" y="23292"/>
                  </a:lnTo>
                  <a:lnTo>
                    <a:pt x="91398" y="23308"/>
                  </a:lnTo>
                  <a:cubicBezTo>
                    <a:pt x="91742" y="20048"/>
                    <a:pt x="91492" y="16631"/>
                    <a:pt x="89940" y="13747"/>
                  </a:cubicBezTo>
                  <a:lnTo>
                    <a:pt x="89940" y="13747"/>
                  </a:lnTo>
                  <a:cubicBezTo>
                    <a:pt x="88388" y="10862"/>
                    <a:pt x="85332" y="8637"/>
                    <a:pt x="82056" y="8746"/>
                  </a:cubicBezTo>
                  <a:lnTo>
                    <a:pt x="82056" y="8746"/>
                  </a:lnTo>
                  <a:cubicBezTo>
                    <a:pt x="79846" y="8809"/>
                    <a:pt x="77808" y="9891"/>
                    <a:pt x="75723" y="10643"/>
                  </a:cubicBezTo>
                  <a:lnTo>
                    <a:pt x="75723" y="10643"/>
                  </a:lnTo>
                  <a:cubicBezTo>
                    <a:pt x="73544" y="11411"/>
                    <a:pt x="71240" y="11819"/>
                    <a:pt x="68936" y="11850"/>
                  </a:cubicBezTo>
                  <a:lnTo>
                    <a:pt x="68936" y="11850"/>
                  </a:lnTo>
                  <a:cubicBezTo>
                    <a:pt x="67745" y="11881"/>
                    <a:pt x="66491" y="11787"/>
                    <a:pt x="65425" y="11223"/>
                  </a:cubicBezTo>
                  <a:lnTo>
                    <a:pt x="65425" y="11223"/>
                  </a:lnTo>
                  <a:cubicBezTo>
                    <a:pt x="63654" y="10314"/>
                    <a:pt x="62714" y="8370"/>
                    <a:pt x="61334" y="6944"/>
                  </a:cubicBezTo>
                  <a:lnTo>
                    <a:pt x="61334" y="6944"/>
                  </a:lnTo>
                  <a:cubicBezTo>
                    <a:pt x="57839" y="3370"/>
                    <a:pt x="51977" y="3574"/>
                    <a:pt x="47243" y="5188"/>
                  </a:cubicBezTo>
                  <a:lnTo>
                    <a:pt x="47243" y="5188"/>
                  </a:lnTo>
                  <a:cubicBezTo>
                    <a:pt x="45064" y="5925"/>
                    <a:pt x="42838" y="6913"/>
                    <a:pt x="40581" y="6521"/>
                  </a:cubicBezTo>
                  <a:lnTo>
                    <a:pt x="40581" y="6521"/>
                  </a:lnTo>
                  <a:cubicBezTo>
                    <a:pt x="39030" y="6239"/>
                    <a:pt x="37682" y="5345"/>
                    <a:pt x="36381" y="4452"/>
                  </a:cubicBezTo>
                  <a:lnTo>
                    <a:pt x="36381" y="4452"/>
                  </a:lnTo>
                  <a:cubicBezTo>
                    <a:pt x="33152" y="2273"/>
                    <a:pt x="29515" y="0"/>
                    <a:pt x="25738" y="0"/>
                  </a:cubicBezTo>
                  <a:lnTo>
                    <a:pt x="25738" y="0"/>
                  </a:lnTo>
                  <a:cubicBezTo>
                    <a:pt x="25111" y="0"/>
                    <a:pt x="24484" y="63"/>
                    <a:pt x="23857" y="188"/>
                  </a:cubicBezTo>
                </a:path>
              </a:pathLst>
            </a:custGeom>
            <a:solidFill>
              <a:srgbClr val="FFFFFF">
                <a:alpha val="410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3" name="Google Shape;397;p38">
            <a:extLst>
              <a:ext uri="{FF2B5EF4-FFF2-40B4-BE49-F238E27FC236}">
                <a16:creationId xmlns:a16="http://schemas.microsoft.com/office/drawing/2014/main" id="{04399BA9-1F0C-8174-BC9C-99AF97591CAB}"/>
              </a:ext>
            </a:extLst>
          </p:cNvPr>
          <p:cNvSpPr txBox="1">
            <a:spLocks/>
          </p:cNvSpPr>
          <p:nvPr/>
        </p:nvSpPr>
        <p:spPr>
          <a:xfrm>
            <a:off x="1270219" y="149761"/>
            <a:ext cx="6372766" cy="8400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6000"/>
              <a:buFont typeface="Montserrat ExtraBold"/>
              <a:buNone/>
              <a:defRPr sz="4000" b="0" i="0" u="none" strike="noStrike" cap="none">
                <a:solidFill>
                  <a:schemeClr val="dk2"/>
                </a:solidFill>
                <a:latin typeface="Montserrat ExtraBold"/>
                <a:ea typeface="Montserrat ExtraBold"/>
                <a:cs typeface="Montserrat ExtraBold"/>
                <a:sym typeface="Montserrat ExtraBold"/>
              </a:defRPr>
            </a:lvl1pPr>
            <a:lvl2pPr marR="0" lvl="1"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2pPr>
            <a:lvl3pPr marR="0" lvl="2"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3pPr>
            <a:lvl4pPr marR="0" lvl="3"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4pPr>
            <a:lvl5pPr marR="0" lvl="4"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5pPr>
            <a:lvl6pPr marR="0" lvl="5"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6pPr>
            <a:lvl7pPr marR="0" lvl="6"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7pPr>
            <a:lvl8pPr marR="0" lvl="7"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8pPr>
            <a:lvl9pPr marR="0" lvl="8"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9pPr>
          </a:lstStyle>
          <a:p>
            <a:pPr lvl="0"/>
            <a:r>
              <a:rPr lang="en-US" sz="3600" dirty="0">
                <a:solidFill>
                  <a:srgbClr val="002E50"/>
                </a:solidFill>
              </a:rPr>
              <a:t>Sales &amp; financial Analysis </a:t>
            </a:r>
          </a:p>
        </p:txBody>
      </p:sp>
      <p:sp>
        <p:nvSpPr>
          <p:cNvPr id="131" name="Rectangle: Rounded Corners 130">
            <a:extLst>
              <a:ext uri="{FF2B5EF4-FFF2-40B4-BE49-F238E27FC236}">
                <a16:creationId xmlns:a16="http://schemas.microsoft.com/office/drawing/2014/main" id="{7B0AB098-5041-963B-CFB2-352E52A4919B}"/>
              </a:ext>
            </a:extLst>
          </p:cNvPr>
          <p:cNvSpPr/>
          <p:nvPr/>
        </p:nvSpPr>
        <p:spPr>
          <a:xfrm>
            <a:off x="298428" y="1198093"/>
            <a:ext cx="2077414" cy="2878787"/>
          </a:xfrm>
          <a:prstGeom prst="roundRect">
            <a:avLst/>
          </a:prstGeom>
          <a:solidFill>
            <a:srgbClr val="002060"/>
          </a:solidFill>
          <a:ln>
            <a:solidFill>
              <a:srgbClr val="3A729A"/>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dirty="0">
              <a:solidFill>
                <a:srgbClr val="FFFFFF"/>
              </a:solidFill>
            </a:endParaRPr>
          </a:p>
        </p:txBody>
      </p:sp>
      <p:sp>
        <p:nvSpPr>
          <p:cNvPr id="132" name="Google Shape;397;p38">
            <a:extLst>
              <a:ext uri="{FF2B5EF4-FFF2-40B4-BE49-F238E27FC236}">
                <a16:creationId xmlns:a16="http://schemas.microsoft.com/office/drawing/2014/main" id="{083F59E3-CD0D-34D2-EE18-0526EC21F312}"/>
              </a:ext>
            </a:extLst>
          </p:cNvPr>
          <p:cNvSpPr txBox="1">
            <a:spLocks/>
          </p:cNvSpPr>
          <p:nvPr/>
        </p:nvSpPr>
        <p:spPr>
          <a:xfrm>
            <a:off x="493838" y="2397589"/>
            <a:ext cx="1875955" cy="595205"/>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r>
              <a:rPr lang="en-US" sz="1200" dirty="0">
                <a:solidFill>
                  <a:srgbClr val="FFFFFF"/>
                </a:solidFill>
              </a:rPr>
              <a:t>Net Revenue</a:t>
            </a:r>
          </a:p>
        </p:txBody>
      </p:sp>
      <p:sp>
        <p:nvSpPr>
          <p:cNvPr id="133" name="Google Shape;397;p38">
            <a:extLst>
              <a:ext uri="{FF2B5EF4-FFF2-40B4-BE49-F238E27FC236}">
                <a16:creationId xmlns:a16="http://schemas.microsoft.com/office/drawing/2014/main" id="{E9EE759A-334E-421B-CC97-5A974339A9FC}"/>
              </a:ext>
            </a:extLst>
          </p:cNvPr>
          <p:cNvSpPr txBox="1">
            <a:spLocks/>
          </p:cNvSpPr>
          <p:nvPr/>
        </p:nvSpPr>
        <p:spPr>
          <a:xfrm>
            <a:off x="459745" y="3106944"/>
            <a:ext cx="1875955" cy="595205"/>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r>
              <a:rPr lang="en-US" sz="1200" dirty="0">
                <a:solidFill>
                  <a:srgbClr val="FFFFFF"/>
                </a:solidFill>
              </a:rPr>
              <a:t>Refund 5%</a:t>
            </a:r>
          </a:p>
        </p:txBody>
      </p:sp>
      <p:sp>
        <p:nvSpPr>
          <p:cNvPr id="135" name="Google Shape;397;p38">
            <a:extLst>
              <a:ext uri="{FF2B5EF4-FFF2-40B4-BE49-F238E27FC236}">
                <a16:creationId xmlns:a16="http://schemas.microsoft.com/office/drawing/2014/main" id="{149E5BDB-9B06-B62D-B2B1-BEB3DAE139B0}"/>
              </a:ext>
            </a:extLst>
          </p:cNvPr>
          <p:cNvSpPr txBox="1">
            <a:spLocks/>
          </p:cNvSpPr>
          <p:nvPr/>
        </p:nvSpPr>
        <p:spPr>
          <a:xfrm>
            <a:off x="518114" y="1640227"/>
            <a:ext cx="1695653" cy="595205"/>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r>
              <a:rPr lang="en-US" sz="1200" dirty="0">
                <a:solidFill>
                  <a:srgbClr val="FFFFFF"/>
                </a:solidFill>
              </a:rPr>
              <a:t>Revenue</a:t>
            </a:r>
          </a:p>
        </p:txBody>
      </p:sp>
    </p:spTree>
    <p:extLst>
      <p:ext uri="{BB962C8B-B14F-4D97-AF65-F5344CB8AC3E}">
        <p14:creationId xmlns:p14="http://schemas.microsoft.com/office/powerpoint/2010/main" val="68242491"/>
      </p:ext>
    </p:extLst>
  </p:cSld>
  <p:clrMapOvr>
    <a:masterClrMapping/>
  </p:clrMapOvr>
  <mc:AlternateContent xmlns:mc="http://schemas.openxmlformats.org/markup-compatibility/2006">
    <mc:Choice xmlns:p14="http://schemas.microsoft.com/office/powerpoint/2010/main" Requires="p14">
      <p:transition spd="med" p14:dur="700" advTm="0">
        <p:fade/>
      </p:transition>
    </mc:Choice>
    <mc:Fallback>
      <p:transition spd="med" advTm="0">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 name="Google Shape;1534;p36">
            <a:extLst>
              <a:ext uri="{FF2B5EF4-FFF2-40B4-BE49-F238E27FC236}">
                <a16:creationId xmlns:a16="http://schemas.microsoft.com/office/drawing/2014/main" id="{69C0E481-1A7C-8DFF-E143-F58CFD321E08}"/>
              </a:ext>
            </a:extLst>
          </p:cNvPr>
          <p:cNvGrpSpPr/>
          <p:nvPr/>
        </p:nvGrpSpPr>
        <p:grpSpPr>
          <a:xfrm>
            <a:off x="0" y="4421430"/>
            <a:ext cx="9276783" cy="1398672"/>
            <a:chOff x="-139347" y="3868275"/>
            <a:chExt cx="9276783" cy="1398672"/>
          </a:xfrm>
          <a:solidFill>
            <a:srgbClr val="091359"/>
          </a:solidFill>
        </p:grpSpPr>
        <p:sp>
          <p:nvSpPr>
            <p:cNvPr id="26" name="Google Shape;1535;p36">
              <a:extLst>
                <a:ext uri="{FF2B5EF4-FFF2-40B4-BE49-F238E27FC236}">
                  <a16:creationId xmlns:a16="http://schemas.microsoft.com/office/drawing/2014/main" id="{89AF1B9C-9B87-9AF0-0C2B-D6FDEF03DF0B}"/>
                </a:ext>
              </a:extLst>
            </p:cNvPr>
            <p:cNvSpPr/>
            <p:nvPr/>
          </p:nvSpPr>
          <p:spPr>
            <a:xfrm flipH="1">
              <a:off x="-139347" y="4015425"/>
              <a:ext cx="9276772" cy="548850"/>
            </a:xfrm>
            <a:custGeom>
              <a:avLst/>
              <a:gdLst/>
              <a:ahLst/>
              <a:cxnLst/>
              <a:rect l="l" t="t" r="r" b="b"/>
              <a:pathLst>
                <a:path w="219946" h="21954" extrusionOk="0">
                  <a:moveTo>
                    <a:pt x="0" y="12956"/>
                  </a:moveTo>
                  <a:lnTo>
                    <a:pt x="0" y="21954"/>
                  </a:lnTo>
                  <a:lnTo>
                    <a:pt x="219946" y="8998"/>
                  </a:lnTo>
                  <a:lnTo>
                    <a:pt x="219946"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7" name="Google Shape;1536;p36">
              <a:extLst>
                <a:ext uri="{FF2B5EF4-FFF2-40B4-BE49-F238E27FC236}">
                  <a16:creationId xmlns:a16="http://schemas.microsoft.com/office/drawing/2014/main" id="{C962049F-7EAE-45FF-9475-2EE4F0DF3B4E}"/>
                </a:ext>
              </a:extLst>
            </p:cNvPr>
            <p:cNvGrpSpPr/>
            <p:nvPr/>
          </p:nvGrpSpPr>
          <p:grpSpPr>
            <a:xfrm flipH="1">
              <a:off x="2134836" y="4216900"/>
              <a:ext cx="3484400" cy="1050047"/>
              <a:chOff x="3379075" y="4216900"/>
              <a:chExt cx="3484400" cy="1050047"/>
            </a:xfrm>
            <a:grpFill/>
          </p:grpSpPr>
          <p:sp>
            <p:nvSpPr>
              <p:cNvPr id="87" name="Google Shape;1537;p36">
                <a:extLst>
                  <a:ext uri="{FF2B5EF4-FFF2-40B4-BE49-F238E27FC236}">
                    <a16:creationId xmlns:a16="http://schemas.microsoft.com/office/drawing/2014/main" id="{5713E945-E397-67EA-EAF1-D77279F6DC33}"/>
                  </a:ext>
                </a:extLst>
              </p:cNvPr>
              <p:cNvSpPr/>
              <p:nvPr/>
            </p:nvSpPr>
            <p:spPr>
              <a:xfrm>
                <a:off x="6638025" y="4216900"/>
                <a:ext cx="225450" cy="266525"/>
              </a:xfrm>
              <a:custGeom>
                <a:avLst/>
                <a:gdLst/>
                <a:ahLst/>
                <a:cxnLst/>
                <a:rect l="l" t="t" r="r" b="b"/>
                <a:pathLst>
                  <a:path w="9018" h="10661" extrusionOk="0">
                    <a:moveTo>
                      <a:pt x="1" y="10660"/>
                    </a:moveTo>
                    <a:lnTo>
                      <a:pt x="9017" y="10660"/>
                    </a:lnTo>
                    <a:lnTo>
                      <a:pt x="9017"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1538;p36">
                <a:extLst>
                  <a:ext uri="{FF2B5EF4-FFF2-40B4-BE49-F238E27FC236}">
                    <a16:creationId xmlns:a16="http://schemas.microsoft.com/office/drawing/2014/main" id="{D3BFE6C1-A617-DD21-1BCA-EA4A8EBDF3CD}"/>
                  </a:ext>
                </a:extLst>
              </p:cNvPr>
              <p:cNvSpPr/>
              <p:nvPr/>
            </p:nvSpPr>
            <p:spPr>
              <a:xfrm>
                <a:off x="5628575" y="4216900"/>
                <a:ext cx="225425" cy="266525"/>
              </a:xfrm>
              <a:custGeom>
                <a:avLst/>
                <a:gdLst/>
                <a:ahLst/>
                <a:cxnLst/>
                <a:rect l="l" t="t" r="r" b="b"/>
                <a:pathLst>
                  <a:path w="9017" h="10661" extrusionOk="0">
                    <a:moveTo>
                      <a:pt x="0" y="10660"/>
                    </a:moveTo>
                    <a:lnTo>
                      <a:pt x="9017" y="10660"/>
                    </a:lnTo>
                    <a:lnTo>
                      <a:pt x="9017"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1539;p36">
                <a:extLst>
                  <a:ext uri="{FF2B5EF4-FFF2-40B4-BE49-F238E27FC236}">
                    <a16:creationId xmlns:a16="http://schemas.microsoft.com/office/drawing/2014/main" id="{93BE9C1F-C27E-6192-934F-EF6F41DF4331}"/>
                  </a:ext>
                </a:extLst>
              </p:cNvPr>
              <p:cNvSpPr/>
              <p:nvPr/>
            </p:nvSpPr>
            <p:spPr>
              <a:xfrm>
                <a:off x="5700425" y="4473175"/>
                <a:ext cx="72850" cy="792553"/>
              </a:xfrm>
              <a:custGeom>
                <a:avLst/>
                <a:gdLst/>
                <a:ahLst/>
                <a:cxnLst/>
                <a:rect l="l" t="t" r="r" b="b"/>
                <a:pathLst>
                  <a:path w="2914" h="48780" extrusionOk="0">
                    <a:moveTo>
                      <a:pt x="1" y="48780"/>
                    </a:moveTo>
                    <a:lnTo>
                      <a:pt x="2913" y="48780"/>
                    </a:lnTo>
                    <a:lnTo>
                      <a:pt x="291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1540;p36">
                <a:extLst>
                  <a:ext uri="{FF2B5EF4-FFF2-40B4-BE49-F238E27FC236}">
                    <a16:creationId xmlns:a16="http://schemas.microsoft.com/office/drawing/2014/main" id="{1CD70B06-D350-3926-587D-A2E3E780A67D}"/>
                  </a:ext>
                </a:extLst>
              </p:cNvPr>
              <p:cNvSpPr/>
              <p:nvPr/>
            </p:nvSpPr>
            <p:spPr>
              <a:xfrm>
                <a:off x="4520150" y="4293100"/>
                <a:ext cx="225450" cy="266525"/>
              </a:xfrm>
              <a:custGeom>
                <a:avLst/>
                <a:gdLst/>
                <a:ahLst/>
                <a:cxnLst/>
                <a:rect l="l" t="t" r="r" b="b"/>
                <a:pathLst>
                  <a:path w="9018" h="10661" extrusionOk="0">
                    <a:moveTo>
                      <a:pt x="1" y="10660"/>
                    </a:moveTo>
                    <a:lnTo>
                      <a:pt x="9017" y="10660"/>
                    </a:lnTo>
                    <a:lnTo>
                      <a:pt x="9017"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1541;p36">
                <a:extLst>
                  <a:ext uri="{FF2B5EF4-FFF2-40B4-BE49-F238E27FC236}">
                    <a16:creationId xmlns:a16="http://schemas.microsoft.com/office/drawing/2014/main" id="{88763C1F-FEE5-43B9-D18F-6EE0FC4AFF5D}"/>
                  </a:ext>
                </a:extLst>
              </p:cNvPr>
              <p:cNvSpPr/>
              <p:nvPr/>
            </p:nvSpPr>
            <p:spPr>
              <a:xfrm>
                <a:off x="4592025" y="4473175"/>
                <a:ext cx="72825" cy="792553"/>
              </a:xfrm>
              <a:custGeom>
                <a:avLst/>
                <a:gdLst/>
                <a:ahLst/>
                <a:cxnLst/>
                <a:rect l="l" t="t" r="r" b="b"/>
                <a:pathLst>
                  <a:path w="2913" h="48780" extrusionOk="0">
                    <a:moveTo>
                      <a:pt x="1" y="48780"/>
                    </a:moveTo>
                    <a:lnTo>
                      <a:pt x="2913" y="48780"/>
                    </a:lnTo>
                    <a:lnTo>
                      <a:pt x="291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1542;p36">
                <a:extLst>
                  <a:ext uri="{FF2B5EF4-FFF2-40B4-BE49-F238E27FC236}">
                    <a16:creationId xmlns:a16="http://schemas.microsoft.com/office/drawing/2014/main" id="{D06B1159-567A-3EB8-69E6-8C4C3671E48A}"/>
                  </a:ext>
                </a:extLst>
              </p:cNvPr>
              <p:cNvSpPr/>
              <p:nvPr/>
            </p:nvSpPr>
            <p:spPr>
              <a:xfrm>
                <a:off x="3379075" y="4327650"/>
                <a:ext cx="225450" cy="262300"/>
              </a:xfrm>
              <a:custGeom>
                <a:avLst/>
                <a:gdLst/>
                <a:ahLst/>
                <a:cxnLst/>
                <a:rect l="l" t="t" r="r" b="b"/>
                <a:pathLst>
                  <a:path w="9018" h="10492" extrusionOk="0">
                    <a:moveTo>
                      <a:pt x="1" y="10492"/>
                    </a:moveTo>
                    <a:lnTo>
                      <a:pt x="9017" y="10492"/>
                    </a:lnTo>
                    <a:lnTo>
                      <a:pt x="9017" y="0"/>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1543;p36">
                <a:extLst>
                  <a:ext uri="{FF2B5EF4-FFF2-40B4-BE49-F238E27FC236}">
                    <a16:creationId xmlns:a16="http://schemas.microsoft.com/office/drawing/2014/main" id="{BD98C59D-D6EF-491D-AA53-ABD76B4A2623}"/>
                  </a:ext>
                </a:extLst>
              </p:cNvPr>
              <p:cNvSpPr/>
              <p:nvPr/>
            </p:nvSpPr>
            <p:spPr>
              <a:xfrm>
                <a:off x="3450950" y="4494102"/>
                <a:ext cx="72825" cy="772845"/>
              </a:xfrm>
              <a:custGeom>
                <a:avLst/>
                <a:gdLst/>
                <a:ahLst/>
                <a:cxnLst/>
                <a:rect l="l" t="t" r="r" b="b"/>
                <a:pathLst>
                  <a:path w="2913" h="47567" extrusionOk="0">
                    <a:moveTo>
                      <a:pt x="1" y="47567"/>
                    </a:moveTo>
                    <a:lnTo>
                      <a:pt x="2913" y="47567"/>
                    </a:lnTo>
                    <a:lnTo>
                      <a:pt x="291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 name="Google Shape;1544;p36">
              <a:extLst>
                <a:ext uri="{FF2B5EF4-FFF2-40B4-BE49-F238E27FC236}">
                  <a16:creationId xmlns:a16="http://schemas.microsoft.com/office/drawing/2014/main" id="{54A9CCB7-B41C-4B06-F9A7-0B48C2839929}"/>
                </a:ext>
              </a:extLst>
            </p:cNvPr>
            <p:cNvGrpSpPr/>
            <p:nvPr/>
          </p:nvGrpSpPr>
          <p:grpSpPr>
            <a:xfrm flipH="1">
              <a:off x="-57406" y="3868275"/>
              <a:ext cx="9194843" cy="559600"/>
              <a:chOff x="-139125" y="3868275"/>
              <a:chExt cx="9194843" cy="559600"/>
            </a:xfrm>
            <a:grpFill/>
          </p:grpSpPr>
          <p:sp>
            <p:nvSpPr>
              <p:cNvPr id="44" name="Google Shape;1545;p36">
                <a:extLst>
                  <a:ext uri="{FF2B5EF4-FFF2-40B4-BE49-F238E27FC236}">
                    <a16:creationId xmlns:a16="http://schemas.microsoft.com/office/drawing/2014/main" id="{90E6CAF2-DA24-9C35-0554-7F758E89AB02}"/>
                  </a:ext>
                </a:extLst>
              </p:cNvPr>
              <p:cNvSpPr/>
              <p:nvPr/>
            </p:nvSpPr>
            <p:spPr>
              <a:xfrm>
                <a:off x="-139125" y="3868275"/>
                <a:ext cx="9194843" cy="351450"/>
              </a:xfrm>
              <a:custGeom>
                <a:avLst/>
                <a:gdLst/>
                <a:ahLst/>
                <a:cxnLst/>
                <a:rect l="l" t="t" r="r" b="b"/>
                <a:pathLst>
                  <a:path w="219946" h="14058" extrusionOk="0">
                    <a:moveTo>
                      <a:pt x="0" y="12956"/>
                    </a:moveTo>
                    <a:lnTo>
                      <a:pt x="0" y="14058"/>
                    </a:lnTo>
                    <a:lnTo>
                      <a:pt x="219946" y="1102"/>
                    </a:lnTo>
                    <a:lnTo>
                      <a:pt x="219946"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1546;p36">
                <a:extLst>
                  <a:ext uri="{FF2B5EF4-FFF2-40B4-BE49-F238E27FC236}">
                    <a16:creationId xmlns:a16="http://schemas.microsoft.com/office/drawing/2014/main" id="{48260650-71E9-85AC-38EF-BEAD638C4D54}"/>
                  </a:ext>
                </a:extLst>
              </p:cNvPr>
              <p:cNvSpPr/>
              <p:nvPr/>
            </p:nvSpPr>
            <p:spPr>
              <a:xfrm>
                <a:off x="125427" y="4182825"/>
                <a:ext cx="34406" cy="245050"/>
              </a:xfrm>
              <a:custGeom>
                <a:avLst/>
                <a:gdLst/>
                <a:ahLst/>
                <a:cxnLst/>
                <a:rect l="l" t="t" r="r" b="b"/>
                <a:pathLst>
                  <a:path w="823" h="9802" extrusionOk="0">
                    <a:moveTo>
                      <a:pt x="1" y="9802"/>
                    </a:moveTo>
                    <a:lnTo>
                      <a:pt x="822" y="9802"/>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1547;p36">
                <a:extLst>
                  <a:ext uri="{FF2B5EF4-FFF2-40B4-BE49-F238E27FC236}">
                    <a16:creationId xmlns:a16="http://schemas.microsoft.com/office/drawing/2014/main" id="{CB4D4D1C-E62E-F434-4382-9070971E9FA0}"/>
                  </a:ext>
                </a:extLst>
              </p:cNvPr>
              <p:cNvSpPr/>
              <p:nvPr/>
            </p:nvSpPr>
            <p:spPr>
              <a:xfrm>
                <a:off x="336927" y="4176300"/>
                <a:ext cx="34406" cy="244575"/>
              </a:xfrm>
              <a:custGeom>
                <a:avLst/>
                <a:gdLst/>
                <a:ahLst/>
                <a:cxnLst/>
                <a:rect l="l" t="t" r="r" b="b"/>
                <a:pathLst>
                  <a:path w="823" h="9783" extrusionOk="0">
                    <a:moveTo>
                      <a:pt x="1" y="9783"/>
                    </a:moveTo>
                    <a:lnTo>
                      <a:pt x="822" y="9783"/>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1548;p36">
                <a:extLst>
                  <a:ext uri="{FF2B5EF4-FFF2-40B4-BE49-F238E27FC236}">
                    <a16:creationId xmlns:a16="http://schemas.microsoft.com/office/drawing/2014/main" id="{E23E5D9F-AD63-A544-ADB3-7C1291583BAA}"/>
                  </a:ext>
                </a:extLst>
              </p:cNvPr>
              <p:cNvSpPr/>
              <p:nvPr/>
            </p:nvSpPr>
            <p:spPr>
              <a:xfrm>
                <a:off x="548427" y="4169300"/>
                <a:ext cx="33611" cy="245050"/>
              </a:xfrm>
              <a:custGeom>
                <a:avLst/>
                <a:gdLst/>
                <a:ahLst/>
                <a:cxnLst/>
                <a:rect l="l" t="t" r="r" b="b"/>
                <a:pathLst>
                  <a:path w="804" h="9802" extrusionOk="0">
                    <a:moveTo>
                      <a:pt x="1" y="9801"/>
                    </a:moveTo>
                    <a:lnTo>
                      <a:pt x="803" y="9801"/>
                    </a:lnTo>
                    <a:lnTo>
                      <a:pt x="80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1549;p36">
                <a:extLst>
                  <a:ext uri="{FF2B5EF4-FFF2-40B4-BE49-F238E27FC236}">
                    <a16:creationId xmlns:a16="http://schemas.microsoft.com/office/drawing/2014/main" id="{183717F5-A57F-B829-65C5-89B280725CFE}"/>
                  </a:ext>
                </a:extLst>
              </p:cNvPr>
              <p:cNvSpPr/>
              <p:nvPr/>
            </p:nvSpPr>
            <p:spPr>
              <a:xfrm>
                <a:off x="759174" y="4162300"/>
                <a:ext cx="34364" cy="245050"/>
              </a:xfrm>
              <a:custGeom>
                <a:avLst/>
                <a:gdLst/>
                <a:ahLst/>
                <a:cxnLst/>
                <a:rect l="l" t="t" r="r" b="b"/>
                <a:pathLst>
                  <a:path w="822" h="9802" extrusionOk="0">
                    <a:moveTo>
                      <a:pt x="0" y="9801"/>
                    </a:moveTo>
                    <a:lnTo>
                      <a:pt x="821" y="9801"/>
                    </a:lnTo>
                    <a:lnTo>
                      <a:pt x="821"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1550;p36">
                <a:extLst>
                  <a:ext uri="{FF2B5EF4-FFF2-40B4-BE49-F238E27FC236}">
                    <a16:creationId xmlns:a16="http://schemas.microsoft.com/office/drawing/2014/main" id="{640904B9-2E93-328F-9ACA-E0D5450B4F01}"/>
                  </a:ext>
                </a:extLst>
              </p:cNvPr>
              <p:cNvSpPr/>
              <p:nvPr/>
            </p:nvSpPr>
            <p:spPr>
              <a:xfrm>
                <a:off x="970673" y="4155300"/>
                <a:ext cx="34364" cy="245050"/>
              </a:xfrm>
              <a:custGeom>
                <a:avLst/>
                <a:gdLst/>
                <a:ahLst/>
                <a:cxnLst/>
                <a:rect l="l" t="t" r="r" b="b"/>
                <a:pathLst>
                  <a:path w="822" h="9802" extrusionOk="0">
                    <a:moveTo>
                      <a:pt x="0" y="9801"/>
                    </a:moveTo>
                    <a:lnTo>
                      <a:pt x="821" y="9801"/>
                    </a:lnTo>
                    <a:lnTo>
                      <a:pt x="821"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1551;p36">
                <a:extLst>
                  <a:ext uri="{FF2B5EF4-FFF2-40B4-BE49-F238E27FC236}">
                    <a16:creationId xmlns:a16="http://schemas.microsoft.com/office/drawing/2014/main" id="{ABF15E2D-83BA-120A-F493-5B454ECBF85C}"/>
                  </a:ext>
                </a:extLst>
              </p:cNvPr>
              <p:cNvSpPr/>
              <p:nvPr/>
            </p:nvSpPr>
            <p:spPr>
              <a:xfrm>
                <a:off x="1182173" y="4148775"/>
                <a:ext cx="34364" cy="244575"/>
              </a:xfrm>
              <a:custGeom>
                <a:avLst/>
                <a:gdLst/>
                <a:ahLst/>
                <a:cxnLst/>
                <a:rect l="l" t="t" r="r" b="b"/>
                <a:pathLst>
                  <a:path w="822" h="9783" extrusionOk="0">
                    <a:moveTo>
                      <a:pt x="0" y="9782"/>
                    </a:moveTo>
                    <a:lnTo>
                      <a:pt x="821" y="9782"/>
                    </a:lnTo>
                    <a:lnTo>
                      <a:pt x="821"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1552;p36">
                <a:extLst>
                  <a:ext uri="{FF2B5EF4-FFF2-40B4-BE49-F238E27FC236}">
                    <a16:creationId xmlns:a16="http://schemas.microsoft.com/office/drawing/2014/main" id="{E955D1FF-80A1-8623-F4A6-AAC5F0A4B521}"/>
                  </a:ext>
                </a:extLst>
              </p:cNvPr>
              <p:cNvSpPr/>
              <p:nvPr/>
            </p:nvSpPr>
            <p:spPr>
              <a:xfrm>
                <a:off x="1393673" y="4141775"/>
                <a:ext cx="34364" cy="245025"/>
              </a:xfrm>
              <a:custGeom>
                <a:avLst/>
                <a:gdLst/>
                <a:ahLst/>
                <a:cxnLst/>
                <a:rect l="l" t="t" r="r" b="b"/>
                <a:pathLst>
                  <a:path w="822" h="9801" extrusionOk="0">
                    <a:moveTo>
                      <a:pt x="0" y="9801"/>
                    </a:moveTo>
                    <a:lnTo>
                      <a:pt x="821" y="9801"/>
                    </a:lnTo>
                    <a:lnTo>
                      <a:pt x="821"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1553;p36">
                <a:extLst>
                  <a:ext uri="{FF2B5EF4-FFF2-40B4-BE49-F238E27FC236}">
                    <a16:creationId xmlns:a16="http://schemas.microsoft.com/office/drawing/2014/main" id="{9FC08D44-AB53-513C-0F67-24176A3D431E}"/>
                  </a:ext>
                </a:extLst>
              </p:cNvPr>
              <p:cNvSpPr/>
              <p:nvPr/>
            </p:nvSpPr>
            <p:spPr>
              <a:xfrm>
                <a:off x="1605172" y="4134775"/>
                <a:ext cx="34364" cy="245025"/>
              </a:xfrm>
              <a:custGeom>
                <a:avLst/>
                <a:gdLst/>
                <a:ahLst/>
                <a:cxnLst/>
                <a:rect l="l" t="t" r="r" b="b"/>
                <a:pathLst>
                  <a:path w="822" h="9801" extrusionOk="0">
                    <a:moveTo>
                      <a:pt x="0" y="9801"/>
                    </a:moveTo>
                    <a:lnTo>
                      <a:pt x="821" y="9801"/>
                    </a:lnTo>
                    <a:lnTo>
                      <a:pt x="821"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1554;p36">
                <a:extLst>
                  <a:ext uri="{FF2B5EF4-FFF2-40B4-BE49-F238E27FC236}">
                    <a16:creationId xmlns:a16="http://schemas.microsoft.com/office/drawing/2014/main" id="{821CEC93-45C0-6A25-1AFC-F687C7AA66A6}"/>
                  </a:ext>
                </a:extLst>
              </p:cNvPr>
              <p:cNvSpPr/>
              <p:nvPr/>
            </p:nvSpPr>
            <p:spPr>
              <a:xfrm>
                <a:off x="1816672" y="4127775"/>
                <a:ext cx="33569" cy="245025"/>
              </a:xfrm>
              <a:custGeom>
                <a:avLst/>
                <a:gdLst/>
                <a:ahLst/>
                <a:cxnLst/>
                <a:rect l="l" t="t" r="r" b="b"/>
                <a:pathLst>
                  <a:path w="803" h="9801" extrusionOk="0">
                    <a:moveTo>
                      <a:pt x="0" y="9801"/>
                    </a:moveTo>
                    <a:lnTo>
                      <a:pt x="803" y="9801"/>
                    </a:lnTo>
                    <a:lnTo>
                      <a:pt x="803"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1555;p36">
                <a:extLst>
                  <a:ext uri="{FF2B5EF4-FFF2-40B4-BE49-F238E27FC236}">
                    <a16:creationId xmlns:a16="http://schemas.microsoft.com/office/drawing/2014/main" id="{17F48074-A7B8-B7E4-9965-00271F503D4E}"/>
                  </a:ext>
                </a:extLst>
              </p:cNvPr>
              <p:cNvSpPr/>
              <p:nvPr/>
            </p:nvSpPr>
            <p:spPr>
              <a:xfrm>
                <a:off x="2027377" y="4121225"/>
                <a:ext cx="34364" cy="244575"/>
              </a:xfrm>
              <a:custGeom>
                <a:avLst/>
                <a:gdLst/>
                <a:ahLst/>
                <a:cxnLst/>
                <a:rect l="l" t="t" r="r" b="b"/>
                <a:pathLst>
                  <a:path w="822" h="9783" extrusionOk="0">
                    <a:moveTo>
                      <a:pt x="0" y="9783"/>
                    </a:moveTo>
                    <a:lnTo>
                      <a:pt x="822" y="9783"/>
                    </a:lnTo>
                    <a:lnTo>
                      <a:pt x="822"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1556;p36">
                <a:extLst>
                  <a:ext uri="{FF2B5EF4-FFF2-40B4-BE49-F238E27FC236}">
                    <a16:creationId xmlns:a16="http://schemas.microsoft.com/office/drawing/2014/main" id="{52C0F10A-12FB-E6F4-E6A1-534E17EF31E1}"/>
                  </a:ext>
                </a:extLst>
              </p:cNvPr>
              <p:cNvSpPr/>
              <p:nvPr/>
            </p:nvSpPr>
            <p:spPr>
              <a:xfrm>
                <a:off x="2238877" y="4114225"/>
                <a:ext cx="34364" cy="245050"/>
              </a:xfrm>
              <a:custGeom>
                <a:avLst/>
                <a:gdLst/>
                <a:ahLst/>
                <a:cxnLst/>
                <a:rect l="l" t="t" r="r" b="b"/>
                <a:pathLst>
                  <a:path w="822" h="9802" extrusionOk="0">
                    <a:moveTo>
                      <a:pt x="0" y="9801"/>
                    </a:moveTo>
                    <a:lnTo>
                      <a:pt x="822" y="9801"/>
                    </a:lnTo>
                    <a:lnTo>
                      <a:pt x="822"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1557;p36">
                <a:extLst>
                  <a:ext uri="{FF2B5EF4-FFF2-40B4-BE49-F238E27FC236}">
                    <a16:creationId xmlns:a16="http://schemas.microsoft.com/office/drawing/2014/main" id="{13607C2D-15B6-2269-701A-421DD1927134}"/>
                  </a:ext>
                </a:extLst>
              </p:cNvPr>
              <p:cNvSpPr/>
              <p:nvPr/>
            </p:nvSpPr>
            <p:spPr>
              <a:xfrm>
                <a:off x="2450377" y="4107225"/>
                <a:ext cx="34364" cy="245050"/>
              </a:xfrm>
              <a:custGeom>
                <a:avLst/>
                <a:gdLst/>
                <a:ahLst/>
                <a:cxnLst/>
                <a:rect l="l" t="t" r="r" b="b"/>
                <a:pathLst>
                  <a:path w="822" h="9802" extrusionOk="0">
                    <a:moveTo>
                      <a:pt x="0" y="9801"/>
                    </a:moveTo>
                    <a:lnTo>
                      <a:pt x="822" y="9801"/>
                    </a:lnTo>
                    <a:lnTo>
                      <a:pt x="822"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1558;p36">
                <a:extLst>
                  <a:ext uri="{FF2B5EF4-FFF2-40B4-BE49-F238E27FC236}">
                    <a16:creationId xmlns:a16="http://schemas.microsoft.com/office/drawing/2014/main" id="{EAD57549-8981-6B50-6A9F-1397E63C8317}"/>
                  </a:ext>
                </a:extLst>
              </p:cNvPr>
              <p:cNvSpPr/>
              <p:nvPr/>
            </p:nvSpPr>
            <p:spPr>
              <a:xfrm>
                <a:off x="2661876" y="4100225"/>
                <a:ext cx="34364" cy="245050"/>
              </a:xfrm>
              <a:custGeom>
                <a:avLst/>
                <a:gdLst/>
                <a:ahLst/>
                <a:cxnLst/>
                <a:rect l="l" t="t" r="r" b="b"/>
                <a:pathLst>
                  <a:path w="822" h="9802" extrusionOk="0">
                    <a:moveTo>
                      <a:pt x="0" y="9801"/>
                    </a:moveTo>
                    <a:lnTo>
                      <a:pt x="822" y="9801"/>
                    </a:lnTo>
                    <a:lnTo>
                      <a:pt x="822"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1559;p36">
                <a:extLst>
                  <a:ext uri="{FF2B5EF4-FFF2-40B4-BE49-F238E27FC236}">
                    <a16:creationId xmlns:a16="http://schemas.microsoft.com/office/drawing/2014/main" id="{D13F7B01-F709-6164-5BFB-F31D4454ED29}"/>
                  </a:ext>
                </a:extLst>
              </p:cNvPr>
              <p:cNvSpPr/>
              <p:nvPr/>
            </p:nvSpPr>
            <p:spPr>
              <a:xfrm>
                <a:off x="2873376" y="4093700"/>
                <a:ext cx="34364" cy="244575"/>
              </a:xfrm>
              <a:custGeom>
                <a:avLst/>
                <a:gdLst/>
                <a:ahLst/>
                <a:cxnLst/>
                <a:rect l="l" t="t" r="r" b="b"/>
                <a:pathLst>
                  <a:path w="822" h="9783" extrusionOk="0">
                    <a:moveTo>
                      <a:pt x="0" y="9782"/>
                    </a:moveTo>
                    <a:lnTo>
                      <a:pt x="822" y="9782"/>
                    </a:lnTo>
                    <a:lnTo>
                      <a:pt x="822"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1560;p36">
                <a:extLst>
                  <a:ext uri="{FF2B5EF4-FFF2-40B4-BE49-F238E27FC236}">
                    <a16:creationId xmlns:a16="http://schemas.microsoft.com/office/drawing/2014/main" id="{629235BD-D406-38DA-0108-41AE1E2A7883}"/>
                  </a:ext>
                </a:extLst>
              </p:cNvPr>
              <p:cNvSpPr/>
              <p:nvPr/>
            </p:nvSpPr>
            <p:spPr>
              <a:xfrm>
                <a:off x="3084876" y="4086700"/>
                <a:ext cx="33611" cy="245050"/>
              </a:xfrm>
              <a:custGeom>
                <a:avLst/>
                <a:gdLst/>
                <a:ahLst/>
                <a:cxnLst/>
                <a:rect l="l" t="t" r="r" b="b"/>
                <a:pathLst>
                  <a:path w="804" h="9802" extrusionOk="0">
                    <a:moveTo>
                      <a:pt x="0" y="9801"/>
                    </a:moveTo>
                    <a:lnTo>
                      <a:pt x="803" y="9801"/>
                    </a:lnTo>
                    <a:lnTo>
                      <a:pt x="803"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1561;p36">
                <a:extLst>
                  <a:ext uri="{FF2B5EF4-FFF2-40B4-BE49-F238E27FC236}">
                    <a16:creationId xmlns:a16="http://schemas.microsoft.com/office/drawing/2014/main" id="{508D0919-FB4B-B97F-2D0F-3F1060A372EA}"/>
                  </a:ext>
                </a:extLst>
              </p:cNvPr>
              <p:cNvSpPr/>
              <p:nvPr/>
            </p:nvSpPr>
            <p:spPr>
              <a:xfrm>
                <a:off x="3296375" y="4079700"/>
                <a:ext cx="33611" cy="245050"/>
              </a:xfrm>
              <a:custGeom>
                <a:avLst/>
                <a:gdLst/>
                <a:ahLst/>
                <a:cxnLst/>
                <a:rect l="l" t="t" r="r" b="b"/>
                <a:pathLst>
                  <a:path w="804" h="9802" extrusionOk="0">
                    <a:moveTo>
                      <a:pt x="0" y="9801"/>
                    </a:moveTo>
                    <a:lnTo>
                      <a:pt x="803" y="9801"/>
                    </a:lnTo>
                    <a:lnTo>
                      <a:pt x="803"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1562;p36">
                <a:extLst>
                  <a:ext uri="{FF2B5EF4-FFF2-40B4-BE49-F238E27FC236}">
                    <a16:creationId xmlns:a16="http://schemas.microsoft.com/office/drawing/2014/main" id="{0630A504-6226-C0AD-2AEF-87DF59999BB3}"/>
                  </a:ext>
                </a:extLst>
              </p:cNvPr>
              <p:cNvSpPr/>
              <p:nvPr/>
            </p:nvSpPr>
            <p:spPr>
              <a:xfrm>
                <a:off x="3507081" y="4072700"/>
                <a:ext cx="34406" cy="245025"/>
              </a:xfrm>
              <a:custGeom>
                <a:avLst/>
                <a:gdLst/>
                <a:ahLst/>
                <a:cxnLst/>
                <a:rect l="l" t="t" r="r" b="b"/>
                <a:pathLst>
                  <a:path w="823" h="9801" extrusionOk="0">
                    <a:moveTo>
                      <a:pt x="1" y="9801"/>
                    </a:moveTo>
                    <a:lnTo>
                      <a:pt x="822" y="9801"/>
                    </a:lnTo>
                    <a:lnTo>
                      <a:pt x="822" y="0"/>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1563;p36">
                <a:extLst>
                  <a:ext uri="{FF2B5EF4-FFF2-40B4-BE49-F238E27FC236}">
                    <a16:creationId xmlns:a16="http://schemas.microsoft.com/office/drawing/2014/main" id="{674B3B94-EC8B-089E-3AB5-1D0512CBD38E}"/>
                  </a:ext>
                </a:extLst>
              </p:cNvPr>
              <p:cNvSpPr/>
              <p:nvPr/>
            </p:nvSpPr>
            <p:spPr>
              <a:xfrm>
                <a:off x="3718580" y="4066175"/>
                <a:ext cx="34406" cy="244550"/>
              </a:xfrm>
              <a:custGeom>
                <a:avLst/>
                <a:gdLst/>
                <a:ahLst/>
                <a:cxnLst/>
                <a:rect l="l" t="t" r="r" b="b"/>
                <a:pathLst>
                  <a:path w="823" h="9782" extrusionOk="0">
                    <a:moveTo>
                      <a:pt x="1" y="9782"/>
                    </a:moveTo>
                    <a:lnTo>
                      <a:pt x="822" y="9782"/>
                    </a:lnTo>
                    <a:lnTo>
                      <a:pt x="822" y="0"/>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1564;p36">
                <a:extLst>
                  <a:ext uri="{FF2B5EF4-FFF2-40B4-BE49-F238E27FC236}">
                    <a16:creationId xmlns:a16="http://schemas.microsoft.com/office/drawing/2014/main" id="{37255BB0-0EFE-2FF9-24F4-9B4351C6DA55}"/>
                  </a:ext>
                </a:extLst>
              </p:cNvPr>
              <p:cNvSpPr/>
              <p:nvPr/>
            </p:nvSpPr>
            <p:spPr>
              <a:xfrm>
                <a:off x="3930080" y="4059150"/>
                <a:ext cx="34406" cy="245050"/>
              </a:xfrm>
              <a:custGeom>
                <a:avLst/>
                <a:gdLst/>
                <a:ahLst/>
                <a:cxnLst/>
                <a:rect l="l" t="t" r="r" b="b"/>
                <a:pathLst>
                  <a:path w="823" h="9802" extrusionOk="0">
                    <a:moveTo>
                      <a:pt x="1" y="9802"/>
                    </a:moveTo>
                    <a:lnTo>
                      <a:pt x="822" y="9802"/>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1565;p36">
                <a:extLst>
                  <a:ext uri="{FF2B5EF4-FFF2-40B4-BE49-F238E27FC236}">
                    <a16:creationId xmlns:a16="http://schemas.microsoft.com/office/drawing/2014/main" id="{D3E8D6F9-0F4F-66E4-0BAA-AED624483F46}"/>
                  </a:ext>
                </a:extLst>
              </p:cNvPr>
              <p:cNvSpPr/>
              <p:nvPr/>
            </p:nvSpPr>
            <p:spPr>
              <a:xfrm>
                <a:off x="4141580" y="4052150"/>
                <a:ext cx="34406" cy="245050"/>
              </a:xfrm>
              <a:custGeom>
                <a:avLst/>
                <a:gdLst/>
                <a:ahLst/>
                <a:cxnLst/>
                <a:rect l="l" t="t" r="r" b="b"/>
                <a:pathLst>
                  <a:path w="823" h="9802" extrusionOk="0">
                    <a:moveTo>
                      <a:pt x="1" y="9802"/>
                    </a:moveTo>
                    <a:lnTo>
                      <a:pt x="822" y="9802"/>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1566;p36">
                <a:extLst>
                  <a:ext uri="{FF2B5EF4-FFF2-40B4-BE49-F238E27FC236}">
                    <a16:creationId xmlns:a16="http://schemas.microsoft.com/office/drawing/2014/main" id="{A0F64FCE-F14A-595A-3649-EA9ACABCC7CD}"/>
                  </a:ext>
                </a:extLst>
              </p:cNvPr>
              <p:cNvSpPr/>
              <p:nvPr/>
            </p:nvSpPr>
            <p:spPr>
              <a:xfrm>
                <a:off x="4353079" y="4045625"/>
                <a:ext cx="33611" cy="244575"/>
              </a:xfrm>
              <a:custGeom>
                <a:avLst/>
                <a:gdLst/>
                <a:ahLst/>
                <a:cxnLst/>
                <a:rect l="l" t="t" r="r" b="b"/>
                <a:pathLst>
                  <a:path w="804" h="9783" extrusionOk="0">
                    <a:moveTo>
                      <a:pt x="1" y="9783"/>
                    </a:moveTo>
                    <a:lnTo>
                      <a:pt x="804" y="9783"/>
                    </a:lnTo>
                    <a:lnTo>
                      <a:pt x="804"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1567;p36">
                <a:extLst>
                  <a:ext uri="{FF2B5EF4-FFF2-40B4-BE49-F238E27FC236}">
                    <a16:creationId xmlns:a16="http://schemas.microsoft.com/office/drawing/2014/main" id="{A0A93F4B-B717-5CE1-95BF-FE883BDD1637}"/>
                  </a:ext>
                </a:extLst>
              </p:cNvPr>
              <p:cNvSpPr/>
              <p:nvPr/>
            </p:nvSpPr>
            <p:spPr>
              <a:xfrm>
                <a:off x="4564579" y="4038625"/>
                <a:ext cx="33611" cy="244575"/>
              </a:xfrm>
              <a:custGeom>
                <a:avLst/>
                <a:gdLst/>
                <a:ahLst/>
                <a:cxnLst/>
                <a:rect l="l" t="t" r="r" b="b"/>
                <a:pathLst>
                  <a:path w="804" h="9783" extrusionOk="0">
                    <a:moveTo>
                      <a:pt x="1" y="9783"/>
                    </a:moveTo>
                    <a:lnTo>
                      <a:pt x="804" y="9783"/>
                    </a:lnTo>
                    <a:lnTo>
                      <a:pt x="804"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1568;p36">
                <a:extLst>
                  <a:ext uri="{FF2B5EF4-FFF2-40B4-BE49-F238E27FC236}">
                    <a16:creationId xmlns:a16="http://schemas.microsoft.com/office/drawing/2014/main" id="{80B9A5F1-9CFD-253E-40E3-CB3182A9EFA1}"/>
                  </a:ext>
                </a:extLst>
              </p:cNvPr>
              <p:cNvSpPr/>
              <p:nvPr/>
            </p:nvSpPr>
            <p:spPr>
              <a:xfrm>
                <a:off x="4775326" y="4031625"/>
                <a:ext cx="34364" cy="245050"/>
              </a:xfrm>
              <a:custGeom>
                <a:avLst/>
                <a:gdLst/>
                <a:ahLst/>
                <a:cxnLst/>
                <a:rect l="l" t="t" r="r" b="b"/>
                <a:pathLst>
                  <a:path w="822" h="9802" extrusionOk="0">
                    <a:moveTo>
                      <a:pt x="0" y="9801"/>
                    </a:moveTo>
                    <a:lnTo>
                      <a:pt x="822" y="9801"/>
                    </a:lnTo>
                    <a:lnTo>
                      <a:pt x="822"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1569;p36">
                <a:extLst>
                  <a:ext uri="{FF2B5EF4-FFF2-40B4-BE49-F238E27FC236}">
                    <a16:creationId xmlns:a16="http://schemas.microsoft.com/office/drawing/2014/main" id="{80AFE46F-70AB-3B41-E4B9-4785604ABD46}"/>
                  </a:ext>
                </a:extLst>
              </p:cNvPr>
              <p:cNvSpPr/>
              <p:nvPr/>
            </p:nvSpPr>
            <p:spPr>
              <a:xfrm>
                <a:off x="4986826" y="4024625"/>
                <a:ext cx="34364" cy="245050"/>
              </a:xfrm>
              <a:custGeom>
                <a:avLst/>
                <a:gdLst/>
                <a:ahLst/>
                <a:cxnLst/>
                <a:rect l="l" t="t" r="r" b="b"/>
                <a:pathLst>
                  <a:path w="822" h="9802" extrusionOk="0">
                    <a:moveTo>
                      <a:pt x="0" y="9801"/>
                    </a:moveTo>
                    <a:lnTo>
                      <a:pt x="822" y="9801"/>
                    </a:lnTo>
                    <a:lnTo>
                      <a:pt x="822"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1570;p36">
                <a:extLst>
                  <a:ext uri="{FF2B5EF4-FFF2-40B4-BE49-F238E27FC236}">
                    <a16:creationId xmlns:a16="http://schemas.microsoft.com/office/drawing/2014/main" id="{E152E664-9E28-F0EE-0629-5A309BBA778A}"/>
                  </a:ext>
                </a:extLst>
              </p:cNvPr>
              <p:cNvSpPr/>
              <p:nvPr/>
            </p:nvSpPr>
            <p:spPr>
              <a:xfrm>
                <a:off x="5198325" y="4018100"/>
                <a:ext cx="34364" cy="244575"/>
              </a:xfrm>
              <a:custGeom>
                <a:avLst/>
                <a:gdLst/>
                <a:ahLst/>
                <a:cxnLst/>
                <a:rect l="l" t="t" r="r" b="b"/>
                <a:pathLst>
                  <a:path w="822" h="9783" extrusionOk="0">
                    <a:moveTo>
                      <a:pt x="0" y="9782"/>
                    </a:moveTo>
                    <a:lnTo>
                      <a:pt x="822" y="9782"/>
                    </a:lnTo>
                    <a:lnTo>
                      <a:pt x="822"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1571;p36">
                <a:extLst>
                  <a:ext uri="{FF2B5EF4-FFF2-40B4-BE49-F238E27FC236}">
                    <a16:creationId xmlns:a16="http://schemas.microsoft.com/office/drawing/2014/main" id="{7B7FE93C-AAD0-3DF4-0AD6-75F0B1E55A4C}"/>
                  </a:ext>
                </a:extLst>
              </p:cNvPr>
              <p:cNvSpPr/>
              <p:nvPr/>
            </p:nvSpPr>
            <p:spPr>
              <a:xfrm>
                <a:off x="5409825" y="4011100"/>
                <a:ext cx="34364" cy="245025"/>
              </a:xfrm>
              <a:custGeom>
                <a:avLst/>
                <a:gdLst/>
                <a:ahLst/>
                <a:cxnLst/>
                <a:rect l="l" t="t" r="r" b="b"/>
                <a:pathLst>
                  <a:path w="822" h="9801" extrusionOk="0">
                    <a:moveTo>
                      <a:pt x="0" y="9801"/>
                    </a:moveTo>
                    <a:lnTo>
                      <a:pt x="822" y="9801"/>
                    </a:lnTo>
                    <a:lnTo>
                      <a:pt x="822"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1572;p36">
                <a:extLst>
                  <a:ext uri="{FF2B5EF4-FFF2-40B4-BE49-F238E27FC236}">
                    <a16:creationId xmlns:a16="http://schemas.microsoft.com/office/drawing/2014/main" id="{9C8806CA-6DB7-3A2B-AEBE-89036BEE2125}"/>
                  </a:ext>
                </a:extLst>
              </p:cNvPr>
              <p:cNvSpPr/>
              <p:nvPr/>
            </p:nvSpPr>
            <p:spPr>
              <a:xfrm>
                <a:off x="5621325" y="4004100"/>
                <a:ext cx="34364" cy="245025"/>
              </a:xfrm>
              <a:custGeom>
                <a:avLst/>
                <a:gdLst/>
                <a:ahLst/>
                <a:cxnLst/>
                <a:rect l="l" t="t" r="r" b="b"/>
                <a:pathLst>
                  <a:path w="822" h="9801" extrusionOk="0">
                    <a:moveTo>
                      <a:pt x="0" y="9801"/>
                    </a:moveTo>
                    <a:lnTo>
                      <a:pt x="822" y="9801"/>
                    </a:lnTo>
                    <a:lnTo>
                      <a:pt x="822"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1573;p36">
                <a:extLst>
                  <a:ext uri="{FF2B5EF4-FFF2-40B4-BE49-F238E27FC236}">
                    <a16:creationId xmlns:a16="http://schemas.microsoft.com/office/drawing/2014/main" id="{1F812F73-75FC-56CF-B1BC-EEBDE508F871}"/>
                  </a:ext>
                </a:extLst>
              </p:cNvPr>
              <p:cNvSpPr/>
              <p:nvPr/>
            </p:nvSpPr>
            <p:spPr>
              <a:xfrm>
                <a:off x="5832824" y="3997100"/>
                <a:ext cx="33569" cy="245025"/>
              </a:xfrm>
              <a:custGeom>
                <a:avLst/>
                <a:gdLst/>
                <a:ahLst/>
                <a:cxnLst/>
                <a:rect l="l" t="t" r="r" b="b"/>
                <a:pathLst>
                  <a:path w="803" h="9801" extrusionOk="0">
                    <a:moveTo>
                      <a:pt x="0" y="9801"/>
                    </a:moveTo>
                    <a:lnTo>
                      <a:pt x="803" y="9801"/>
                    </a:lnTo>
                    <a:lnTo>
                      <a:pt x="803"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1574;p36">
                <a:extLst>
                  <a:ext uri="{FF2B5EF4-FFF2-40B4-BE49-F238E27FC236}">
                    <a16:creationId xmlns:a16="http://schemas.microsoft.com/office/drawing/2014/main" id="{970D8F09-9616-FD8C-163A-07B551854C90}"/>
                  </a:ext>
                </a:extLst>
              </p:cNvPr>
              <p:cNvSpPr/>
              <p:nvPr/>
            </p:nvSpPr>
            <p:spPr>
              <a:xfrm>
                <a:off x="6043530" y="3990550"/>
                <a:ext cx="34364" cy="244575"/>
              </a:xfrm>
              <a:custGeom>
                <a:avLst/>
                <a:gdLst/>
                <a:ahLst/>
                <a:cxnLst/>
                <a:rect l="l" t="t" r="r" b="b"/>
                <a:pathLst>
                  <a:path w="822" h="9783" extrusionOk="0">
                    <a:moveTo>
                      <a:pt x="1" y="9783"/>
                    </a:moveTo>
                    <a:lnTo>
                      <a:pt x="822" y="9783"/>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1575;p36">
                <a:extLst>
                  <a:ext uri="{FF2B5EF4-FFF2-40B4-BE49-F238E27FC236}">
                    <a16:creationId xmlns:a16="http://schemas.microsoft.com/office/drawing/2014/main" id="{8065F89C-19FC-46AB-0FD9-6845F426B129}"/>
                  </a:ext>
                </a:extLst>
              </p:cNvPr>
              <p:cNvSpPr/>
              <p:nvPr/>
            </p:nvSpPr>
            <p:spPr>
              <a:xfrm>
                <a:off x="6255029" y="3983550"/>
                <a:ext cx="34364" cy="245050"/>
              </a:xfrm>
              <a:custGeom>
                <a:avLst/>
                <a:gdLst/>
                <a:ahLst/>
                <a:cxnLst/>
                <a:rect l="l" t="t" r="r" b="b"/>
                <a:pathLst>
                  <a:path w="822" h="9802" extrusionOk="0">
                    <a:moveTo>
                      <a:pt x="1" y="9801"/>
                    </a:moveTo>
                    <a:lnTo>
                      <a:pt x="822" y="9801"/>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1576;p36">
                <a:extLst>
                  <a:ext uri="{FF2B5EF4-FFF2-40B4-BE49-F238E27FC236}">
                    <a16:creationId xmlns:a16="http://schemas.microsoft.com/office/drawing/2014/main" id="{CA4FC64A-807B-AA7E-598D-9AC737203AA9}"/>
                  </a:ext>
                </a:extLst>
              </p:cNvPr>
              <p:cNvSpPr/>
              <p:nvPr/>
            </p:nvSpPr>
            <p:spPr>
              <a:xfrm>
                <a:off x="6466529" y="3976550"/>
                <a:ext cx="34364" cy="245050"/>
              </a:xfrm>
              <a:custGeom>
                <a:avLst/>
                <a:gdLst/>
                <a:ahLst/>
                <a:cxnLst/>
                <a:rect l="l" t="t" r="r" b="b"/>
                <a:pathLst>
                  <a:path w="822" h="9802" extrusionOk="0">
                    <a:moveTo>
                      <a:pt x="1" y="9801"/>
                    </a:moveTo>
                    <a:lnTo>
                      <a:pt x="822" y="9801"/>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1577;p36">
                <a:extLst>
                  <a:ext uri="{FF2B5EF4-FFF2-40B4-BE49-F238E27FC236}">
                    <a16:creationId xmlns:a16="http://schemas.microsoft.com/office/drawing/2014/main" id="{015A2890-5B00-8FC0-FAB1-12F96BFD4AAF}"/>
                  </a:ext>
                </a:extLst>
              </p:cNvPr>
              <p:cNvSpPr/>
              <p:nvPr/>
            </p:nvSpPr>
            <p:spPr>
              <a:xfrm>
                <a:off x="6678029" y="3969550"/>
                <a:ext cx="34364" cy="245050"/>
              </a:xfrm>
              <a:custGeom>
                <a:avLst/>
                <a:gdLst/>
                <a:ahLst/>
                <a:cxnLst/>
                <a:rect l="l" t="t" r="r" b="b"/>
                <a:pathLst>
                  <a:path w="822" h="9802" extrusionOk="0">
                    <a:moveTo>
                      <a:pt x="1" y="9801"/>
                    </a:moveTo>
                    <a:lnTo>
                      <a:pt x="822" y="9801"/>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1578;p36">
                <a:extLst>
                  <a:ext uri="{FF2B5EF4-FFF2-40B4-BE49-F238E27FC236}">
                    <a16:creationId xmlns:a16="http://schemas.microsoft.com/office/drawing/2014/main" id="{B746C29D-2422-BCF3-8FA7-52B1434B55E0}"/>
                  </a:ext>
                </a:extLst>
              </p:cNvPr>
              <p:cNvSpPr/>
              <p:nvPr/>
            </p:nvSpPr>
            <p:spPr>
              <a:xfrm>
                <a:off x="6889528" y="3963025"/>
                <a:ext cx="34364" cy="244575"/>
              </a:xfrm>
              <a:custGeom>
                <a:avLst/>
                <a:gdLst/>
                <a:ahLst/>
                <a:cxnLst/>
                <a:rect l="l" t="t" r="r" b="b"/>
                <a:pathLst>
                  <a:path w="822" h="9783" extrusionOk="0">
                    <a:moveTo>
                      <a:pt x="1" y="9782"/>
                    </a:moveTo>
                    <a:lnTo>
                      <a:pt x="822" y="9782"/>
                    </a:lnTo>
                    <a:lnTo>
                      <a:pt x="822" y="0"/>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1579;p36">
                <a:extLst>
                  <a:ext uri="{FF2B5EF4-FFF2-40B4-BE49-F238E27FC236}">
                    <a16:creationId xmlns:a16="http://schemas.microsoft.com/office/drawing/2014/main" id="{58589DE5-3828-B67F-32D1-4FFBAE797550}"/>
                  </a:ext>
                </a:extLst>
              </p:cNvPr>
              <p:cNvSpPr/>
              <p:nvPr/>
            </p:nvSpPr>
            <p:spPr>
              <a:xfrm>
                <a:off x="7101028" y="3956025"/>
                <a:ext cx="33611" cy="245050"/>
              </a:xfrm>
              <a:custGeom>
                <a:avLst/>
                <a:gdLst/>
                <a:ahLst/>
                <a:cxnLst/>
                <a:rect l="l" t="t" r="r" b="b"/>
                <a:pathLst>
                  <a:path w="804" h="9802" extrusionOk="0">
                    <a:moveTo>
                      <a:pt x="1" y="9801"/>
                    </a:moveTo>
                    <a:lnTo>
                      <a:pt x="803" y="9801"/>
                    </a:lnTo>
                    <a:lnTo>
                      <a:pt x="803" y="0"/>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1580;p36">
                <a:extLst>
                  <a:ext uri="{FF2B5EF4-FFF2-40B4-BE49-F238E27FC236}">
                    <a16:creationId xmlns:a16="http://schemas.microsoft.com/office/drawing/2014/main" id="{AF54A099-F59F-BFFA-8F1A-151B512738FA}"/>
                  </a:ext>
                </a:extLst>
              </p:cNvPr>
              <p:cNvSpPr/>
              <p:nvPr/>
            </p:nvSpPr>
            <p:spPr>
              <a:xfrm>
                <a:off x="7311733" y="3949025"/>
                <a:ext cx="34406" cy="245050"/>
              </a:xfrm>
              <a:custGeom>
                <a:avLst/>
                <a:gdLst/>
                <a:ahLst/>
                <a:cxnLst/>
                <a:rect l="l" t="t" r="r" b="b"/>
                <a:pathLst>
                  <a:path w="823" h="9802" extrusionOk="0">
                    <a:moveTo>
                      <a:pt x="1" y="9801"/>
                    </a:moveTo>
                    <a:lnTo>
                      <a:pt x="822" y="9801"/>
                    </a:lnTo>
                    <a:lnTo>
                      <a:pt x="822" y="0"/>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1581;p36">
                <a:extLst>
                  <a:ext uri="{FF2B5EF4-FFF2-40B4-BE49-F238E27FC236}">
                    <a16:creationId xmlns:a16="http://schemas.microsoft.com/office/drawing/2014/main" id="{622AC911-DA3D-B31E-E4CB-F18DB2DFFE78}"/>
                  </a:ext>
                </a:extLst>
              </p:cNvPr>
              <p:cNvSpPr/>
              <p:nvPr/>
            </p:nvSpPr>
            <p:spPr>
              <a:xfrm>
                <a:off x="7523233" y="3942025"/>
                <a:ext cx="34406" cy="245025"/>
              </a:xfrm>
              <a:custGeom>
                <a:avLst/>
                <a:gdLst/>
                <a:ahLst/>
                <a:cxnLst/>
                <a:rect l="l" t="t" r="r" b="b"/>
                <a:pathLst>
                  <a:path w="823" h="9801" extrusionOk="0">
                    <a:moveTo>
                      <a:pt x="1" y="9801"/>
                    </a:moveTo>
                    <a:lnTo>
                      <a:pt x="822" y="9801"/>
                    </a:lnTo>
                    <a:lnTo>
                      <a:pt x="822" y="0"/>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1582;p36">
                <a:extLst>
                  <a:ext uri="{FF2B5EF4-FFF2-40B4-BE49-F238E27FC236}">
                    <a16:creationId xmlns:a16="http://schemas.microsoft.com/office/drawing/2014/main" id="{119CA331-106D-EE9D-22B6-05DAF5237054}"/>
                  </a:ext>
                </a:extLst>
              </p:cNvPr>
              <p:cNvSpPr/>
              <p:nvPr/>
            </p:nvSpPr>
            <p:spPr>
              <a:xfrm>
                <a:off x="7734733" y="3935475"/>
                <a:ext cx="34406" cy="244575"/>
              </a:xfrm>
              <a:custGeom>
                <a:avLst/>
                <a:gdLst/>
                <a:ahLst/>
                <a:cxnLst/>
                <a:rect l="l" t="t" r="r" b="b"/>
                <a:pathLst>
                  <a:path w="823" h="9783" extrusionOk="0">
                    <a:moveTo>
                      <a:pt x="1" y="9783"/>
                    </a:moveTo>
                    <a:lnTo>
                      <a:pt x="822" y="9783"/>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1583;p36">
                <a:extLst>
                  <a:ext uri="{FF2B5EF4-FFF2-40B4-BE49-F238E27FC236}">
                    <a16:creationId xmlns:a16="http://schemas.microsoft.com/office/drawing/2014/main" id="{20DBB625-0D7A-C5BC-656B-54985E937942}"/>
                  </a:ext>
                </a:extLst>
              </p:cNvPr>
              <p:cNvSpPr/>
              <p:nvPr/>
            </p:nvSpPr>
            <p:spPr>
              <a:xfrm>
                <a:off x="7946232" y="3928475"/>
                <a:ext cx="34406" cy="245050"/>
              </a:xfrm>
              <a:custGeom>
                <a:avLst/>
                <a:gdLst/>
                <a:ahLst/>
                <a:cxnLst/>
                <a:rect l="l" t="t" r="r" b="b"/>
                <a:pathLst>
                  <a:path w="823" h="9802" extrusionOk="0">
                    <a:moveTo>
                      <a:pt x="1" y="9802"/>
                    </a:moveTo>
                    <a:lnTo>
                      <a:pt x="822" y="9802"/>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1584;p36">
                <a:extLst>
                  <a:ext uri="{FF2B5EF4-FFF2-40B4-BE49-F238E27FC236}">
                    <a16:creationId xmlns:a16="http://schemas.microsoft.com/office/drawing/2014/main" id="{A85001E0-C7A0-41B3-02C9-C8E6C8C8CACD}"/>
                  </a:ext>
                </a:extLst>
              </p:cNvPr>
              <p:cNvSpPr/>
              <p:nvPr/>
            </p:nvSpPr>
            <p:spPr>
              <a:xfrm>
                <a:off x="8157732" y="3921475"/>
                <a:ext cx="34406" cy="245050"/>
              </a:xfrm>
              <a:custGeom>
                <a:avLst/>
                <a:gdLst/>
                <a:ahLst/>
                <a:cxnLst/>
                <a:rect l="l" t="t" r="r" b="b"/>
                <a:pathLst>
                  <a:path w="823" h="9802" extrusionOk="0">
                    <a:moveTo>
                      <a:pt x="1" y="9802"/>
                    </a:moveTo>
                    <a:lnTo>
                      <a:pt x="822" y="9802"/>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1585;p36">
                <a:extLst>
                  <a:ext uri="{FF2B5EF4-FFF2-40B4-BE49-F238E27FC236}">
                    <a16:creationId xmlns:a16="http://schemas.microsoft.com/office/drawing/2014/main" id="{8694BE50-6CCE-FC56-4A1F-D91FB472002A}"/>
                  </a:ext>
                </a:extLst>
              </p:cNvPr>
              <p:cNvSpPr/>
              <p:nvPr/>
            </p:nvSpPr>
            <p:spPr>
              <a:xfrm>
                <a:off x="8369232" y="3914475"/>
                <a:ext cx="33611" cy="245050"/>
              </a:xfrm>
              <a:custGeom>
                <a:avLst/>
                <a:gdLst/>
                <a:ahLst/>
                <a:cxnLst/>
                <a:rect l="l" t="t" r="r" b="b"/>
                <a:pathLst>
                  <a:path w="804" h="9802" extrusionOk="0">
                    <a:moveTo>
                      <a:pt x="1" y="9802"/>
                    </a:moveTo>
                    <a:lnTo>
                      <a:pt x="804" y="9802"/>
                    </a:lnTo>
                    <a:lnTo>
                      <a:pt x="804"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1586;p36">
                <a:extLst>
                  <a:ext uri="{FF2B5EF4-FFF2-40B4-BE49-F238E27FC236}">
                    <a16:creationId xmlns:a16="http://schemas.microsoft.com/office/drawing/2014/main" id="{832547ED-E639-099B-74BD-5D535B337BDB}"/>
                  </a:ext>
                </a:extLst>
              </p:cNvPr>
              <p:cNvSpPr/>
              <p:nvPr/>
            </p:nvSpPr>
            <p:spPr>
              <a:xfrm>
                <a:off x="8580773" y="3907950"/>
                <a:ext cx="33569" cy="244575"/>
              </a:xfrm>
              <a:custGeom>
                <a:avLst/>
                <a:gdLst/>
                <a:ahLst/>
                <a:cxnLst/>
                <a:rect l="l" t="t" r="r" b="b"/>
                <a:pathLst>
                  <a:path w="803" h="9783" extrusionOk="0">
                    <a:moveTo>
                      <a:pt x="0" y="9783"/>
                    </a:moveTo>
                    <a:lnTo>
                      <a:pt x="803" y="9783"/>
                    </a:lnTo>
                    <a:lnTo>
                      <a:pt x="803"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1587;p36">
                <a:extLst>
                  <a:ext uri="{FF2B5EF4-FFF2-40B4-BE49-F238E27FC236}">
                    <a16:creationId xmlns:a16="http://schemas.microsoft.com/office/drawing/2014/main" id="{BF163634-97CA-199E-C385-D04F8380AE18}"/>
                  </a:ext>
                </a:extLst>
              </p:cNvPr>
              <p:cNvSpPr/>
              <p:nvPr/>
            </p:nvSpPr>
            <p:spPr>
              <a:xfrm>
                <a:off x="8791478" y="3900950"/>
                <a:ext cx="34364" cy="245050"/>
              </a:xfrm>
              <a:custGeom>
                <a:avLst/>
                <a:gdLst/>
                <a:ahLst/>
                <a:cxnLst/>
                <a:rect l="l" t="t" r="r" b="b"/>
                <a:pathLst>
                  <a:path w="822" h="9802" extrusionOk="0">
                    <a:moveTo>
                      <a:pt x="0" y="9801"/>
                    </a:moveTo>
                    <a:lnTo>
                      <a:pt x="822" y="9801"/>
                    </a:lnTo>
                    <a:lnTo>
                      <a:pt x="822"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 name="Google Shape;1588;p36">
              <a:extLst>
                <a:ext uri="{FF2B5EF4-FFF2-40B4-BE49-F238E27FC236}">
                  <a16:creationId xmlns:a16="http://schemas.microsoft.com/office/drawing/2014/main" id="{D4E0E8B3-D0FE-0B0F-8124-70E48E9E83A3}"/>
                </a:ext>
              </a:extLst>
            </p:cNvPr>
            <p:cNvGrpSpPr/>
            <p:nvPr/>
          </p:nvGrpSpPr>
          <p:grpSpPr>
            <a:xfrm flipH="1">
              <a:off x="5406861" y="4293100"/>
              <a:ext cx="3484400" cy="973847"/>
              <a:chOff x="3379075" y="4293100"/>
              <a:chExt cx="3484400" cy="973847"/>
            </a:xfrm>
            <a:grpFill/>
          </p:grpSpPr>
          <p:sp>
            <p:nvSpPr>
              <p:cNvPr id="37" name="Google Shape;1589;p36">
                <a:extLst>
                  <a:ext uri="{FF2B5EF4-FFF2-40B4-BE49-F238E27FC236}">
                    <a16:creationId xmlns:a16="http://schemas.microsoft.com/office/drawing/2014/main" id="{4B65A2E6-99CC-233E-89B1-570887D8CFF6}"/>
                  </a:ext>
                </a:extLst>
              </p:cNvPr>
              <p:cNvSpPr/>
              <p:nvPr/>
            </p:nvSpPr>
            <p:spPr>
              <a:xfrm>
                <a:off x="6638025" y="4293100"/>
                <a:ext cx="225450" cy="266525"/>
              </a:xfrm>
              <a:custGeom>
                <a:avLst/>
                <a:gdLst/>
                <a:ahLst/>
                <a:cxnLst/>
                <a:rect l="l" t="t" r="r" b="b"/>
                <a:pathLst>
                  <a:path w="9018" h="10661" extrusionOk="0">
                    <a:moveTo>
                      <a:pt x="1" y="10660"/>
                    </a:moveTo>
                    <a:lnTo>
                      <a:pt x="9017" y="10660"/>
                    </a:lnTo>
                    <a:lnTo>
                      <a:pt x="9017"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1590;p36">
                <a:extLst>
                  <a:ext uri="{FF2B5EF4-FFF2-40B4-BE49-F238E27FC236}">
                    <a16:creationId xmlns:a16="http://schemas.microsoft.com/office/drawing/2014/main" id="{73881EA7-2037-9C35-2D49-E1E3E56D3BF0}"/>
                  </a:ext>
                </a:extLst>
              </p:cNvPr>
              <p:cNvSpPr/>
              <p:nvPr/>
            </p:nvSpPr>
            <p:spPr>
              <a:xfrm>
                <a:off x="5628575" y="4369300"/>
                <a:ext cx="225425" cy="266525"/>
              </a:xfrm>
              <a:custGeom>
                <a:avLst/>
                <a:gdLst/>
                <a:ahLst/>
                <a:cxnLst/>
                <a:rect l="l" t="t" r="r" b="b"/>
                <a:pathLst>
                  <a:path w="9017" h="10661" extrusionOk="0">
                    <a:moveTo>
                      <a:pt x="0" y="10660"/>
                    </a:moveTo>
                    <a:lnTo>
                      <a:pt x="9017" y="10660"/>
                    </a:lnTo>
                    <a:lnTo>
                      <a:pt x="9017"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1591;p36">
                <a:extLst>
                  <a:ext uri="{FF2B5EF4-FFF2-40B4-BE49-F238E27FC236}">
                    <a16:creationId xmlns:a16="http://schemas.microsoft.com/office/drawing/2014/main" id="{5906597F-259E-77AB-4774-C6A121FBFC3A}"/>
                  </a:ext>
                </a:extLst>
              </p:cNvPr>
              <p:cNvSpPr/>
              <p:nvPr/>
            </p:nvSpPr>
            <p:spPr>
              <a:xfrm>
                <a:off x="5700425" y="4473175"/>
                <a:ext cx="72850" cy="792553"/>
              </a:xfrm>
              <a:custGeom>
                <a:avLst/>
                <a:gdLst/>
                <a:ahLst/>
                <a:cxnLst/>
                <a:rect l="l" t="t" r="r" b="b"/>
                <a:pathLst>
                  <a:path w="2914" h="48780" extrusionOk="0">
                    <a:moveTo>
                      <a:pt x="1" y="48780"/>
                    </a:moveTo>
                    <a:lnTo>
                      <a:pt x="2913" y="48780"/>
                    </a:lnTo>
                    <a:lnTo>
                      <a:pt x="291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1592;p36">
                <a:extLst>
                  <a:ext uri="{FF2B5EF4-FFF2-40B4-BE49-F238E27FC236}">
                    <a16:creationId xmlns:a16="http://schemas.microsoft.com/office/drawing/2014/main" id="{716BB5B2-6607-4370-CF60-A199906CE384}"/>
                  </a:ext>
                </a:extLst>
              </p:cNvPr>
              <p:cNvSpPr/>
              <p:nvPr/>
            </p:nvSpPr>
            <p:spPr>
              <a:xfrm>
                <a:off x="4520150" y="4369300"/>
                <a:ext cx="225450" cy="266525"/>
              </a:xfrm>
              <a:custGeom>
                <a:avLst/>
                <a:gdLst/>
                <a:ahLst/>
                <a:cxnLst/>
                <a:rect l="l" t="t" r="r" b="b"/>
                <a:pathLst>
                  <a:path w="9018" h="10661" extrusionOk="0">
                    <a:moveTo>
                      <a:pt x="1" y="10660"/>
                    </a:moveTo>
                    <a:lnTo>
                      <a:pt x="9017" y="10660"/>
                    </a:lnTo>
                    <a:lnTo>
                      <a:pt x="9017"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1593;p36">
                <a:extLst>
                  <a:ext uri="{FF2B5EF4-FFF2-40B4-BE49-F238E27FC236}">
                    <a16:creationId xmlns:a16="http://schemas.microsoft.com/office/drawing/2014/main" id="{F7B7641B-A3D1-7493-357F-C2B56B795949}"/>
                  </a:ext>
                </a:extLst>
              </p:cNvPr>
              <p:cNvSpPr/>
              <p:nvPr/>
            </p:nvSpPr>
            <p:spPr>
              <a:xfrm>
                <a:off x="4592025" y="4473175"/>
                <a:ext cx="72825" cy="792553"/>
              </a:xfrm>
              <a:custGeom>
                <a:avLst/>
                <a:gdLst/>
                <a:ahLst/>
                <a:cxnLst/>
                <a:rect l="l" t="t" r="r" b="b"/>
                <a:pathLst>
                  <a:path w="2913" h="48780" extrusionOk="0">
                    <a:moveTo>
                      <a:pt x="1" y="48780"/>
                    </a:moveTo>
                    <a:lnTo>
                      <a:pt x="2913" y="48780"/>
                    </a:lnTo>
                    <a:lnTo>
                      <a:pt x="291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1594;p36">
                <a:extLst>
                  <a:ext uri="{FF2B5EF4-FFF2-40B4-BE49-F238E27FC236}">
                    <a16:creationId xmlns:a16="http://schemas.microsoft.com/office/drawing/2014/main" id="{237C0917-4C1F-3CB7-9009-B65020D7C625}"/>
                  </a:ext>
                </a:extLst>
              </p:cNvPr>
              <p:cNvSpPr/>
              <p:nvPr/>
            </p:nvSpPr>
            <p:spPr>
              <a:xfrm>
                <a:off x="3379075" y="4403850"/>
                <a:ext cx="225450" cy="262300"/>
              </a:xfrm>
              <a:custGeom>
                <a:avLst/>
                <a:gdLst/>
                <a:ahLst/>
                <a:cxnLst/>
                <a:rect l="l" t="t" r="r" b="b"/>
                <a:pathLst>
                  <a:path w="9018" h="10492" extrusionOk="0">
                    <a:moveTo>
                      <a:pt x="1" y="10492"/>
                    </a:moveTo>
                    <a:lnTo>
                      <a:pt x="9017" y="10492"/>
                    </a:lnTo>
                    <a:lnTo>
                      <a:pt x="9017" y="0"/>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1595;p36">
                <a:extLst>
                  <a:ext uri="{FF2B5EF4-FFF2-40B4-BE49-F238E27FC236}">
                    <a16:creationId xmlns:a16="http://schemas.microsoft.com/office/drawing/2014/main" id="{ADD9C7FE-1E1D-2183-835E-978789667CDE}"/>
                  </a:ext>
                </a:extLst>
              </p:cNvPr>
              <p:cNvSpPr/>
              <p:nvPr/>
            </p:nvSpPr>
            <p:spPr>
              <a:xfrm>
                <a:off x="3450950" y="4494102"/>
                <a:ext cx="72825" cy="772845"/>
              </a:xfrm>
              <a:custGeom>
                <a:avLst/>
                <a:gdLst/>
                <a:ahLst/>
                <a:cxnLst/>
                <a:rect l="l" t="t" r="r" b="b"/>
                <a:pathLst>
                  <a:path w="2913" h="47567" extrusionOk="0">
                    <a:moveTo>
                      <a:pt x="1" y="47567"/>
                    </a:moveTo>
                    <a:lnTo>
                      <a:pt x="2913" y="47567"/>
                    </a:lnTo>
                    <a:lnTo>
                      <a:pt x="291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 name="Google Shape;1596;p36">
              <a:extLst>
                <a:ext uri="{FF2B5EF4-FFF2-40B4-BE49-F238E27FC236}">
                  <a16:creationId xmlns:a16="http://schemas.microsoft.com/office/drawing/2014/main" id="{363E7CD6-0655-7712-F188-D4A1892F1A79}"/>
                </a:ext>
              </a:extLst>
            </p:cNvPr>
            <p:cNvGrpSpPr/>
            <p:nvPr/>
          </p:nvGrpSpPr>
          <p:grpSpPr>
            <a:xfrm flipH="1">
              <a:off x="-109714" y="4175950"/>
              <a:ext cx="2474925" cy="1050047"/>
              <a:chOff x="3379075" y="4216900"/>
              <a:chExt cx="2474925" cy="1050047"/>
            </a:xfrm>
            <a:grpFill/>
          </p:grpSpPr>
          <p:sp>
            <p:nvSpPr>
              <p:cNvPr id="31" name="Google Shape;1597;p36">
                <a:extLst>
                  <a:ext uri="{FF2B5EF4-FFF2-40B4-BE49-F238E27FC236}">
                    <a16:creationId xmlns:a16="http://schemas.microsoft.com/office/drawing/2014/main" id="{F3148BB1-74BB-E3AA-0F4B-C21D4AC4EB37}"/>
                  </a:ext>
                </a:extLst>
              </p:cNvPr>
              <p:cNvSpPr/>
              <p:nvPr/>
            </p:nvSpPr>
            <p:spPr>
              <a:xfrm>
                <a:off x="5628575" y="4216900"/>
                <a:ext cx="225425" cy="266525"/>
              </a:xfrm>
              <a:custGeom>
                <a:avLst/>
                <a:gdLst/>
                <a:ahLst/>
                <a:cxnLst/>
                <a:rect l="l" t="t" r="r" b="b"/>
                <a:pathLst>
                  <a:path w="9017" h="10661" extrusionOk="0">
                    <a:moveTo>
                      <a:pt x="0" y="10660"/>
                    </a:moveTo>
                    <a:lnTo>
                      <a:pt x="9017" y="10660"/>
                    </a:lnTo>
                    <a:lnTo>
                      <a:pt x="9017"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1598;p36">
                <a:extLst>
                  <a:ext uri="{FF2B5EF4-FFF2-40B4-BE49-F238E27FC236}">
                    <a16:creationId xmlns:a16="http://schemas.microsoft.com/office/drawing/2014/main" id="{D9908424-AB83-2E5A-7E1B-4F05BF8A7D8C}"/>
                  </a:ext>
                </a:extLst>
              </p:cNvPr>
              <p:cNvSpPr/>
              <p:nvPr/>
            </p:nvSpPr>
            <p:spPr>
              <a:xfrm>
                <a:off x="5700425" y="4473175"/>
                <a:ext cx="72850" cy="792553"/>
              </a:xfrm>
              <a:custGeom>
                <a:avLst/>
                <a:gdLst/>
                <a:ahLst/>
                <a:cxnLst/>
                <a:rect l="l" t="t" r="r" b="b"/>
                <a:pathLst>
                  <a:path w="2914" h="48780" extrusionOk="0">
                    <a:moveTo>
                      <a:pt x="1" y="48780"/>
                    </a:moveTo>
                    <a:lnTo>
                      <a:pt x="2913" y="48780"/>
                    </a:lnTo>
                    <a:lnTo>
                      <a:pt x="291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1599;p36">
                <a:extLst>
                  <a:ext uri="{FF2B5EF4-FFF2-40B4-BE49-F238E27FC236}">
                    <a16:creationId xmlns:a16="http://schemas.microsoft.com/office/drawing/2014/main" id="{75784BB2-2247-526C-246D-94643E0186E7}"/>
                  </a:ext>
                </a:extLst>
              </p:cNvPr>
              <p:cNvSpPr/>
              <p:nvPr/>
            </p:nvSpPr>
            <p:spPr>
              <a:xfrm>
                <a:off x="4520150" y="4216900"/>
                <a:ext cx="225450" cy="266525"/>
              </a:xfrm>
              <a:custGeom>
                <a:avLst/>
                <a:gdLst/>
                <a:ahLst/>
                <a:cxnLst/>
                <a:rect l="l" t="t" r="r" b="b"/>
                <a:pathLst>
                  <a:path w="9018" h="10661" extrusionOk="0">
                    <a:moveTo>
                      <a:pt x="1" y="10660"/>
                    </a:moveTo>
                    <a:lnTo>
                      <a:pt x="9017" y="10660"/>
                    </a:lnTo>
                    <a:lnTo>
                      <a:pt x="9017"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1600;p36">
                <a:extLst>
                  <a:ext uri="{FF2B5EF4-FFF2-40B4-BE49-F238E27FC236}">
                    <a16:creationId xmlns:a16="http://schemas.microsoft.com/office/drawing/2014/main" id="{D446ADCA-3583-B3F1-CBA3-E3DED1818624}"/>
                  </a:ext>
                </a:extLst>
              </p:cNvPr>
              <p:cNvSpPr/>
              <p:nvPr/>
            </p:nvSpPr>
            <p:spPr>
              <a:xfrm>
                <a:off x="4592025" y="4473175"/>
                <a:ext cx="72825" cy="792553"/>
              </a:xfrm>
              <a:custGeom>
                <a:avLst/>
                <a:gdLst/>
                <a:ahLst/>
                <a:cxnLst/>
                <a:rect l="l" t="t" r="r" b="b"/>
                <a:pathLst>
                  <a:path w="2913" h="48780" extrusionOk="0">
                    <a:moveTo>
                      <a:pt x="1" y="48780"/>
                    </a:moveTo>
                    <a:lnTo>
                      <a:pt x="2913" y="48780"/>
                    </a:lnTo>
                    <a:lnTo>
                      <a:pt x="291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1601;p36">
                <a:extLst>
                  <a:ext uri="{FF2B5EF4-FFF2-40B4-BE49-F238E27FC236}">
                    <a16:creationId xmlns:a16="http://schemas.microsoft.com/office/drawing/2014/main" id="{A833F2CE-8D6D-E98A-AC55-BE507902349D}"/>
                  </a:ext>
                </a:extLst>
              </p:cNvPr>
              <p:cNvSpPr/>
              <p:nvPr/>
            </p:nvSpPr>
            <p:spPr>
              <a:xfrm>
                <a:off x="3379075" y="4251450"/>
                <a:ext cx="225450" cy="262300"/>
              </a:xfrm>
              <a:custGeom>
                <a:avLst/>
                <a:gdLst/>
                <a:ahLst/>
                <a:cxnLst/>
                <a:rect l="l" t="t" r="r" b="b"/>
                <a:pathLst>
                  <a:path w="9018" h="10492" extrusionOk="0">
                    <a:moveTo>
                      <a:pt x="1" y="10492"/>
                    </a:moveTo>
                    <a:lnTo>
                      <a:pt x="9017" y="10492"/>
                    </a:lnTo>
                    <a:lnTo>
                      <a:pt x="9017" y="0"/>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1602;p36">
                <a:extLst>
                  <a:ext uri="{FF2B5EF4-FFF2-40B4-BE49-F238E27FC236}">
                    <a16:creationId xmlns:a16="http://schemas.microsoft.com/office/drawing/2014/main" id="{7B13F487-589B-FDB6-B7CE-8A0273FBA9DC}"/>
                  </a:ext>
                </a:extLst>
              </p:cNvPr>
              <p:cNvSpPr/>
              <p:nvPr/>
            </p:nvSpPr>
            <p:spPr>
              <a:xfrm>
                <a:off x="3450950" y="4494102"/>
                <a:ext cx="72825" cy="772845"/>
              </a:xfrm>
              <a:custGeom>
                <a:avLst/>
                <a:gdLst/>
                <a:ahLst/>
                <a:cxnLst/>
                <a:rect l="l" t="t" r="r" b="b"/>
                <a:pathLst>
                  <a:path w="2913" h="47567" extrusionOk="0">
                    <a:moveTo>
                      <a:pt x="1" y="47567"/>
                    </a:moveTo>
                    <a:lnTo>
                      <a:pt x="2913" y="47567"/>
                    </a:lnTo>
                    <a:lnTo>
                      <a:pt x="291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94" name="Google Shape;1117;p30">
            <a:extLst>
              <a:ext uri="{FF2B5EF4-FFF2-40B4-BE49-F238E27FC236}">
                <a16:creationId xmlns:a16="http://schemas.microsoft.com/office/drawing/2014/main" id="{FA997088-CA70-B023-942C-0192DD5FCABF}"/>
              </a:ext>
            </a:extLst>
          </p:cNvPr>
          <p:cNvGrpSpPr/>
          <p:nvPr/>
        </p:nvGrpSpPr>
        <p:grpSpPr>
          <a:xfrm rot="158103">
            <a:off x="465011" y="3920423"/>
            <a:ext cx="2580526" cy="685136"/>
            <a:chOff x="3962175" y="2631750"/>
            <a:chExt cx="3075700" cy="952625"/>
          </a:xfrm>
        </p:grpSpPr>
        <p:sp>
          <p:nvSpPr>
            <p:cNvPr id="95" name="Google Shape;1118;p30">
              <a:extLst>
                <a:ext uri="{FF2B5EF4-FFF2-40B4-BE49-F238E27FC236}">
                  <a16:creationId xmlns:a16="http://schemas.microsoft.com/office/drawing/2014/main" id="{E765CE14-B34A-4541-590C-F15871B9B99F}"/>
                </a:ext>
              </a:extLst>
            </p:cNvPr>
            <p:cNvSpPr/>
            <p:nvPr/>
          </p:nvSpPr>
          <p:spPr>
            <a:xfrm>
              <a:off x="3962175" y="3227750"/>
              <a:ext cx="3075700" cy="356625"/>
            </a:xfrm>
            <a:custGeom>
              <a:avLst/>
              <a:gdLst/>
              <a:ahLst/>
              <a:cxnLst/>
              <a:rect l="l" t="t" r="r" b="b"/>
              <a:pathLst>
                <a:path w="123028" h="14265" extrusionOk="0">
                  <a:moveTo>
                    <a:pt x="114046" y="1"/>
                  </a:moveTo>
                  <a:lnTo>
                    <a:pt x="114046" y="1239"/>
                  </a:lnTo>
                  <a:lnTo>
                    <a:pt x="114579" y="1239"/>
                  </a:lnTo>
                  <a:lnTo>
                    <a:pt x="114579" y="3167"/>
                  </a:lnTo>
                  <a:lnTo>
                    <a:pt x="109877" y="3167"/>
                  </a:lnTo>
                  <a:lnTo>
                    <a:pt x="109877" y="2728"/>
                  </a:lnTo>
                  <a:lnTo>
                    <a:pt x="108984" y="2728"/>
                  </a:lnTo>
                  <a:lnTo>
                    <a:pt x="108984" y="1913"/>
                  </a:lnTo>
                  <a:cubicBezTo>
                    <a:pt x="108984" y="1411"/>
                    <a:pt x="108513" y="1004"/>
                    <a:pt x="107980" y="1098"/>
                  </a:cubicBezTo>
                  <a:lnTo>
                    <a:pt x="107980" y="1098"/>
                  </a:lnTo>
                  <a:cubicBezTo>
                    <a:pt x="107573" y="1161"/>
                    <a:pt x="107291" y="1553"/>
                    <a:pt x="107291" y="1960"/>
                  </a:cubicBezTo>
                  <a:lnTo>
                    <a:pt x="107291" y="1960"/>
                  </a:lnTo>
                  <a:lnTo>
                    <a:pt x="107291" y="2728"/>
                  </a:lnTo>
                  <a:lnTo>
                    <a:pt x="106397" y="2728"/>
                  </a:lnTo>
                  <a:lnTo>
                    <a:pt x="106397" y="3167"/>
                  </a:lnTo>
                  <a:lnTo>
                    <a:pt x="105237" y="3167"/>
                  </a:lnTo>
                  <a:lnTo>
                    <a:pt x="105237" y="1615"/>
                  </a:lnTo>
                  <a:lnTo>
                    <a:pt x="103921" y="1615"/>
                  </a:lnTo>
                  <a:lnTo>
                    <a:pt x="103921" y="3167"/>
                  </a:lnTo>
                  <a:lnTo>
                    <a:pt x="100112" y="3167"/>
                  </a:lnTo>
                  <a:lnTo>
                    <a:pt x="100112" y="1521"/>
                  </a:lnTo>
                  <a:cubicBezTo>
                    <a:pt x="100112" y="675"/>
                    <a:pt x="99438" y="1"/>
                    <a:pt x="98591" y="1"/>
                  </a:cubicBezTo>
                  <a:lnTo>
                    <a:pt x="98591" y="1"/>
                  </a:lnTo>
                  <a:lnTo>
                    <a:pt x="88403" y="1"/>
                  </a:lnTo>
                  <a:cubicBezTo>
                    <a:pt x="87870" y="1"/>
                    <a:pt x="87431" y="440"/>
                    <a:pt x="87463" y="988"/>
                  </a:cubicBezTo>
                  <a:lnTo>
                    <a:pt x="87463" y="988"/>
                  </a:lnTo>
                  <a:cubicBezTo>
                    <a:pt x="87494" y="1490"/>
                    <a:pt x="87949" y="1882"/>
                    <a:pt x="88466" y="1882"/>
                  </a:cubicBezTo>
                  <a:lnTo>
                    <a:pt x="88466" y="1882"/>
                  </a:lnTo>
                  <a:lnTo>
                    <a:pt x="92149" y="1882"/>
                  </a:lnTo>
                  <a:cubicBezTo>
                    <a:pt x="92964" y="1882"/>
                    <a:pt x="93638" y="2540"/>
                    <a:pt x="93638" y="3355"/>
                  </a:cubicBezTo>
                  <a:lnTo>
                    <a:pt x="93638" y="3355"/>
                  </a:lnTo>
                  <a:lnTo>
                    <a:pt x="93638" y="5785"/>
                  </a:lnTo>
                  <a:cubicBezTo>
                    <a:pt x="93638" y="5988"/>
                    <a:pt x="93466" y="6161"/>
                    <a:pt x="93247" y="6161"/>
                  </a:cubicBezTo>
                  <a:lnTo>
                    <a:pt x="93247" y="6161"/>
                  </a:lnTo>
                  <a:lnTo>
                    <a:pt x="88293" y="6161"/>
                  </a:lnTo>
                  <a:cubicBezTo>
                    <a:pt x="87839" y="6161"/>
                    <a:pt x="87463" y="6537"/>
                    <a:pt x="87463" y="6992"/>
                  </a:cubicBezTo>
                  <a:lnTo>
                    <a:pt x="87463" y="6992"/>
                  </a:lnTo>
                  <a:lnTo>
                    <a:pt x="87463" y="9468"/>
                  </a:lnTo>
                  <a:cubicBezTo>
                    <a:pt x="87463" y="10299"/>
                    <a:pt x="87823" y="11036"/>
                    <a:pt x="88403" y="11537"/>
                  </a:cubicBezTo>
                  <a:lnTo>
                    <a:pt x="88403" y="11537"/>
                  </a:lnTo>
                  <a:cubicBezTo>
                    <a:pt x="88388" y="11615"/>
                    <a:pt x="88388" y="11678"/>
                    <a:pt x="88372" y="11741"/>
                  </a:cubicBezTo>
                  <a:lnTo>
                    <a:pt x="88372" y="11741"/>
                  </a:lnTo>
                  <a:lnTo>
                    <a:pt x="85221" y="11741"/>
                  </a:lnTo>
                  <a:lnTo>
                    <a:pt x="85221" y="3512"/>
                  </a:lnTo>
                  <a:cubicBezTo>
                    <a:pt x="85221" y="2430"/>
                    <a:pt x="84359" y="1553"/>
                    <a:pt x="83278" y="1553"/>
                  </a:cubicBezTo>
                  <a:lnTo>
                    <a:pt x="83278" y="1553"/>
                  </a:lnTo>
                  <a:lnTo>
                    <a:pt x="46083" y="1553"/>
                  </a:lnTo>
                  <a:cubicBezTo>
                    <a:pt x="45017" y="1553"/>
                    <a:pt x="44139" y="2430"/>
                    <a:pt x="44139" y="3512"/>
                  </a:cubicBezTo>
                  <a:lnTo>
                    <a:pt x="44139" y="3512"/>
                  </a:lnTo>
                  <a:lnTo>
                    <a:pt x="44139" y="10330"/>
                  </a:lnTo>
                  <a:lnTo>
                    <a:pt x="42211" y="10330"/>
                  </a:lnTo>
                  <a:lnTo>
                    <a:pt x="42211" y="3512"/>
                  </a:lnTo>
                  <a:cubicBezTo>
                    <a:pt x="42211" y="2430"/>
                    <a:pt x="41333" y="1553"/>
                    <a:pt x="40267" y="1553"/>
                  </a:cubicBezTo>
                  <a:lnTo>
                    <a:pt x="40267" y="1553"/>
                  </a:lnTo>
                  <a:lnTo>
                    <a:pt x="3072" y="1553"/>
                  </a:lnTo>
                  <a:cubicBezTo>
                    <a:pt x="2006" y="1553"/>
                    <a:pt x="1129" y="2430"/>
                    <a:pt x="1129" y="3512"/>
                  </a:cubicBezTo>
                  <a:lnTo>
                    <a:pt x="1129" y="3512"/>
                  </a:lnTo>
                  <a:lnTo>
                    <a:pt x="1129" y="10330"/>
                  </a:lnTo>
                  <a:lnTo>
                    <a:pt x="0" y="10330"/>
                  </a:lnTo>
                  <a:lnTo>
                    <a:pt x="0" y="11130"/>
                  </a:lnTo>
                  <a:lnTo>
                    <a:pt x="1129" y="11130"/>
                  </a:lnTo>
                  <a:lnTo>
                    <a:pt x="1129" y="12650"/>
                  </a:lnTo>
                  <a:lnTo>
                    <a:pt x="1865" y="12650"/>
                  </a:lnTo>
                  <a:cubicBezTo>
                    <a:pt x="1865" y="13481"/>
                    <a:pt x="2555" y="14170"/>
                    <a:pt x="3386" y="14170"/>
                  </a:cubicBezTo>
                  <a:lnTo>
                    <a:pt x="3386" y="14170"/>
                  </a:lnTo>
                  <a:cubicBezTo>
                    <a:pt x="4232" y="14170"/>
                    <a:pt x="4906" y="13481"/>
                    <a:pt x="4906" y="12650"/>
                  </a:cubicBezTo>
                  <a:lnTo>
                    <a:pt x="4906" y="12650"/>
                  </a:lnTo>
                  <a:lnTo>
                    <a:pt x="6113" y="12650"/>
                  </a:lnTo>
                  <a:cubicBezTo>
                    <a:pt x="6113" y="13481"/>
                    <a:pt x="6803" y="14170"/>
                    <a:pt x="7633" y="14170"/>
                  </a:cubicBezTo>
                  <a:lnTo>
                    <a:pt x="7633" y="14170"/>
                  </a:lnTo>
                  <a:cubicBezTo>
                    <a:pt x="8480" y="14170"/>
                    <a:pt x="9154" y="13481"/>
                    <a:pt x="9154" y="12650"/>
                  </a:cubicBezTo>
                  <a:lnTo>
                    <a:pt x="9154" y="12650"/>
                  </a:lnTo>
                  <a:lnTo>
                    <a:pt x="33966" y="12650"/>
                  </a:lnTo>
                  <a:cubicBezTo>
                    <a:pt x="33966" y="13481"/>
                    <a:pt x="34640" y="14170"/>
                    <a:pt x="35487" y="14170"/>
                  </a:cubicBezTo>
                  <a:lnTo>
                    <a:pt x="35487" y="14170"/>
                  </a:lnTo>
                  <a:cubicBezTo>
                    <a:pt x="36317" y="14170"/>
                    <a:pt x="37007" y="13481"/>
                    <a:pt x="37007" y="12650"/>
                  </a:cubicBezTo>
                  <a:lnTo>
                    <a:pt x="37007" y="12650"/>
                  </a:lnTo>
                  <a:lnTo>
                    <a:pt x="38198" y="12650"/>
                  </a:lnTo>
                  <a:cubicBezTo>
                    <a:pt x="38198" y="13481"/>
                    <a:pt x="38888" y="14170"/>
                    <a:pt x="39734" y="14170"/>
                  </a:cubicBezTo>
                  <a:lnTo>
                    <a:pt x="39734" y="14170"/>
                  </a:lnTo>
                  <a:cubicBezTo>
                    <a:pt x="40565" y="14170"/>
                    <a:pt x="41255" y="13481"/>
                    <a:pt x="41255" y="12650"/>
                  </a:cubicBezTo>
                  <a:lnTo>
                    <a:pt x="41255" y="12650"/>
                  </a:lnTo>
                  <a:lnTo>
                    <a:pt x="42211" y="12650"/>
                  </a:lnTo>
                  <a:lnTo>
                    <a:pt x="42211" y="11130"/>
                  </a:lnTo>
                  <a:lnTo>
                    <a:pt x="44139" y="11130"/>
                  </a:lnTo>
                  <a:lnTo>
                    <a:pt x="44139" y="12650"/>
                  </a:lnTo>
                  <a:lnTo>
                    <a:pt x="44876" y="12650"/>
                  </a:lnTo>
                  <a:cubicBezTo>
                    <a:pt x="44876" y="13481"/>
                    <a:pt x="45565" y="14170"/>
                    <a:pt x="46412" y="14170"/>
                  </a:cubicBezTo>
                  <a:lnTo>
                    <a:pt x="46412" y="14170"/>
                  </a:lnTo>
                  <a:cubicBezTo>
                    <a:pt x="47242" y="14170"/>
                    <a:pt x="47932" y="13481"/>
                    <a:pt x="47932" y="12650"/>
                  </a:cubicBezTo>
                  <a:lnTo>
                    <a:pt x="47932" y="12650"/>
                  </a:lnTo>
                  <a:lnTo>
                    <a:pt x="49123" y="12650"/>
                  </a:lnTo>
                  <a:cubicBezTo>
                    <a:pt x="49123" y="13481"/>
                    <a:pt x="49813" y="14170"/>
                    <a:pt x="50644" y="14170"/>
                  </a:cubicBezTo>
                  <a:lnTo>
                    <a:pt x="50644" y="14170"/>
                  </a:lnTo>
                  <a:cubicBezTo>
                    <a:pt x="51490" y="14170"/>
                    <a:pt x="52164" y="13481"/>
                    <a:pt x="52164" y="12650"/>
                  </a:cubicBezTo>
                  <a:lnTo>
                    <a:pt x="52164" y="12650"/>
                  </a:lnTo>
                  <a:lnTo>
                    <a:pt x="76977" y="12650"/>
                  </a:lnTo>
                  <a:cubicBezTo>
                    <a:pt x="76977" y="13481"/>
                    <a:pt x="77651" y="14170"/>
                    <a:pt x="78497" y="14170"/>
                  </a:cubicBezTo>
                  <a:lnTo>
                    <a:pt x="78497" y="14170"/>
                  </a:lnTo>
                  <a:cubicBezTo>
                    <a:pt x="79343" y="14170"/>
                    <a:pt x="80017" y="13481"/>
                    <a:pt x="80017" y="12650"/>
                  </a:cubicBezTo>
                  <a:lnTo>
                    <a:pt x="80017" y="12650"/>
                  </a:lnTo>
                  <a:lnTo>
                    <a:pt x="81224" y="12650"/>
                  </a:lnTo>
                  <a:cubicBezTo>
                    <a:pt x="81224" y="13481"/>
                    <a:pt x="81898" y="14170"/>
                    <a:pt x="82745" y="14170"/>
                  </a:cubicBezTo>
                  <a:lnTo>
                    <a:pt x="82745" y="14170"/>
                  </a:lnTo>
                  <a:cubicBezTo>
                    <a:pt x="83575" y="14170"/>
                    <a:pt x="84265" y="13481"/>
                    <a:pt x="84265" y="12650"/>
                  </a:cubicBezTo>
                  <a:lnTo>
                    <a:pt x="84265" y="12650"/>
                  </a:lnTo>
                  <a:lnTo>
                    <a:pt x="88497" y="12650"/>
                  </a:lnTo>
                  <a:cubicBezTo>
                    <a:pt x="88811" y="13528"/>
                    <a:pt x="89657" y="14170"/>
                    <a:pt x="90645" y="14170"/>
                  </a:cubicBezTo>
                  <a:lnTo>
                    <a:pt x="90645" y="14170"/>
                  </a:lnTo>
                  <a:cubicBezTo>
                    <a:pt x="91789" y="14170"/>
                    <a:pt x="92729" y="13340"/>
                    <a:pt x="92902" y="12258"/>
                  </a:cubicBezTo>
                  <a:lnTo>
                    <a:pt x="92902" y="12258"/>
                  </a:lnTo>
                  <a:lnTo>
                    <a:pt x="94939" y="12258"/>
                  </a:lnTo>
                  <a:cubicBezTo>
                    <a:pt x="95174" y="13340"/>
                    <a:pt x="96146" y="14170"/>
                    <a:pt x="97322" y="14170"/>
                  </a:cubicBezTo>
                  <a:lnTo>
                    <a:pt x="97322" y="14170"/>
                  </a:lnTo>
                  <a:cubicBezTo>
                    <a:pt x="98482" y="14170"/>
                    <a:pt x="99454" y="13340"/>
                    <a:pt x="99704" y="12258"/>
                  </a:cubicBezTo>
                  <a:lnTo>
                    <a:pt x="99704" y="12258"/>
                  </a:lnTo>
                  <a:lnTo>
                    <a:pt x="100535" y="12258"/>
                  </a:lnTo>
                  <a:cubicBezTo>
                    <a:pt x="100770" y="13340"/>
                    <a:pt x="101758" y="14170"/>
                    <a:pt x="102918" y="14170"/>
                  </a:cubicBezTo>
                  <a:lnTo>
                    <a:pt x="102918" y="14170"/>
                  </a:lnTo>
                  <a:cubicBezTo>
                    <a:pt x="104093" y="14170"/>
                    <a:pt x="105065" y="13340"/>
                    <a:pt x="105300" y="12258"/>
                  </a:cubicBezTo>
                  <a:lnTo>
                    <a:pt x="105300" y="12258"/>
                  </a:lnTo>
                  <a:lnTo>
                    <a:pt x="106601" y="12258"/>
                  </a:lnTo>
                  <a:cubicBezTo>
                    <a:pt x="106836" y="13340"/>
                    <a:pt x="107808" y="14170"/>
                    <a:pt x="108984" y="14170"/>
                  </a:cubicBezTo>
                  <a:lnTo>
                    <a:pt x="108984" y="14170"/>
                  </a:lnTo>
                  <a:cubicBezTo>
                    <a:pt x="110143" y="14170"/>
                    <a:pt x="111115" y="13340"/>
                    <a:pt x="111366" y="12258"/>
                  </a:cubicBezTo>
                  <a:lnTo>
                    <a:pt x="111366" y="12258"/>
                  </a:lnTo>
                  <a:lnTo>
                    <a:pt x="112197" y="12258"/>
                  </a:lnTo>
                  <a:cubicBezTo>
                    <a:pt x="112448" y="13340"/>
                    <a:pt x="113419" y="14170"/>
                    <a:pt x="114579" y="14170"/>
                  </a:cubicBezTo>
                  <a:lnTo>
                    <a:pt x="114579" y="14170"/>
                  </a:lnTo>
                  <a:cubicBezTo>
                    <a:pt x="115755" y="14170"/>
                    <a:pt x="116727" y="13340"/>
                    <a:pt x="116962" y="12258"/>
                  </a:cubicBezTo>
                  <a:lnTo>
                    <a:pt x="116962" y="12258"/>
                  </a:lnTo>
                  <a:lnTo>
                    <a:pt x="117244" y="12258"/>
                  </a:lnTo>
                  <a:cubicBezTo>
                    <a:pt x="117056" y="12525"/>
                    <a:pt x="116977" y="12854"/>
                    <a:pt x="117056" y="13230"/>
                  </a:cubicBezTo>
                  <a:lnTo>
                    <a:pt x="117056" y="13230"/>
                  </a:lnTo>
                  <a:cubicBezTo>
                    <a:pt x="117166" y="13684"/>
                    <a:pt x="117542" y="14061"/>
                    <a:pt x="118012" y="14139"/>
                  </a:cubicBezTo>
                  <a:lnTo>
                    <a:pt x="118012" y="14139"/>
                  </a:lnTo>
                  <a:cubicBezTo>
                    <a:pt x="118655" y="14264"/>
                    <a:pt x="119219" y="13888"/>
                    <a:pt x="119391" y="13324"/>
                  </a:cubicBezTo>
                  <a:lnTo>
                    <a:pt x="119391" y="13324"/>
                  </a:lnTo>
                  <a:cubicBezTo>
                    <a:pt x="122369" y="13308"/>
                    <a:pt x="123028" y="12556"/>
                    <a:pt x="123028" y="12556"/>
                  </a:cubicBezTo>
                  <a:lnTo>
                    <a:pt x="123028" y="12556"/>
                  </a:lnTo>
                  <a:lnTo>
                    <a:pt x="119783" y="9108"/>
                  </a:lnTo>
                  <a:lnTo>
                    <a:pt x="118749" y="9108"/>
                  </a:lnTo>
                  <a:cubicBezTo>
                    <a:pt x="120128" y="8841"/>
                    <a:pt x="121178" y="7619"/>
                    <a:pt x="121178" y="6161"/>
                  </a:cubicBezTo>
                  <a:lnTo>
                    <a:pt x="121178" y="6161"/>
                  </a:lnTo>
                  <a:cubicBezTo>
                    <a:pt x="121178" y="5330"/>
                    <a:pt x="120849" y="4578"/>
                    <a:pt x="120300" y="4045"/>
                  </a:cubicBezTo>
                  <a:lnTo>
                    <a:pt x="120300" y="4045"/>
                  </a:lnTo>
                  <a:cubicBezTo>
                    <a:pt x="119752" y="3496"/>
                    <a:pt x="118999" y="3167"/>
                    <a:pt x="118184" y="3167"/>
                  </a:cubicBezTo>
                  <a:lnTo>
                    <a:pt x="118184" y="3167"/>
                  </a:lnTo>
                  <a:lnTo>
                    <a:pt x="116068" y="3167"/>
                  </a:lnTo>
                  <a:lnTo>
                    <a:pt x="116068" y="1239"/>
                  </a:lnTo>
                  <a:lnTo>
                    <a:pt x="116601" y="1239"/>
                  </a:lnTo>
                  <a:lnTo>
                    <a:pt x="116601" y="1"/>
                  </a:lnTo>
                  <a:close/>
                  <a:moveTo>
                    <a:pt x="58214" y="11130"/>
                  </a:moveTo>
                  <a:lnTo>
                    <a:pt x="71146" y="11130"/>
                  </a:lnTo>
                  <a:lnTo>
                    <a:pt x="71146" y="11741"/>
                  </a:lnTo>
                  <a:lnTo>
                    <a:pt x="58214" y="11741"/>
                  </a:lnTo>
                  <a:close/>
                  <a:moveTo>
                    <a:pt x="15204" y="11130"/>
                  </a:moveTo>
                  <a:lnTo>
                    <a:pt x="28135" y="11130"/>
                  </a:lnTo>
                  <a:lnTo>
                    <a:pt x="28135" y="11741"/>
                  </a:lnTo>
                  <a:lnTo>
                    <a:pt x="15204" y="11741"/>
                  </a:lnTo>
                  <a:close/>
                </a:path>
              </a:pathLst>
            </a:custGeom>
            <a:solidFill>
              <a:srgbClr val="0913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6" name="Google Shape;1119;p30">
              <a:extLst>
                <a:ext uri="{FF2B5EF4-FFF2-40B4-BE49-F238E27FC236}">
                  <a16:creationId xmlns:a16="http://schemas.microsoft.com/office/drawing/2014/main" id="{10368EF2-FEA5-0E57-1760-8662F20CDB5B}"/>
                </a:ext>
              </a:extLst>
            </p:cNvPr>
            <p:cNvSpPr/>
            <p:nvPr/>
          </p:nvSpPr>
          <p:spPr>
            <a:xfrm>
              <a:off x="6345450" y="3293600"/>
              <a:ext cx="84275" cy="84275"/>
            </a:xfrm>
            <a:custGeom>
              <a:avLst/>
              <a:gdLst/>
              <a:ahLst/>
              <a:cxnLst/>
              <a:rect l="l" t="t" r="r" b="b"/>
              <a:pathLst>
                <a:path w="3371" h="3371" extrusionOk="0">
                  <a:moveTo>
                    <a:pt x="1050" y="0"/>
                  </a:moveTo>
                  <a:cubicBezTo>
                    <a:pt x="470" y="0"/>
                    <a:pt x="0" y="470"/>
                    <a:pt x="0" y="1050"/>
                  </a:cubicBezTo>
                  <a:lnTo>
                    <a:pt x="0" y="2320"/>
                  </a:lnTo>
                  <a:cubicBezTo>
                    <a:pt x="0" y="2900"/>
                    <a:pt x="470" y="3370"/>
                    <a:pt x="1050" y="3370"/>
                  </a:cubicBezTo>
                  <a:lnTo>
                    <a:pt x="2320" y="3370"/>
                  </a:lnTo>
                  <a:cubicBezTo>
                    <a:pt x="2900" y="3370"/>
                    <a:pt x="3370" y="2900"/>
                    <a:pt x="3370" y="2320"/>
                  </a:cubicBezTo>
                  <a:lnTo>
                    <a:pt x="3370" y="1050"/>
                  </a:lnTo>
                  <a:cubicBezTo>
                    <a:pt x="3370" y="470"/>
                    <a:pt x="2900" y="0"/>
                    <a:pt x="232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1120;p30">
              <a:extLst>
                <a:ext uri="{FF2B5EF4-FFF2-40B4-BE49-F238E27FC236}">
                  <a16:creationId xmlns:a16="http://schemas.microsoft.com/office/drawing/2014/main" id="{F56CAABB-7CB8-E8FA-2FB4-91F2135669B0}"/>
                </a:ext>
              </a:extLst>
            </p:cNvPr>
            <p:cNvSpPr/>
            <p:nvPr/>
          </p:nvSpPr>
          <p:spPr>
            <a:xfrm>
              <a:off x="5924600" y="3351575"/>
              <a:ext cx="74475" cy="70575"/>
            </a:xfrm>
            <a:custGeom>
              <a:avLst/>
              <a:gdLst/>
              <a:ahLst/>
              <a:cxnLst/>
              <a:rect l="l" t="t" r="r" b="b"/>
              <a:pathLst>
                <a:path w="2979" h="2823" extrusionOk="0">
                  <a:moveTo>
                    <a:pt x="1050" y="1"/>
                  </a:moveTo>
                  <a:cubicBezTo>
                    <a:pt x="470" y="1"/>
                    <a:pt x="0" y="471"/>
                    <a:pt x="0" y="1051"/>
                  </a:cubicBezTo>
                  <a:lnTo>
                    <a:pt x="0" y="1788"/>
                  </a:lnTo>
                  <a:cubicBezTo>
                    <a:pt x="0" y="2368"/>
                    <a:pt x="470" y="2822"/>
                    <a:pt x="1050" y="2822"/>
                  </a:cubicBezTo>
                  <a:lnTo>
                    <a:pt x="1944" y="2822"/>
                  </a:lnTo>
                  <a:cubicBezTo>
                    <a:pt x="2508" y="2822"/>
                    <a:pt x="2978" y="2368"/>
                    <a:pt x="2978" y="1788"/>
                  </a:cubicBezTo>
                  <a:lnTo>
                    <a:pt x="2978" y="1051"/>
                  </a:lnTo>
                  <a:cubicBezTo>
                    <a:pt x="2978" y="471"/>
                    <a:pt x="2508"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1121;p30">
              <a:extLst>
                <a:ext uri="{FF2B5EF4-FFF2-40B4-BE49-F238E27FC236}">
                  <a16:creationId xmlns:a16="http://schemas.microsoft.com/office/drawing/2014/main" id="{C343B642-8B6B-0F0C-994D-576085753168}"/>
                </a:ext>
              </a:extLst>
            </p:cNvPr>
            <p:cNvSpPr/>
            <p:nvPr/>
          </p:nvSpPr>
          <p:spPr>
            <a:xfrm>
              <a:off x="5812125" y="3351575"/>
              <a:ext cx="74475" cy="70575"/>
            </a:xfrm>
            <a:custGeom>
              <a:avLst/>
              <a:gdLst/>
              <a:ahLst/>
              <a:cxnLst/>
              <a:rect l="l" t="t" r="r" b="b"/>
              <a:pathLst>
                <a:path w="2979" h="2823" extrusionOk="0">
                  <a:moveTo>
                    <a:pt x="1035" y="1"/>
                  </a:moveTo>
                  <a:cubicBezTo>
                    <a:pt x="455" y="1"/>
                    <a:pt x="0" y="471"/>
                    <a:pt x="0" y="1051"/>
                  </a:cubicBezTo>
                  <a:lnTo>
                    <a:pt x="0" y="1788"/>
                  </a:lnTo>
                  <a:cubicBezTo>
                    <a:pt x="0" y="2368"/>
                    <a:pt x="455" y="2822"/>
                    <a:pt x="1035" y="2822"/>
                  </a:cubicBezTo>
                  <a:lnTo>
                    <a:pt x="1928" y="2822"/>
                  </a:lnTo>
                  <a:cubicBezTo>
                    <a:pt x="2508" y="2822"/>
                    <a:pt x="2979" y="2368"/>
                    <a:pt x="2979" y="1788"/>
                  </a:cubicBezTo>
                  <a:lnTo>
                    <a:pt x="2979" y="1051"/>
                  </a:lnTo>
                  <a:cubicBezTo>
                    <a:pt x="2979" y="471"/>
                    <a:pt x="2508" y="1"/>
                    <a:pt x="192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1122;p30">
              <a:extLst>
                <a:ext uri="{FF2B5EF4-FFF2-40B4-BE49-F238E27FC236}">
                  <a16:creationId xmlns:a16="http://schemas.microsoft.com/office/drawing/2014/main" id="{59ACB365-CC84-3DC0-12DD-A09997BC5CA7}"/>
                </a:ext>
              </a:extLst>
            </p:cNvPr>
            <p:cNvSpPr/>
            <p:nvPr/>
          </p:nvSpPr>
          <p:spPr>
            <a:xfrm>
              <a:off x="5703575" y="3351575"/>
              <a:ext cx="74475" cy="70575"/>
            </a:xfrm>
            <a:custGeom>
              <a:avLst/>
              <a:gdLst/>
              <a:ahLst/>
              <a:cxnLst/>
              <a:rect l="l" t="t" r="r" b="b"/>
              <a:pathLst>
                <a:path w="2979" h="2823" extrusionOk="0">
                  <a:moveTo>
                    <a:pt x="1051" y="1"/>
                  </a:moveTo>
                  <a:cubicBezTo>
                    <a:pt x="471" y="1"/>
                    <a:pt x="1" y="471"/>
                    <a:pt x="1" y="1051"/>
                  </a:cubicBezTo>
                  <a:lnTo>
                    <a:pt x="1" y="1788"/>
                  </a:lnTo>
                  <a:cubicBezTo>
                    <a:pt x="1" y="2368"/>
                    <a:pt x="471" y="2822"/>
                    <a:pt x="1051" y="2822"/>
                  </a:cubicBezTo>
                  <a:lnTo>
                    <a:pt x="1944" y="2822"/>
                  </a:lnTo>
                  <a:cubicBezTo>
                    <a:pt x="2524" y="2822"/>
                    <a:pt x="2979" y="2368"/>
                    <a:pt x="2979" y="1788"/>
                  </a:cubicBezTo>
                  <a:lnTo>
                    <a:pt x="2979" y="1051"/>
                  </a:lnTo>
                  <a:cubicBezTo>
                    <a:pt x="2979"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123;p30">
              <a:extLst>
                <a:ext uri="{FF2B5EF4-FFF2-40B4-BE49-F238E27FC236}">
                  <a16:creationId xmlns:a16="http://schemas.microsoft.com/office/drawing/2014/main" id="{519AEB82-4C55-050F-6F36-88F201B8310E}"/>
                </a:ext>
              </a:extLst>
            </p:cNvPr>
            <p:cNvSpPr/>
            <p:nvPr/>
          </p:nvSpPr>
          <p:spPr>
            <a:xfrm>
              <a:off x="5595425" y="3351575"/>
              <a:ext cx="74475" cy="70575"/>
            </a:xfrm>
            <a:custGeom>
              <a:avLst/>
              <a:gdLst/>
              <a:ahLst/>
              <a:cxnLst/>
              <a:rect l="l" t="t" r="r" b="b"/>
              <a:pathLst>
                <a:path w="2979" h="2823" extrusionOk="0">
                  <a:moveTo>
                    <a:pt x="1035" y="1"/>
                  </a:moveTo>
                  <a:cubicBezTo>
                    <a:pt x="455" y="1"/>
                    <a:pt x="1" y="471"/>
                    <a:pt x="1" y="1051"/>
                  </a:cubicBezTo>
                  <a:lnTo>
                    <a:pt x="1" y="1788"/>
                  </a:lnTo>
                  <a:cubicBezTo>
                    <a:pt x="1" y="2368"/>
                    <a:pt x="455" y="2822"/>
                    <a:pt x="1035" y="2822"/>
                  </a:cubicBezTo>
                  <a:lnTo>
                    <a:pt x="1929" y="2822"/>
                  </a:lnTo>
                  <a:cubicBezTo>
                    <a:pt x="2508" y="2822"/>
                    <a:pt x="2979" y="2368"/>
                    <a:pt x="2979" y="1788"/>
                  </a:cubicBezTo>
                  <a:lnTo>
                    <a:pt x="2979" y="1051"/>
                  </a:lnTo>
                  <a:cubicBezTo>
                    <a:pt x="2979" y="471"/>
                    <a:pt x="2508" y="1"/>
                    <a:pt x="19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124;p30">
              <a:extLst>
                <a:ext uri="{FF2B5EF4-FFF2-40B4-BE49-F238E27FC236}">
                  <a16:creationId xmlns:a16="http://schemas.microsoft.com/office/drawing/2014/main" id="{98F2C447-2DD5-DBCB-394D-A997A508A2BB}"/>
                </a:ext>
              </a:extLst>
            </p:cNvPr>
            <p:cNvSpPr/>
            <p:nvPr/>
          </p:nvSpPr>
          <p:spPr>
            <a:xfrm>
              <a:off x="5486875" y="3351575"/>
              <a:ext cx="74475" cy="70575"/>
            </a:xfrm>
            <a:custGeom>
              <a:avLst/>
              <a:gdLst/>
              <a:ahLst/>
              <a:cxnLst/>
              <a:rect l="l" t="t" r="r" b="b"/>
              <a:pathLst>
                <a:path w="2979" h="2823" extrusionOk="0">
                  <a:moveTo>
                    <a:pt x="1051" y="1"/>
                  </a:moveTo>
                  <a:cubicBezTo>
                    <a:pt x="471" y="1"/>
                    <a:pt x="1" y="471"/>
                    <a:pt x="1" y="1051"/>
                  </a:cubicBezTo>
                  <a:lnTo>
                    <a:pt x="1" y="1788"/>
                  </a:lnTo>
                  <a:cubicBezTo>
                    <a:pt x="1" y="2368"/>
                    <a:pt x="471" y="2822"/>
                    <a:pt x="1051" y="2822"/>
                  </a:cubicBezTo>
                  <a:lnTo>
                    <a:pt x="1944" y="2822"/>
                  </a:lnTo>
                  <a:cubicBezTo>
                    <a:pt x="2509" y="2822"/>
                    <a:pt x="2979" y="2368"/>
                    <a:pt x="2979" y="1788"/>
                  </a:cubicBezTo>
                  <a:lnTo>
                    <a:pt x="2979" y="1051"/>
                  </a:lnTo>
                  <a:cubicBezTo>
                    <a:pt x="2979" y="471"/>
                    <a:pt x="2509"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125;p30">
              <a:extLst>
                <a:ext uri="{FF2B5EF4-FFF2-40B4-BE49-F238E27FC236}">
                  <a16:creationId xmlns:a16="http://schemas.microsoft.com/office/drawing/2014/main" id="{F328EDF1-32B6-5C9F-7F4A-26E51D40B170}"/>
                </a:ext>
              </a:extLst>
            </p:cNvPr>
            <p:cNvSpPr/>
            <p:nvPr/>
          </p:nvSpPr>
          <p:spPr>
            <a:xfrm>
              <a:off x="5378350" y="3351575"/>
              <a:ext cx="74850" cy="70575"/>
            </a:xfrm>
            <a:custGeom>
              <a:avLst/>
              <a:gdLst/>
              <a:ahLst/>
              <a:cxnLst/>
              <a:rect l="l" t="t" r="r" b="b"/>
              <a:pathLst>
                <a:path w="2994" h="2823" extrusionOk="0">
                  <a:moveTo>
                    <a:pt x="1050" y="1"/>
                  </a:moveTo>
                  <a:cubicBezTo>
                    <a:pt x="470" y="1"/>
                    <a:pt x="0" y="471"/>
                    <a:pt x="0" y="1051"/>
                  </a:cubicBezTo>
                  <a:lnTo>
                    <a:pt x="0" y="1788"/>
                  </a:lnTo>
                  <a:cubicBezTo>
                    <a:pt x="0" y="2368"/>
                    <a:pt x="470" y="2822"/>
                    <a:pt x="1050"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126;p30">
              <a:extLst>
                <a:ext uri="{FF2B5EF4-FFF2-40B4-BE49-F238E27FC236}">
                  <a16:creationId xmlns:a16="http://schemas.microsoft.com/office/drawing/2014/main" id="{0ECBE1C0-CE0B-BF76-4BD8-B22CC9328352}"/>
                </a:ext>
              </a:extLst>
            </p:cNvPr>
            <p:cNvSpPr/>
            <p:nvPr/>
          </p:nvSpPr>
          <p:spPr>
            <a:xfrm>
              <a:off x="5270175" y="3351575"/>
              <a:ext cx="74500" cy="70575"/>
            </a:xfrm>
            <a:custGeom>
              <a:avLst/>
              <a:gdLst/>
              <a:ahLst/>
              <a:cxnLst/>
              <a:rect l="l" t="t" r="r" b="b"/>
              <a:pathLst>
                <a:path w="2980" h="2823" extrusionOk="0">
                  <a:moveTo>
                    <a:pt x="1051" y="1"/>
                  </a:moveTo>
                  <a:cubicBezTo>
                    <a:pt x="471" y="1"/>
                    <a:pt x="1" y="471"/>
                    <a:pt x="1" y="1051"/>
                  </a:cubicBezTo>
                  <a:lnTo>
                    <a:pt x="1" y="1788"/>
                  </a:lnTo>
                  <a:cubicBezTo>
                    <a:pt x="1" y="2368"/>
                    <a:pt x="471" y="2822"/>
                    <a:pt x="1051" y="2822"/>
                  </a:cubicBezTo>
                  <a:lnTo>
                    <a:pt x="1945" y="2822"/>
                  </a:lnTo>
                  <a:cubicBezTo>
                    <a:pt x="2509" y="2822"/>
                    <a:pt x="2979" y="2368"/>
                    <a:pt x="2979" y="1788"/>
                  </a:cubicBezTo>
                  <a:lnTo>
                    <a:pt x="2979" y="1051"/>
                  </a:lnTo>
                  <a:cubicBezTo>
                    <a:pt x="2979" y="471"/>
                    <a:pt x="2509" y="1"/>
                    <a:pt x="194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127;p30">
              <a:extLst>
                <a:ext uri="{FF2B5EF4-FFF2-40B4-BE49-F238E27FC236}">
                  <a16:creationId xmlns:a16="http://schemas.microsoft.com/office/drawing/2014/main" id="{6C1507D3-FC6D-0738-C6F5-23484DFBA441}"/>
                </a:ext>
              </a:extLst>
            </p:cNvPr>
            <p:cNvSpPr/>
            <p:nvPr/>
          </p:nvSpPr>
          <p:spPr>
            <a:xfrm>
              <a:off x="5161650" y="3351575"/>
              <a:ext cx="74850" cy="70575"/>
            </a:xfrm>
            <a:custGeom>
              <a:avLst/>
              <a:gdLst/>
              <a:ahLst/>
              <a:cxnLst/>
              <a:rect l="l" t="t" r="r" b="b"/>
              <a:pathLst>
                <a:path w="2994" h="2823" extrusionOk="0">
                  <a:moveTo>
                    <a:pt x="1050" y="1"/>
                  </a:moveTo>
                  <a:cubicBezTo>
                    <a:pt x="470" y="1"/>
                    <a:pt x="0" y="471"/>
                    <a:pt x="0" y="1051"/>
                  </a:cubicBezTo>
                  <a:lnTo>
                    <a:pt x="0" y="1788"/>
                  </a:lnTo>
                  <a:cubicBezTo>
                    <a:pt x="0" y="2368"/>
                    <a:pt x="470" y="2822"/>
                    <a:pt x="1050"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128;p30">
              <a:extLst>
                <a:ext uri="{FF2B5EF4-FFF2-40B4-BE49-F238E27FC236}">
                  <a16:creationId xmlns:a16="http://schemas.microsoft.com/office/drawing/2014/main" id="{04793CD7-0601-BFA2-EC26-AE49EC5928D0}"/>
                </a:ext>
              </a:extLst>
            </p:cNvPr>
            <p:cNvSpPr/>
            <p:nvPr/>
          </p:nvSpPr>
          <p:spPr>
            <a:xfrm>
              <a:off x="4849325" y="3351575"/>
              <a:ext cx="74475" cy="70575"/>
            </a:xfrm>
            <a:custGeom>
              <a:avLst/>
              <a:gdLst/>
              <a:ahLst/>
              <a:cxnLst/>
              <a:rect l="l" t="t" r="r" b="b"/>
              <a:pathLst>
                <a:path w="2979" h="2823" extrusionOk="0">
                  <a:moveTo>
                    <a:pt x="1035" y="1"/>
                  </a:moveTo>
                  <a:cubicBezTo>
                    <a:pt x="471" y="1"/>
                    <a:pt x="1" y="471"/>
                    <a:pt x="1" y="1051"/>
                  </a:cubicBezTo>
                  <a:lnTo>
                    <a:pt x="1" y="1788"/>
                  </a:lnTo>
                  <a:cubicBezTo>
                    <a:pt x="1" y="2368"/>
                    <a:pt x="471" y="2822"/>
                    <a:pt x="1035" y="2822"/>
                  </a:cubicBezTo>
                  <a:lnTo>
                    <a:pt x="1929" y="2822"/>
                  </a:lnTo>
                  <a:cubicBezTo>
                    <a:pt x="2509" y="2822"/>
                    <a:pt x="2979" y="2368"/>
                    <a:pt x="2979" y="1788"/>
                  </a:cubicBezTo>
                  <a:lnTo>
                    <a:pt x="2979" y="1051"/>
                  </a:lnTo>
                  <a:cubicBezTo>
                    <a:pt x="2979" y="471"/>
                    <a:pt x="2509" y="1"/>
                    <a:pt x="19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129;p30">
              <a:extLst>
                <a:ext uri="{FF2B5EF4-FFF2-40B4-BE49-F238E27FC236}">
                  <a16:creationId xmlns:a16="http://schemas.microsoft.com/office/drawing/2014/main" id="{C74294A8-B9D5-8CB1-682D-15D286F9604A}"/>
                </a:ext>
              </a:extLst>
            </p:cNvPr>
            <p:cNvSpPr/>
            <p:nvPr/>
          </p:nvSpPr>
          <p:spPr>
            <a:xfrm>
              <a:off x="4736475" y="3351575"/>
              <a:ext cx="74875" cy="70575"/>
            </a:xfrm>
            <a:custGeom>
              <a:avLst/>
              <a:gdLst/>
              <a:ahLst/>
              <a:cxnLst/>
              <a:rect l="l" t="t" r="r" b="b"/>
              <a:pathLst>
                <a:path w="2995" h="2823" extrusionOk="0">
                  <a:moveTo>
                    <a:pt x="1051" y="1"/>
                  </a:moveTo>
                  <a:cubicBezTo>
                    <a:pt x="471" y="1"/>
                    <a:pt x="0" y="471"/>
                    <a:pt x="0" y="1051"/>
                  </a:cubicBezTo>
                  <a:lnTo>
                    <a:pt x="0" y="1788"/>
                  </a:lnTo>
                  <a:cubicBezTo>
                    <a:pt x="0" y="2368"/>
                    <a:pt x="471" y="2822"/>
                    <a:pt x="1051"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130;p30">
              <a:extLst>
                <a:ext uri="{FF2B5EF4-FFF2-40B4-BE49-F238E27FC236}">
                  <a16:creationId xmlns:a16="http://schemas.microsoft.com/office/drawing/2014/main" id="{3511A421-8692-52CE-FEF0-E5896B636D5B}"/>
                </a:ext>
              </a:extLst>
            </p:cNvPr>
            <p:cNvSpPr/>
            <p:nvPr/>
          </p:nvSpPr>
          <p:spPr>
            <a:xfrm>
              <a:off x="4628325" y="3351575"/>
              <a:ext cx="74475" cy="70575"/>
            </a:xfrm>
            <a:custGeom>
              <a:avLst/>
              <a:gdLst/>
              <a:ahLst/>
              <a:cxnLst/>
              <a:rect l="l" t="t" r="r" b="b"/>
              <a:pathLst>
                <a:path w="2979" h="2823" extrusionOk="0">
                  <a:moveTo>
                    <a:pt x="1051" y="1"/>
                  </a:moveTo>
                  <a:cubicBezTo>
                    <a:pt x="471" y="1"/>
                    <a:pt x="0" y="471"/>
                    <a:pt x="0" y="1051"/>
                  </a:cubicBezTo>
                  <a:lnTo>
                    <a:pt x="0" y="1788"/>
                  </a:lnTo>
                  <a:cubicBezTo>
                    <a:pt x="0" y="2368"/>
                    <a:pt x="471" y="2822"/>
                    <a:pt x="1051" y="2822"/>
                  </a:cubicBezTo>
                  <a:lnTo>
                    <a:pt x="1944" y="2822"/>
                  </a:lnTo>
                  <a:cubicBezTo>
                    <a:pt x="2508" y="2822"/>
                    <a:pt x="2978" y="2368"/>
                    <a:pt x="2978" y="1788"/>
                  </a:cubicBezTo>
                  <a:lnTo>
                    <a:pt x="2978" y="1051"/>
                  </a:lnTo>
                  <a:cubicBezTo>
                    <a:pt x="2978" y="471"/>
                    <a:pt x="2508"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131;p30">
              <a:extLst>
                <a:ext uri="{FF2B5EF4-FFF2-40B4-BE49-F238E27FC236}">
                  <a16:creationId xmlns:a16="http://schemas.microsoft.com/office/drawing/2014/main" id="{540D14EC-34A7-C31E-40C3-CB2F173F8E9B}"/>
                </a:ext>
              </a:extLst>
            </p:cNvPr>
            <p:cNvSpPr/>
            <p:nvPr/>
          </p:nvSpPr>
          <p:spPr>
            <a:xfrm>
              <a:off x="4519775" y="3351575"/>
              <a:ext cx="74875" cy="70575"/>
            </a:xfrm>
            <a:custGeom>
              <a:avLst/>
              <a:gdLst/>
              <a:ahLst/>
              <a:cxnLst/>
              <a:rect l="l" t="t" r="r" b="b"/>
              <a:pathLst>
                <a:path w="2995" h="2823" extrusionOk="0">
                  <a:moveTo>
                    <a:pt x="1051" y="1"/>
                  </a:moveTo>
                  <a:cubicBezTo>
                    <a:pt x="471" y="1"/>
                    <a:pt x="1" y="471"/>
                    <a:pt x="1" y="1051"/>
                  </a:cubicBezTo>
                  <a:lnTo>
                    <a:pt x="1" y="1788"/>
                  </a:lnTo>
                  <a:cubicBezTo>
                    <a:pt x="1" y="2368"/>
                    <a:pt x="471" y="2822"/>
                    <a:pt x="1051"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132;p30">
              <a:extLst>
                <a:ext uri="{FF2B5EF4-FFF2-40B4-BE49-F238E27FC236}">
                  <a16:creationId xmlns:a16="http://schemas.microsoft.com/office/drawing/2014/main" id="{16A82A2B-EA0A-BDE4-F1F5-36807A01F282}"/>
                </a:ext>
              </a:extLst>
            </p:cNvPr>
            <p:cNvSpPr/>
            <p:nvPr/>
          </p:nvSpPr>
          <p:spPr>
            <a:xfrm>
              <a:off x="4411625" y="3351575"/>
              <a:ext cx="74475" cy="70575"/>
            </a:xfrm>
            <a:custGeom>
              <a:avLst/>
              <a:gdLst/>
              <a:ahLst/>
              <a:cxnLst/>
              <a:rect l="l" t="t" r="r" b="b"/>
              <a:pathLst>
                <a:path w="2979" h="2823" extrusionOk="0">
                  <a:moveTo>
                    <a:pt x="1035" y="1"/>
                  </a:moveTo>
                  <a:cubicBezTo>
                    <a:pt x="471" y="1"/>
                    <a:pt x="0" y="471"/>
                    <a:pt x="0" y="1051"/>
                  </a:cubicBezTo>
                  <a:lnTo>
                    <a:pt x="0" y="1788"/>
                  </a:lnTo>
                  <a:cubicBezTo>
                    <a:pt x="0" y="2368"/>
                    <a:pt x="471" y="2822"/>
                    <a:pt x="1035" y="2822"/>
                  </a:cubicBezTo>
                  <a:lnTo>
                    <a:pt x="1928" y="2822"/>
                  </a:lnTo>
                  <a:cubicBezTo>
                    <a:pt x="2508" y="2822"/>
                    <a:pt x="2979" y="2368"/>
                    <a:pt x="2979" y="1788"/>
                  </a:cubicBezTo>
                  <a:lnTo>
                    <a:pt x="2979" y="1051"/>
                  </a:lnTo>
                  <a:cubicBezTo>
                    <a:pt x="2979" y="471"/>
                    <a:pt x="2508" y="1"/>
                    <a:pt x="192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33;p30">
              <a:extLst>
                <a:ext uri="{FF2B5EF4-FFF2-40B4-BE49-F238E27FC236}">
                  <a16:creationId xmlns:a16="http://schemas.microsoft.com/office/drawing/2014/main" id="{9A17B1FA-4B3F-D9D9-3F80-27AD64E5B946}"/>
                </a:ext>
              </a:extLst>
            </p:cNvPr>
            <p:cNvSpPr/>
            <p:nvPr/>
          </p:nvSpPr>
          <p:spPr>
            <a:xfrm>
              <a:off x="4303075" y="3351575"/>
              <a:ext cx="74875" cy="70575"/>
            </a:xfrm>
            <a:custGeom>
              <a:avLst/>
              <a:gdLst/>
              <a:ahLst/>
              <a:cxnLst/>
              <a:rect l="l" t="t" r="r" b="b"/>
              <a:pathLst>
                <a:path w="2995" h="2823" extrusionOk="0">
                  <a:moveTo>
                    <a:pt x="1051" y="1"/>
                  </a:moveTo>
                  <a:cubicBezTo>
                    <a:pt x="471" y="1"/>
                    <a:pt x="1" y="471"/>
                    <a:pt x="1" y="1051"/>
                  </a:cubicBezTo>
                  <a:lnTo>
                    <a:pt x="1" y="1788"/>
                  </a:lnTo>
                  <a:cubicBezTo>
                    <a:pt x="1" y="2368"/>
                    <a:pt x="471" y="2822"/>
                    <a:pt x="1051"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34;p30">
              <a:extLst>
                <a:ext uri="{FF2B5EF4-FFF2-40B4-BE49-F238E27FC236}">
                  <a16:creationId xmlns:a16="http://schemas.microsoft.com/office/drawing/2014/main" id="{6205D456-9F12-4274-0EF2-0C29AA7996F4}"/>
                </a:ext>
              </a:extLst>
            </p:cNvPr>
            <p:cNvSpPr/>
            <p:nvPr/>
          </p:nvSpPr>
          <p:spPr>
            <a:xfrm>
              <a:off x="4194925" y="3351575"/>
              <a:ext cx="74475" cy="70575"/>
            </a:xfrm>
            <a:custGeom>
              <a:avLst/>
              <a:gdLst/>
              <a:ahLst/>
              <a:cxnLst/>
              <a:rect l="l" t="t" r="r" b="b"/>
              <a:pathLst>
                <a:path w="2979" h="2823" extrusionOk="0">
                  <a:moveTo>
                    <a:pt x="1035" y="1"/>
                  </a:moveTo>
                  <a:cubicBezTo>
                    <a:pt x="471" y="1"/>
                    <a:pt x="1" y="471"/>
                    <a:pt x="1" y="1051"/>
                  </a:cubicBezTo>
                  <a:lnTo>
                    <a:pt x="1" y="1788"/>
                  </a:lnTo>
                  <a:cubicBezTo>
                    <a:pt x="1" y="2368"/>
                    <a:pt x="471" y="2822"/>
                    <a:pt x="1035" y="2822"/>
                  </a:cubicBezTo>
                  <a:lnTo>
                    <a:pt x="1928" y="2822"/>
                  </a:lnTo>
                  <a:cubicBezTo>
                    <a:pt x="2508" y="2822"/>
                    <a:pt x="2979" y="2368"/>
                    <a:pt x="2979" y="1788"/>
                  </a:cubicBezTo>
                  <a:lnTo>
                    <a:pt x="2979" y="1051"/>
                  </a:lnTo>
                  <a:cubicBezTo>
                    <a:pt x="2979" y="471"/>
                    <a:pt x="2508" y="1"/>
                    <a:pt x="192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35;p30">
              <a:extLst>
                <a:ext uri="{FF2B5EF4-FFF2-40B4-BE49-F238E27FC236}">
                  <a16:creationId xmlns:a16="http://schemas.microsoft.com/office/drawing/2014/main" id="{3AF1B2ED-756C-D9C1-B4B7-A97E3045B75F}"/>
                </a:ext>
              </a:extLst>
            </p:cNvPr>
            <p:cNvSpPr/>
            <p:nvPr/>
          </p:nvSpPr>
          <p:spPr>
            <a:xfrm>
              <a:off x="4086375" y="3351575"/>
              <a:ext cx="74875" cy="70575"/>
            </a:xfrm>
            <a:custGeom>
              <a:avLst/>
              <a:gdLst/>
              <a:ahLst/>
              <a:cxnLst/>
              <a:rect l="l" t="t" r="r" b="b"/>
              <a:pathLst>
                <a:path w="2995" h="2823" extrusionOk="0">
                  <a:moveTo>
                    <a:pt x="1051" y="1"/>
                  </a:moveTo>
                  <a:cubicBezTo>
                    <a:pt x="471" y="1"/>
                    <a:pt x="1" y="471"/>
                    <a:pt x="1" y="1051"/>
                  </a:cubicBezTo>
                  <a:lnTo>
                    <a:pt x="1" y="1788"/>
                  </a:lnTo>
                  <a:cubicBezTo>
                    <a:pt x="1" y="2368"/>
                    <a:pt x="471" y="2822"/>
                    <a:pt x="1051" y="2822"/>
                  </a:cubicBezTo>
                  <a:lnTo>
                    <a:pt x="1944" y="2822"/>
                  </a:lnTo>
                  <a:cubicBezTo>
                    <a:pt x="2524" y="2822"/>
                    <a:pt x="2995" y="2368"/>
                    <a:pt x="2995" y="1788"/>
                  </a:cubicBezTo>
                  <a:lnTo>
                    <a:pt x="2995" y="1051"/>
                  </a:lnTo>
                  <a:cubicBezTo>
                    <a:pt x="2995"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6;p30">
              <a:extLst>
                <a:ext uri="{FF2B5EF4-FFF2-40B4-BE49-F238E27FC236}">
                  <a16:creationId xmlns:a16="http://schemas.microsoft.com/office/drawing/2014/main" id="{1253B75C-63F3-D23F-BB57-1CC08015EAAD}"/>
                </a:ext>
              </a:extLst>
            </p:cNvPr>
            <p:cNvSpPr/>
            <p:nvPr/>
          </p:nvSpPr>
          <p:spPr>
            <a:xfrm>
              <a:off x="4570325" y="2631750"/>
              <a:ext cx="2293575" cy="582700"/>
            </a:xfrm>
            <a:custGeom>
              <a:avLst/>
              <a:gdLst/>
              <a:ahLst/>
              <a:cxnLst/>
              <a:rect l="l" t="t" r="r" b="b"/>
              <a:pathLst>
                <a:path w="91743" h="23308" extrusionOk="0">
                  <a:moveTo>
                    <a:pt x="23857" y="188"/>
                  </a:moveTo>
                  <a:cubicBezTo>
                    <a:pt x="21694" y="658"/>
                    <a:pt x="19813" y="1944"/>
                    <a:pt x="17854" y="2947"/>
                  </a:cubicBezTo>
                  <a:lnTo>
                    <a:pt x="17854" y="2947"/>
                  </a:lnTo>
                  <a:cubicBezTo>
                    <a:pt x="15001" y="4420"/>
                    <a:pt x="11835" y="5376"/>
                    <a:pt x="8637" y="5282"/>
                  </a:cubicBezTo>
                  <a:lnTo>
                    <a:pt x="8637" y="5282"/>
                  </a:lnTo>
                  <a:cubicBezTo>
                    <a:pt x="5440" y="5204"/>
                    <a:pt x="2211" y="4013"/>
                    <a:pt x="1" y="1709"/>
                  </a:cubicBezTo>
                  <a:lnTo>
                    <a:pt x="1" y="1709"/>
                  </a:lnTo>
                  <a:cubicBezTo>
                    <a:pt x="251" y="3339"/>
                    <a:pt x="1458" y="4467"/>
                    <a:pt x="2963" y="5173"/>
                  </a:cubicBezTo>
                  <a:lnTo>
                    <a:pt x="2963" y="5173"/>
                  </a:lnTo>
                  <a:cubicBezTo>
                    <a:pt x="6082" y="6615"/>
                    <a:pt x="9672" y="7022"/>
                    <a:pt x="13026" y="6286"/>
                  </a:cubicBezTo>
                  <a:lnTo>
                    <a:pt x="13026" y="6286"/>
                  </a:lnTo>
                  <a:cubicBezTo>
                    <a:pt x="15910" y="5643"/>
                    <a:pt x="18559" y="4232"/>
                    <a:pt x="21365" y="3323"/>
                  </a:cubicBezTo>
                  <a:lnTo>
                    <a:pt x="21365" y="3323"/>
                  </a:lnTo>
                  <a:cubicBezTo>
                    <a:pt x="24170" y="2414"/>
                    <a:pt x="27384" y="2069"/>
                    <a:pt x="29954" y="3511"/>
                  </a:cubicBezTo>
                  <a:lnTo>
                    <a:pt x="29954" y="3511"/>
                  </a:lnTo>
                  <a:cubicBezTo>
                    <a:pt x="31804" y="4546"/>
                    <a:pt x="33058" y="6364"/>
                    <a:pt x="34735" y="7649"/>
                  </a:cubicBezTo>
                  <a:lnTo>
                    <a:pt x="34735" y="7649"/>
                  </a:lnTo>
                  <a:cubicBezTo>
                    <a:pt x="39108" y="11051"/>
                    <a:pt x="45440" y="10330"/>
                    <a:pt x="50629" y="8386"/>
                  </a:cubicBezTo>
                  <a:lnTo>
                    <a:pt x="50629" y="8386"/>
                  </a:lnTo>
                  <a:cubicBezTo>
                    <a:pt x="52274" y="7775"/>
                    <a:pt x="53905" y="7038"/>
                    <a:pt x="55644" y="6803"/>
                  </a:cubicBezTo>
                  <a:lnTo>
                    <a:pt x="55644" y="6803"/>
                  </a:lnTo>
                  <a:cubicBezTo>
                    <a:pt x="57384" y="6552"/>
                    <a:pt x="59312" y="6897"/>
                    <a:pt x="60550" y="8135"/>
                  </a:cubicBezTo>
                  <a:lnTo>
                    <a:pt x="60550" y="8135"/>
                  </a:lnTo>
                  <a:cubicBezTo>
                    <a:pt x="61851" y="9452"/>
                    <a:pt x="62149" y="11489"/>
                    <a:pt x="63340" y="12916"/>
                  </a:cubicBezTo>
                  <a:lnTo>
                    <a:pt x="63340" y="12916"/>
                  </a:lnTo>
                  <a:cubicBezTo>
                    <a:pt x="64516" y="14326"/>
                    <a:pt x="66413" y="14922"/>
                    <a:pt x="68231" y="15126"/>
                  </a:cubicBezTo>
                  <a:lnTo>
                    <a:pt x="68231" y="15126"/>
                  </a:lnTo>
                  <a:cubicBezTo>
                    <a:pt x="73215" y="15690"/>
                    <a:pt x="76648" y="12571"/>
                    <a:pt x="81397" y="12383"/>
                  </a:cubicBezTo>
                  <a:lnTo>
                    <a:pt x="81397" y="12383"/>
                  </a:lnTo>
                  <a:cubicBezTo>
                    <a:pt x="83200" y="12305"/>
                    <a:pt x="85081" y="12712"/>
                    <a:pt x="86476" y="13841"/>
                  </a:cubicBezTo>
                  <a:lnTo>
                    <a:pt x="86476" y="13841"/>
                  </a:lnTo>
                  <a:cubicBezTo>
                    <a:pt x="87479" y="14656"/>
                    <a:pt x="88169" y="15800"/>
                    <a:pt x="88796" y="16944"/>
                  </a:cubicBezTo>
                  <a:lnTo>
                    <a:pt x="88796" y="16944"/>
                  </a:lnTo>
                  <a:cubicBezTo>
                    <a:pt x="89877" y="18935"/>
                    <a:pt x="90833" y="21051"/>
                    <a:pt x="91225" y="23292"/>
                  </a:cubicBezTo>
                  <a:lnTo>
                    <a:pt x="91225" y="23292"/>
                  </a:lnTo>
                  <a:lnTo>
                    <a:pt x="91398" y="23308"/>
                  </a:lnTo>
                  <a:cubicBezTo>
                    <a:pt x="91742" y="20048"/>
                    <a:pt x="91492" y="16631"/>
                    <a:pt x="89940" y="13747"/>
                  </a:cubicBezTo>
                  <a:lnTo>
                    <a:pt x="89940" y="13747"/>
                  </a:lnTo>
                  <a:cubicBezTo>
                    <a:pt x="88388" y="10862"/>
                    <a:pt x="85332" y="8637"/>
                    <a:pt x="82056" y="8746"/>
                  </a:cubicBezTo>
                  <a:lnTo>
                    <a:pt x="82056" y="8746"/>
                  </a:lnTo>
                  <a:cubicBezTo>
                    <a:pt x="79846" y="8809"/>
                    <a:pt x="77808" y="9891"/>
                    <a:pt x="75723" y="10643"/>
                  </a:cubicBezTo>
                  <a:lnTo>
                    <a:pt x="75723" y="10643"/>
                  </a:lnTo>
                  <a:cubicBezTo>
                    <a:pt x="73544" y="11411"/>
                    <a:pt x="71240" y="11819"/>
                    <a:pt x="68936" y="11850"/>
                  </a:cubicBezTo>
                  <a:lnTo>
                    <a:pt x="68936" y="11850"/>
                  </a:lnTo>
                  <a:cubicBezTo>
                    <a:pt x="67745" y="11881"/>
                    <a:pt x="66491" y="11787"/>
                    <a:pt x="65425" y="11223"/>
                  </a:cubicBezTo>
                  <a:lnTo>
                    <a:pt x="65425" y="11223"/>
                  </a:lnTo>
                  <a:cubicBezTo>
                    <a:pt x="63654" y="10314"/>
                    <a:pt x="62714" y="8370"/>
                    <a:pt x="61334" y="6944"/>
                  </a:cubicBezTo>
                  <a:lnTo>
                    <a:pt x="61334" y="6944"/>
                  </a:lnTo>
                  <a:cubicBezTo>
                    <a:pt x="57839" y="3370"/>
                    <a:pt x="51977" y="3574"/>
                    <a:pt x="47243" y="5188"/>
                  </a:cubicBezTo>
                  <a:lnTo>
                    <a:pt x="47243" y="5188"/>
                  </a:lnTo>
                  <a:cubicBezTo>
                    <a:pt x="45064" y="5925"/>
                    <a:pt x="42838" y="6913"/>
                    <a:pt x="40581" y="6521"/>
                  </a:cubicBezTo>
                  <a:lnTo>
                    <a:pt x="40581" y="6521"/>
                  </a:lnTo>
                  <a:cubicBezTo>
                    <a:pt x="39030" y="6239"/>
                    <a:pt x="37682" y="5345"/>
                    <a:pt x="36381" y="4452"/>
                  </a:cubicBezTo>
                  <a:lnTo>
                    <a:pt x="36381" y="4452"/>
                  </a:lnTo>
                  <a:cubicBezTo>
                    <a:pt x="33152" y="2273"/>
                    <a:pt x="29515" y="0"/>
                    <a:pt x="25738" y="0"/>
                  </a:cubicBezTo>
                  <a:lnTo>
                    <a:pt x="25738" y="0"/>
                  </a:lnTo>
                  <a:cubicBezTo>
                    <a:pt x="25111" y="0"/>
                    <a:pt x="24484" y="63"/>
                    <a:pt x="23857" y="188"/>
                  </a:cubicBezTo>
                </a:path>
              </a:pathLst>
            </a:custGeom>
            <a:solidFill>
              <a:srgbClr val="FFFFFF">
                <a:alpha val="410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9" name="Rectangle: Rounded Corners 118">
            <a:extLst>
              <a:ext uri="{FF2B5EF4-FFF2-40B4-BE49-F238E27FC236}">
                <a16:creationId xmlns:a16="http://schemas.microsoft.com/office/drawing/2014/main" id="{609DFCB4-F985-FC69-1E04-6320C40DB4BB}"/>
              </a:ext>
            </a:extLst>
          </p:cNvPr>
          <p:cNvSpPr/>
          <p:nvPr/>
        </p:nvSpPr>
        <p:spPr>
          <a:xfrm>
            <a:off x="298428" y="1198093"/>
            <a:ext cx="2077414" cy="2878787"/>
          </a:xfrm>
          <a:prstGeom prst="roundRect">
            <a:avLst/>
          </a:prstGeom>
          <a:solidFill>
            <a:srgbClr val="002060"/>
          </a:solidFill>
          <a:ln>
            <a:solidFill>
              <a:srgbClr val="3A729A"/>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dirty="0">
              <a:solidFill>
                <a:srgbClr val="FFFFFF"/>
              </a:solidFill>
            </a:endParaRPr>
          </a:p>
        </p:txBody>
      </p:sp>
      <p:sp>
        <p:nvSpPr>
          <p:cNvPr id="116" name="Google Shape;397;p38">
            <a:extLst>
              <a:ext uri="{FF2B5EF4-FFF2-40B4-BE49-F238E27FC236}">
                <a16:creationId xmlns:a16="http://schemas.microsoft.com/office/drawing/2014/main" id="{C8ACA82F-4A84-BE6D-C78D-94057E3E0062}"/>
              </a:ext>
            </a:extLst>
          </p:cNvPr>
          <p:cNvSpPr txBox="1">
            <a:spLocks/>
          </p:cNvSpPr>
          <p:nvPr/>
        </p:nvSpPr>
        <p:spPr>
          <a:xfrm>
            <a:off x="493838" y="2397589"/>
            <a:ext cx="1875955" cy="595205"/>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r>
              <a:rPr lang="en-US" sz="1200" dirty="0">
                <a:solidFill>
                  <a:srgbClr val="FFFFFF"/>
                </a:solidFill>
              </a:rPr>
              <a:t>Net Revenue</a:t>
            </a:r>
          </a:p>
        </p:txBody>
      </p:sp>
      <p:sp>
        <p:nvSpPr>
          <p:cNvPr id="117" name="Google Shape;397;p38">
            <a:extLst>
              <a:ext uri="{FF2B5EF4-FFF2-40B4-BE49-F238E27FC236}">
                <a16:creationId xmlns:a16="http://schemas.microsoft.com/office/drawing/2014/main" id="{60B6D4D0-D088-B6F2-9F2B-A9DC6DC46FCA}"/>
              </a:ext>
            </a:extLst>
          </p:cNvPr>
          <p:cNvSpPr txBox="1">
            <a:spLocks/>
          </p:cNvSpPr>
          <p:nvPr/>
        </p:nvSpPr>
        <p:spPr>
          <a:xfrm>
            <a:off x="459745" y="3106944"/>
            <a:ext cx="1875955" cy="595205"/>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r>
              <a:rPr lang="en-US" sz="1200" dirty="0">
                <a:solidFill>
                  <a:srgbClr val="FFFFFF"/>
                </a:solidFill>
              </a:rPr>
              <a:t>Refund 5%</a:t>
            </a:r>
          </a:p>
        </p:txBody>
      </p:sp>
      <p:sp>
        <p:nvSpPr>
          <p:cNvPr id="123" name="Google Shape;397;p38">
            <a:extLst>
              <a:ext uri="{FF2B5EF4-FFF2-40B4-BE49-F238E27FC236}">
                <a16:creationId xmlns:a16="http://schemas.microsoft.com/office/drawing/2014/main" id="{04399BA9-1F0C-8174-BC9C-99AF97591CAB}"/>
              </a:ext>
            </a:extLst>
          </p:cNvPr>
          <p:cNvSpPr txBox="1">
            <a:spLocks/>
          </p:cNvSpPr>
          <p:nvPr/>
        </p:nvSpPr>
        <p:spPr>
          <a:xfrm>
            <a:off x="1270219" y="149761"/>
            <a:ext cx="6372766" cy="8400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6000"/>
              <a:buFont typeface="Montserrat ExtraBold"/>
              <a:buNone/>
              <a:defRPr sz="4000" b="0" i="0" u="none" strike="noStrike" cap="none">
                <a:solidFill>
                  <a:schemeClr val="dk2"/>
                </a:solidFill>
                <a:latin typeface="Montserrat ExtraBold"/>
                <a:ea typeface="Montserrat ExtraBold"/>
                <a:cs typeface="Montserrat ExtraBold"/>
                <a:sym typeface="Montserrat ExtraBold"/>
              </a:defRPr>
            </a:lvl1pPr>
            <a:lvl2pPr marR="0" lvl="1"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2pPr>
            <a:lvl3pPr marR="0" lvl="2"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3pPr>
            <a:lvl4pPr marR="0" lvl="3"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4pPr>
            <a:lvl5pPr marR="0" lvl="4"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5pPr>
            <a:lvl6pPr marR="0" lvl="5"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6pPr>
            <a:lvl7pPr marR="0" lvl="6"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7pPr>
            <a:lvl8pPr marR="0" lvl="7"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8pPr>
            <a:lvl9pPr marR="0" lvl="8"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9pPr>
          </a:lstStyle>
          <a:p>
            <a:pPr lvl="0"/>
            <a:r>
              <a:rPr lang="en-US" sz="3600" dirty="0">
                <a:solidFill>
                  <a:srgbClr val="002E50"/>
                </a:solidFill>
              </a:rPr>
              <a:t>Sales &amp; financial Analysis </a:t>
            </a:r>
          </a:p>
        </p:txBody>
      </p:sp>
      <p:sp>
        <p:nvSpPr>
          <p:cNvPr id="125" name="Flowchart: Alternate Process 124">
            <a:extLst>
              <a:ext uri="{FF2B5EF4-FFF2-40B4-BE49-F238E27FC236}">
                <a16:creationId xmlns:a16="http://schemas.microsoft.com/office/drawing/2014/main" id="{22659C58-1AF1-346A-2C3C-27F463669EC7}"/>
              </a:ext>
            </a:extLst>
          </p:cNvPr>
          <p:cNvSpPr/>
          <p:nvPr/>
        </p:nvSpPr>
        <p:spPr>
          <a:xfrm>
            <a:off x="498725" y="1559145"/>
            <a:ext cx="1687238" cy="554753"/>
          </a:xfrm>
          <a:prstGeom prst="flowChartAlternateProcess">
            <a:avLst/>
          </a:prstGeom>
          <a:solidFill>
            <a:srgbClr val="0070C0"/>
          </a:solidFill>
          <a:ln>
            <a:solidFill>
              <a:srgbClr val="69ABD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Google Shape;397;p38">
            <a:extLst>
              <a:ext uri="{FF2B5EF4-FFF2-40B4-BE49-F238E27FC236}">
                <a16:creationId xmlns:a16="http://schemas.microsoft.com/office/drawing/2014/main" id="{14A84C4E-67C9-32A8-C215-AF63B86149FC}"/>
              </a:ext>
            </a:extLst>
          </p:cNvPr>
          <p:cNvSpPr txBox="1">
            <a:spLocks/>
          </p:cNvSpPr>
          <p:nvPr/>
        </p:nvSpPr>
        <p:spPr>
          <a:xfrm>
            <a:off x="518114" y="1527337"/>
            <a:ext cx="1695653" cy="595205"/>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r>
              <a:rPr lang="en-US" sz="1600" b="1" dirty="0">
                <a:solidFill>
                  <a:srgbClr val="FFFFFF"/>
                </a:solidFill>
              </a:rPr>
              <a:t>Revenue</a:t>
            </a:r>
          </a:p>
        </p:txBody>
      </p:sp>
      <p:grpSp>
        <p:nvGrpSpPr>
          <p:cNvPr id="7" name="Group 6">
            <a:extLst>
              <a:ext uri="{FF2B5EF4-FFF2-40B4-BE49-F238E27FC236}">
                <a16:creationId xmlns:a16="http://schemas.microsoft.com/office/drawing/2014/main" id="{7BD39B6D-036A-0254-15B5-8C8D37E317C2}"/>
              </a:ext>
            </a:extLst>
          </p:cNvPr>
          <p:cNvGrpSpPr/>
          <p:nvPr/>
        </p:nvGrpSpPr>
        <p:grpSpPr>
          <a:xfrm>
            <a:off x="2882253" y="1434468"/>
            <a:ext cx="4227652" cy="840000"/>
            <a:chOff x="2882253" y="1434468"/>
            <a:chExt cx="4227652" cy="840000"/>
          </a:xfrm>
        </p:grpSpPr>
        <p:sp>
          <p:nvSpPr>
            <p:cNvPr id="2" name="Arrow: Pentagon 1">
              <a:extLst>
                <a:ext uri="{FF2B5EF4-FFF2-40B4-BE49-F238E27FC236}">
                  <a16:creationId xmlns:a16="http://schemas.microsoft.com/office/drawing/2014/main" id="{82670C86-6D9F-8C1B-37F1-EA8249CFF2F9}"/>
                </a:ext>
              </a:extLst>
            </p:cNvPr>
            <p:cNvSpPr/>
            <p:nvPr/>
          </p:nvSpPr>
          <p:spPr>
            <a:xfrm flipH="1">
              <a:off x="2882253" y="1537783"/>
              <a:ext cx="4227652" cy="656924"/>
            </a:xfrm>
            <a:prstGeom prst="homePlate">
              <a:avLst/>
            </a:prstGeom>
            <a:solidFill>
              <a:srgbClr val="3A729A"/>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Google Shape;397;p38">
              <a:extLst>
                <a:ext uri="{FF2B5EF4-FFF2-40B4-BE49-F238E27FC236}">
                  <a16:creationId xmlns:a16="http://schemas.microsoft.com/office/drawing/2014/main" id="{49038EA7-AB9C-FD5C-EAC2-CC6E37A323FD}"/>
                </a:ext>
              </a:extLst>
            </p:cNvPr>
            <p:cNvSpPr txBox="1">
              <a:spLocks/>
            </p:cNvSpPr>
            <p:nvPr/>
          </p:nvSpPr>
          <p:spPr>
            <a:xfrm>
              <a:off x="3499152" y="1434468"/>
              <a:ext cx="1251817" cy="8400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2400" b="1" dirty="0">
                  <a:solidFill>
                    <a:srgbClr val="FFFFFF"/>
                  </a:solidFill>
                </a:rPr>
                <a:t>$741K</a:t>
              </a:r>
            </a:p>
          </p:txBody>
        </p:sp>
      </p:grpSp>
    </p:spTree>
    <p:extLst>
      <p:ext uri="{BB962C8B-B14F-4D97-AF65-F5344CB8AC3E}">
        <p14:creationId xmlns:p14="http://schemas.microsoft.com/office/powerpoint/2010/main" val="1272549795"/>
      </p:ext>
    </p:extLst>
  </p:cSld>
  <p:clrMapOvr>
    <a:masterClrMapping/>
  </p:clrMapOvr>
  <mc:AlternateContent xmlns:mc="http://schemas.openxmlformats.org/markup-compatibility/2006">
    <mc:Choice xmlns:p159="http://schemas.microsoft.com/office/powerpoint/2015/09/main" Requires="p159">
      <p:transition spd="slow" advTm="0">
        <p159:morph option="byObject"/>
      </p:transition>
    </mc:Choice>
    <mc:Fallback>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25"/>
                                        </p:tgtEl>
                                        <p:attrNameLst>
                                          <p:attrName>style.visibility</p:attrName>
                                        </p:attrNameLst>
                                      </p:cBhvr>
                                      <p:to>
                                        <p:strVal val="visible"/>
                                      </p:to>
                                    </p:set>
                                    <p:animEffect transition="in" filter="fade">
                                      <p:cBhvr>
                                        <p:cTn id="7" dur="250"/>
                                        <p:tgtEl>
                                          <p:spTgt spid="125"/>
                                        </p:tgtEl>
                                      </p:cBhvr>
                                    </p:animEffect>
                                  </p:childTnLst>
                                </p:cTn>
                              </p:par>
                            </p:childTnLst>
                          </p:cTn>
                        </p:par>
                        <p:par>
                          <p:cTn id="8" fill="hold">
                            <p:stCondLst>
                              <p:cond delay="250"/>
                            </p:stCondLst>
                            <p:childTnLst>
                              <p:par>
                                <p:cTn id="9" presetID="12" presetClass="entr" presetSubtype="8" fill="hold" nodeType="after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250"/>
                                        <p:tgtEl>
                                          <p:spTgt spid="7"/>
                                        </p:tgtEl>
                                        <p:attrNameLst>
                                          <p:attrName>ppt_x</p:attrName>
                                        </p:attrNameLst>
                                      </p:cBhvr>
                                      <p:tavLst>
                                        <p:tav tm="0">
                                          <p:val>
                                            <p:strVal val="#ppt_x-#ppt_w*1.125000"/>
                                          </p:val>
                                        </p:tav>
                                        <p:tav tm="100000">
                                          <p:val>
                                            <p:strVal val="#ppt_x"/>
                                          </p:val>
                                        </p:tav>
                                      </p:tavLst>
                                    </p:anim>
                                    <p:animEffect transition="in" filter="wipe(right)">
                                      <p:cBhvr>
                                        <p:cTn id="12" dur="25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 name="Google Shape;1534;p36">
            <a:extLst>
              <a:ext uri="{FF2B5EF4-FFF2-40B4-BE49-F238E27FC236}">
                <a16:creationId xmlns:a16="http://schemas.microsoft.com/office/drawing/2014/main" id="{69C0E481-1A7C-8DFF-E143-F58CFD321E08}"/>
              </a:ext>
            </a:extLst>
          </p:cNvPr>
          <p:cNvGrpSpPr/>
          <p:nvPr/>
        </p:nvGrpSpPr>
        <p:grpSpPr>
          <a:xfrm>
            <a:off x="0" y="4421430"/>
            <a:ext cx="9276783" cy="1398672"/>
            <a:chOff x="-139347" y="3868275"/>
            <a:chExt cx="9276783" cy="1398672"/>
          </a:xfrm>
          <a:solidFill>
            <a:srgbClr val="091359"/>
          </a:solidFill>
        </p:grpSpPr>
        <p:sp>
          <p:nvSpPr>
            <p:cNvPr id="26" name="Google Shape;1535;p36">
              <a:extLst>
                <a:ext uri="{FF2B5EF4-FFF2-40B4-BE49-F238E27FC236}">
                  <a16:creationId xmlns:a16="http://schemas.microsoft.com/office/drawing/2014/main" id="{89AF1B9C-9B87-9AF0-0C2B-D6FDEF03DF0B}"/>
                </a:ext>
              </a:extLst>
            </p:cNvPr>
            <p:cNvSpPr/>
            <p:nvPr/>
          </p:nvSpPr>
          <p:spPr>
            <a:xfrm flipH="1">
              <a:off x="-139347" y="4015425"/>
              <a:ext cx="9276772" cy="548850"/>
            </a:xfrm>
            <a:custGeom>
              <a:avLst/>
              <a:gdLst/>
              <a:ahLst/>
              <a:cxnLst/>
              <a:rect l="l" t="t" r="r" b="b"/>
              <a:pathLst>
                <a:path w="219946" h="21954" extrusionOk="0">
                  <a:moveTo>
                    <a:pt x="0" y="12956"/>
                  </a:moveTo>
                  <a:lnTo>
                    <a:pt x="0" y="21954"/>
                  </a:lnTo>
                  <a:lnTo>
                    <a:pt x="219946" y="8998"/>
                  </a:lnTo>
                  <a:lnTo>
                    <a:pt x="219946"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7" name="Google Shape;1536;p36">
              <a:extLst>
                <a:ext uri="{FF2B5EF4-FFF2-40B4-BE49-F238E27FC236}">
                  <a16:creationId xmlns:a16="http://schemas.microsoft.com/office/drawing/2014/main" id="{C962049F-7EAE-45FF-9475-2EE4F0DF3B4E}"/>
                </a:ext>
              </a:extLst>
            </p:cNvPr>
            <p:cNvGrpSpPr/>
            <p:nvPr/>
          </p:nvGrpSpPr>
          <p:grpSpPr>
            <a:xfrm flipH="1">
              <a:off x="2134836" y="4216900"/>
              <a:ext cx="3484400" cy="1050047"/>
              <a:chOff x="3379075" y="4216900"/>
              <a:chExt cx="3484400" cy="1050047"/>
            </a:xfrm>
            <a:grpFill/>
          </p:grpSpPr>
          <p:sp>
            <p:nvSpPr>
              <p:cNvPr id="87" name="Google Shape;1537;p36">
                <a:extLst>
                  <a:ext uri="{FF2B5EF4-FFF2-40B4-BE49-F238E27FC236}">
                    <a16:creationId xmlns:a16="http://schemas.microsoft.com/office/drawing/2014/main" id="{5713E945-E397-67EA-EAF1-D77279F6DC33}"/>
                  </a:ext>
                </a:extLst>
              </p:cNvPr>
              <p:cNvSpPr/>
              <p:nvPr/>
            </p:nvSpPr>
            <p:spPr>
              <a:xfrm>
                <a:off x="6638025" y="4216900"/>
                <a:ext cx="225450" cy="266525"/>
              </a:xfrm>
              <a:custGeom>
                <a:avLst/>
                <a:gdLst/>
                <a:ahLst/>
                <a:cxnLst/>
                <a:rect l="l" t="t" r="r" b="b"/>
                <a:pathLst>
                  <a:path w="9018" h="10661" extrusionOk="0">
                    <a:moveTo>
                      <a:pt x="1" y="10660"/>
                    </a:moveTo>
                    <a:lnTo>
                      <a:pt x="9017" y="10660"/>
                    </a:lnTo>
                    <a:lnTo>
                      <a:pt x="9017"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1538;p36">
                <a:extLst>
                  <a:ext uri="{FF2B5EF4-FFF2-40B4-BE49-F238E27FC236}">
                    <a16:creationId xmlns:a16="http://schemas.microsoft.com/office/drawing/2014/main" id="{D3BFE6C1-A617-DD21-1BCA-EA4A8EBDF3CD}"/>
                  </a:ext>
                </a:extLst>
              </p:cNvPr>
              <p:cNvSpPr/>
              <p:nvPr/>
            </p:nvSpPr>
            <p:spPr>
              <a:xfrm>
                <a:off x="5628575" y="4216900"/>
                <a:ext cx="225425" cy="266525"/>
              </a:xfrm>
              <a:custGeom>
                <a:avLst/>
                <a:gdLst/>
                <a:ahLst/>
                <a:cxnLst/>
                <a:rect l="l" t="t" r="r" b="b"/>
                <a:pathLst>
                  <a:path w="9017" h="10661" extrusionOk="0">
                    <a:moveTo>
                      <a:pt x="0" y="10660"/>
                    </a:moveTo>
                    <a:lnTo>
                      <a:pt x="9017" y="10660"/>
                    </a:lnTo>
                    <a:lnTo>
                      <a:pt x="9017"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1539;p36">
                <a:extLst>
                  <a:ext uri="{FF2B5EF4-FFF2-40B4-BE49-F238E27FC236}">
                    <a16:creationId xmlns:a16="http://schemas.microsoft.com/office/drawing/2014/main" id="{93BE9C1F-C27E-6192-934F-EF6F41DF4331}"/>
                  </a:ext>
                </a:extLst>
              </p:cNvPr>
              <p:cNvSpPr/>
              <p:nvPr/>
            </p:nvSpPr>
            <p:spPr>
              <a:xfrm>
                <a:off x="5700425" y="4473175"/>
                <a:ext cx="72850" cy="792553"/>
              </a:xfrm>
              <a:custGeom>
                <a:avLst/>
                <a:gdLst/>
                <a:ahLst/>
                <a:cxnLst/>
                <a:rect l="l" t="t" r="r" b="b"/>
                <a:pathLst>
                  <a:path w="2914" h="48780" extrusionOk="0">
                    <a:moveTo>
                      <a:pt x="1" y="48780"/>
                    </a:moveTo>
                    <a:lnTo>
                      <a:pt x="2913" y="48780"/>
                    </a:lnTo>
                    <a:lnTo>
                      <a:pt x="291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1540;p36">
                <a:extLst>
                  <a:ext uri="{FF2B5EF4-FFF2-40B4-BE49-F238E27FC236}">
                    <a16:creationId xmlns:a16="http://schemas.microsoft.com/office/drawing/2014/main" id="{1CD70B06-D350-3926-587D-A2E3E780A67D}"/>
                  </a:ext>
                </a:extLst>
              </p:cNvPr>
              <p:cNvSpPr/>
              <p:nvPr/>
            </p:nvSpPr>
            <p:spPr>
              <a:xfrm>
                <a:off x="4520150" y="4293100"/>
                <a:ext cx="225450" cy="266525"/>
              </a:xfrm>
              <a:custGeom>
                <a:avLst/>
                <a:gdLst/>
                <a:ahLst/>
                <a:cxnLst/>
                <a:rect l="l" t="t" r="r" b="b"/>
                <a:pathLst>
                  <a:path w="9018" h="10661" extrusionOk="0">
                    <a:moveTo>
                      <a:pt x="1" y="10660"/>
                    </a:moveTo>
                    <a:lnTo>
                      <a:pt x="9017" y="10660"/>
                    </a:lnTo>
                    <a:lnTo>
                      <a:pt x="9017"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1541;p36">
                <a:extLst>
                  <a:ext uri="{FF2B5EF4-FFF2-40B4-BE49-F238E27FC236}">
                    <a16:creationId xmlns:a16="http://schemas.microsoft.com/office/drawing/2014/main" id="{88763C1F-FEE5-43B9-D18F-6EE0FC4AFF5D}"/>
                  </a:ext>
                </a:extLst>
              </p:cNvPr>
              <p:cNvSpPr/>
              <p:nvPr/>
            </p:nvSpPr>
            <p:spPr>
              <a:xfrm>
                <a:off x="4592025" y="4473175"/>
                <a:ext cx="72825" cy="792553"/>
              </a:xfrm>
              <a:custGeom>
                <a:avLst/>
                <a:gdLst/>
                <a:ahLst/>
                <a:cxnLst/>
                <a:rect l="l" t="t" r="r" b="b"/>
                <a:pathLst>
                  <a:path w="2913" h="48780" extrusionOk="0">
                    <a:moveTo>
                      <a:pt x="1" y="48780"/>
                    </a:moveTo>
                    <a:lnTo>
                      <a:pt x="2913" y="48780"/>
                    </a:lnTo>
                    <a:lnTo>
                      <a:pt x="291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1542;p36">
                <a:extLst>
                  <a:ext uri="{FF2B5EF4-FFF2-40B4-BE49-F238E27FC236}">
                    <a16:creationId xmlns:a16="http://schemas.microsoft.com/office/drawing/2014/main" id="{D06B1159-567A-3EB8-69E6-8C4C3671E48A}"/>
                  </a:ext>
                </a:extLst>
              </p:cNvPr>
              <p:cNvSpPr/>
              <p:nvPr/>
            </p:nvSpPr>
            <p:spPr>
              <a:xfrm>
                <a:off x="3379075" y="4327650"/>
                <a:ext cx="225450" cy="262300"/>
              </a:xfrm>
              <a:custGeom>
                <a:avLst/>
                <a:gdLst/>
                <a:ahLst/>
                <a:cxnLst/>
                <a:rect l="l" t="t" r="r" b="b"/>
                <a:pathLst>
                  <a:path w="9018" h="10492" extrusionOk="0">
                    <a:moveTo>
                      <a:pt x="1" y="10492"/>
                    </a:moveTo>
                    <a:lnTo>
                      <a:pt x="9017" y="10492"/>
                    </a:lnTo>
                    <a:lnTo>
                      <a:pt x="9017" y="0"/>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1543;p36">
                <a:extLst>
                  <a:ext uri="{FF2B5EF4-FFF2-40B4-BE49-F238E27FC236}">
                    <a16:creationId xmlns:a16="http://schemas.microsoft.com/office/drawing/2014/main" id="{BD98C59D-D6EF-491D-AA53-ABD76B4A2623}"/>
                  </a:ext>
                </a:extLst>
              </p:cNvPr>
              <p:cNvSpPr/>
              <p:nvPr/>
            </p:nvSpPr>
            <p:spPr>
              <a:xfrm>
                <a:off x="3450950" y="4494102"/>
                <a:ext cx="72825" cy="772845"/>
              </a:xfrm>
              <a:custGeom>
                <a:avLst/>
                <a:gdLst/>
                <a:ahLst/>
                <a:cxnLst/>
                <a:rect l="l" t="t" r="r" b="b"/>
                <a:pathLst>
                  <a:path w="2913" h="47567" extrusionOk="0">
                    <a:moveTo>
                      <a:pt x="1" y="47567"/>
                    </a:moveTo>
                    <a:lnTo>
                      <a:pt x="2913" y="47567"/>
                    </a:lnTo>
                    <a:lnTo>
                      <a:pt x="291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 name="Google Shape;1544;p36">
              <a:extLst>
                <a:ext uri="{FF2B5EF4-FFF2-40B4-BE49-F238E27FC236}">
                  <a16:creationId xmlns:a16="http://schemas.microsoft.com/office/drawing/2014/main" id="{54A9CCB7-B41C-4B06-F9A7-0B48C2839929}"/>
                </a:ext>
              </a:extLst>
            </p:cNvPr>
            <p:cNvGrpSpPr/>
            <p:nvPr/>
          </p:nvGrpSpPr>
          <p:grpSpPr>
            <a:xfrm flipH="1">
              <a:off x="-57406" y="3868275"/>
              <a:ext cx="9194843" cy="559600"/>
              <a:chOff x="-139125" y="3868275"/>
              <a:chExt cx="9194843" cy="559600"/>
            </a:xfrm>
            <a:grpFill/>
          </p:grpSpPr>
          <p:sp>
            <p:nvSpPr>
              <p:cNvPr id="44" name="Google Shape;1545;p36">
                <a:extLst>
                  <a:ext uri="{FF2B5EF4-FFF2-40B4-BE49-F238E27FC236}">
                    <a16:creationId xmlns:a16="http://schemas.microsoft.com/office/drawing/2014/main" id="{90E6CAF2-DA24-9C35-0554-7F758E89AB02}"/>
                  </a:ext>
                </a:extLst>
              </p:cNvPr>
              <p:cNvSpPr/>
              <p:nvPr/>
            </p:nvSpPr>
            <p:spPr>
              <a:xfrm>
                <a:off x="-139125" y="3868275"/>
                <a:ext cx="9194843" cy="351450"/>
              </a:xfrm>
              <a:custGeom>
                <a:avLst/>
                <a:gdLst/>
                <a:ahLst/>
                <a:cxnLst/>
                <a:rect l="l" t="t" r="r" b="b"/>
                <a:pathLst>
                  <a:path w="219946" h="14058" extrusionOk="0">
                    <a:moveTo>
                      <a:pt x="0" y="12956"/>
                    </a:moveTo>
                    <a:lnTo>
                      <a:pt x="0" y="14058"/>
                    </a:lnTo>
                    <a:lnTo>
                      <a:pt x="219946" y="1102"/>
                    </a:lnTo>
                    <a:lnTo>
                      <a:pt x="219946"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1546;p36">
                <a:extLst>
                  <a:ext uri="{FF2B5EF4-FFF2-40B4-BE49-F238E27FC236}">
                    <a16:creationId xmlns:a16="http://schemas.microsoft.com/office/drawing/2014/main" id="{48260650-71E9-85AC-38EF-BEAD638C4D54}"/>
                  </a:ext>
                </a:extLst>
              </p:cNvPr>
              <p:cNvSpPr/>
              <p:nvPr/>
            </p:nvSpPr>
            <p:spPr>
              <a:xfrm>
                <a:off x="125427" y="4182825"/>
                <a:ext cx="34406" cy="245050"/>
              </a:xfrm>
              <a:custGeom>
                <a:avLst/>
                <a:gdLst/>
                <a:ahLst/>
                <a:cxnLst/>
                <a:rect l="l" t="t" r="r" b="b"/>
                <a:pathLst>
                  <a:path w="823" h="9802" extrusionOk="0">
                    <a:moveTo>
                      <a:pt x="1" y="9802"/>
                    </a:moveTo>
                    <a:lnTo>
                      <a:pt x="822" y="9802"/>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1547;p36">
                <a:extLst>
                  <a:ext uri="{FF2B5EF4-FFF2-40B4-BE49-F238E27FC236}">
                    <a16:creationId xmlns:a16="http://schemas.microsoft.com/office/drawing/2014/main" id="{CB4D4D1C-E62E-F434-4382-9070971E9FA0}"/>
                  </a:ext>
                </a:extLst>
              </p:cNvPr>
              <p:cNvSpPr/>
              <p:nvPr/>
            </p:nvSpPr>
            <p:spPr>
              <a:xfrm>
                <a:off x="336927" y="4176300"/>
                <a:ext cx="34406" cy="244575"/>
              </a:xfrm>
              <a:custGeom>
                <a:avLst/>
                <a:gdLst/>
                <a:ahLst/>
                <a:cxnLst/>
                <a:rect l="l" t="t" r="r" b="b"/>
                <a:pathLst>
                  <a:path w="823" h="9783" extrusionOk="0">
                    <a:moveTo>
                      <a:pt x="1" y="9783"/>
                    </a:moveTo>
                    <a:lnTo>
                      <a:pt x="822" y="9783"/>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1548;p36">
                <a:extLst>
                  <a:ext uri="{FF2B5EF4-FFF2-40B4-BE49-F238E27FC236}">
                    <a16:creationId xmlns:a16="http://schemas.microsoft.com/office/drawing/2014/main" id="{E23E5D9F-AD63-A544-ADB3-7C1291583BAA}"/>
                  </a:ext>
                </a:extLst>
              </p:cNvPr>
              <p:cNvSpPr/>
              <p:nvPr/>
            </p:nvSpPr>
            <p:spPr>
              <a:xfrm>
                <a:off x="548427" y="4169300"/>
                <a:ext cx="33611" cy="245050"/>
              </a:xfrm>
              <a:custGeom>
                <a:avLst/>
                <a:gdLst/>
                <a:ahLst/>
                <a:cxnLst/>
                <a:rect l="l" t="t" r="r" b="b"/>
                <a:pathLst>
                  <a:path w="804" h="9802" extrusionOk="0">
                    <a:moveTo>
                      <a:pt x="1" y="9801"/>
                    </a:moveTo>
                    <a:lnTo>
                      <a:pt x="803" y="9801"/>
                    </a:lnTo>
                    <a:lnTo>
                      <a:pt x="80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1549;p36">
                <a:extLst>
                  <a:ext uri="{FF2B5EF4-FFF2-40B4-BE49-F238E27FC236}">
                    <a16:creationId xmlns:a16="http://schemas.microsoft.com/office/drawing/2014/main" id="{183717F5-A57F-B829-65C5-89B280725CFE}"/>
                  </a:ext>
                </a:extLst>
              </p:cNvPr>
              <p:cNvSpPr/>
              <p:nvPr/>
            </p:nvSpPr>
            <p:spPr>
              <a:xfrm>
                <a:off x="759174" y="4162300"/>
                <a:ext cx="34364" cy="245050"/>
              </a:xfrm>
              <a:custGeom>
                <a:avLst/>
                <a:gdLst/>
                <a:ahLst/>
                <a:cxnLst/>
                <a:rect l="l" t="t" r="r" b="b"/>
                <a:pathLst>
                  <a:path w="822" h="9802" extrusionOk="0">
                    <a:moveTo>
                      <a:pt x="0" y="9801"/>
                    </a:moveTo>
                    <a:lnTo>
                      <a:pt x="821" y="9801"/>
                    </a:lnTo>
                    <a:lnTo>
                      <a:pt x="821"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1550;p36">
                <a:extLst>
                  <a:ext uri="{FF2B5EF4-FFF2-40B4-BE49-F238E27FC236}">
                    <a16:creationId xmlns:a16="http://schemas.microsoft.com/office/drawing/2014/main" id="{640904B9-2E93-328F-9ACA-E0D5450B4F01}"/>
                  </a:ext>
                </a:extLst>
              </p:cNvPr>
              <p:cNvSpPr/>
              <p:nvPr/>
            </p:nvSpPr>
            <p:spPr>
              <a:xfrm>
                <a:off x="970673" y="4155300"/>
                <a:ext cx="34364" cy="245050"/>
              </a:xfrm>
              <a:custGeom>
                <a:avLst/>
                <a:gdLst/>
                <a:ahLst/>
                <a:cxnLst/>
                <a:rect l="l" t="t" r="r" b="b"/>
                <a:pathLst>
                  <a:path w="822" h="9802" extrusionOk="0">
                    <a:moveTo>
                      <a:pt x="0" y="9801"/>
                    </a:moveTo>
                    <a:lnTo>
                      <a:pt x="821" y="9801"/>
                    </a:lnTo>
                    <a:lnTo>
                      <a:pt x="821"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1551;p36">
                <a:extLst>
                  <a:ext uri="{FF2B5EF4-FFF2-40B4-BE49-F238E27FC236}">
                    <a16:creationId xmlns:a16="http://schemas.microsoft.com/office/drawing/2014/main" id="{ABF15E2D-83BA-120A-F493-5B454ECBF85C}"/>
                  </a:ext>
                </a:extLst>
              </p:cNvPr>
              <p:cNvSpPr/>
              <p:nvPr/>
            </p:nvSpPr>
            <p:spPr>
              <a:xfrm>
                <a:off x="1182173" y="4148775"/>
                <a:ext cx="34364" cy="244575"/>
              </a:xfrm>
              <a:custGeom>
                <a:avLst/>
                <a:gdLst/>
                <a:ahLst/>
                <a:cxnLst/>
                <a:rect l="l" t="t" r="r" b="b"/>
                <a:pathLst>
                  <a:path w="822" h="9783" extrusionOk="0">
                    <a:moveTo>
                      <a:pt x="0" y="9782"/>
                    </a:moveTo>
                    <a:lnTo>
                      <a:pt x="821" y="9782"/>
                    </a:lnTo>
                    <a:lnTo>
                      <a:pt x="821"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1552;p36">
                <a:extLst>
                  <a:ext uri="{FF2B5EF4-FFF2-40B4-BE49-F238E27FC236}">
                    <a16:creationId xmlns:a16="http://schemas.microsoft.com/office/drawing/2014/main" id="{E955D1FF-80A1-8623-F4A6-AAC5F0A4B521}"/>
                  </a:ext>
                </a:extLst>
              </p:cNvPr>
              <p:cNvSpPr/>
              <p:nvPr/>
            </p:nvSpPr>
            <p:spPr>
              <a:xfrm>
                <a:off x="1393673" y="4141775"/>
                <a:ext cx="34364" cy="245025"/>
              </a:xfrm>
              <a:custGeom>
                <a:avLst/>
                <a:gdLst/>
                <a:ahLst/>
                <a:cxnLst/>
                <a:rect l="l" t="t" r="r" b="b"/>
                <a:pathLst>
                  <a:path w="822" h="9801" extrusionOk="0">
                    <a:moveTo>
                      <a:pt x="0" y="9801"/>
                    </a:moveTo>
                    <a:lnTo>
                      <a:pt x="821" y="9801"/>
                    </a:lnTo>
                    <a:lnTo>
                      <a:pt x="821"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1553;p36">
                <a:extLst>
                  <a:ext uri="{FF2B5EF4-FFF2-40B4-BE49-F238E27FC236}">
                    <a16:creationId xmlns:a16="http://schemas.microsoft.com/office/drawing/2014/main" id="{9FC08D44-AB53-513C-0F67-24176A3D431E}"/>
                  </a:ext>
                </a:extLst>
              </p:cNvPr>
              <p:cNvSpPr/>
              <p:nvPr/>
            </p:nvSpPr>
            <p:spPr>
              <a:xfrm>
                <a:off x="1605172" y="4134775"/>
                <a:ext cx="34364" cy="245025"/>
              </a:xfrm>
              <a:custGeom>
                <a:avLst/>
                <a:gdLst/>
                <a:ahLst/>
                <a:cxnLst/>
                <a:rect l="l" t="t" r="r" b="b"/>
                <a:pathLst>
                  <a:path w="822" h="9801" extrusionOk="0">
                    <a:moveTo>
                      <a:pt x="0" y="9801"/>
                    </a:moveTo>
                    <a:lnTo>
                      <a:pt x="821" y="9801"/>
                    </a:lnTo>
                    <a:lnTo>
                      <a:pt x="821"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1554;p36">
                <a:extLst>
                  <a:ext uri="{FF2B5EF4-FFF2-40B4-BE49-F238E27FC236}">
                    <a16:creationId xmlns:a16="http://schemas.microsoft.com/office/drawing/2014/main" id="{821CEC93-45C0-6A25-1AFC-F687C7AA66A6}"/>
                  </a:ext>
                </a:extLst>
              </p:cNvPr>
              <p:cNvSpPr/>
              <p:nvPr/>
            </p:nvSpPr>
            <p:spPr>
              <a:xfrm>
                <a:off x="1816672" y="4127775"/>
                <a:ext cx="33569" cy="245025"/>
              </a:xfrm>
              <a:custGeom>
                <a:avLst/>
                <a:gdLst/>
                <a:ahLst/>
                <a:cxnLst/>
                <a:rect l="l" t="t" r="r" b="b"/>
                <a:pathLst>
                  <a:path w="803" h="9801" extrusionOk="0">
                    <a:moveTo>
                      <a:pt x="0" y="9801"/>
                    </a:moveTo>
                    <a:lnTo>
                      <a:pt x="803" y="9801"/>
                    </a:lnTo>
                    <a:lnTo>
                      <a:pt x="803"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1555;p36">
                <a:extLst>
                  <a:ext uri="{FF2B5EF4-FFF2-40B4-BE49-F238E27FC236}">
                    <a16:creationId xmlns:a16="http://schemas.microsoft.com/office/drawing/2014/main" id="{17F48074-A7B8-B7E4-9965-00271F503D4E}"/>
                  </a:ext>
                </a:extLst>
              </p:cNvPr>
              <p:cNvSpPr/>
              <p:nvPr/>
            </p:nvSpPr>
            <p:spPr>
              <a:xfrm>
                <a:off x="2027377" y="4121225"/>
                <a:ext cx="34364" cy="244575"/>
              </a:xfrm>
              <a:custGeom>
                <a:avLst/>
                <a:gdLst/>
                <a:ahLst/>
                <a:cxnLst/>
                <a:rect l="l" t="t" r="r" b="b"/>
                <a:pathLst>
                  <a:path w="822" h="9783" extrusionOk="0">
                    <a:moveTo>
                      <a:pt x="0" y="9783"/>
                    </a:moveTo>
                    <a:lnTo>
                      <a:pt x="822" y="9783"/>
                    </a:lnTo>
                    <a:lnTo>
                      <a:pt x="822"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1556;p36">
                <a:extLst>
                  <a:ext uri="{FF2B5EF4-FFF2-40B4-BE49-F238E27FC236}">
                    <a16:creationId xmlns:a16="http://schemas.microsoft.com/office/drawing/2014/main" id="{52C0F10A-12FB-E6F4-E6A1-534E17EF31E1}"/>
                  </a:ext>
                </a:extLst>
              </p:cNvPr>
              <p:cNvSpPr/>
              <p:nvPr/>
            </p:nvSpPr>
            <p:spPr>
              <a:xfrm>
                <a:off x="2238877" y="4114225"/>
                <a:ext cx="34364" cy="245050"/>
              </a:xfrm>
              <a:custGeom>
                <a:avLst/>
                <a:gdLst/>
                <a:ahLst/>
                <a:cxnLst/>
                <a:rect l="l" t="t" r="r" b="b"/>
                <a:pathLst>
                  <a:path w="822" h="9802" extrusionOk="0">
                    <a:moveTo>
                      <a:pt x="0" y="9801"/>
                    </a:moveTo>
                    <a:lnTo>
                      <a:pt x="822" y="9801"/>
                    </a:lnTo>
                    <a:lnTo>
                      <a:pt x="822"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1557;p36">
                <a:extLst>
                  <a:ext uri="{FF2B5EF4-FFF2-40B4-BE49-F238E27FC236}">
                    <a16:creationId xmlns:a16="http://schemas.microsoft.com/office/drawing/2014/main" id="{13607C2D-15B6-2269-701A-421DD1927134}"/>
                  </a:ext>
                </a:extLst>
              </p:cNvPr>
              <p:cNvSpPr/>
              <p:nvPr/>
            </p:nvSpPr>
            <p:spPr>
              <a:xfrm>
                <a:off x="2450377" y="4107225"/>
                <a:ext cx="34364" cy="245050"/>
              </a:xfrm>
              <a:custGeom>
                <a:avLst/>
                <a:gdLst/>
                <a:ahLst/>
                <a:cxnLst/>
                <a:rect l="l" t="t" r="r" b="b"/>
                <a:pathLst>
                  <a:path w="822" h="9802" extrusionOk="0">
                    <a:moveTo>
                      <a:pt x="0" y="9801"/>
                    </a:moveTo>
                    <a:lnTo>
                      <a:pt x="822" y="9801"/>
                    </a:lnTo>
                    <a:lnTo>
                      <a:pt x="822"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1558;p36">
                <a:extLst>
                  <a:ext uri="{FF2B5EF4-FFF2-40B4-BE49-F238E27FC236}">
                    <a16:creationId xmlns:a16="http://schemas.microsoft.com/office/drawing/2014/main" id="{EAD57549-8981-6B50-6A9F-1397E63C8317}"/>
                  </a:ext>
                </a:extLst>
              </p:cNvPr>
              <p:cNvSpPr/>
              <p:nvPr/>
            </p:nvSpPr>
            <p:spPr>
              <a:xfrm>
                <a:off x="2661876" y="4100225"/>
                <a:ext cx="34364" cy="245050"/>
              </a:xfrm>
              <a:custGeom>
                <a:avLst/>
                <a:gdLst/>
                <a:ahLst/>
                <a:cxnLst/>
                <a:rect l="l" t="t" r="r" b="b"/>
                <a:pathLst>
                  <a:path w="822" h="9802" extrusionOk="0">
                    <a:moveTo>
                      <a:pt x="0" y="9801"/>
                    </a:moveTo>
                    <a:lnTo>
                      <a:pt x="822" y="9801"/>
                    </a:lnTo>
                    <a:lnTo>
                      <a:pt x="822"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1559;p36">
                <a:extLst>
                  <a:ext uri="{FF2B5EF4-FFF2-40B4-BE49-F238E27FC236}">
                    <a16:creationId xmlns:a16="http://schemas.microsoft.com/office/drawing/2014/main" id="{D13F7B01-F709-6164-5BFB-F31D4454ED29}"/>
                  </a:ext>
                </a:extLst>
              </p:cNvPr>
              <p:cNvSpPr/>
              <p:nvPr/>
            </p:nvSpPr>
            <p:spPr>
              <a:xfrm>
                <a:off x="2873376" y="4093700"/>
                <a:ext cx="34364" cy="244575"/>
              </a:xfrm>
              <a:custGeom>
                <a:avLst/>
                <a:gdLst/>
                <a:ahLst/>
                <a:cxnLst/>
                <a:rect l="l" t="t" r="r" b="b"/>
                <a:pathLst>
                  <a:path w="822" h="9783" extrusionOk="0">
                    <a:moveTo>
                      <a:pt x="0" y="9782"/>
                    </a:moveTo>
                    <a:lnTo>
                      <a:pt x="822" y="9782"/>
                    </a:lnTo>
                    <a:lnTo>
                      <a:pt x="822"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1560;p36">
                <a:extLst>
                  <a:ext uri="{FF2B5EF4-FFF2-40B4-BE49-F238E27FC236}">
                    <a16:creationId xmlns:a16="http://schemas.microsoft.com/office/drawing/2014/main" id="{629235BD-D406-38DA-0108-41AE1E2A7883}"/>
                  </a:ext>
                </a:extLst>
              </p:cNvPr>
              <p:cNvSpPr/>
              <p:nvPr/>
            </p:nvSpPr>
            <p:spPr>
              <a:xfrm>
                <a:off x="3084876" y="4086700"/>
                <a:ext cx="33611" cy="245050"/>
              </a:xfrm>
              <a:custGeom>
                <a:avLst/>
                <a:gdLst/>
                <a:ahLst/>
                <a:cxnLst/>
                <a:rect l="l" t="t" r="r" b="b"/>
                <a:pathLst>
                  <a:path w="804" h="9802" extrusionOk="0">
                    <a:moveTo>
                      <a:pt x="0" y="9801"/>
                    </a:moveTo>
                    <a:lnTo>
                      <a:pt x="803" y="9801"/>
                    </a:lnTo>
                    <a:lnTo>
                      <a:pt x="803"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1561;p36">
                <a:extLst>
                  <a:ext uri="{FF2B5EF4-FFF2-40B4-BE49-F238E27FC236}">
                    <a16:creationId xmlns:a16="http://schemas.microsoft.com/office/drawing/2014/main" id="{508D0919-FB4B-B97F-2D0F-3F1060A372EA}"/>
                  </a:ext>
                </a:extLst>
              </p:cNvPr>
              <p:cNvSpPr/>
              <p:nvPr/>
            </p:nvSpPr>
            <p:spPr>
              <a:xfrm>
                <a:off x="3296375" y="4079700"/>
                <a:ext cx="33611" cy="245050"/>
              </a:xfrm>
              <a:custGeom>
                <a:avLst/>
                <a:gdLst/>
                <a:ahLst/>
                <a:cxnLst/>
                <a:rect l="l" t="t" r="r" b="b"/>
                <a:pathLst>
                  <a:path w="804" h="9802" extrusionOk="0">
                    <a:moveTo>
                      <a:pt x="0" y="9801"/>
                    </a:moveTo>
                    <a:lnTo>
                      <a:pt x="803" y="9801"/>
                    </a:lnTo>
                    <a:lnTo>
                      <a:pt x="803"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1562;p36">
                <a:extLst>
                  <a:ext uri="{FF2B5EF4-FFF2-40B4-BE49-F238E27FC236}">
                    <a16:creationId xmlns:a16="http://schemas.microsoft.com/office/drawing/2014/main" id="{0630A504-6226-C0AD-2AEF-87DF59999BB3}"/>
                  </a:ext>
                </a:extLst>
              </p:cNvPr>
              <p:cNvSpPr/>
              <p:nvPr/>
            </p:nvSpPr>
            <p:spPr>
              <a:xfrm>
                <a:off x="3507081" y="4072700"/>
                <a:ext cx="34406" cy="245025"/>
              </a:xfrm>
              <a:custGeom>
                <a:avLst/>
                <a:gdLst/>
                <a:ahLst/>
                <a:cxnLst/>
                <a:rect l="l" t="t" r="r" b="b"/>
                <a:pathLst>
                  <a:path w="823" h="9801" extrusionOk="0">
                    <a:moveTo>
                      <a:pt x="1" y="9801"/>
                    </a:moveTo>
                    <a:lnTo>
                      <a:pt x="822" y="9801"/>
                    </a:lnTo>
                    <a:lnTo>
                      <a:pt x="822" y="0"/>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1563;p36">
                <a:extLst>
                  <a:ext uri="{FF2B5EF4-FFF2-40B4-BE49-F238E27FC236}">
                    <a16:creationId xmlns:a16="http://schemas.microsoft.com/office/drawing/2014/main" id="{674B3B94-EC8B-089E-3AB5-1D0512CBD38E}"/>
                  </a:ext>
                </a:extLst>
              </p:cNvPr>
              <p:cNvSpPr/>
              <p:nvPr/>
            </p:nvSpPr>
            <p:spPr>
              <a:xfrm>
                <a:off x="3718580" y="4066175"/>
                <a:ext cx="34406" cy="244550"/>
              </a:xfrm>
              <a:custGeom>
                <a:avLst/>
                <a:gdLst/>
                <a:ahLst/>
                <a:cxnLst/>
                <a:rect l="l" t="t" r="r" b="b"/>
                <a:pathLst>
                  <a:path w="823" h="9782" extrusionOk="0">
                    <a:moveTo>
                      <a:pt x="1" y="9782"/>
                    </a:moveTo>
                    <a:lnTo>
                      <a:pt x="822" y="9782"/>
                    </a:lnTo>
                    <a:lnTo>
                      <a:pt x="822" y="0"/>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1564;p36">
                <a:extLst>
                  <a:ext uri="{FF2B5EF4-FFF2-40B4-BE49-F238E27FC236}">
                    <a16:creationId xmlns:a16="http://schemas.microsoft.com/office/drawing/2014/main" id="{37255BB0-0EFE-2FF9-24F4-9B4351C6DA55}"/>
                  </a:ext>
                </a:extLst>
              </p:cNvPr>
              <p:cNvSpPr/>
              <p:nvPr/>
            </p:nvSpPr>
            <p:spPr>
              <a:xfrm>
                <a:off x="3930080" y="4059150"/>
                <a:ext cx="34406" cy="245050"/>
              </a:xfrm>
              <a:custGeom>
                <a:avLst/>
                <a:gdLst/>
                <a:ahLst/>
                <a:cxnLst/>
                <a:rect l="l" t="t" r="r" b="b"/>
                <a:pathLst>
                  <a:path w="823" h="9802" extrusionOk="0">
                    <a:moveTo>
                      <a:pt x="1" y="9802"/>
                    </a:moveTo>
                    <a:lnTo>
                      <a:pt x="822" y="9802"/>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1565;p36">
                <a:extLst>
                  <a:ext uri="{FF2B5EF4-FFF2-40B4-BE49-F238E27FC236}">
                    <a16:creationId xmlns:a16="http://schemas.microsoft.com/office/drawing/2014/main" id="{D3E8D6F9-0F4F-66E4-0BAA-AED624483F46}"/>
                  </a:ext>
                </a:extLst>
              </p:cNvPr>
              <p:cNvSpPr/>
              <p:nvPr/>
            </p:nvSpPr>
            <p:spPr>
              <a:xfrm>
                <a:off x="4141580" y="4052150"/>
                <a:ext cx="34406" cy="245050"/>
              </a:xfrm>
              <a:custGeom>
                <a:avLst/>
                <a:gdLst/>
                <a:ahLst/>
                <a:cxnLst/>
                <a:rect l="l" t="t" r="r" b="b"/>
                <a:pathLst>
                  <a:path w="823" h="9802" extrusionOk="0">
                    <a:moveTo>
                      <a:pt x="1" y="9802"/>
                    </a:moveTo>
                    <a:lnTo>
                      <a:pt x="822" y="9802"/>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1566;p36">
                <a:extLst>
                  <a:ext uri="{FF2B5EF4-FFF2-40B4-BE49-F238E27FC236}">
                    <a16:creationId xmlns:a16="http://schemas.microsoft.com/office/drawing/2014/main" id="{A0F64FCE-F14A-595A-3649-EA9ACABCC7CD}"/>
                  </a:ext>
                </a:extLst>
              </p:cNvPr>
              <p:cNvSpPr/>
              <p:nvPr/>
            </p:nvSpPr>
            <p:spPr>
              <a:xfrm>
                <a:off x="4353079" y="4045625"/>
                <a:ext cx="33611" cy="244575"/>
              </a:xfrm>
              <a:custGeom>
                <a:avLst/>
                <a:gdLst/>
                <a:ahLst/>
                <a:cxnLst/>
                <a:rect l="l" t="t" r="r" b="b"/>
                <a:pathLst>
                  <a:path w="804" h="9783" extrusionOk="0">
                    <a:moveTo>
                      <a:pt x="1" y="9783"/>
                    </a:moveTo>
                    <a:lnTo>
                      <a:pt x="804" y="9783"/>
                    </a:lnTo>
                    <a:lnTo>
                      <a:pt x="804"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1567;p36">
                <a:extLst>
                  <a:ext uri="{FF2B5EF4-FFF2-40B4-BE49-F238E27FC236}">
                    <a16:creationId xmlns:a16="http://schemas.microsoft.com/office/drawing/2014/main" id="{A0A93F4B-B717-5CE1-95BF-FE883BDD1637}"/>
                  </a:ext>
                </a:extLst>
              </p:cNvPr>
              <p:cNvSpPr/>
              <p:nvPr/>
            </p:nvSpPr>
            <p:spPr>
              <a:xfrm>
                <a:off x="4564579" y="4038625"/>
                <a:ext cx="33611" cy="244575"/>
              </a:xfrm>
              <a:custGeom>
                <a:avLst/>
                <a:gdLst/>
                <a:ahLst/>
                <a:cxnLst/>
                <a:rect l="l" t="t" r="r" b="b"/>
                <a:pathLst>
                  <a:path w="804" h="9783" extrusionOk="0">
                    <a:moveTo>
                      <a:pt x="1" y="9783"/>
                    </a:moveTo>
                    <a:lnTo>
                      <a:pt x="804" y="9783"/>
                    </a:lnTo>
                    <a:lnTo>
                      <a:pt x="804"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1568;p36">
                <a:extLst>
                  <a:ext uri="{FF2B5EF4-FFF2-40B4-BE49-F238E27FC236}">
                    <a16:creationId xmlns:a16="http://schemas.microsoft.com/office/drawing/2014/main" id="{80B9A5F1-9CFD-253E-40E3-CB3182A9EFA1}"/>
                  </a:ext>
                </a:extLst>
              </p:cNvPr>
              <p:cNvSpPr/>
              <p:nvPr/>
            </p:nvSpPr>
            <p:spPr>
              <a:xfrm>
                <a:off x="4775326" y="4031625"/>
                <a:ext cx="34364" cy="245050"/>
              </a:xfrm>
              <a:custGeom>
                <a:avLst/>
                <a:gdLst/>
                <a:ahLst/>
                <a:cxnLst/>
                <a:rect l="l" t="t" r="r" b="b"/>
                <a:pathLst>
                  <a:path w="822" h="9802" extrusionOk="0">
                    <a:moveTo>
                      <a:pt x="0" y="9801"/>
                    </a:moveTo>
                    <a:lnTo>
                      <a:pt x="822" y="9801"/>
                    </a:lnTo>
                    <a:lnTo>
                      <a:pt x="822"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1569;p36">
                <a:extLst>
                  <a:ext uri="{FF2B5EF4-FFF2-40B4-BE49-F238E27FC236}">
                    <a16:creationId xmlns:a16="http://schemas.microsoft.com/office/drawing/2014/main" id="{80AFE46F-70AB-3B41-E4B9-4785604ABD46}"/>
                  </a:ext>
                </a:extLst>
              </p:cNvPr>
              <p:cNvSpPr/>
              <p:nvPr/>
            </p:nvSpPr>
            <p:spPr>
              <a:xfrm>
                <a:off x="4986826" y="4024625"/>
                <a:ext cx="34364" cy="245050"/>
              </a:xfrm>
              <a:custGeom>
                <a:avLst/>
                <a:gdLst/>
                <a:ahLst/>
                <a:cxnLst/>
                <a:rect l="l" t="t" r="r" b="b"/>
                <a:pathLst>
                  <a:path w="822" h="9802" extrusionOk="0">
                    <a:moveTo>
                      <a:pt x="0" y="9801"/>
                    </a:moveTo>
                    <a:lnTo>
                      <a:pt x="822" y="9801"/>
                    </a:lnTo>
                    <a:lnTo>
                      <a:pt x="822"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1570;p36">
                <a:extLst>
                  <a:ext uri="{FF2B5EF4-FFF2-40B4-BE49-F238E27FC236}">
                    <a16:creationId xmlns:a16="http://schemas.microsoft.com/office/drawing/2014/main" id="{E152E664-9E28-F0EE-0629-5A309BBA778A}"/>
                  </a:ext>
                </a:extLst>
              </p:cNvPr>
              <p:cNvSpPr/>
              <p:nvPr/>
            </p:nvSpPr>
            <p:spPr>
              <a:xfrm>
                <a:off x="5198325" y="4018100"/>
                <a:ext cx="34364" cy="244575"/>
              </a:xfrm>
              <a:custGeom>
                <a:avLst/>
                <a:gdLst/>
                <a:ahLst/>
                <a:cxnLst/>
                <a:rect l="l" t="t" r="r" b="b"/>
                <a:pathLst>
                  <a:path w="822" h="9783" extrusionOk="0">
                    <a:moveTo>
                      <a:pt x="0" y="9782"/>
                    </a:moveTo>
                    <a:lnTo>
                      <a:pt x="822" y="9782"/>
                    </a:lnTo>
                    <a:lnTo>
                      <a:pt x="822"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1571;p36">
                <a:extLst>
                  <a:ext uri="{FF2B5EF4-FFF2-40B4-BE49-F238E27FC236}">
                    <a16:creationId xmlns:a16="http://schemas.microsoft.com/office/drawing/2014/main" id="{7B7FE93C-AAD0-3DF4-0AD6-75F0B1E55A4C}"/>
                  </a:ext>
                </a:extLst>
              </p:cNvPr>
              <p:cNvSpPr/>
              <p:nvPr/>
            </p:nvSpPr>
            <p:spPr>
              <a:xfrm>
                <a:off x="5409825" y="4011100"/>
                <a:ext cx="34364" cy="245025"/>
              </a:xfrm>
              <a:custGeom>
                <a:avLst/>
                <a:gdLst/>
                <a:ahLst/>
                <a:cxnLst/>
                <a:rect l="l" t="t" r="r" b="b"/>
                <a:pathLst>
                  <a:path w="822" h="9801" extrusionOk="0">
                    <a:moveTo>
                      <a:pt x="0" y="9801"/>
                    </a:moveTo>
                    <a:lnTo>
                      <a:pt x="822" y="9801"/>
                    </a:lnTo>
                    <a:lnTo>
                      <a:pt x="822"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1572;p36">
                <a:extLst>
                  <a:ext uri="{FF2B5EF4-FFF2-40B4-BE49-F238E27FC236}">
                    <a16:creationId xmlns:a16="http://schemas.microsoft.com/office/drawing/2014/main" id="{9C8806CA-6DB7-3A2B-AEBE-89036BEE2125}"/>
                  </a:ext>
                </a:extLst>
              </p:cNvPr>
              <p:cNvSpPr/>
              <p:nvPr/>
            </p:nvSpPr>
            <p:spPr>
              <a:xfrm>
                <a:off x="5621325" y="4004100"/>
                <a:ext cx="34364" cy="245025"/>
              </a:xfrm>
              <a:custGeom>
                <a:avLst/>
                <a:gdLst/>
                <a:ahLst/>
                <a:cxnLst/>
                <a:rect l="l" t="t" r="r" b="b"/>
                <a:pathLst>
                  <a:path w="822" h="9801" extrusionOk="0">
                    <a:moveTo>
                      <a:pt x="0" y="9801"/>
                    </a:moveTo>
                    <a:lnTo>
                      <a:pt x="822" y="9801"/>
                    </a:lnTo>
                    <a:lnTo>
                      <a:pt x="822"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1573;p36">
                <a:extLst>
                  <a:ext uri="{FF2B5EF4-FFF2-40B4-BE49-F238E27FC236}">
                    <a16:creationId xmlns:a16="http://schemas.microsoft.com/office/drawing/2014/main" id="{1F812F73-75FC-56CF-B1BC-EEBDE508F871}"/>
                  </a:ext>
                </a:extLst>
              </p:cNvPr>
              <p:cNvSpPr/>
              <p:nvPr/>
            </p:nvSpPr>
            <p:spPr>
              <a:xfrm>
                <a:off x="5832824" y="3997100"/>
                <a:ext cx="33569" cy="245025"/>
              </a:xfrm>
              <a:custGeom>
                <a:avLst/>
                <a:gdLst/>
                <a:ahLst/>
                <a:cxnLst/>
                <a:rect l="l" t="t" r="r" b="b"/>
                <a:pathLst>
                  <a:path w="803" h="9801" extrusionOk="0">
                    <a:moveTo>
                      <a:pt x="0" y="9801"/>
                    </a:moveTo>
                    <a:lnTo>
                      <a:pt x="803" y="9801"/>
                    </a:lnTo>
                    <a:lnTo>
                      <a:pt x="803"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1574;p36">
                <a:extLst>
                  <a:ext uri="{FF2B5EF4-FFF2-40B4-BE49-F238E27FC236}">
                    <a16:creationId xmlns:a16="http://schemas.microsoft.com/office/drawing/2014/main" id="{970D8F09-9616-FD8C-163A-07B551854C90}"/>
                  </a:ext>
                </a:extLst>
              </p:cNvPr>
              <p:cNvSpPr/>
              <p:nvPr/>
            </p:nvSpPr>
            <p:spPr>
              <a:xfrm>
                <a:off x="6043530" y="3990550"/>
                <a:ext cx="34364" cy="244575"/>
              </a:xfrm>
              <a:custGeom>
                <a:avLst/>
                <a:gdLst/>
                <a:ahLst/>
                <a:cxnLst/>
                <a:rect l="l" t="t" r="r" b="b"/>
                <a:pathLst>
                  <a:path w="822" h="9783" extrusionOk="0">
                    <a:moveTo>
                      <a:pt x="1" y="9783"/>
                    </a:moveTo>
                    <a:lnTo>
                      <a:pt x="822" y="9783"/>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1575;p36">
                <a:extLst>
                  <a:ext uri="{FF2B5EF4-FFF2-40B4-BE49-F238E27FC236}">
                    <a16:creationId xmlns:a16="http://schemas.microsoft.com/office/drawing/2014/main" id="{8065F89C-19FC-46AB-0FD9-6845F426B129}"/>
                  </a:ext>
                </a:extLst>
              </p:cNvPr>
              <p:cNvSpPr/>
              <p:nvPr/>
            </p:nvSpPr>
            <p:spPr>
              <a:xfrm>
                <a:off x="6255029" y="3983550"/>
                <a:ext cx="34364" cy="245050"/>
              </a:xfrm>
              <a:custGeom>
                <a:avLst/>
                <a:gdLst/>
                <a:ahLst/>
                <a:cxnLst/>
                <a:rect l="l" t="t" r="r" b="b"/>
                <a:pathLst>
                  <a:path w="822" h="9802" extrusionOk="0">
                    <a:moveTo>
                      <a:pt x="1" y="9801"/>
                    </a:moveTo>
                    <a:lnTo>
                      <a:pt x="822" y="9801"/>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1576;p36">
                <a:extLst>
                  <a:ext uri="{FF2B5EF4-FFF2-40B4-BE49-F238E27FC236}">
                    <a16:creationId xmlns:a16="http://schemas.microsoft.com/office/drawing/2014/main" id="{CA4FC64A-807B-AA7E-598D-9AC737203AA9}"/>
                  </a:ext>
                </a:extLst>
              </p:cNvPr>
              <p:cNvSpPr/>
              <p:nvPr/>
            </p:nvSpPr>
            <p:spPr>
              <a:xfrm>
                <a:off x="6466529" y="3976550"/>
                <a:ext cx="34364" cy="245050"/>
              </a:xfrm>
              <a:custGeom>
                <a:avLst/>
                <a:gdLst/>
                <a:ahLst/>
                <a:cxnLst/>
                <a:rect l="l" t="t" r="r" b="b"/>
                <a:pathLst>
                  <a:path w="822" h="9802" extrusionOk="0">
                    <a:moveTo>
                      <a:pt x="1" y="9801"/>
                    </a:moveTo>
                    <a:lnTo>
                      <a:pt x="822" y="9801"/>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1577;p36">
                <a:extLst>
                  <a:ext uri="{FF2B5EF4-FFF2-40B4-BE49-F238E27FC236}">
                    <a16:creationId xmlns:a16="http://schemas.microsoft.com/office/drawing/2014/main" id="{015A2890-5B00-8FC0-FAB1-12F96BFD4AAF}"/>
                  </a:ext>
                </a:extLst>
              </p:cNvPr>
              <p:cNvSpPr/>
              <p:nvPr/>
            </p:nvSpPr>
            <p:spPr>
              <a:xfrm>
                <a:off x="6678029" y="3969550"/>
                <a:ext cx="34364" cy="245050"/>
              </a:xfrm>
              <a:custGeom>
                <a:avLst/>
                <a:gdLst/>
                <a:ahLst/>
                <a:cxnLst/>
                <a:rect l="l" t="t" r="r" b="b"/>
                <a:pathLst>
                  <a:path w="822" h="9802" extrusionOk="0">
                    <a:moveTo>
                      <a:pt x="1" y="9801"/>
                    </a:moveTo>
                    <a:lnTo>
                      <a:pt x="822" y="9801"/>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1578;p36">
                <a:extLst>
                  <a:ext uri="{FF2B5EF4-FFF2-40B4-BE49-F238E27FC236}">
                    <a16:creationId xmlns:a16="http://schemas.microsoft.com/office/drawing/2014/main" id="{B746C29D-2422-BCF3-8FA7-52B1434B55E0}"/>
                  </a:ext>
                </a:extLst>
              </p:cNvPr>
              <p:cNvSpPr/>
              <p:nvPr/>
            </p:nvSpPr>
            <p:spPr>
              <a:xfrm>
                <a:off x="6889528" y="3963025"/>
                <a:ext cx="34364" cy="244575"/>
              </a:xfrm>
              <a:custGeom>
                <a:avLst/>
                <a:gdLst/>
                <a:ahLst/>
                <a:cxnLst/>
                <a:rect l="l" t="t" r="r" b="b"/>
                <a:pathLst>
                  <a:path w="822" h="9783" extrusionOk="0">
                    <a:moveTo>
                      <a:pt x="1" y="9782"/>
                    </a:moveTo>
                    <a:lnTo>
                      <a:pt x="822" y="9782"/>
                    </a:lnTo>
                    <a:lnTo>
                      <a:pt x="822" y="0"/>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1579;p36">
                <a:extLst>
                  <a:ext uri="{FF2B5EF4-FFF2-40B4-BE49-F238E27FC236}">
                    <a16:creationId xmlns:a16="http://schemas.microsoft.com/office/drawing/2014/main" id="{58589DE5-3828-B67F-32D1-4FFBAE797550}"/>
                  </a:ext>
                </a:extLst>
              </p:cNvPr>
              <p:cNvSpPr/>
              <p:nvPr/>
            </p:nvSpPr>
            <p:spPr>
              <a:xfrm>
                <a:off x="7101028" y="3956025"/>
                <a:ext cx="33611" cy="245050"/>
              </a:xfrm>
              <a:custGeom>
                <a:avLst/>
                <a:gdLst/>
                <a:ahLst/>
                <a:cxnLst/>
                <a:rect l="l" t="t" r="r" b="b"/>
                <a:pathLst>
                  <a:path w="804" h="9802" extrusionOk="0">
                    <a:moveTo>
                      <a:pt x="1" y="9801"/>
                    </a:moveTo>
                    <a:lnTo>
                      <a:pt x="803" y="9801"/>
                    </a:lnTo>
                    <a:lnTo>
                      <a:pt x="803" y="0"/>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1580;p36">
                <a:extLst>
                  <a:ext uri="{FF2B5EF4-FFF2-40B4-BE49-F238E27FC236}">
                    <a16:creationId xmlns:a16="http://schemas.microsoft.com/office/drawing/2014/main" id="{AF54A099-F59F-BFFA-8F1A-151B512738FA}"/>
                  </a:ext>
                </a:extLst>
              </p:cNvPr>
              <p:cNvSpPr/>
              <p:nvPr/>
            </p:nvSpPr>
            <p:spPr>
              <a:xfrm>
                <a:off x="7311733" y="3949025"/>
                <a:ext cx="34406" cy="245050"/>
              </a:xfrm>
              <a:custGeom>
                <a:avLst/>
                <a:gdLst/>
                <a:ahLst/>
                <a:cxnLst/>
                <a:rect l="l" t="t" r="r" b="b"/>
                <a:pathLst>
                  <a:path w="823" h="9802" extrusionOk="0">
                    <a:moveTo>
                      <a:pt x="1" y="9801"/>
                    </a:moveTo>
                    <a:lnTo>
                      <a:pt x="822" y="9801"/>
                    </a:lnTo>
                    <a:lnTo>
                      <a:pt x="822" y="0"/>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1581;p36">
                <a:extLst>
                  <a:ext uri="{FF2B5EF4-FFF2-40B4-BE49-F238E27FC236}">
                    <a16:creationId xmlns:a16="http://schemas.microsoft.com/office/drawing/2014/main" id="{622AC911-DA3D-B31E-E4CB-F18DB2DFFE78}"/>
                  </a:ext>
                </a:extLst>
              </p:cNvPr>
              <p:cNvSpPr/>
              <p:nvPr/>
            </p:nvSpPr>
            <p:spPr>
              <a:xfrm>
                <a:off x="7523233" y="3942025"/>
                <a:ext cx="34406" cy="245025"/>
              </a:xfrm>
              <a:custGeom>
                <a:avLst/>
                <a:gdLst/>
                <a:ahLst/>
                <a:cxnLst/>
                <a:rect l="l" t="t" r="r" b="b"/>
                <a:pathLst>
                  <a:path w="823" h="9801" extrusionOk="0">
                    <a:moveTo>
                      <a:pt x="1" y="9801"/>
                    </a:moveTo>
                    <a:lnTo>
                      <a:pt x="822" y="9801"/>
                    </a:lnTo>
                    <a:lnTo>
                      <a:pt x="822" y="0"/>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1582;p36">
                <a:extLst>
                  <a:ext uri="{FF2B5EF4-FFF2-40B4-BE49-F238E27FC236}">
                    <a16:creationId xmlns:a16="http://schemas.microsoft.com/office/drawing/2014/main" id="{119CA331-106D-EE9D-22B6-05DAF5237054}"/>
                  </a:ext>
                </a:extLst>
              </p:cNvPr>
              <p:cNvSpPr/>
              <p:nvPr/>
            </p:nvSpPr>
            <p:spPr>
              <a:xfrm>
                <a:off x="7734733" y="3935475"/>
                <a:ext cx="34406" cy="244575"/>
              </a:xfrm>
              <a:custGeom>
                <a:avLst/>
                <a:gdLst/>
                <a:ahLst/>
                <a:cxnLst/>
                <a:rect l="l" t="t" r="r" b="b"/>
                <a:pathLst>
                  <a:path w="823" h="9783" extrusionOk="0">
                    <a:moveTo>
                      <a:pt x="1" y="9783"/>
                    </a:moveTo>
                    <a:lnTo>
                      <a:pt x="822" y="9783"/>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1583;p36">
                <a:extLst>
                  <a:ext uri="{FF2B5EF4-FFF2-40B4-BE49-F238E27FC236}">
                    <a16:creationId xmlns:a16="http://schemas.microsoft.com/office/drawing/2014/main" id="{20DBB625-0D7A-C5BC-656B-54985E937942}"/>
                  </a:ext>
                </a:extLst>
              </p:cNvPr>
              <p:cNvSpPr/>
              <p:nvPr/>
            </p:nvSpPr>
            <p:spPr>
              <a:xfrm>
                <a:off x="7946232" y="3928475"/>
                <a:ext cx="34406" cy="245050"/>
              </a:xfrm>
              <a:custGeom>
                <a:avLst/>
                <a:gdLst/>
                <a:ahLst/>
                <a:cxnLst/>
                <a:rect l="l" t="t" r="r" b="b"/>
                <a:pathLst>
                  <a:path w="823" h="9802" extrusionOk="0">
                    <a:moveTo>
                      <a:pt x="1" y="9802"/>
                    </a:moveTo>
                    <a:lnTo>
                      <a:pt x="822" y="9802"/>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1584;p36">
                <a:extLst>
                  <a:ext uri="{FF2B5EF4-FFF2-40B4-BE49-F238E27FC236}">
                    <a16:creationId xmlns:a16="http://schemas.microsoft.com/office/drawing/2014/main" id="{A85001E0-C7A0-41B3-02C9-C8E6C8C8CACD}"/>
                  </a:ext>
                </a:extLst>
              </p:cNvPr>
              <p:cNvSpPr/>
              <p:nvPr/>
            </p:nvSpPr>
            <p:spPr>
              <a:xfrm>
                <a:off x="8157732" y="3921475"/>
                <a:ext cx="34406" cy="245050"/>
              </a:xfrm>
              <a:custGeom>
                <a:avLst/>
                <a:gdLst/>
                <a:ahLst/>
                <a:cxnLst/>
                <a:rect l="l" t="t" r="r" b="b"/>
                <a:pathLst>
                  <a:path w="823" h="9802" extrusionOk="0">
                    <a:moveTo>
                      <a:pt x="1" y="9802"/>
                    </a:moveTo>
                    <a:lnTo>
                      <a:pt x="822" y="9802"/>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1585;p36">
                <a:extLst>
                  <a:ext uri="{FF2B5EF4-FFF2-40B4-BE49-F238E27FC236}">
                    <a16:creationId xmlns:a16="http://schemas.microsoft.com/office/drawing/2014/main" id="{8694BE50-6CCE-FC56-4A1F-D91FB472002A}"/>
                  </a:ext>
                </a:extLst>
              </p:cNvPr>
              <p:cNvSpPr/>
              <p:nvPr/>
            </p:nvSpPr>
            <p:spPr>
              <a:xfrm>
                <a:off x="8369232" y="3914475"/>
                <a:ext cx="33611" cy="245050"/>
              </a:xfrm>
              <a:custGeom>
                <a:avLst/>
                <a:gdLst/>
                <a:ahLst/>
                <a:cxnLst/>
                <a:rect l="l" t="t" r="r" b="b"/>
                <a:pathLst>
                  <a:path w="804" h="9802" extrusionOk="0">
                    <a:moveTo>
                      <a:pt x="1" y="9802"/>
                    </a:moveTo>
                    <a:lnTo>
                      <a:pt x="804" y="9802"/>
                    </a:lnTo>
                    <a:lnTo>
                      <a:pt x="804"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1586;p36">
                <a:extLst>
                  <a:ext uri="{FF2B5EF4-FFF2-40B4-BE49-F238E27FC236}">
                    <a16:creationId xmlns:a16="http://schemas.microsoft.com/office/drawing/2014/main" id="{832547ED-E639-099B-74BD-5D535B337BDB}"/>
                  </a:ext>
                </a:extLst>
              </p:cNvPr>
              <p:cNvSpPr/>
              <p:nvPr/>
            </p:nvSpPr>
            <p:spPr>
              <a:xfrm>
                <a:off x="8580773" y="3907950"/>
                <a:ext cx="33569" cy="244575"/>
              </a:xfrm>
              <a:custGeom>
                <a:avLst/>
                <a:gdLst/>
                <a:ahLst/>
                <a:cxnLst/>
                <a:rect l="l" t="t" r="r" b="b"/>
                <a:pathLst>
                  <a:path w="803" h="9783" extrusionOk="0">
                    <a:moveTo>
                      <a:pt x="0" y="9783"/>
                    </a:moveTo>
                    <a:lnTo>
                      <a:pt x="803" y="9783"/>
                    </a:lnTo>
                    <a:lnTo>
                      <a:pt x="803"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1587;p36">
                <a:extLst>
                  <a:ext uri="{FF2B5EF4-FFF2-40B4-BE49-F238E27FC236}">
                    <a16:creationId xmlns:a16="http://schemas.microsoft.com/office/drawing/2014/main" id="{BF163634-97CA-199E-C385-D04F8380AE18}"/>
                  </a:ext>
                </a:extLst>
              </p:cNvPr>
              <p:cNvSpPr/>
              <p:nvPr/>
            </p:nvSpPr>
            <p:spPr>
              <a:xfrm>
                <a:off x="8791478" y="3900950"/>
                <a:ext cx="34364" cy="245050"/>
              </a:xfrm>
              <a:custGeom>
                <a:avLst/>
                <a:gdLst/>
                <a:ahLst/>
                <a:cxnLst/>
                <a:rect l="l" t="t" r="r" b="b"/>
                <a:pathLst>
                  <a:path w="822" h="9802" extrusionOk="0">
                    <a:moveTo>
                      <a:pt x="0" y="9801"/>
                    </a:moveTo>
                    <a:lnTo>
                      <a:pt x="822" y="9801"/>
                    </a:lnTo>
                    <a:lnTo>
                      <a:pt x="822"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 name="Google Shape;1588;p36">
              <a:extLst>
                <a:ext uri="{FF2B5EF4-FFF2-40B4-BE49-F238E27FC236}">
                  <a16:creationId xmlns:a16="http://schemas.microsoft.com/office/drawing/2014/main" id="{D4E0E8B3-D0FE-0B0F-8124-70E48E9E83A3}"/>
                </a:ext>
              </a:extLst>
            </p:cNvPr>
            <p:cNvGrpSpPr/>
            <p:nvPr/>
          </p:nvGrpSpPr>
          <p:grpSpPr>
            <a:xfrm flipH="1">
              <a:off x="5406861" y="4293100"/>
              <a:ext cx="3484400" cy="973847"/>
              <a:chOff x="3379075" y="4293100"/>
              <a:chExt cx="3484400" cy="973847"/>
            </a:xfrm>
            <a:grpFill/>
          </p:grpSpPr>
          <p:sp>
            <p:nvSpPr>
              <p:cNvPr id="37" name="Google Shape;1589;p36">
                <a:extLst>
                  <a:ext uri="{FF2B5EF4-FFF2-40B4-BE49-F238E27FC236}">
                    <a16:creationId xmlns:a16="http://schemas.microsoft.com/office/drawing/2014/main" id="{4B65A2E6-99CC-233E-89B1-570887D8CFF6}"/>
                  </a:ext>
                </a:extLst>
              </p:cNvPr>
              <p:cNvSpPr/>
              <p:nvPr/>
            </p:nvSpPr>
            <p:spPr>
              <a:xfrm>
                <a:off x="6638025" y="4293100"/>
                <a:ext cx="225450" cy="266525"/>
              </a:xfrm>
              <a:custGeom>
                <a:avLst/>
                <a:gdLst/>
                <a:ahLst/>
                <a:cxnLst/>
                <a:rect l="l" t="t" r="r" b="b"/>
                <a:pathLst>
                  <a:path w="9018" h="10661" extrusionOk="0">
                    <a:moveTo>
                      <a:pt x="1" y="10660"/>
                    </a:moveTo>
                    <a:lnTo>
                      <a:pt x="9017" y="10660"/>
                    </a:lnTo>
                    <a:lnTo>
                      <a:pt x="9017"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1590;p36">
                <a:extLst>
                  <a:ext uri="{FF2B5EF4-FFF2-40B4-BE49-F238E27FC236}">
                    <a16:creationId xmlns:a16="http://schemas.microsoft.com/office/drawing/2014/main" id="{73881EA7-2037-9C35-2D49-E1E3E56D3BF0}"/>
                  </a:ext>
                </a:extLst>
              </p:cNvPr>
              <p:cNvSpPr/>
              <p:nvPr/>
            </p:nvSpPr>
            <p:spPr>
              <a:xfrm>
                <a:off x="5628575" y="4369300"/>
                <a:ext cx="225425" cy="266525"/>
              </a:xfrm>
              <a:custGeom>
                <a:avLst/>
                <a:gdLst/>
                <a:ahLst/>
                <a:cxnLst/>
                <a:rect l="l" t="t" r="r" b="b"/>
                <a:pathLst>
                  <a:path w="9017" h="10661" extrusionOk="0">
                    <a:moveTo>
                      <a:pt x="0" y="10660"/>
                    </a:moveTo>
                    <a:lnTo>
                      <a:pt x="9017" y="10660"/>
                    </a:lnTo>
                    <a:lnTo>
                      <a:pt x="9017"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1591;p36">
                <a:extLst>
                  <a:ext uri="{FF2B5EF4-FFF2-40B4-BE49-F238E27FC236}">
                    <a16:creationId xmlns:a16="http://schemas.microsoft.com/office/drawing/2014/main" id="{5906597F-259E-77AB-4774-C6A121FBFC3A}"/>
                  </a:ext>
                </a:extLst>
              </p:cNvPr>
              <p:cNvSpPr/>
              <p:nvPr/>
            </p:nvSpPr>
            <p:spPr>
              <a:xfrm>
                <a:off x="5700425" y="4473175"/>
                <a:ext cx="72850" cy="792553"/>
              </a:xfrm>
              <a:custGeom>
                <a:avLst/>
                <a:gdLst/>
                <a:ahLst/>
                <a:cxnLst/>
                <a:rect l="l" t="t" r="r" b="b"/>
                <a:pathLst>
                  <a:path w="2914" h="48780" extrusionOk="0">
                    <a:moveTo>
                      <a:pt x="1" y="48780"/>
                    </a:moveTo>
                    <a:lnTo>
                      <a:pt x="2913" y="48780"/>
                    </a:lnTo>
                    <a:lnTo>
                      <a:pt x="291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1592;p36">
                <a:extLst>
                  <a:ext uri="{FF2B5EF4-FFF2-40B4-BE49-F238E27FC236}">
                    <a16:creationId xmlns:a16="http://schemas.microsoft.com/office/drawing/2014/main" id="{716BB5B2-6607-4370-CF60-A199906CE384}"/>
                  </a:ext>
                </a:extLst>
              </p:cNvPr>
              <p:cNvSpPr/>
              <p:nvPr/>
            </p:nvSpPr>
            <p:spPr>
              <a:xfrm>
                <a:off x="4520150" y="4369300"/>
                <a:ext cx="225450" cy="266525"/>
              </a:xfrm>
              <a:custGeom>
                <a:avLst/>
                <a:gdLst/>
                <a:ahLst/>
                <a:cxnLst/>
                <a:rect l="l" t="t" r="r" b="b"/>
                <a:pathLst>
                  <a:path w="9018" h="10661" extrusionOk="0">
                    <a:moveTo>
                      <a:pt x="1" y="10660"/>
                    </a:moveTo>
                    <a:lnTo>
                      <a:pt x="9017" y="10660"/>
                    </a:lnTo>
                    <a:lnTo>
                      <a:pt x="9017"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1593;p36">
                <a:extLst>
                  <a:ext uri="{FF2B5EF4-FFF2-40B4-BE49-F238E27FC236}">
                    <a16:creationId xmlns:a16="http://schemas.microsoft.com/office/drawing/2014/main" id="{F7B7641B-A3D1-7493-357F-C2B56B795949}"/>
                  </a:ext>
                </a:extLst>
              </p:cNvPr>
              <p:cNvSpPr/>
              <p:nvPr/>
            </p:nvSpPr>
            <p:spPr>
              <a:xfrm>
                <a:off x="4592025" y="4473175"/>
                <a:ext cx="72825" cy="792553"/>
              </a:xfrm>
              <a:custGeom>
                <a:avLst/>
                <a:gdLst/>
                <a:ahLst/>
                <a:cxnLst/>
                <a:rect l="l" t="t" r="r" b="b"/>
                <a:pathLst>
                  <a:path w="2913" h="48780" extrusionOk="0">
                    <a:moveTo>
                      <a:pt x="1" y="48780"/>
                    </a:moveTo>
                    <a:lnTo>
                      <a:pt x="2913" y="48780"/>
                    </a:lnTo>
                    <a:lnTo>
                      <a:pt x="291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1594;p36">
                <a:extLst>
                  <a:ext uri="{FF2B5EF4-FFF2-40B4-BE49-F238E27FC236}">
                    <a16:creationId xmlns:a16="http://schemas.microsoft.com/office/drawing/2014/main" id="{237C0917-4C1F-3CB7-9009-B65020D7C625}"/>
                  </a:ext>
                </a:extLst>
              </p:cNvPr>
              <p:cNvSpPr/>
              <p:nvPr/>
            </p:nvSpPr>
            <p:spPr>
              <a:xfrm>
                <a:off x="3379075" y="4403850"/>
                <a:ext cx="225450" cy="262300"/>
              </a:xfrm>
              <a:custGeom>
                <a:avLst/>
                <a:gdLst/>
                <a:ahLst/>
                <a:cxnLst/>
                <a:rect l="l" t="t" r="r" b="b"/>
                <a:pathLst>
                  <a:path w="9018" h="10492" extrusionOk="0">
                    <a:moveTo>
                      <a:pt x="1" y="10492"/>
                    </a:moveTo>
                    <a:lnTo>
                      <a:pt x="9017" y="10492"/>
                    </a:lnTo>
                    <a:lnTo>
                      <a:pt x="9017" y="0"/>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1595;p36">
                <a:extLst>
                  <a:ext uri="{FF2B5EF4-FFF2-40B4-BE49-F238E27FC236}">
                    <a16:creationId xmlns:a16="http://schemas.microsoft.com/office/drawing/2014/main" id="{ADD9C7FE-1E1D-2183-835E-978789667CDE}"/>
                  </a:ext>
                </a:extLst>
              </p:cNvPr>
              <p:cNvSpPr/>
              <p:nvPr/>
            </p:nvSpPr>
            <p:spPr>
              <a:xfrm>
                <a:off x="3450950" y="4494102"/>
                <a:ext cx="72825" cy="772845"/>
              </a:xfrm>
              <a:custGeom>
                <a:avLst/>
                <a:gdLst/>
                <a:ahLst/>
                <a:cxnLst/>
                <a:rect l="l" t="t" r="r" b="b"/>
                <a:pathLst>
                  <a:path w="2913" h="47567" extrusionOk="0">
                    <a:moveTo>
                      <a:pt x="1" y="47567"/>
                    </a:moveTo>
                    <a:lnTo>
                      <a:pt x="2913" y="47567"/>
                    </a:lnTo>
                    <a:lnTo>
                      <a:pt x="291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 name="Google Shape;1596;p36">
              <a:extLst>
                <a:ext uri="{FF2B5EF4-FFF2-40B4-BE49-F238E27FC236}">
                  <a16:creationId xmlns:a16="http://schemas.microsoft.com/office/drawing/2014/main" id="{363E7CD6-0655-7712-F188-D4A1892F1A79}"/>
                </a:ext>
              </a:extLst>
            </p:cNvPr>
            <p:cNvGrpSpPr/>
            <p:nvPr/>
          </p:nvGrpSpPr>
          <p:grpSpPr>
            <a:xfrm flipH="1">
              <a:off x="-109714" y="4175950"/>
              <a:ext cx="2474925" cy="1050047"/>
              <a:chOff x="3379075" y="4216900"/>
              <a:chExt cx="2474925" cy="1050047"/>
            </a:xfrm>
            <a:grpFill/>
          </p:grpSpPr>
          <p:sp>
            <p:nvSpPr>
              <p:cNvPr id="31" name="Google Shape;1597;p36">
                <a:extLst>
                  <a:ext uri="{FF2B5EF4-FFF2-40B4-BE49-F238E27FC236}">
                    <a16:creationId xmlns:a16="http://schemas.microsoft.com/office/drawing/2014/main" id="{F3148BB1-74BB-E3AA-0F4B-C21D4AC4EB37}"/>
                  </a:ext>
                </a:extLst>
              </p:cNvPr>
              <p:cNvSpPr/>
              <p:nvPr/>
            </p:nvSpPr>
            <p:spPr>
              <a:xfrm>
                <a:off x="5628575" y="4216900"/>
                <a:ext cx="225425" cy="266525"/>
              </a:xfrm>
              <a:custGeom>
                <a:avLst/>
                <a:gdLst/>
                <a:ahLst/>
                <a:cxnLst/>
                <a:rect l="l" t="t" r="r" b="b"/>
                <a:pathLst>
                  <a:path w="9017" h="10661" extrusionOk="0">
                    <a:moveTo>
                      <a:pt x="0" y="10660"/>
                    </a:moveTo>
                    <a:lnTo>
                      <a:pt x="9017" y="10660"/>
                    </a:lnTo>
                    <a:lnTo>
                      <a:pt x="9017"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1598;p36">
                <a:extLst>
                  <a:ext uri="{FF2B5EF4-FFF2-40B4-BE49-F238E27FC236}">
                    <a16:creationId xmlns:a16="http://schemas.microsoft.com/office/drawing/2014/main" id="{D9908424-AB83-2E5A-7E1B-4F05BF8A7D8C}"/>
                  </a:ext>
                </a:extLst>
              </p:cNvPr>
              <p:cNvSpPr/>
              <p:nvPr/>
            </p:nvSpPr>
            <p:spPr>
              <a:xfrm>
                <a:off x="5700425" y="4473175"/>
                <a:ext cx="72850" cy="792553"/>
              </a:xfrm>
              <a:custGeom>
                <a:avLst/>
                <a:gdLst/>
                <a:ahLst/>
                <a:cxnLst/>
                <a:rect l="l" t="t" r="r" b="b"/>
                <a:pathLst>
                  <a:path w="2914" h="48780" extrusionOk="0">
                    <a:moveTo>
                      <a:pt x="1" y="48780"/>
                    </a:moveTo>
                    <a:lnTo>
                      <a:pt x="2913" y="48780"/>
                    </a:lnTo>
                    <a:lnTo>
                      <a:pt x="291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1599;p36">
                <a:extLst>
                  <a:ext uri="{FF2B5EF4-FFF2-40B4-BE49-F238E27FC236}">
                    <a16:creationId xmlns:a16="http://schemas.microsoft.com/office/drawing/2014/main" id="{75784BB2-2247-526C-246D-94643E0186E7}"/>
                  </a:ext>
                </a:extLst>
              </p:cNvPr>
              <p:cNvSpPr/>
              <p:nvPr/>
            </p:nvSpPr>
            <p:spPr>
              <a:xfrm>
                <a:off x="4520150" y="4216900"/>
                <a:ext cx="225450" cy="266525"/>
              </a:xfrm>
              <a:custGeom>
                <a:avLst/>
                <a:gdLst/>
                <a:ahLst/>
                <a:cxnLst/>
                <a:rect l="l" t="t" r="r" b="b"/>
                <a:pathLst>
                  <a:path w="9018" h="10661" extrusionOk="0">
                    <a:moveTo>
                      <a:pt x="1" y="10660"/>
                    </a:moveTo>
                    <a:lnTo>
                      <a:pt x="9017" y="10660"/>
                    </a:lnTo>
                    <a:lnTo>
                      <a:pt x="9017"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1600;p36">
                <a:extLst>
                  <a:ext uri="{FF2B5EF4-FFF2-40B4-BE49-F238E27FC236}">
                    <a16:creationId xmlns:a16="http://schemas.microsoft.com/office/drawing/2014/main" id="{D446ADCA-3583-B3F1-CBA3-E3DED1818624}"/>
                  </a:ext>
                </a:extLst>
              </p:cNvPr>
              <p:cNvSpPr/>
              <p:nvPr/>
            </p:nvSpPr>
            <p:spPr>
              <a:xfrm>
                <a:off x="4592025" y="4473175"/>
                <a:ext cx="72825" cy="792553"/>
              </a:xfrm>
              <a:custGeom>
                <a:avLst/>
                <a:gdLst/>
                <a:ahLst/>
                <a:cxnLst/>
                <a:rect l="l" t="t" r="r" b="b"/>
                <a:pathLst>
                  <a:path w="2913" h="48780" extrusionOk="0">
                    <a:moveTo>
                      <a:pt x="1" y="48780"/>
                    </a:moveTo>
                    <a:lnTo>
                      <a:pt x="2913" y="48780"/>
                    </a:lnTo>
                    <a:lnTo>
                      <a:pt x="291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1601;p36">
                <a:extLst>
                  <a:ext uri="{FF2B5EF4-FFF2-40B4-BE49-F238E27FC236}">
                    <a16:creationId xmlns:a16="http://schemas.microsoft.com/office/drawing/2014/main" id="{A833F2CE-8D6D-E98A-AC55-BE507902349D}"/>
                  </a:ext>
                </a:extLst>
              </p:cNvPr>
              <p:cNvSpPr/>
              <p:nvPr/>
            </p:nvSpPr>
            <p:spPr>
              <a:xfrm>
                <a:off x="3379075" y="4251450"/>
                <a:ext cx="225450" cy="262300"/>
              </a:xfrm>
              <a:custGeom>
                <a:avLst/>
                <a:gdLst/>
                <a:ahLst/>
                <a:cxnLst/>
                <a:rect l="l" t="t" r="r" b="b"/>
                <a:pathLst>
                  <a:path w="9018" h="10492" extrusionOk="0">
                    <a:moveTo>
                      <a:pt x="1" y="10492"/>
                    </a:moveTo>
                    <a:lnTo>
                      <a:pt x="9017" y="10492"/>
                    </a:lnTo>
                    <a:lnTo>
                      <a:pt x="9017" y="0"/>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1602;p36">
                <a:extLst>
                  <a:ext uri="{FF2B5EF4-FFF2-40B4-BE49-F238E27FC236}">
                    <a16:creationId xmlns:a16="http://schemas.microsoft.com/office/drawing/2014/main" id="{7B13F487-589B-FDB6-B7CE-8A0273FBA9DC}"/>
                  </a:ext>
                </a:extLst>
              </p:cNvPr>
              <p:cNvSpPr/>
              <p:nvPr/>
            </p:nvSpPr>
            <p:spPr>
              <a:xfrm>
                <a:off x="3450950" y="4494102"/>
                <a:ext cx="72825" cy="772845"/>
              </a:xfrm>
              <a:custGeom>
                <a:avLst/>
                <a:gdLst/>
                <a:ahLst/>
                <a:cxnLst/>
                <a:rect l="l" t="t" r="r" b="b"/>
                <a:pathLst>
                  <a:path w="2913" h="47567" extrusionOk="0">
                    <a:moveTo>
                      <a:pt x="1" y="47567"/>
                    </a:moveTo>
                    <a:lnTo>
                      <a:pt x="2913" y="47567"/>
                    </a:lnTo>
                    <a:lnTo>
                      <a:pt x="291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94" name="Google Shape;1117;p30">
            <a:extLst>
              <a:ext uri="{FF2B5EF4-FFF2-40B4-BE49-F238E27FC236}">
                <a16:creationId xmlns:a16="http://schemas.microsoft.com/office/drawing/2014/main" id="{FA997088-CA70-B023-942C-0192DD5FCABF}"/>
              </a:ext>
            </a:extLst>
          </p:cNvPr>
          <p:cNvGrpSpPr/>
          <p:nvPr/>
        </p:nvGrpSpPr>
        <p:grpSpPr>
          <a:xfrm rot="150140">
            <a:off x="2906018" y="4005957"/>
            <a:ext cx="2580526" cy="685136"/>
            <a:chOff x="3962175" y="2631750"/>
            <a:chExt cx="3075700" cy="952625"/>
          </a:xfrm>
        </p:grpSpPr>
        <p:sp>
          <p:nvSpPr>
            <p:cNvPr id="95" name="Google Shape;1118;p30">
              <a:extLst>
                <a:ext uri="{FF2B5EF4-FFF2-40B4-BE49-F238E27FC236}">
                  <a16:creationId xmlns:a16="http://schemas.microsoft.com/office/drawing/2014/main" id="{E765CE14-B34A-4541-590C-F15871B9B99F}"/>
                </a:ext>
              </a:extLst>
            </p:cNvPr>
            <p:cNvSpPr/>
            <p:nvPr/>
          </p:nvSpPr>
          <p:spPr>
            <a:xfrm>
              <a:off x="3962175" y="3227750"/>
              <a:ext cx="3075700" cy="356625"/>
            </a:xfrm>
            <a:custGeom>
              <a:avLst/>
              <a:gdLst/>
              <a:ahLst/>
              <a:cxnLst/>
              <a:rect l="l" t="t" r="r" b="b"/>
              <a:pathLst>
                <a:path w="123028" h="14265" extrusionOk="0">
                  <a:moveTo>
                    <a:pt x="114046" y="1"/>
                  </a:moveTo>
                  <a:lnTo>
                    <a:pt x="114046" y="1239"/>
                  </a:lnTo>
                  <a:lnTo>
                    <a:pt x="114579" y="1239"/>
                  </a:lnTo>
                  <a:lnTo>
                    <a:pt x="114579" y="3167"/>
                  </a:lnTo>
                  <a:lnTo>
                    <a:pt x="109877" y="3167"/>
                  </a:lnTo>
                  <a:lnTo>
                    <a:pt x="109877" y="2728"/>
                  </a:lnTo>
                  <a:lnTo>
                    <a:pt x="108984" y="2728"/>
                  </a:lnTo>
                  <a:lnTo>
                    <a:pt x="108984" y="1913"/>
                  </a:lnTo>
                  <a:cubicBezTo>
                    <a:pt x="108984" y="1411"/>
                    <a:pt x="108513" y="1004"/>
                    <a:pt x="107980" y="1098"/>
                  </a:cubicBezTo>
                  <a:lnTo>
                    <a:pt x="107980" y="1098"/>
                  </a:lnTo>
                  <a:cubicBezTo>
                    <a:pt x="107573" y="1161"/>
                    <a:pt x="107291" y="1553"/>
                    <a:pt x="107291" y="1960"/>
                  </a:cubicBezTo>
                  <a:lnTo>
                    <a:pt x="107291" y="1960"/>
                  </a:lnTo>
                  <a:lnTo>
                    <a:pt x="107291" y="2728"/>
                  </a:lnTo>
                  <a:lnTo>
                    <a:pt x="106397" y="2728"/>
                  </a:lnTo>
                  <a:lnTo>
                    <a:pt x="106397" y="3167"/>
                  </a:lnTo>
                  <a:lnTo>
                    <a:pt x="105237" y="3167"/>
                  </a:lnTo>
                  <a:lnTo>
                    <a:pt x="105237" y="1615"/>
                  </a:lnTo>
                  <a:lnTo>
                    <a:pt x="103921" y="1615"/>
                  </a:lnTo>
                  <a:lnTo>
                    <a:pt x="103921" y="3167"/>
                  </a:lnTo>
                  <a:lnTo>
                    <a:pt x="100112" y="3167"/>
                  </a:lnTo>
                  <a:lnTo>
                    <a:pt x="100112" y="1521"/>
                  </a:lnTo>
                  <a:cubicBezTo>
                    <a:pt x="100112" y="675"/>
                    <a:pt x="99438" y="1"/>
                    <a:pt x="98591" y="1"/>
                  </a:cubicBezTo>
                  <a:lnTo>
                    <a:pt x="98591" y="1"/>
                  </a:lnTo>
                  <a:lnTo>
                    <a:pt x="88403" y="1"/>
                  </a:lnTo>
                  <a:cubicBezTo>
                    <a:pt x="87870" y="1"/>
                    <a:pt x="87431" y="440"/>
                    <a:pt x="87463" y="988"/>
                  </a:cubicBezTo>
                  <a:lnTo>
                    <a:pt x="87463" y="988"/>
                  </a:lnTo>
                  <a:cubicBezTo>
                    <a:pt x="87494" y="1490"/>
                    <a:pt x="87949" y="1882"/>
                    <a:pt x="88466" y="1882"/>
                  </a:cubicBezTo>
                  <a:lnTo>
                    <a:pt x="88466" y="1882"/>
                  </a:lnTo>
                  <a:lnTo>
                    <a:pt x="92149" y="1882"/>
                  </a:lnTo>
                  <a:cubicBezTo>
                    <a:pt x="92964" y="1882"/>
                    <a:pt x="93638" y="2540"/>
                    <a:pt x="93638" y="3355"/>
                  </a:cubicBezTo>
                  <a:lnTo>
                    <a:pt x="93638" y="3355"/>
                  </a:lnTo>
                  <a:lnTo>
                    <a:pt x="93638" y="5785"/>
                  </a:lnTo>
                  <a:cubicBezTo>
                    <a:pt x="93638" y="5988"/>
                    <a:pt x="93466" y="6161"/>
                    <a:pt x="93247" y="6161"/>
                  </a:cubicBezTo>
                  <a:lnTo>
                    <a:pt x="93247" y="6161"/>
                  </a:lnTo>
                  <a:lnTo>
                    <a:pt x="88293" y="6161"/>
                  </a:lnTo>
                  <a:cubicBezTo>
                    <a:pt x="87839" y="6161"/>
                    <a:pt x="87463" y="6537"/>
                    <a:pt x="87463" y="6992"/>
                  </a:cubicBezTo>
                  <a:lnTo>
                    <a:pt x="87463" y="6992"/>
                  </a:lnTo>
                  <a:lnTo>
                    <a:pt x="87463" y="9468"/>
                  </a:lnTo>
                  <a:cubicBezTo>
                    <a:pt x="87463" y="10299"/>
                    <a:pt x="87823" y="11036"/>
                    <a:pt x="88403" y="11537"/>
                  </a:cubicBezTo>
                  <a:lnTo>
                    <a:pt x="88403" y="11537"/>
                  </a:lnTo>
                  <a:cubicBezTo>
                    <a:pt x="88388" y="11615"/>
                    <a:pt x="88388" y="11678"/>
                    <a:pt x="88372" y="11741"/>
                  </a:cubicBezTo>
                  <a:lnTo>
                    <a:pt x="88372" y="11741"/>
                  </a:lnTo>
                  <a:lnTo>
                    <a:pt x="85221" y="11741"/>
                  </a:lnTo>
                  <a:lnTo>
                    <a:pt x="85221" y="3512"/>
                  </a:lnTo>
                  <a:cubicBezTo>
                    <a:pt x="85221" y="2430"/>
                    <a:pt x="84359" y="1553"/>
                    <a:pt x="83278" y="1553"/>
                  </a:cubicBezTo>
                  <a:lnTo>
                    <a:pt x="83278" y="1553"/>
                  </a:lnTo>
                  <a:lnTo>
                    <a:pt x="46083" y="1553"/>
                  </a:lnTo>
                  <a:cubicBezTo>
                    <a:pt x="45017" y="1553"/>
                    <a:pt x="44139" y="2430"/>
                    <a:pt x="44139" y="3512"/>
                  </a:cubicBezTo>
                  <a:lnTo>
                    <a:pt x="44139" y="3512"/>
                  </a:lnTo>
                  <a:lnTo>
                    <a:pt x="44139" y="10330"/>
                  </a:lnTo>
                  <a:lnTo>
                    <a:pt x="42211" y="10330"/>
                  </a:lnTo>
                  <a:lnTo>
                    <a:pt x="42211" y="3512"/>
                  </a:lnTo>
                  <a:cubicBezTo>
                    <a:pt x="42211" y="2430"/>
                    <a:pt x="41333" y="1553"/>
                    <a:pt x="40267" y="1553"/>
                  </a:cubicBezTo>
                  <a:lnTo>
                    <a:pt x="40267" y="1553"/>
                  </a:lnTo>
                  <a:lnTo>
                    <a:pt x="3072" y="1553"/>
                  </a:lnTo>
                  <a:cubicBezTo>
                    <a:pt x="2006" y="1553"/>
                    <a:pt x="1129" y="2430"/>
                    <a:pt x="1129" y="3512"/>
                  </a:cubicBezTo>
                  <a:lnTo>
                    <a:pt x="1129" y="3512"/>
                  </a:lnTo>
                  <a:lnTo>
                    <a:pt x="1129" y="10330"/>
                  </a:lnTo>
                  <a:lnTo>
                    <a:pt x="0" y="10330"/>
                  </a:lnTo>
                  <a:lnTo>
                    <a:pt x="0" y="11130"/>
                  </a:lnTo>
                  <a:lnTo>
                    <a:pt x="1129" y="11130"/>
                  </a:lnTo>
                  <a:lnTo>
                    <a:pt x="1129" y="12650"/>
                  </a:lnTo>
                  <a:lnTo>
                    <a:pt x="1865" y="12650"/>
                  </a:lnTo>
                  <a:cubicBezTo>
                    <a:pt x="1865" y="13481"/>
                    <a:pt x="2555" y="14170"/>
                    <a:pt x="3386" y="14170"/>
                  </a:cubicBezTo>
                  <a:lnTo>
                    <a:pt x="3386" y="14170"/>
                  </a:lnTo>
                  <a:cubicBezTo>
                    <a:pt x="4232" y="14170"/>
                    <a:pt x="4906" y="13481"/>
                    <a:pt x="4906" y="12650"/>
                  </a:cubicBezTo>
                  <a:lnTo>
                    <a:pt x="4906" y="12650"/>
                  </a:lnTo>
                  <a:lnTo>
                    <a:pt x="6113" y="12650"/>
                  </a:lnTo>
                  <a:cubicBezTo>
                    <a:pt x="6113" y="13481"/>
                    <a:pt x="6803" y="14170"/>
                    <a:pt x="7633" y="14170"/>
                  </a:cubicBezTo>
                  <a:lnTo>
                    <a:pt x="7633" y="14170"/>
                  </a:lnTo>
                  <a:cubicBezTo>
                    <a:pt x="8480" y="14170"/>
                    <a:pt x="9154" y="13481"/>
                    <a:pt x="9154" y="12650"/>
                  </a:cubicBezTo>
                  <a:lnTo>
                    <a:pt x="9154" y="12650"/>
                  </a:lnTo>
                  <a:lnTo>
                    <a:pt x="33966" y="12650"/>
                  </a:lnTo>
                  <a:cubicBezTo>
                    <a:pt x="33966" y="13481"/>
                    <a:pt x="34640" y="14170"/>
                    <a:pt x="35487" y="14170"/>
                  </a:cubicBezTo>
                  <a:lnTo>
                    <a:pt x="35487" y="14170"/>
                  </a:lnTo>
                  <a:cubicBezTo>
                    <a:pt x="36317" y="14170"/>
                    <a:pt x="37007" y="13481"/>
                    <a:pt x="37007" y="12650"/>
                  </a:cubicBezTo>
                  <a:lnTo>
                    <a:pt x="37007" y="12650"/>
                  </a:lnTo>
                  <a:lnTo>
                    <a:pt x="38198" y="12650"/>
                  </a:lnTo>
                  <a:cubicBezTo>
                    <a:pt x="38198" y="13481"/>
                    <a:pt x="38888" y="14170"/>
                    <a:pt x="39734" y="14170"/>
                  </a:cubicBezTo>
                  <a:lnTo>
                    <a:pt x="39734" y="14170"/>
                  </a:lnTo>
                  <a:cubicBezTo>
                    <a:pt x="40565" y="14170"/>
                    <a:pt x="41255" y="13481"/>
                    <a:pt x="41255" y="12650"/>
                  </a:cubicBezTo>
                  <a:lnTo>
                    <a:pt x="41255" y="12650"/>
                  </a:lnTo>
                  <a:lnTo>
                    <a:pt x="42211" y="12650"/>
                  </a:lnTo>
                  <a:lnTo>
                    <a:pt x="42211" y="11130"/>
                  </a:lnTo>
                  <a:lnTo>
                    <a:pt x="44139" y="11130"/>
                  </a:lnTo>
                  <a:lnTo>
                    <a:pt x="44139" y="12650"/>
                  </a:lnTo>
                  <a:lnTo>
                    <a:pt x="44876" y="12650"/>
                  </a:lnTo>
                  <a:cubicBezTo>
                    <a:pt x="44876" y="13481"/>
                    <a:pt x="45565" y="14170"/>
                    <a:pt x="46412" y="14170"/>
                  </a:cubicBezTo>
                  <a:lnTo>
                    <a:pt x="46412" y="14170"/>
                  </a:lnTo>
                  <a:cubicBezTo>
                    <a:pt x="47242" y="14170"/>
                    <a:pt x="47932" y="13481"/>
                    <a:pt x="47932" y="12650"/>
                  </a:cubicBezTo>
                  <a:lnTo>
                    <a:pt x="47932" y="12650"/>
                  </a:lnTo>
                  <a:lnTo>
                    <a:pt x="49123" y="12650"/>
                  </a:lnTo>
                  <a:cubicBezTo>
                    <a:pt x="49123" y="13481"/>
                    <a:pt x="49813" y="14170"/>
                    <a:pt x="50644" y="14170"/>
                  </a:cubicBezTo>
                  <a:lnTo>
                    <a:pt x="50644" y="14170"/>
                  </a:lnTo>
                  <a:cubicBezTo>
                    <a:pt x="51490" y="14170"/>
                    <a:pt x="52164" y="13481"/>
                    <a:pt x="52164" y="12650"/>
                  </a:cubicBezTo>
                  <a:lnTo>
                    <a:pt x="52164" y="12650"/>
                  </a:lnTo>
                  <a:lnTo>
                    <a:pt x="76977" y="12650"/>
                  </a:lnTo>
                  <a:cubicBezTo>
                    <a:pt x="76977" y="13481"/>
                    <a:pt x="77651" y="14170"/>
                    <a:pt x="78497" y="14170"/>
                  </a:cubicBezTo>
                  <a:lnTo>
                    <a:pt x="78497" y="14170"/>
                  </a:lnTo>
                  <a:cubicBezTo>
                    <a:pt x="79343" y="14170"/>
                    <a:pt x="80017" y="13481"/>
                    <a:pt x="80017" y="12650"/>
                  </a:cubicBezTo>
                  <a:lnTo>
                    <a:pt x="80017" y="12650"/>
                  </a:lnTo>
                  <a:lnTo>
                    <a:pt x="81224" y="12650"/>
                  </a:lnTo>
                  <a:cubicBezTo>
                    <a:pt x="81224" y="13481"/>
                    <a:pt x="81898" y="14170"/>
                    <a:pt x="82745" y="14170"/>
                  </a:cubicBezTo>
                  <a:lnTo>
                    <a:pt x="82745" y="14170"/>
                  </a:lnTo>
                  <a:cubicBezTo>
                    <a:pt x="83575" y="14170"/>
                    <a:pt x="84265" y="13481"/>
                    <a:pt x="84265" y="12650"/>
                  </a:cubicBezTo>
                  <a:lnTo>
                    <a:pt x="84265" y="12650"/>
                  </a:lnTo>
                  <a:lnTo>
                    <a:pt x="88497" y="12650"/>
                  </a:lnTo>
                  <a:cubicBezTo>
                    <a:pt x="88811" y="13528"/>
                    <a:pt x="89657" y="14170"/>
                    <a:pt x="90645" y="14170"/>
                  </a:cubicBezTo>
                  <a:lnTo>
                    <a:pt x="90645" y="14170"/>
                  </a:lnTo>
                  <a:cubicBezTo>
                    <a:pt x="91789" y="14170"/>
                    <a:pt x="92729" y="13340"/>
                    <a:pt x="92902" y="12258"/>
                  </a:cubicBezTo>
                  <a:lnTo>
                    <a:pt x="92902" y="12258"/>
                  </a:lnTo>
                  <a:lnTo>
                    <a:pt x="94939" y="12258"/>
                  </a:lnTo>
                  <a:cubicBezTo>
                    <a:pt x="95174" y="13340"/>
                    <a:pt x="96146" y="14170"/>
                    <a:pt x="97322" y="14170"/>
                  </a:cubicBezTo>
                  <a:lnTo>
                    <a:pt x="97322" y="14170"/>
                  </a:lnTo>
                  <a:cubicBezTo>
                    <a:pt x="98482" y="14170"/>
                    <a:pt x="99454" y="13340"/>
                    <a:pt x="99704" y="12258"/>
                  </a:cubicBezTo>
                  <a:lnTo>
                    <a:pt x="99704" y="12258"/>
                  </a:lnTo>
                  <a:lnTo>
                    <a:pt x="100535" y="12258"/>
                  </a:lnTo>
                  <a:cubicBezTo>
                    <a:pt x="100770" y="13340"/>
                    <a:pt x="101758" y="14170"/>
                    <a:pt x="102918" y="14170"/>
                  </a:cubicBezTo>
                  <a:lnTo>
                    <a:pt x="102918" y="14170"/>
                  </a:lnTo>
                  <a:cubicBezTo>
                    <a:pt x="104093" y="14170"/>
                    <a:pt x="105065" y="13340"/>
                    <a:pt x="105300" y="12258"/>
                  </a:cubicBezTo>
                  <a:lnTo>
                    <a:pt x="105300" y="12258"/>
                  </a:lnTo>
                  <a:lnTo>
                    <a:pt x="106601" y="12258"/>
                  </a:lnTo>
                  <a:cubicBezTo>
                    <a:pt x="106836" y="13340"/>
                    <a:pt x="107808" y="14170"/>
                    <a:pt x="108984" y="14170"/>
                  </a:cubicBezTo>
                  <a:lnTo>
                    <a:pt x="108984" y="14170"/>
                  </a:lnTo>
                  <a:cubicBezTo>
                    <a:pt x="110143" y="14170"/>
                    <a:pt x="111115" y="13340"/>
                    <a:pt x="111366" y="12258"/>
                  </a:cubicBezTo>
                  <a:lnTo>
                    <a:pt x="111366" y="12258"/>
                  </a:lnTo>
                  <a:lnTo>
                    <a:pt x="112197" y="12258"/>
                  </a:lnTo>
                  <a:cubicBezTo>
                    <a:pt x="112448" y="13340"/>
                    <a:pt x="113419" y="14170"/>
                    <a:pt x="114579" y="14170"/>
                  </a:cubicBezTo>
                  <a:lnTo>
                    <a:pt x="114579" y="14170"/>
                  </a:lnTo>
                  <a:cubicBezTo>
                    <a:pt x="115755" y="14170"/>
                    <a:pt x="116727" y="13340"/>
                    <a:pt x="116962" y="12258"/>
                  </a:cubicBezTo>
                  <a:lnTo>
                    <a:pt x="116962" y="12258"/>
                  </a:lnTo>
                  <a:lnTo>
                    <a:pt x="117244" y="12258"/>
                  </a:lnTo>
                  <a:cubicBezTo>
                    <a:pt x="117056" y="12525"/>
                    <a:pt x="116977" y="12854"/>
                    <a:pt x="117056" y="13230"/>
                  </a:cubicBezTo>
                  <a:lnTo>
                    <a:pt x="117056" y="13230"/>
                  </a:lnTo>
                  <a:cubicBezTo>
                    <a:pt x="117166" y="13684"/>
                    <a:pt x="117542" y="14061"/>
                    <a:pt x="118012" y="14139"/>
                  </a:cubicBezTo>
                  <a:lnTo>
                    <a:pt x="118012" y="14139"/>
                  </a:lnTo>
                  <a:cubicBezTo>
                    <a:pt x="118655" y="14264"/>
                    <a:pt x="119219" y="13888"/>
                    <a:pt x="119391" y="13324"/>
                  </a:cubicBezTo>
                  <a:lnTo>
                    <a:pt x="119391" y="13324"/>
                  </a:lnTo>
                  <a:cubicBezTo>
                    <a:pt x="122369" y="13308"/>
                    <a:pt x="123028" y="12556"/>
                    <a:pt x="123028" y="12556"/>
                  </a:cubicBezTo>
                  <a:lnTo>
                    <a:pt x="123028" y="12556"/>
                  </a:lnTo>
                  <a:lnTo>
                    <a:pt x="119783" y="9108"/>
                  </a:lnTo>
                  <a:lnTo>
                    <a:pt x="118749" y="9108"/>
                  </a:lnTo>
                  <a:cubicBezTo>
                    <a:pt x="120128" y="8841"/>
                    <a:pt x="121178" y="7619"/>
                    <a:pt x="121178" y="6161"/>
                  </a:cubicBezTo>
                  <a:lnTo>
                    <a:pt x="121178" y="6161"/>
                  </a:lnTo>
                  <a:cubicBezTo>
                    <a:pt x="121178" y="5330"/>
                    <a:pt x="120849" y="4578"/>
                    <a:pt x="120300" y="4045"/>
                  </a:cubicBezTo>
                  <a:lnTo>
                    <a:pt x="120300" y="4045"/>
                  </a:lnTo>
                  <a:cubicBezTo>
                    <a:pt x="119752" y="3496"/>
                    <a:pt x="118999" y="3167"/>
                    <a:pt x="118184" y="3167"/>
                  </a:cubicBezTo>
                  <a:lnTo>
                    <a:pt x="118184" y="3167"/>
                  </a:lnTo>
                  <a:lnTo>
                    <a:pt x="116068" y="3167"/>
                  </a:lnTo>
                  <a:lnTo>
                    <a:pt x="116068" y="1239"/>
                  </a:lnTo>
                  <a:lnTo>
                    <a:pt x="116601" y="1239"/>
                  </a:lnTo>
                  <a:lnTo>
                    <a:pt x="116601" y="1"/>
                  </a:lnTo>
                  <a:close/>
                  <a:moveTo>
                    <a:pt x="58214" y="11130"/>
                  </a:moveTo>
                  <a:lnTo>
                    <a:pt x="71146" y="11130"/>
                  </a:lnTo>
                  <a:lnTo>
                    <a:pt x="71146" y="11741"/>
                  </a:lnTo>
                  <a:lnTo>
                    <a:pt x="58214" y="11741"/>
                  </a:lnTo>
                  <a:close/>
                  <a:moveTo>
                    <a:pt x="15204" y="11130"/>
                  </a:moveTo>
                  <a:lnTo>
                    <a:pt x="28135" y="11130"/>
                  </a:lnTo>
                  <a:lnTo>
                    <a:pt x="28135" y="11741"/>
                  </a:lnTo>
                  <a:lnTo>
                    <a:pt x="15204" y="11741"/>
                  </a:lnTo>
                  <a:close/>
                </a:path>
              </a:pathLst>
            </a:custGeom>
            <a:solidFill>
              <a:srgbClr val="0913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6" name="Google Shape;1119;p30">
              <a:extLst>
                <a:ext uri="{FF2B5EF4-FFF2-40B4-BE49-F238E27FC236}">
                  <a16:creationId xmlns:a16="http://schemas.microsoft.com/office/drawing/2014/main" id="{10368EF2-FEA5-0E57-1760-8662F20CDB5B}"/>
                </a:ext>
              </a:extLst>
            </p:cNvPr>
            <p:cNvSpPr/>
            <p:nvPr/>
          </p:nvSpPr>
          <p:spPr>
            <a:xfrm>
              <a:off x="6345450" y="3293600"/>
              <a:ext cx="84275" cy="84275"/>
            </a:xfrm>
            <a:custGeom>
              <a:avLst/>
              <a:gdLst/>
              <a:ahLst/>
              <a:cxnLst/>
              <a:rect l="l" t="t" r="r" b="b"/>
              <a:pathLst>
                <a:path w="3371" h="3371" extrusionOk="0">
                  <a:moveTo>
                    <a:pt x="1050" y="0"/>
                  </a:moveTo>
                  <a:cubicBezTo>
                    <a:pt x="470" y="0"/>
                    <a:pt x="0" y="470"/>
                    <a:pt x="0" y="1050"/>
                  </a:cubicBezTo>
                  <a:lnTo>
                    <a:pt x="0" y="2320"/>
                  </a:lnTo>
                  <a:cubicBezTo>
                    <a:pt x="0" y="2900"/>
                    <a:pt x="470" y="3370"/>
                    <a:pt x="1050" y="3370"/>
                  </a:cubicBezTo>
                  <a:lnTo>
                    <a:pt x="2320" y="3370"/>
                  </a:lnTo>
                  <a:cubicBezTo>
                    <a:pt x="2900" y="3370"/>
                    <a:pt x="3370" y="2900"/>
                    <a:pt x="3370" y="2320"/>
                  </a:cubicBezTo>
                  <a:lnTo>
                    <a:pt x="3370" y="1050"/>
                  </a:lnTo>
                  <a:cubicBezTo>
                    <a:pt x="3370" y="470"/>
                    <a:pt x="2900" y="0"/>
                    <a:pt x="232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1120;p30">
              <a:extLst>
                <a:ext uri="{FF2B5EF4-FFF2-40B4-BE49-F238E27FC236}">
                  <a16:creationId xmlns:a16="http://schemas.microsoft.com/office/drawing/2014/main" id="{F56CAABB-7CB8-E8FA-2FB4-91F2135669B0}"/>
                </a:ext>
              </a:extLst>
            </p:cNvPr>
            <p:cNvSpPr/>
            <p:nvPr/>
          </p:nvSpPr>
          <p:spPr>
            <a:xfrm>
              <a:off x="5924600" y="3351575"/>
              <a:ext cx="74475" cy="70575"/>
            </a:xfrm>
            <a:custGeom>
              <a:avLst/>
              <a:gdLst/>
              <a:ahLst/>
              <a:cxnLst/>
              <a:rect l="l" t="t" r="r" b="b"/>
              <a:pathLst>
                <a:path w="2979" h="2823" extrusionOk="0">
                  <a:moveTo>
                    <a:pt x="1050" y="1"/>
                  </a:moveTo>
                  <a:cubicBezTo>
                    <a:pt x="470" y="1"/>
                    <a:pt x="0" y="471"/>
                    <a:pt x="0" y="1051"/>
                  </a:cubicBezTo>
                  <a:lnTo>
                    <a:pt x="0" y="1788"/>
                  </a:lnTo>
                  <a:cubicBezTo>
                    <a:pt x="0" y="2368"/>
                    <a:pt x="470" y="2822"/>
                    <a:pt x="1050" y="2822"/>
                  </a:cubicBezTo>
                  <a:lnTo>
                    <a:pt x="1944" y="2822"/>
                  </a:lnTo>
                  <a:cubicBezTo>
                    <a:pt x="2508" y="2822"/>
                    <a:pt x="2978" y="2368"/>
                    <a:pt x="2978" y="1788"/>
                  </a:cubicBezTo>
                  <a:lnTo>
                    <a:pt x="2978" y="1051"/>
                  </a:lnTo>
                  <a:cubicBezTo>
                    <a:pt x="2978" y="471"/>
                    <a:pt x="2508"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1121;p30">
              <a:extLst>
                <a:ext uri="{FF2B5EF4-FFF2-40B4-BE49-F238E27FC236}">
                  <a16:creationId xmlns:a16="http://schemas.microsoft.com/office/drawing/2014/main" id="{C343B642-8B6B-0F0C-994D-576085753168}"/>
                </a:ext>
              </a:extLst>
            </p:cNvPr>
            <p:cNvSpPr/>
            <p:nvPr/>
          </p:nvSpPr>
          <p:spPr>
            <a:xfrm>
              <a:off x="5812125" y="3351575"/>
              <a:ext cx="74475" cy="70575"/>
            </a:xfrm>
            <a:custGeom>
              <a:avLst/>
              <a:gdLst/>
              <a:ahLst/>
              <a:cxnLst/>
              <a:rect l="l" t="t" r="r" b="b"/>
              <a:pathLst>
                <a:path w="2979" h="2823" extrusionOk="0">
                  <a:moveTo>
                    <a:pt x="1035" y="1"/>
                  </a:moveTo>
                  <a:cubicBezTo>
                    <a:pt x="455" y="1"/>
                    <a:pt x="0" y="471"/>
                    <a:pt x="0" y="1051"/>
                  </a:cubicBezTo>
                  <a:lnTo>
                    <a:pt x="0" y="1788"/>
                  </a:lnTo>
                  <a:cubicBezTo>
                    <a:pt x="0" y="2368"/>
                    <a:pt x="455" y="2822"/>
                    <a:pt x="1035" y="2822"/>
                  </a:cubicBezTo>
                  <a:lnTo>
                    <a:pt x="1928" y="2822"/>
                  </a:lnTo>
                  <a:cubicBezTo>
                    <a:pt x="2508" y="2822"/>
                    <a:pt x="2979" y="2368"/>
                    <a:pt x="2979" y="1788"/>
                  </a:cubicBezTo>
                  <a:lnTo>
                    <a:pt x="2979" y="1051"/>
                  </a:lnTo>
                  <a:cubicBezTo>
                    <a:pt x="2979" y="471"/>
                    <a:pt x="2508" y="1"/>
                    <a:pt x="192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1122;p30">
              <a:extLst>
                <a:ext uri="{FF2B5EF4-FFF2-40B4-BE49-F238E27FC236}">
                  <a16:creationId xmlns:a16="http://schemas.microsoft.com/office/drawing/2014/main" id="{59ACB365-CC84-3DC0-12DD-A09997BC5CA7}"/>
                </a:ext>
              </a:extLst>
            </p:cNvPr>
            <p:cNvSpPr/>
            <p:nvPr/>
          </p:nvSpPr>
          <p:spPr>
            <a:xfrm>
              <a:off x="5703575" y="3351575"/>
              <a:ext cx="74475" cy="70575"/>
            </a:xfrm>
            <a:custGeom>
              <a:avLst/>
              <a:gdLst/>
              <a:ahLst/>
              <a:cxnLst/>
              <a:rect l="l" t="t" r="r" b="b"/>
              <a:pathLst>
                <a:path w="2979" h="2823" extrusionOk="0">
                  <a:moveTo>
                    <a:pt x="1051" y="1"/>
                  </a:moveTo>
                  <a:cubicBezTo>
                    <a:pt x="471" y="1"/>
                    <a:pt x="1" y="471"/>
                    <a:pt x="1" y="1051"/>
                  </a:cubicBezTo>
                  <a:lnTo>
                    <a:pt x="1" y="1788"/>
                  </a:lnTo>
                  <a:cubicBezTo>
                    <a:pt x="1" y="2368"/>
                    <a:pt x="471" y="2822"/>
                    <a:pt x="1051" y="2822"/>
                  </a:cubicBezTo>
                  <a:lnTo>
                    <a:pt x="1944" y="2822"/>
                  </a:lnTo>
                  <a:cubicBezTo>
                    <a:pt x="2524" y="2822"/>
                    <a:pt x="2979" y="2368"/>
                    <a:pt x="2979" y="1788"/>
                  </a:cubicBezTo>
                  <a:lnTo>
                    <a:pt x="2979" y="1051"/>
                  </a:lnTo>
                  <a:cubicBezTo>
                    <a:pt x="2979"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123;p30">
              <a:extLst>
                <a:ext uri="{FF2B5EF4-FFF2-40B4-BE49-F238E27FC236}">
                  <a16:creationId xmlns:a16="http://schemas.microsoft.com/office/drawing/2014/main" id="{519AEB82-4C55-050F-6F36-88F201B8310E}"/>
                </a:ext>
              </a:extLst>
            </p:cNvPr>
            <p:cNvSpPr/>
            <p:nvPr/>
          </p:nvSpPr>
          <p:spPr>
            <a:xfrm>
              <a:off x="5595425" y="3351575"/>
              <a:ext cx="74475" cy="70575"/>
            </a:xfrm>
            <a:custGeom>
              <a:avLst/>
              <a:gdLst/>
              <a:ahLst/>
              <a:cxnLst/>
              <a:rect l="l" t="t" r="r" b="b"/>
              <a:pathLst>
                <a:path w="2979" h="2823" extrusionOk="0">
                  <a:moveTo>
                    <a:pt x="1035" y="1"/>
                  </a:moveTo>
                  <a:cubicBezTo>
                    <a:pt x="455" y="1"/>
                    <a:pt x="1" y="471"/>
                    <a:pt x="1" y="1051"/>
                  </a:cubicBezTo>
                  <a:lnTo>
                    <a:pt x="1" y="1788"/>
                  </a:lnTo>
                  <a:cubicBezTo>
                    <a:pt x="1" y="2368"/>
                    <a:pt x="455" y="2822"/>
                    <a:pt x="1035" y="2822"/>
                  </a:cubicBezTo>
                  <a:lnTo>
                    <a:pt x="1929" y="2822"/>
                  </a:lnTo>
                  <a:cubicBezTo>
                    <a:pt x="2508" y="2822"/>
                    <a:pt x="2979" y="2368"/>
                    <a:pt x="2979" y="1788"/>
                  </a:cubicBezTo>
                  <a:lnTo>
                    <a:pt x="2979" y="1051"/>
                  </a:lnTo>
                  <a:cubicBezTo>
                    <a:pt x="2979" y="471"/>
                    <a:pt x="2508" y="1"/>
                    <a:pt x="19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124;p30">
              <a:extLst>
                <a:ext uri="{FF2B5EF4-FFF2-40B4-BE49-F238E27FC236}">
                  <a16:creationId xmlns:a16="http://schemas.microsoft.com/office/drawing/2014/main" id="{98F2C447-2DD5-DBCB-394D-A997A508A2BB}"/>
                </a:ext>
              </a:extLst>
            </p:cNvPr>
            <p:cNvSpPr/>
            <p:nvPr/>
          </p:nvSpPr>
          <p:spPr>
            <a:xfrm>
              <a:off x="5486875" y="3351575"/>
              <a:ext cx="74475" cy="70575"/>
            </a:xfrm>
            <a:custGeom>
              <a:avLst/>
              <a:gdLst/>
              <a:ahLst/>
              <a:cxnLst/>
              <a:rect l="l" t="t" r="r" b="b"/>
              <a:pathLst>
                <a:path w="2979" h="2823" extrusionOk="0">
                  <a:moveTo>
                    <a:pt x="1051" y="1"/>
                  </a:moveTo>
                  <a:cubicBezTo>
                    <a:pt x="471" y="1"/>
                    <a:pt x="1" y="471"/>
                    <a:pt x="1" y="1051"/>
                  </a:cubicBezTo>
                  <a:lnTo>
                    <a:pt x="1" y="1788"/>
                  </a:lnTo>
                  <a:cubicBezTo>
                    <a:pt x="1" y="2368"/>
                    <a:pt x="471" y="2822"/>
                    <a:pt x="1051" y="2822"/>
                  </a:cubicBezTo>
                  <a:lnTo>
                    <a:pt x="1944" y="2822"/>
                  </a:lnTo>
                  <a:cubicBezTo>
                    <a:pt x="2509" y="2822"/>
                    <a:pt x="2979" y="2368"/>
                    <a:pt x="2979" y="1788"/>
                  </a:cubicBezTo>
                  <a:lnTo>
                    <a:pt x="2979" y="1051"/>
                  </a:lnTo>
                  <a:cubicBezTo>
                    <a:pt x="2979" y="471"/>
                    <a:pt x="2509"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125;p30">
              <a:extLst>
                <a:ext uri="{FF2B5EF4-FFF2-40B4-BE49-F238E27FC236}">
                  <a16:creationId xmlns:a16="http://schemas.microsoft.com/office/drawing/2014/main" id="{F328EDF1-32B6-5C9F-7F4A-26E51D40B170}"/>
                </a:ext>
              </a:extLst>
            </p:cNvPr>
            <p:cNvSpPr/>
            <p:nvPr/>
          </p:nvSpPr>
          <p:spPr>
            <a:xfrm>
              <a:off x="5378350" y="3351575"/>
              <a:ext cx="74850" cy="70575"/>
            </a:xfrm>
            <a:custGeom>
              <a:avLst/>
              <a:gdLst/>
              <a:ahLst/>
              <a:cxnLst/>
              <a:rect l="l" t="t" r="r" b="b"/>
              <a:pathLst>
                <a:path w="2994" h="2823" extrusionOk="0">
                  <a:moveTo>
                    <a:pt x="1050" y="1"/>
                  </a:moveTo>
                  <a:cubicBezTo>
                    <a:pt x="470" y="1"/>
                    <a:pt x="0" y="471"/>
                    <a:pt x="0" y="1051"/>
                  </a:cubicBezTo>
                  <a:lnTo>
                    <a:pt x="0" y="1788"/>
                  </a:lnTo>
                  <a:cubicBezTo>
                    <a:pt x="0" y="2368"/>
                    <a:pt x="470" y="2822"/>
                    <a:pt x="1050"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126;p30">
              <a:extLst>
                <a:ext uri="{FF2B5EF4-FFF2-40B4-BE49-F238E27FC236}">
                  <a16:creationId xmlns:a16="http://schemas.microsoft.com/office/drawing/2014/main" id="{0ECBE1C0-CE0B-BF76-4BD8-B22CC9328352}"/>
                </a:ext>
              </a:extLst>
            </p:cNvPr>
            <p:cNvSpPr/>
            <p:nvPr/>
          </p:nvSpPr>
          <p:spPr>
            <a:xfrm>
              <a:off x="5270175" y="3351575"/>
              <a:ext cx="74500" cy="70575"/>
            </a:xfrm>
            <a:custGeom>
              <a:avLst/>
              <a:gdLst/>
              <a:ahLst/>
              <a:cxnLst/>
              <a:rect l="l" t="t" r="r" b="b"/>
              <a:pathLst>
                <a:path w="2980" h="2823" extrusionOk="0">
                  <a:moveTo>
                    <a:pt x="1051" y="1"/>
                  </a:moveTo>
                  <a:cubicBezTo>
                    <a:pt x="471" y="1"/>
                    <a:pt x="1" y="471"/>
                    <a:pt x="1" y="1051"/>
                  </a:cubicBezTo>
                  <a:lnTo>
                    <a:pt x="1" y="1788"/>
                  </a:lnTo>
                  <a:cubicBezTo>
                    <a:pt x="1" y="2368"/>
                    <a:pt x="471" y="2822"/>
                    <a:pt x="1051" y="2822"/>
                  </a:cubicBezTo>
                  <a:lnTo>
                    <a:pt x="1945" y="2822"/>
                  </a:lnTo>
                  <a:cubicBezTo>
                    <a:pt x="2509" y="2822"/>
                    <a:pt x="2979" y="2368"/>
                    <a:pt x="2979" y="1788"/>
                  </a:cubicBezTo>
                  <a:lnTo>
                    <a:pt x="2979" y="1051"/>
                  </a:lnTo>
                  <a:cubicBezTo>
                    <a:pt x="2979" y="471"/>
                    <a:pt x="2509" y="1"/>
                    <a:pt x="194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127;p30">
              <a:extLst>
                <a:ext uri="{FF2B5EF4-FFF2-40B4-BE49-F238E27FC236}">
                  <a16:creationId xmlns:a16="http://schemas.microsoft.com/office/drawing/2014/main" id="{6C1507D3-FC6D-0738-C6F5-23484DFBA441}"/>
                </a:ext>
              </a:extLst>
            </p:cNvPr>
            <p:cNvSpPr/>
            <p:nvPr/>
          </p:nvSpPr>
          <p:spPr>
            <a:xfrm>
              <a:off x="5161650" y="3351575"/>
              <a:ext cx="74850" cy="70575"/>
            </a:xfrm>
            <a:custGeom>
              <a:avLst/>
              <a:gdLst/>
              <a:ahLst/>
              <a:cxnLst/>
              <a:rect l="l" t="t" r="r" b="b"/>
              <a:pathLst>
                <a:path w="2994" h="2823" extrusionOk="0">
                  <a:moveTo>
                    <a:pt x="1050" y="1"/>
                  </a:moveTo>
                  <a:cubicBezTo>
                    <a:pt x="470" y="1"/>
                    <a:pt x="0" y="471"/>
                    <a:pt x="0" y="1051"/>
                  </a:cubicBezTo>
                  <a:lnTo>
                    <a:pt x="0" y="1788"/>
                  </a:lnTo>
                  <a:cubicBezTo>
                    <a:pt x="0" y="2368"/>
                    <a:pt x="470" y="2822"/>
                    <a:pt x="1050"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128;p30">
              <a:extLst>
                <a:ext uri="{FF2B5EF4-FFF2-40B4-BE49-F238E27FC236}">
                  <a16:creationId xmlns:a16="http://schemas.microsoft.com/office/drawing/2014/main" id="{04793CD7-0601-BFA2-EC26-AE49EC5928D0}"/>
                </a:ext>
              </a:extLst>
            </p:cNvPr>
            <p:cNvSpPr/>
            <p:nvPr/>
          </p:nvSpPr>
          <p:spPr>
            <a:xfrm>
              <a:off x="4849325" y="3351575"/>
              <a:ext cx="74475" cy="70575"/>
            </a:xfrm>
            <a:custGeom>
              <a:avLst/>
              <a:gdLst/>
              <a:ahLst/>
              <a:cxnLst/>
              <a:rect l="l" t="t" r="r" b="b"/>
              <a:pathLst>
                <a:path w="2979" h="2823" extrusionOk="0">
                  <a:moveTo>
                    <a:pt x="1035" y="1"/>
                  </a:moveTo>
                  <a:cubicBezTo>
                    <a:pt x="471" y="1"/>
                    <a:pt x="1" y="471"/>
                    <a:pt x="1" y="1051"/>
                  </a:cubicBezTo>
                  <a:lnTo>
                    <a:pt x="1" y="1788"/>
                  </a:lnTo>
                  <a:cubicBezTo>
                    <a:pt x="1" y="2368"/>
                    <a:pt x="471" y="2822"/>
                    <a:pt x="1035" y="2822"/>
                  </a:cubicBezTo>
                  <a:lnTo>
                    <a:pt x="1929" y="2822"/>
                  </a:lnTo>
                  <a:cubicBezTo>
                    <a:pt x="2509" y="2822"/>
                    <a:pt x="2979" y="2368"/>
                    <a:pt x="2979" y="1788"/>
                  </a:cubicBezTo>
                  <a:lnTo>
                    <a:pt x="2979" y="1051"/>
                  </a:lnTo>
                  <a:cubicBezTo>
                    <a:pt x="2979" y="471"/>
                    <a:pt x="2509" y="1"/>
                    <a:pt x="19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129;p30">
              <a:extLst>
                <a:ext uri="{FF2B5EF4-FFF2-40B4-BE49-F238E27FC236}">
                  <a16:creationId xmlns:a16="http://schemas.microsoft.com/office/drawing/2014/main" id="{C74294A8-B9D5-8CB1-682D-15D286F9604A}"/>
                </a:ext>
              </a:extLst>
            </p:cNvPr>
            <p:cNvSpPr/>
            <p:nvPr/>
          </p:nvSpPr>
          <p:spPr>
            <a:xfrm>
              <a:off x="4736475" y="3351575"/>
              <a:ext cx="74875" cy="70575"/>
            </a:xfrm>
            <a:custGeom>
              <a:avLst/>
              <a:gdLst/>
              <a:ahLst/>
              <a:cxnLst/>
              <a:rect l="l" t="t" r="r" b="b"/>
              <a:pathLst>
                <a:path w="2995" h="2823" extrusionOk="0">
                  <a:moveTo>
                    <a:pt x="1051" y="1"/>
                  </a:moveTo>
                  <a:cubicBezTo>
                    <a:pt x="471" y="1"/>
                    <a:pt x="0" y="471"/>
                    <a:pt x="0" y="1051"/>
                  </a:cubicBezTo>
                  <a:lnTo>
                    <a:pt x="0" y="1788"/>
                  </a:lnTo>
                  <a:cubicBezTo>
                    <a:pt x="0" y="2368"/>
                    <a:pt x="471" y="2822"/>
                    <a:pt x="1051"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130;p30">
              <a:extLst>
                <a:ext uri="{FF2B5EF4-FFF2-40B4-BE49-F238E27FC236}">
                  <a16:creationId xmlns:a16="http://schemas.microsoft.com/office/drawing/2014/main" id="{3511A421-8692-52CE-FEF0-E5896B636D5B}"/>
                </a:ext>
              </a:extLst>
            </p:cNvPr>
            <p:cNvSpPr/>
            <p:nvPr/>
          </p:nvSpPr>
          <p:spPr>
            <a:xfrm>
              <a:off x="4628325" y="3351575"/>
              <a:ext cx="74475" cy="70575"/>
            </a:xfrm>
            <a:custGeom>
              <a:avLst/>
              <a:gdLst/>
              <a:ahLst/>
              <a:cxnLst/>
              <a:rect l="l" t="t" r="r" b="b"/>
              <a:pathLst>
                <a:path w="2979" h="2823" extrusionOk="0">
                  <a:moveTo>
                    <a:pt x="1051" y="1"/>
                  </a:moveTo>
                  <a:cubicBezTo>
                    <a:pt x="471" y="1"/>
                    <a:pt x="0" y="471"/>
                    <a:pt x="0" y="1051"/>
                  </a:cubicBezTo>
                  <a:lnTo>
                    <a:pt x="0" y="1788"/>
                  </a:lnTo>
                  <a:cubicBezTo>
                    <a:pt x="0" y="2368"/>
                    <a:pt x="471" y="2822"/>
                    <a:pt x="1051" y="2822"/>
                  </a:cubicBezTo>
                  <a:lnTo>
                    <a:pt x="1944" y="2822"/>
                  </a:lnTo>
                  <a:cubicBezTo>
                    <a:pt x="2508" y="2822"/>
                    <a:pt x="2978" y="2368"/>
                    <a:pt x="2978" y="1788"/>
                  </a:cubicBezTo>
                  <a:lnTo>
                    <a:pt x="2978" y="1051"/>
                  </a:lnTo>
                  <a:cubicBezTo>
                    <a:pt x="2978" y="471"/>
                    <a:pt x="2508"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131;p30">
              <a:extLst>
                <a:ext uri="{FF2B5EF4-FFF2-40B4-BE49-F238E27FC236}">
                  <a16:creationId xmlns:a16="http://schemas.microsoft.com/office/drawing/2014/main" id="{540D14EC-34A7-C31E-40C3-CB2F173F8E9B}"/>
                </a:ext>
              </a:extLst>
            </p:cNvPr>
            <p:cNvSpPr/>
            <p:nvPr/>
          </p:nvSpPr>
          <p:spPr>
            <a:xfrm>
              <a:off x="4519775" y="3351575"/>
              <a:ext cx="74875" cy="70575"/>
            </a:xfrm>
            <a:custGeom>
              <a:avLst/>
              <a:gdLst/>
              <a:ahLst/>
              <a:cxnLst/>
              <a:rect l="l" t="t" r="r" b="b"/>
              <a:pathLst>
                <a:path w="2995" h="2823" extrusionOk="0">
                  <a:moveTo>
                    <a:pt x="1051" y="1"/>
                  </a:moveTo>
                  <a:cubicBezTo>
                    <a:pt x="471" y="1"/>
                    <a:pt x="1" y="471"/>
                    <a:pt x="1" y="1051"/>
                  </a:cubicBezTo>
                  <a:lnTo>
                    <a:pt x="1" y="1788"/>
                  </a:lnTo>
                  <a:cubicBezTo>
                    <a:pt x="1" y="2368"/>
                    <a:pt x="471" y="2822"/>
                    <a:pt x="1051"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132;p30">
              <a:extLst>
                <a:ext uri="{FF2B5EF4-FFF2-40B4-BE49-F238E27FC236}">
                  <a16:creationId xmlns:a16="http://schemas.microsoft.com/office/drawing/2014/main" id="{16A82A2B-EA0A-BDE4-F1F5-36807A01F282}"/>
                </a:ext>
              </a:extLst>
            </p:cNvPr>
            <p:cNvSpPr/>
            <p:nvPr/>
          </p:nvSpPr>
          <p:spPr>
            <a:xfrm>
              <a:off x="4411625" y="3351575"/>
              <a:ext cx="74475" cy="70575"/>
            </a:xfrm>
            <a:custGeom>
              <a:avLst/>
              <a:gdLst/>
              <a:ahLst/>
              <a:cxnLst/>
              <a:rect l="l" t="t" r="r" b="b"/>
              <a:pathLst>
                <a:path w="2979" h="2823" extrusionOk="0">
                  <a:moveTo>
                    <a:pt x="1035" y="1"/>
                  </a:moveTo>
                  <a:cubicBezTo>
                    <a:pt x="471" y="1"/>
                    <a:pt x="0" y="471"/>
                    <a:pt x="0" y="1051"/>
                  </a:cubicBezTo>
                  <a:lnTo>
                    <a:pt x="0" y="1788"/>
                  </a:lnTo>
                  <a:cubicBezTo>
                    <a:pt x="0" y="2368"/>
                    <a:pt x="471" y="2822"/>
                    <a:pt x="1035" y="2822"/>
                  </a:cubicBezTo>
                  <a:lnTo>
                    <a:pt x="1928" y="2822"/>
                  </a:lnTo>
                  <a:cubicBezTo>
                    <a:pt x="2508" y="2822"/>
                    <a:pt x="2979" y="2368"/>
                    <a:pt x="2979" y="1788"/>
                  </a:cubicBezTo>
                  <a:lnTo>
                    <a:pt x="2979" y="1051"/>
                  </a:lnTo>
                  <a:cubicBezTo>
                    <a:pt x="2979" y="471"/>
                    <a:pt x="2508" y="1"/>
                    <a:pt x="192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33;p30">
              <a:extLst>
                <a:ext uri="{FF2B5EF4-FFF2-40B4-BE49-F238E27FC236}">
                  <a16:creationId xmlns:a16="http://schemas.microsoft.com/office/drawing/2014/main" id="{9A17B1FA-4B3F-D9D9-3F80-27AD64E5B946}"/>
                </a:ext>
              </a:extLst>
            </p:cNvPr>
            <p:cNvSpPr/>
            <p:nvPr/>
          </p:nvSpPr>
          <p:spPr>
            <a:xfrm>
              <a:off x="4303075" y="3351575"/>
              <a:ext cx="74875" cy="70575"/>
            </a:xfrm>
            <a:custGeom>
              <a:avLst/>
              <a:gdLst/>
              <a:ahLst/>
              <a:cxnLst/>
              <a:rect l="l" t="t" r="r" b="b"/>
              <a:pathLst>
                <a:path w="2995" h="2823" extrusionOk="0">
                  <a:moveTo>
                    <a:pt x="1051" y="1"/>
                  </a:moveTo>
                  <a:cubicBezTo>
                    <a:pt x="471" y="1"/>
                    <a:pt x="1" y="471"/>
                    <a:pt x="1" y="1051"/>
                  </a:cubicBezTo>
                  <a:lnTo>
                    <a:pt x="1" y="1788"/>
                  </a:lnTo>
                  <a:cubicBezTo>
                    <a:pt x="1" y="2368"/>
                    <a:pt x="471" y="2822"/>
                    <a:pt x="1051"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34;p30">
              <a:extLst>
                <a:ext uri="{FF2B5EF4-FFF2-40B4-BE49-F238E27FC236}">
                  <a16:creationId xmlns:a16="http://schemas.microsoft.com/office/drawing/2014/main" id="{6205D456-9F12-4274-0EF2-0C29AA7996F4}"/>
                </a:ext>
              </a:extLst>
            </p:cNvPr>
            <p:cNvSpPr/>
            <p:nvPr/>
          </p:nvSpPr>
          <p:spPr>
            <a:xfrm>
              <a:off x="4194925" y="3351575"/>
              <a:ext cx="74475" cy="70575"/>
            </a:xfrm>
            <a:custGeom>
              <a:avLst/>
              <a:gdLst/>
              <a:ahLst/>
              <a:cxnLst/>
              <a:rect l="l" t="t" r="r" b="b"/>
              <a:pathLst>
                <a:path w="2979" h="2823" extrusionOk="0">
                  <a:moveTo>
                    <a:pt x="1035" y="1"/>
                  </a:moveTo>
                  <a:cubicBezTo>
                    <a:pt x="471" y="1"/>
                    <a:pt x="1" y="471"/>
                    <a:pt x="1" y="1051"/>
                  </a:cubicBezTo>
                  <a:lnTo>
                    <a:pt x="1" y="1788"/>
                  </a:lnTo>
                  <a:cubicBezTo>
                    <a:pt x="1" y="2368"/>
                    <a:pt x="471" y="2822"/>
                    <a:pt x="1035" y="2822"/>
                  </a:cubicBezTo>
                  <a:lnTo>
                    <a:pt x="1928" y="2822"/>
                  </a:lnTo>
                  <a:cubicBezTo>
                    <a:pt x="2508" y="2822"/>
                    <a:pt x="2979" y="2368"/>
                    <a:pt x="2979" y="1788"/>
                  </a:cubicBezTo>
                  <a:lnTo>
                    <a:pt x="2979" y="1051"/>
                  </a:lnTo>
                  <a:cubicBezTo>
                    <a:pt x="2979" y="471"/>
                    <a:pt x="2508" y="1"/>
                    <a:pt x="192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35;p30">
              <a:extLst>
                <a:ext uri="{FF2B5EF4-FFF2-40B4-BE49-F238E27FC236}">
                  <a16:creationId xmlns:a16="http://schemas.microsoft.com/office/drawing/2014/main" id="{3AF1B2ED-756C-D9C1-B4B7-A97E3045B75F}"/>
                </a:ext>
              </a:extLst>
            </p:cNvPr>
            <p:cNvSpPr/>
            <p:nvPr/>
          </p:nvSpPr>
          <p:spPr>
            <a:xfrm>
              <a:off x="4086375" y="3351575"/>
              <a:ext cx="74875" cy="70575"/>
            </a:xfrm>
            <a:custGeom>
              <a:avLst/>
              <a:gdLst/>
              <a:ahLst/>
              <a:cxnLst/>
              <a:rect l="l" t="t" r="r" b="b"/>
              <a:pathLst>
                <a:path w="2995" h="2823" extrusionOk="0">
                  <a:moveTo>
                    <a:pt x="1051" y="1"/>
                  </a:moveTo>
                  <a:cubicBezTo>
                    <a:pt x="471" y="1"/>
                    <a:pt x="1" y="471"/>
                    <a:pt x="1" y="1051"/>
                  </a:cubicBezTo>
                  <a:lnTo>
                    <a:pt x="1" y="1788"/>
                  </a:lnTo>
                  <a:cubicBezTo>
                    <a:pt x="1" y="2368"/>
                    <a:pt x="471" y="2822"/>
                    <a:pt x="1051" y="2822"/>
                  </a:cubicBezTo>
                  <a:lnTo>
                    <a:pt x="1944" y="2822"/>
                  </a:lnTo>
                  <a:cubicBezTo>
                    <a:pt x="2524" y="2822"/>
                    <a:pt x="2995" y="2368"/>
                    <a:pt x="2995" y="1788"/>
                  </a:cubicBezTo>
                  <a:lnTo>
                    <a:pt x="2995" y="1051"/>
                  </a:lnTo>
                  <a:cubicBezTo>
                    <a:pt x="2995"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6;p30">
              <a:extLst>
                <a:ext uri="{FF2B5EF4-FFF2-40B4-BE49-F238E27FC236}">
                  <a16:creationId xmlns:a16="http://schemas.microsoft.com/office/drawing/2014/main" id="{1253B75C-63F3-D23F-BB57-1CC08015EAAD}"/>
                </a:ext>
              </a:extLst>
            </p:cNvPr>
            <p:cNvSpPr/>
            <p:nvPr/>
          </p:nvSpPr>
          <p:spPr>
            <a:xfrm>
              <a:off x="4570325" y="2631750"/>
              <a:ext cx="2293575" cy="582700"/>
            </a:xfrm>
            <a:custGeom>
              <a:avLst/>
              <a:gdLst/>
              <a:ahLst/>
              <a:cxnLst/>
              <a:rect l="l" t="t" r="r" b="b"/>
              <a:pathLst>
                <a:path w="91743" h="23308" extrusionOk="0">
                  <a:moveTo>
                    <a:pt x="23857" y="188"/>
                  </a:moveTo>
                  <a:cubicBezTo>
                    <a:pt x="21694" y="658"/>
                    <a:pt x="19813" y="1944"/>
                    <a:pt x="17854" y="2947"/>
                  </a:cubicBezTo>
                  <a:lnTo>
                    <a:pt x="17854" y="2947"/>
                  </a:lnTo>
                  <a:cubicBezTo>
                    <a:pt x="15001" y="4420"/>
                    <a:pt x="11835" y="5376"/>
                    <a:pt x="8637" y="5282"/>
                  </a:cubicBezTo>
                  <a:lnTo>
                    <a:pt x="8637" y="5282"/>
                  </a:lnTo>
                  <a:cubicBezTo>
                    <a:pt x="5440" y="5204"/>
                    <a:pt x="2211" y="4013"/>
                    <a:pt x="1" y="1709"/>
                  </a:cubicBezTo>
                  <a:lnTo>
                    <a:pt x="1" y="1709"/>
                  </a:lnTo>
                  <a:cubicBezTo>
                    <a:pt x="251" y="3339"/>
                    <a:pt x="1458" y="4467"/>
                    <a:pt x="2963" y="5173"/>
                  </a:cubicBezTo>
                  <a:lnTo>
                    <a:pt x="2963" y="5173"/>
                  </a:lnTo>
                  <a:cubicBezTo>
                    <a:pt x="6082" y="6615"/>
                    <a:pt x="9672" y="7022"/>
                    <a:pt x="13026" y="6286"/>
                  </a:cubicBezTo>
                  <a:lnTo>
                    <a:pt x="13026" y="6286"/>
                  </a:lnTo>
                  <a:cubicBezTo>
                    <a:pt x="15910" y="5643"/>
                    <a:pt x="18559" y="4232"/>
                    <a:pt x="21365" y="3323"/>
                  </a:cubicBezTo>
                  <a:lnTo>
                    <a:pt x="21365" y="3323"/>
                  </a:lnTo>
                  <a:cubicBezTo>
                    <a:pt x="24170" y="2414"/>
                    <a:pt x="27384" y="2069"/>
                    <a:pt x="29954" y="3511"/>
                  </a:cubicBezTo>
                  <a:lnTo>
                    <a:pt x="29954" y="3511"/>
                  </a:lnTo>
                  <a:cubicBezTo>
                    <a:pt x="31804" y="4546"/>
                    <a:pt x="33058" y="6364"/>
                    <a:pt x="34735" y="7649"/>
                  </a:cubicBezTo>
                  <a:lnTo>
                    <a:pt x="34735" y="7649"/>
                  </a:lnTo>
                  <a:cubicBezTo>
                    <a:pt x="39108" y="11051"/>
                    <a:pt x="45440" y="10330"/>
                    <a:pt x="50629" y="8386"/>
                  </a:cubicBezTo>
                  <a:lnTo>
                    <a:pt x="50629" y="8386"/>
                  </a:lnTo>
                  <a:cubicBezTo>
                    <a:pt x="52274" y="7775"/>
                    <a:pt x="53905" y="7038"/>
                    <a:pt x="55644" y="6803"/>
                  </a:cubicBezTo>
                  <a:lnTo>
                    <a:pt x="55644" y="6803"/>
                  </a:lnTo>
                  <a:cubicBezTo>
                    <a:pt x="57384" y="6552"/>
                    <a:pt x="59312" y="6897"/>
                    <a:pt x="60550" y="8135"/>
                  </a:cubicBezTo>
                  <a:lnTo>
                    <a:pt x="60550" y="8135"/>
                  </a:lnTo>
                  <a:cubicBezTo>
                    <a:pt x="61851" y="9452"/>
                    <a:pt x="62149" y="11489"/>
                    <a:pt x="63340" y="12916"/>
                  </a:cubicBezTo>
                  <a:lnTo>
                    <a:pt x="63340" y="12916"/>
                  </a:lnTo>
                  <a:cubicBezTo>
                    <a:pt x="64516" y="14326"/>
                    <a:pt x="66413" y="14922"/>
                    <a:pt x="68231" y="15126"/>
                  </a:cubicBezTo>
                  <a:lnTo>
                    <a:pt x="68231" y="15126"/>
                  </a:lnTo>
                  <a:cubicBezTo>
                    <a:pt x="73215" y="15690"/>
                    <a:pt x="76648" y="12571"/>
                    <a:pt x="81397" y="12383"/>
                  </a:cubicBezTo>
                  <a:lnTo>
                    <a:pt x="81397" y="12383"/>
                  </a:lnTo>
                  <a:cubicBezTo>
                    <a:pt x="83200" y="12305"/>
                    <a:pt x="85081" y="12712"/>
                    <a:pt x="86476" y="13841"/>
                  </a:cubicBezTo>
                  <a:lnTo>
                    <a:pt x="86476" y="13841"/>
                  </a:lnTo>
                  <a:cubicBezTo>
                    <a:pt x="87479" y="14656"/>
                    <a:pt x="88169" y="15800"/>
                    <a:pt x="88796" y="16944"/>
                  </a:cubicBezTo>
                  <a:lnTo>
                    <a:pt x="88796" y="16944"/>
                  </a:lnTo>
                  <a:cubicBezTo>
                    <a:pt x="89877" y="18935"/>
                    <a:pt x="90833" y="21051"/>
                    <a:pt x="91225" y="23292"/>
                  </a:cubicBezTo>
                  <a:lnTo>
                    <a:pt x="91225" y="23292"/>
                  </a:lnTo>
                  <a:lnTo>
                    <a:pt x="91398" y="23308"/>
                  </a:lnTo>
                  <a:cubicBezTo>
                    <a:pt x="91742" y="20048"/>
                    <a:pt x="91492" y="16631"/>
                    <a:pt x="89940" y="13747"/>
                  </a:cubicBezTo>
                  <a:lnTo>
                    <a:pt x="89940" y="13747"/>
                  </a:lnTo>
                  <a:cubicBezTo>
                    <a:pt x="88388" y="10862"/>
                    <a:pt x="85332" y="8637"/>
                    <a:pt x="82056" y="8746"/>
                  </a:cubicBezTo>
                  <a:lnTo>
                    <a:pt x="82056" y="8746"/>
                  </a:lnTo>
                  <a:cubicBezTo>
                    <a:pt x="79846" y="8809"/>
                    <a:pt x="77808" y="9891"/>
                    <a:pt x="75723" y="10643"/>
                  </a:cubicBezTo>
                  <a:lnTo>
                    <a:pt x="75723" y="10643"/>
                  </a:lnTo>
                  <a:cubicBezTo>
                    <a:pt x="73544" y="11411"/>
                    <a:pt x="71240" y="11819"/>
                    <a:pt x="68936" y="11850"/>
                  </a:cubicBezTo>
                  <a:lnTo>
                    <a:pt x="68936" y="11850"/>
                  </a:lnTo>
                  <a:cubicBezTo>
                    <a:pt x="67745" y="11881"/>
                    <a:pt x="66491" y="11787"/>
                    <a:pt x="65425" y="11223"/>
                  </a:cubicBezTo>
                  <a:lnTo>
                    <a:pt x="65425" y="11223"/>
                  </a:lnTo>
                  <a:cubicBezTo>
                    <a:pt x="63654" y="10314"/>
                    <a:pt x="62714" y="8370"/>
                    <a:pt x="61334" y="6944"/>
                  </a:cubicBezTo>
                  <a:lnTo>
                    <a:pt x="61334" y="6944"/>
                  </a:lnTo>
                  <a:cubicBezTo>
                    <a:pt x="57839" y="3370"/>
                    <a:pt x="51977" y="3574"/>
                    <a:pt x="47243" y="5188"/>
                  </a:cubicBezTo>
                  <a:lnTo>
                    <a:pt x="47243" y="5188"/>
                  </a:lnTo>
                  <a:cubicBezTo>
                    <a:pt x="45064" y="5925"/>
                    <a:pt x="42838" y="6913"/>
                    <a:pt x="40581" y="6521"/>
                  </a:cubicBezTo>
                  <a:lnTo>
                    <a:pt x="40581" y="6521"/>
                  </a:lnTo>
                  <a:cubicBezTo>
                    <a:pt x="39030" y="6239"/>
                    <a:pt x="37682" y="5345"/>
                    <a:pt x="36381" y="4452"/>
                  </a:cubicBezTo>
                  <a:lnTo>
                    <a:pt x="36381" y="4452"/>
                  </a:lnTo>
                  <a:cubicBezTo>
                    <a:pt x="33152" y="2273"/>
                    <a:pt x="29515" y="0"/>
                    <a:pt x="25738" y="0"/>
                  </a:cubicBezTo>
                  <a:lnTo>
                    <a:pt x="25738" y="0"/>
                  </a:lnTo>
                  <a:cubicBezTo>
                    <a:pt x="25111" y="0"/>
                    <a:pt x="24484" y="63"/>
                    <a:pt x="23857" y="188"/>
                  </a:cubicBezTo>
                </a:path>
              </a:pathLst>
            </a:custGeom>
            <a:solidFill>
              <a:srgbClr val="FFFFFF">
                <a:alpha val="410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9" name="Rectangle: Rounded Corners 118">
            <a:extLst>
              <a:ext uri="{FF2B5EF4-FFF2-40B4-BE49-F238E27FC236}">
                <a16:creationId xmlns:a16="http://schemas.microsoft.com/office/drawing/2014/main" id="{609DFCB4-F985-FC69-1E04-6320C40DB4BB}"/>
              </a:ext>
            </a:extLst>
          </p:cNvPr>
          <p:cNvSpPr/>
          <p:nvPr/>
        </p:nvSpPr>
        <p:spPr>
          <a:xfrm>
            <a:off x="298428" y="1198093"/>
            <a:ext cx="2077414" cy="2878787"/>
          </a:xfrm>
          <a:prstGeom prst="roundRect">
            <a:avLst/>
          </a:prstGeom>
          <a:solidFill>
            <a:srgbClr val="002060"/>
          </a:solidFill>
          <a:ln>
            <a:solidFill>
              <a:srgbClr val="3A729A"/>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dirty="0">
              <a:solidFill>
                <a:srgbClr val="FFFFFF"/>
              </a:solidFill>
            </a:endParaRPr>
          </a:p>
        </p:txBody>
      </p:sp>
      <p:sp>
        <p:nvSpPr>
          <p:cNvPr id="117" name="Google Shape;397;p38">
            <a:extLst>
              <a:ext uri="{FF2B5EF4-FFF2-40B4-BE49-F238E27FC236}">
                <a16:creationId xmlns:a16="http://schemas.microsoft.com/office/drawing/2014/main" id="{60B6D4D0-D088-B6F2-9F2B-A9DC6DC46FCA}"/>
              </a:ext>
            </a:extLst>
          </p:cNvPr>
          <p:cNvSpPr txBox="1">
            <a:spLocks/>
          </p:cNvSpPr>
          <p:nvPr/>
        </p:nvSpPr>
        <p:spPr>
          <a:xfrm>
            <a:off x="459745" y="3106944"/>
            <a:ext cx="1875955" cy="595205"/>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r>
              <a:rPr lang="en-US" sz="1200" dirty="0">
                <a:solidFill>
                  <a:srgbClr val="FFFFFF"/>
                </a:solidFill>
              </a:rPr>
              <a:t>Refund 5%</a:t>
            </a:r>
          </a:p>
        </p:txBody>
      </p:sp>
      <p:sp>
        <p:nvSpPr>
          <p:cNvPr id="123" name="Google Shape;397;p38">
            <a:extLst>
              <a:ext uri="{FF2B5EF4-FFF2-40B4-BE49-F238E27FC236}">
                <a16:creationId xmlns:a16="http://schemas.microsoft.com/office/drawing/2014/main" id="{04399BA9-1F0C-8174-BC9C-99AF97591CAB}"/>
              </a:ext>
            </a:extLst>
          </p:cNvPr>
          <p:cNvSpPr txBox="1">
            <a:spLocks/>
          </p:cNvSpPr>
          <p:nvPr/>
        </p:nvSpPr>
        <p:spPr>
          <a:xfrm>
            <a:off x="1270219" y="149761"/>
            <a:ext cx="6372766" cy="8400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6000"/>
              <a:buFont typeface="Montserrat ExtraBold"/>
              <a:buNone/>
              <a:defRPr sz="4000" b="0" i="0" u="none" strike="noStrike" cap="none">
                <a:solidFill>
                  <a:schemeClr val="dk2"/>
                </a:solidFill>
                <a:latin typeface="Montserrat ExtraBold"/>
                <a:ea typeface="Montserrat ExtraBold"/>
                <a:cs typeface="Montserrat ExtraBold"/>
                <a:sym typeface="Montserrat ExtraBold"/>
              </a:defRPr>
            </a:lvl1pPr>
            <a:lvl2pPr marR="0" lvl="1"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2pPr>
            <a:lvl3pPr marR="0" lvl="2"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3pPr>
            <a:lvl4pPr marR="0" lvl="3"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4pPr>
            <a:lvl5pPr marR="0" lvl="4"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5pPr>
            <a:lvl6pPr marR="0" lvl="5"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6pPr>
            <a:lvl7pPr marR="0" lvl="6"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7pPr>
            <a:lvl8pPr marR="0" lvl="7"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8pPr>
            <a:lvl9pPr marR="0" lvl="8"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9pPr>
          </a:lstStyle>
          <a:p>
            <a:pPr lvl="0"/>
            <a:r>
              <a:rPr lang="en-US" sz="3600" dirty="0">
                <a:solidFill>
                  <a:srgbClr val="002E50"/>
                </a:solidFill>
              </a:rPr>
              <a:t>Sales &amp; financial Analysis </a:t>
            </a:r>
          </a:p>
        </p:txBody>
      </p:sp>
      <p:sp>
        <p:nvSpPr>
          <p:cNvPr id="125" name="Flowchart: Alternate Process 124">
            <a:extLst>
              <a:ext uri="{FF2B5EF4-FFF2-40B4-BE49-F238E27FC236}">
                <a16:creationId xmlns:a16="http://schemas.microsoft.com/office/drawing/2014/main" id="{22659C58-1AF1-346A-2C3C-27F463669EC7}"/>
              </a:ext>
            </a:extLst>
          </p:cNvPr>
          <p:cNvSpPr/>
          <p:nvPr/>
        </p:nvSpPr>
        <p:spPr>
          <a:xfrm>
            <a:off x="487789" y="2426641"/>
            <a:ext cx="1687238" cy="554753"/>
          </a:xfrm>
          <a:prstGeom prst="flowChartAlternateProcess">
            <a:avLst/>
          </a:prstGeom>
          <a:solidFill>
            <a:srgbClr val="0070C0"/>
          </a:solidFill>
          <a:ln>
            <a:solidFill>
              <a:srgbClr val="69ABD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6">
            <a:extLst>
              <a:ext uri="{FF2B5EF4-FFF2-40B4-BE49-F238E27FC236}">
                <a16:creationId xmlns:a16="http://schemas.microsoft.com/office/drawing/2014/main" id="{DACC419B-451F-3CEB-4445-87F3447171FE}"/>
              </a:ext>
            </a:extLst>
          </p:cNvPr>
          <p:cNvGrpSpPr/>
          <p:nvPr/>
        </p:nvGrpSpPr>
        <p:grpSpPr>
          <a:xfrm>
            <a:off x="2882253" y="1434468"/>
            <a:ext cx="4227652" cy="840000"/>
            <a:chOff x="2882253" y="1434468"/>
            <a:chExt cx="4227652" cy="840000"/>
          </a:xfrm>
        </p:grpSpPr>
        <p:sp>
          <p:nvSpPr>
            <p:cNvPr id="2" name="Arrow: Pentagon 1">
              <a:extLst>
                <a:ext uri="{FF2B5EF4-FFF2-40B4-BE49-F238E27FC236}">
                  <a16:creationId xmlns:a16="http://schemas.microsoft.com/office/drawing/2014/main" id="{82670C86-6D9F-8C1B-37F1-EA8249CFF2F9}"/>
                </a:ext>
              </a:extLst>
            </p:cNvPr>
            <p:cNvSpPr/>
            <p:nvPr/>
          </p:nvSpPr>
          <p:spPr>
            <a:xfrm flipH="1">
              <a:off x="2882253" y="1537783"/>
              <a:ext cx="4227652" cy="656924"/>
            </a:xfrm>
            <a:prstGeom prst="homePlate">
              <a:avLst/>
            </a:prstGeom>
            <a:solidFill>
              <a:srgbClr val="3A729A"/>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Google Shape;397;p38">
              <a:extLst>
                <a:ext uri="{FF2B5EF4-FFF2-40B4-BE49-F238E27FC236}">
                  <a16:creationId xmlns:a16="http://schemas.microsoft.com/office/drawing/2014/main" id="{49038EA7-AB9C-FD5C-EAC2-CC6E37A323FD}"/>
                </a:ext>
              </a:extLst>
            </p:cNvPr>
            <p:cNvSpPr txBox="1">
              <a:spLocks/>
            </p:cNvSpPr>
            <p:nvPr/>
          </p:nvSpPr>
          <p:spPr>
            <a:xfrm>
              <a:off x="3499152" y="1434468"/>
              <a:ext cx="1251817" cy="8400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2400" b="1" dirty="0">
                  <a:solidFill>
                    <a:srgbClr val="FFFFFF"/>
                  </a:solidFill>
                </a:rPr>
                <a:t>$741K</a:t>
              </a:r>
            </a:p>
          </p:txBody>
        </p:sp>
      </p:grpSp>
      <p:sp>
        <p:nvSpPr>
          <p:cNvPr id="116" name="Google Shape;397;p38">
            <a:extLst>
              <a:ext uri="{FF2B5EF4-FFF2-40B4-BE49-F238E27FC236}">
                <a16:creationId xmlns:a16="http://schemas.microsoft.com/office/drawing/2014/main" id="{C8ACA82F-4A84-BE6D-C78D-94057E3E0062}"/>
              </a:ext>
            </a:extLst>
          </p:cNvPr>
          <p:cNvSpPr txBox="1">
            <a:spLocks/>
          </p:cNvSpPr>
          <p:nvPr/>
        </p:nvSpPr>
        <p:spPr>
          <a:xfrm>
            <a:off x="493838" y="2397589"/>
            <a:ext cx="1875955" cy="595205"/>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r>
              <a:rPr lang="en-US" sz="1600" b="1" dirty="0">
                <a:solidFill>
                  <a:srgbClr val="FFFFFF"/>
                </a:solidFill>
              </a:rPr>
              <a:t>Net Revenue</a:t>
            </a:r>
          </a:p>
        </p:txBody>
      </p:sp>
      <p:sp>
        <p:nvSpPr>
          <p:cNvPr id="3" name="Google Shape;397;p38">
            <a:extLst>
              <a:ext uri="{FF2B5EF4-FFF2-40B4-BE49-F238E27FC236}">
                <a16:creationId xmlns:a16="http://schemas.microsoft.com/office/drawing/2014/main" id="{131D3562-5F6B-7742-6652-CDB3869EED61}"/>
              </a:ext>
            </a:extLst>
          </p:cNvPr>
          <p:cNvSpPr txBox="1">
            <a:spLocks/>
          </p:cNvSpPr>
          <p:nvPr/>
        </p:nvSpPr>
        <p:spPr>
          <a:xfrm>
            <a:off x="518114" y="1640227"/>
            <a:ext cx="1695653" cy="595205"/>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r>
              <a:rPr lang="en-US" sz="1200" dirty="0">
                <a:solidFill>
                  <a:srgbClr val="FFFFFF"/>
                </a:solidFill>
              </a:rPr>
              <a:t>Revenue</a:t>
            </a:r>
          </a:p>
        </p:txBody>
      </p:sp>
      <p:grpSp>
        <p:nvGrpSpPr>
          <p:cNvPr id="9" name="Group 8">
            <a:extLst>
              <a:ext uri="{FF2B5EF4-FFF2-40B4-BE49-F238E27FC236}">
                <a16:creationId xmlns:a16="http://schemas.microsoft.com/office/drawing/2014/main" id="{2F01937F-25F8-0860-7421-4EDA3A49A92F}"/>
              </a:ext>
            </a:extLst>
          </p:cNvPr>
          <p:cNvGrpSpPr/>
          <p:nvPr/>
        </p:nvGrpSpPr>
        <p:grpSpPr>
          <a:xfrm>
            <a:off x="2882253" y="2241628"/>
            <a:ext cx="4227652" cy="840000"/>
            <a:chOff x="2882253" y="2241628"/>
            <a:chExt cx="4227652" cy="840000"/>
          </a:xfrm>
        </p:grpSpPr>
        <p:sp>
          <p:nvSpPr>
            <p:cNvPr id="4" name="Arrow: Pentagon 3">
              <a:extLst>
                <a:ext uri="{FF2B5EF4-FFF2-40B4-BE49-F238E27FC236}">
                  <a16:creationId xmlns:a16="http://schemas.microsoft.com/office/drawing/2014/main" id="{B7135F3B-3054-4227-100B-06574551C694}"/>
                </a:ext>
              </a:extLst>
            </p:cNvPr>
            <p:cNvSpPr/>
            <p:nvPr/>
          </p:nvSpPr>
          <p:spPr>
            <a:xfrm flipH="1">
              <a:off x="2882253" y="2344943"/>
              <a:ext cx="4227652" cy="656924"/>
            </a:xfrm>
            <a:prstGeom prst="homePlate">
              <a:avLst/>
            </a:prstGeom>
            <a:solidFill>
              <a:srgbClr val="3A729A"/>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Google Shape;397;p38">
              <a:extLst>
                <a:ext uri="{FF2B5EF4-FFF2-40B4-BE49-F238E27FC236}">
                  <a16:creationId xmlns:a16="http://schemas.microsoft.com/office/drawing/2014/main" id="{0BFF8766-3460-882B-ECFA-DD1DA05BF499}"/>
                </a:ext>
              </a:extLst>
            </p:cNvPr>
            <p:cNvSpPr txBox="1">
              <a:spLocks/>
            </p:cNvSpPr>
            <p:nvPr/>
          </p:nvSpPr>
          <p:spPr>
            <a:xfrm>
              <a:off x="3493103" y="2241628"/>
              <a:ext cx="1251817" cy="8400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2400" b="1" dirty="0">
                  <a:solidFill>
                    <a:srgbClr val="FFFFFF"/>
                  </a:solidFill>
                </a:rPr>
                <a:t>$703K</a:t>
              </a:r>
            </a:p>
          </p:txBody>
        </p:sp>
      </p:grpSp>
    </p:spTree>
    <p:extLst>
      <p:ext uri="{BB962C8B-B14F-4D97-AF65-F5344CB8AC3E}">
        <p14:creationId xmlns:p14="http://schemas.microsoft.com/office/powerpoint/2010/main" val="4028135455"/>
      </p:ext>
    </p:extLst>
  </p:cSld>
  <p:clrMapOvr>
    <a:masterClrMapping/>
  </p:clrMapOvr>
  <mc:AlternateContent xmlns:mc="http://schemas.openxmlformats.org/markup-compatibility/2006">
    <mc:Choice xmlns:p159="http://schemas.microsoft.com/office/powerpoint/2015/09/main" Requires="p159">
      <p:transition spd="slow" advTm="0">
        <p159:morph option="byObject"/>
      </p:transition>
    </mc:Choice>
    <mc:Fallback>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250"/>
                                        <p:tgtEl>
                                          <p:spTgt spid="9"/>
                                        </p:tgtEl>
                                        <p:attrNameLst>
                                          <p:attrName>ppt_x</p:attrName>
                                        </p:attrNameLst>
                                      </p:cBhvr>
                                      <p:tavLst>
                                        <p:tav tm="0">
                                          <p:val>
                                            <p:strVal val="#ppt_x-#ppt_w*1.125000"/>
                                          </p:val>
                                        </p:tav>
                                        <p:tav tm="100000">
                                          <p:val>
                                            <p:strVal val="#ppt_x"/>
                                          </p:val>
                                        </p:tav>
                                      </p:tavLst>
                                    </p:anim>
                                    <p:animEffect transition="in" filter="wipe(right)">
                                      <p:cBhvr>
                                        <p:cTn id="8" dur="25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 name="Google Shape;1534;p36">
            <a:extLst>
              <a:ext uri="{FF2B5EF4-FFF2-40B4-BE49-F238E27FC236}">
                <a16:creationId xmlns:a16="http://schemas.microsoft.com/office/drawing/2014/main" id="{69C0E481-1A7C-8DFF-E143-F58CFD321E08}"/>
              </a:ext>
            </a:extLst>
          </p:cNvPr>
          <p:cNvGrpSpPr/>
          <p:nvPr/>
        </p:nvGrpSpPr>
        <p:grpSpPr>
          <a:xfrm>
            <a:off x="0" y="4421430"/>
            <a:ext cx="9276783" cy="1398672"/>
            <a:chOff x="-139347" y="3868275"/>
            <a:chExt cx="9276783" cy="1398672"/>
          </a:xfrm>
          <a:solidFill>
            <a:srgbClr val="091359"/>
          </a:solidFill>
        </p:grpSpPr>
        <p:sp>
          <p:nvSpPr>
            <p:cNvPr id="26" name="Google Shape;1535;p36">
              <a:extLst>
                <a:ext uri="{FF2B5EF4-FFF2-40B4-BE49-F238E27FC236}">
                  <a16:creationId xmlns:a16="http://schemas.microsoft.com/office/drawing/2014/main" id="{89AF1B9C-9B87-9AF0-0C2B-D6FDEF03DF0B}"/>
                </a:ext>
              </a:extLst>
            </p:cNvPr>
            <p:cNvSpPr/>
            <p:nvPr/>
          </p:nvSpPr>
          <p:spPr>
            <a:xfrm flipH="1">
              <a:off x="-139347" y="4015425"/>
              <a:ext cx="9276772" cy="548850"/>
            </a:xfrm>
            <a:custGeom>
              <a:avLst/>
              <a:gdLst/>
              <a:ahLst/>
              <a:cxnLst/>
              <a:rect l="l" t="t" r="r" b="b"/>
              <a:pathLst>
                <a:path w="219946" h="21954" extrusionOk="0">
                  <a:moveTo>
                    <a:pt x="0" y="12956"/>
                  </a:moveTo>
                  <a:lnTo>
                    <a:pt x="0" y="21954"/>
                  </a:lnTo>
                  <a:lnTo>
                    <a:pt x="219946" y="8998"/>
                  </a:lnTo>
                  <a:lnTo>
                    <a:pt x="219946"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7" name="Google Shape;1536;p36">
              <a:extLst>
                <a:ext uri="{FF2B5EF4-FFF2-40B4-BE49-F238E27FC236}">
                  <a16:creationId xmlns:a16="http://schemas.microsoft.com/office/drawing/2014/main" id="{C962049F-7EAE-45FF-9475-2EE4F0DF3B4E}"/>
                </a:ext>
              </a:extLst>
            </p:cNvPr>
            <p:cNvGrpSpPr/>
            <p:nvPr/>
          </p:nvGrpSpPr>
          <p:grpSpPr>
            <a:xfrm flipH="1">
              <a:off x="2134836" y="4216900"/>
              <a:ext cx="3484400" cy="1050047"/>
              <a:chOff x="3379075" y="4216900"/>
              <a:chExt cx="3484400" cy="1050047"/>
            </a:xfrm>
            <a:grpFill/>
          </p:grpSpPr>
          <p:sp>
            <p:nvSpPr>
              <p:cNvPr id="87" name="Google Shape;1537;p36">
                <a:extLst>
                  <a:ext uri="{FF2B5EF4-FFF2-40B4-BE49-F238E27FC236}">
                    <a16:creationId xmlns:a16="http://schemas.microsoft.com/office/drawing/2014/main" id="{5713E945-E397-67EA-EAF1-D77279F6DC33}"/>
                  </a:ext>
                </a:extLst>
              </p:cNvPr>
              <p:cNvSpPr/>
              <p:nvPr/>
            </p:nvSpPr>
            <p:spPr>
              <a:xfrm>
                <a:off x="6638025" y="4216900"/>
                <a:ext cx="225450" cy="266525"/>
              </a:xfrm>
              <a:custGeom>
                <a:avLst/>
                <a:gdLst/>
                <a:ahLst/>
                <a:cxnLst/>
                <a:rect l="l" t="t" r="r" b="b"/>
                <a:pathLst>
                  <a:path w="9018" h="10661" extrusionOk="0">
                    <a:moveTo>
                      <a:pt x="1" y="10660"/>
                    </a:moveTo>
                    <a:lnTo>
                      <a:pt x="9017" y="10660"/>
                    </a:lnTo>
                    <a:lnTo>
                      <a:pt x="9017"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1538;p36">
                <a:extLst>
                  <a:ext uri="{FF2B5EF4-FFF2-40B4-BE49-F238E27FC236}">
                    <a16:creationId xmlns:a16="http://schemas.microsoft.com/office/drawing/2014/main" id="{D3BFE6C1-A617-DD21-1BCA-EA4A8EBDF3CD}"/>
                  </a:ext>
                </a:extLst>
              </p:cNvPr>
              <p:cNvSpPr/>
              <p:nvPr/>
            </p:nvSpPr>
            <p:spPr>
              <a:xfrm>
                <a:off x="5628575" y="4216900"/>
                <a:ext cx="225425" cy="266525"/>
              </a:xfrm>
              <a:custGeom>
                <a:avLst/>
                <a:gdLst/>
                <a:ahLst/>
                <a:cxnLst/>
                <a:rect l="l" t="t" r="r" b="b"/>
                <a:pathLst>
                  <a:path w="9017" h="10661" extrusionOk="0">
                    <a:moveTo>
                      <a:pt x="0" y="10660"/>
                    </a:moveTo>
                    <a:lnTo>
                      <a:pt x="9017" y="10660"/>
                    </a:lnTo>
                    <a:lnTo>
                      <a:pt x="9017"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1539;p36">
                <a:extLst>
                  <a:ext uri="{FF2B5EF4-FFF2-40B4-BE49-F238E27FC236}">
                    <a16:creationId xmlns:a16="http://schemas.microsoft.com/office/drawing/2014/main" id="{93BE9C1F-C27E-6192-934F-EF6F41DF4331}"/>
                  </a:ext>
                </a:extLst>
              </p:cNvPr>
              <p:cNvSpPr/>
              <p:nvPr/>
            </p:nvSpPr>
            <p:spPr>
              <a:xfrm>
                <a:off x="5700425" y="4473175"/>
                <a:ext cx="72850" cy="792553"/>
              </a:xfrm>
              <a:custGeom>
                <a:avLst/>
                <a:gdLst/>
                <a:ahLst/>
                <a:cxnLst/>
                <a:rect l="l" t="t" r="r" b="b"/>
                <a:pathLst>
                  <a:path w="2914" h="48780" extrusionOk="0">
                    <a:moveTo>
                      <a:pt x="1" y="48780"/>
                    </a:moveTo>
                    <a:lnTo>
                      <a:pt x="2913" y="48780"/>
                    </a:lnTo>
                    <a:lnTo>
                      <a:pt x="291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1540;p36">
                <a:extLst>
                  <a:ext uri="{FF2B5EF4-FFF2-40B4-BE49-F238E27FC236}">
                    <a16:creationId xmlns:a16="http://schemas.microsoft.com/office/drawing/2014/main" id="{1CD70B06-D350-3926-587D-A2E3E780A67D}"/>
                  </a:ext>
                </a:extLst>
              </p:cNvPr>
              <p:cNvSpPr/>
              <p:nvPr/>
            </p:nvSpPr>
            <p:spPr>
              <a:xfrm>
                <a:off x="4520150" y="4293100"/>
                <a:ext cx="225450" cy="266525"/>
              </a:xfrm>
              <a:custGeom>
                <a:avLst/>
                <a:gdLst/>
                <a:ahLst/>
                <a:cxnLst/>
                <a:rect l="l" t="t" r="r" b="b"/>
                <a:pathLst>
                  <a:path w="9018" h="10661" extrusionOk="0">
                    <a:moveTo>
                      <a:pt x="1" y="10660"/>
                    </a:moveTo>
                    <a:lnTo>
                      <a:pt x="9017" y="10660"/>
                    </a:lnTo>
                    <a:lnTo>
                      <a:pt x="9017"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1541;p36">
                <a:extLst>
                  <a:ext uri="{FF2B5EF4-FFF2-40B4-BE49-F238E27FC236}">
                    <a16:creationId xmlns:a16="http://schemas.microsoft.com/office/drawing/2014/main" id="{88763C1F-FEE5-43B9-D18F-6EE0FC4AFF5D}"/>
                  </a:ext>
                </a:extLst>
              </p:cNvPr>
              <p:cNvSpPr/>
              <p:nvPr/>
            </p:nvSpPr>
            <p:spPr>
              <a:xfrm>
                <a:off x="4592025" y="4473175"/>
                <a:ext cx="72825" cy="792553"/>
              </a:xfrm>
              <a:custGeom>
                <a:avLst/>
                <a:gdLst/>
                <a:ahLst/>
                <a:cxnLst/>
                <a:rect l="l" t="t" r="r" b="b"/>
                <a:pathLst>
                  <a:path w="2913" h="48780" extrusionOk="0">
                    <a:moveTo>
                      <a:pt x="1" y="48780"/>
                    </a:moveTo>
                    <a:lnTo>
                      <a:pt x="2913" y="48780"/>
                    </a:lnTo>
                    <a:lnTo>
                      <a:pt x="291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1542;p36">
                <a:extLst>
                  <a:ext uri="{FF2B5EF4-FFF2-40B4-BE49-F238E27FC236}">
                    <a16:creationId xmlns:a16="http://schemas.microsoft.com/office/drawing/2014/main" id="{D06B1159-567A-3EB8-69E6-8C4C3671E48A}"/>
                  </a:ext>
                </a:extLst>
              </p:cNvPr>
              <p:cNvSpPr/>
              <p:nvPr/>
            </p:nvSpPr>
            <p:spPr>
              <a:xfrm>
                <a:off x="3379075" y="4327650"/>
                <a:ext cx="225450" cy="262300"/>
              </a:xfrm>
              <a:custGeom>
                <a:avLst/>
                <a:gdLst/>
                <a:ahLst/>
                <a:cxnLst/>
                <a:rect l="l" t="t" r="r" b="b"/>
                <a:pathLst>
                  <a:path w="9018" h="10492" extrusionOk="0">
                    <a:moveTo>
                      <a:pt x="1" y="10492"/>
                    </a:moveTo>
                    <a:lnTo>
                      <a:pt x="9017" y="10492"/>
                    </a:lnTo>
                    <a:lnTo>
                      <a:pt x="9017" y="0"/>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1543;p36">
                <a:extLst>
                  <a:ext uri="{FF2B5EF4-FFF2-40B4-BE49-F238E27FC236}">
                    <a16:creationId xmlns:a16="http://schemas.microsoft.com/office/drawing/2014/main" id="{BD98C59D-D6EF-491D-AA53-ABD76B4A2623}"/>
                  </a:ext>
                </a:extLst>
              </p:cNvPr>
              <p:cNvSpPr/>
              <p:nvPr/>
            </p:nvSpPr>
            <p:spPr>
              <a:xfrm>
                <a:off x="3450950" y="4494102"/>
                <a:ext cx="72825" cy="772845"/>
              </a:xfrm>
              <a:custGeom>
                <a:avLst/>
                <a:gdLst/>
                <a:ahLst/>
                <a:cxnLst/>
                <a:rect l="l" t="t" r="r" b="b"/>
                <a:pathLst>
                  <a:path w="2913" h="47567" extrusionOk="0">
                    <a:moveTo>
                      <a:pt x="1" y="47567"/>
                    </a:moveTo>
                    <a:lnTo>
                      <a:pt x="2913" y="47567"/>
                    </a:lnTo>
                    <a:lnTo>
                      <a:pt x="291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 name="Google Shape;1544;p36">
              <a:extLst>
                <a:ext uri="{FF2B5EF4-FFF2-40B4-BE49-F238E27FC236}">
                  <a16:creationId xmlns:a16="http://schemas.microsoft.com/office/drawing/2014/main" id="{54A9CCB7-B41C-4B06-F9A7-0B48C2839929}"/>
                </a:ext>
              </a:extLst>
            </p:cNvPr>
            <p:cNvGrpSpPr/>
            <p:nvPr/>
          </p:nvGrpSpPr>
          <p:grpSpPr>
            <a:xfrm flipH="1">
              <a:off x="-57406" y="3868275"/>
              <a:ext cx="9194843" cy="559600"/>
              <a:chOff x="-139125" y="3868275"/>
              <a:chExt cx="9194843" cy="559600"/>
            </a:xfrm>
            <a:grpFill/>
          </p:grpSpPr>
          <p:sp>
            <p:nvSpPr>
              <p:cNvPr id="44" name="Google Shape;1545;p36">
                <a:extLst>
                  <a:ext uri="{FF2B5EF4-FFF2-40B4-BE49-F238E27FC236}">
                    <a16:creationId xmlns:a16="http://schemas.microsoft.com/office/drawing/2014/main" id="{90E6CAF2-DA24-9C35-0554-7F758E89AB02}"/>
                  </a:ext>
                </a:extLst>
              </p:cNvPr>
              <p:cNvSpPr/>
              <p:nvPr/>
            </p:nvSpPr>
            <p:spPr>
              <a:xfrm>
                <a:off x="-139125" y="3868275"/>
                <a:ext cx="9194843" cy="351450"/>
              </a:xfrm>
              <a:custGeom>
                <a:avLst/>
                <a:gdLst/>
                <a:ahLst/>
                <a:cxnLst/>
                <a:rect l="l" t="t" r="r" b="b"/>
                <a:pathLst>
                  <a:path w="219946" h="14058" extrusionOk="0">
                    <a:moveTo>
                      <a:pt x="0" y="12956"/>
                    </a:moveTo>
                    <a:lnTo>
                      <a:pt x="0" y="14058"/>
                    </a:lnTo>
                    <a:lnTo>
                      <a:pt x="219946" y="1102"/>
                    </a:lnTo>
                    <a:lnTo>
                      <a:pt x="219946"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1546;p36">
                <a:extLst>
                  <a:ext uri="{FF2B5EF4-FFF2-40B4-BE49-F238E27FC236}">
                    <a16:creationId xmlns:a16="http://schemas.microsoft.com/office/drawing/2014/main" id="{48260650-71E9-85AC-38EF-BEAD638C4D54}"/>
                  </a:ext>
                </a:extLst>
              </p:cNvPr>
              <p:cNvSpPr/>
              <p:nvPr/>
            </p:nvSpPr>
            <p:spPr>
              <a:xfrm>
                <a:off x="125427" y="4182825"/>
                <a:ext cx="34406" cy="245050"/>
              </a:xfrm>
              <a:custGeom>
                <a:avLst/>
                <a:gdLst/>
                <a:ahLst/>
                <a:cxnLst/>
                <a:rect l="l" t="t" r="r" b="b"/>
                <a:pathLst>
                  <a:path w="823" h="9802" extrusionOk="0">
                    <a:moveTo>
                      <a:pt x="1" y="9802"/>
                    </a:moveTo>
                    <a:lnTo>
                      <a:pt x="822" y="9802"/>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1547;p36">
                <a:extLst>
                  <a:ext uri="{FF2B5EF4-FFF2-40B4-BE49-F238E27FC236}">
                    <a16:creationId xmlns:a16="http://schemas.microsoft.com/office/drawing/2014/main" id="{CB4D4D1C-E62E-F434-4382-9070971E9FA0}"/>
                  </a:ext>
                </a:extLst>
              </p:cNvPr>
              <p:cNvSpPr/>
              <p:nvPr/>
            </p:nvSpPr>
            <p:spPr>
              <a:xfrm>
                <a:off x="336927" y="4176300"/>
                <a:ext cx="34406" cy="244575"/>
              </a:xfrm>
              <a:custGeom>
                <a:avLst/>
                <a:gdLst/>
                <a:ahLst/>
                <a:cxnLst/>
                <a:rect l="l" t="t" r="r" b="b"/>
                <a:pathLst>
                  <a:path w="823" h="9783" extrusionOk="0">
                    <a:moveTo>
                      <a:pt x="1" y="9783"/>
                    </a:moveTo>
                    <a:lnTo>
                      <a:pt x="822" y="9783"/>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1548;p36">
                <a:extLst>
                  <a:ext uri="{FF2B5EF4-FFF2-40B4-BE49-F238E27FC236}">
                    <a16:creationId xmlns:a16="http://schemas.microsoft.com/office/drawing/2014/main" id="{E23E5D9F-AD63-A544-ADB3-7C1291583BAA}"/>
                  </a:ext>
                </a:extLst>
              </p:cNvPr>
              <p:cNvSpPr/>
              <p:nvPr/>
            </p:nvSpPr>
            <p:spPr>
              <a:xfrm>
                <a:off x="548427" y="4169300"/>
                <a:ext cx="33611" cy="245050"/>
              </a:xfrm>
              <a:custGeom>
                <a:avLst/>
                <a:gdLst/>
                <a:ahLst/>
                <a:cxnLst/>
                <a:rect l="l" t="t" r="r" b="b"/>
                <a:pathLst>
                  <a:path w="804" h="9802" extrusionOk="0">
                    <a:moveTo>
                      <a:pt x="1" y="9801"/>
                    </a:moveTo>
                    <a:lnTo>
                      <a:pt x="803" y="9801"/>
                    </a:lnTo>
                    <a:lnTo>
                      <a:pt x="80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1549;p36">
                <a:extLst>
                  <a:ext uri="{FF2B5EF4-FFF2-40B4-BE49-F238E27FC236}">
                    <a16:creationId xmlns:a16="http://schemas.microsoft.com/office/drawing/2014/main" id="{183717F5-A57F-B829-65C5-89B280725CFE}"/>
                  </a:ext>
                </a:extLst>
              </p:cNvPr>
              <p:cNvSpPr/>
              <p:nvPr/>
            </p:nvSpPr>
            <p:spPr>
              <a:xfrm>
                <a:off x="759174" y="4162300"/>
                <a:ext cx="34364" cy="245050"/>
              </a:xfrm>
              <a:custGeom>
                <a:avLst/>
                <a:gdLst/>
                <a:ahLst/>
                <a:cxnLst/>
                <a:rect l="l" t="t" r="r" b="b"/>
                <a:pathLst>
                  <a:path w="822" h="9802" extrusionOk="0">
                    <a:moveTo>
                      <a:pt x="0" y="9801"/>
                    </a:moveTo>
                    <a:lnTo>
                      <a:pt x="821" y="9801"/>
                    </a:lnTo>
                    <a:lnTo>
                      <a:pt x="821"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1550;p36">
                <a:extLst>
                  <a:ext uri="{FF2B5EF4-FFF2-40B4-BE49-F238E27FC236}">
                    <a16:creationId xmlns:a16="http://schemas.microsoft.com/office/drawing/2014/main" id="{640904B9-2E93-328F-9ACA-E0D5450B4F01}"/>
                  </a:ext>
                </a:extLst>
              </p:cNvPr>
              <p:cNvSpPr/>
              <p:nvPr/>
            </p:nvSpPr>
            <p:spPr>
              <a:xfrm>
                <a:off x="970673" y="4155300"/>
                <a:ext cx="34364" cy="245050"/>
              </a:xfrm>
              <a:custGeom>
                <a:avLst/>
                <a:gdLst/>
                <a:ahLst/>
                <a:cxnLst/>
                <a:rect l="l" t="t" r="r" b="b"/>
                <a:pathLst>
                  <a:path w="822" h="9802" extrusionOk="0">
                    <a:moveTo>
                      <a:pt x="0" y="9801"/>
                    </a:moveTo>
                    <a:lnTo>
                      <a:pt x="821" y="9801"/>
                    </a:lnTo>
                    <a:lnTo>
                      <a:pt x="821"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1551;p36">
                <a:extLst>
                  <a:ext uri="{FF2B5EF4-FFF2-40B4-BE49-F238E27FC236}">
                    <a16:creationId xmlns:a16="http://schemas.microsoft.com/office/drawing/2014/main" id="{ABF15E2D-83BA-120A-F493-5B454ECBF85C}"/>
                  </a:ext>
                </a:extLst>
              </p:cNvPr>
              <p:cNvSpPr/>
              <p:nvPr/>
            </p:nvSpPr>
            <p:spPr>
              <a:xfrm>
                <a:off x="1182173" y="4148775"/>
                <a:ext cx="34364" cy="244575"/>
              </a:xfrm>
              <a:custGeom>
                <a:avLst/>
                <a:gdLst/>
                <a:ahLst/>
                <a:cxnLst/>
                <a:rect l="l" t="t" r="r" b="b"/>
                <a:pathLst>
                  <a:path w="822" h="9783" extrusionOk="0">
                    <a:moveTo>
                      <a:pt x="0" y="9782"/>
                    </a:moveTo>
                    <a:lnTo>
                      <a:pt x="821" y="9782"/>
                    </a:lnTo>
                    <a:lnTo>
                      <a:pt x="821"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1552;p36">
                <a:extLst>
                  <a:ext uri="{FF2B5EF4-FFF2-40B4-BE49-F238E27FC236}">
                    <a16:creationId xmlns:a16="http://schemas.microsoft.com/office/drawing/2014/main" id="{E955D1FF-80A1-8623-F4A6-AAC5F0A4B521}"/>
                  </a:ext>
                </a:extLst>
              </p:cNvPr>
              <p:cNvSpPr/>
              <p:nvPr/>
            </p:nvSpPr>
            <p:spPr>
              <a:xfrm>
                <a:off x="1393673" y="4141775"/>
                <a:ext cx="34364" cy="245025"/>
              </a:xfrm>
              <a:custGeom>
                <a:avLst/>
                <a:gdLst/>
                <a:ahLst/>
                <a:cxnLst/>
                <a:rect l="l" t="t" r="r" b="b"/>
                <a:pathLst>
                  <a:path w="822" h="9801" extrusionOk="0">
                    <a:moveTo>
                      <a:pt x="0" y="9801"/>
                    </a:moveTo>
                    <a:lnTo>
                      <a:pt x="821" y="9801"/>
                    </a:lnTo>
                    <a:lnTo>
                      <a:pt x="821"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1553;p36">
                <a:extLst>
                  <a:ext uri="{FF2B5EF4-FFF2-40B4-BE49-F238E27FC236}">
                    <a16:creationId xmlns:a16="http://schemas.microsoft.com/office/drawing/2014/main" id="{9FC08D44-AB53-513C-0F67-24176A3D431E}"/>
                  </a:ext>
                </a:extLst>
              </p:cNvPr>
              <p:cNvSpPr/>
              <p:nvPr/>
            </p:nvSpPr>
            <p:spPr>
              <a:xfrm>
                <a:off x="1605172" y="4134775"/>
                <a:ext cx="34364" cy="245025"/>
              </a:xfrm>
              <a:custGeom>
                <a:avLst/>
                <a:gdLst/>
                <a:ahLst/>
                <a:cxnLst/>
                <a:rect l="l" t="t" r="r" b="b"/>
                <a:pathLst>
                  <a:path w="822" h="9801" extrusionOk="0">
                    <a:moveTo>
                      <a:pt x="0" y="9801"/>
                    </a:moveTo>
                    <a:lnTo>
                      <a:pt x="821" y="9801"/>
                    </a:lnTo>
                    <a:lnTo>
                      <a:pt x="821"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1554;p36">
                <a:extLst>
                  <a:ext uri="{FF2B5EF4-FFF2-40B4-BE49-F238E27FC236}">
                    <a16:creationId xmlns:a16="http://schemas.microsoft.com/office/drawing/2014/main" id="{821CEC93-45C0-6A25-1AFC-F687C7AA66A6}"/>
                  </a:ext>
                </a:extLst>
              </p:cNvPr>
              <p:cNvSpPr/>
              <p:nvPr/>
            </p:nvSpPr>
            <p:spPr>
              <a:xfrm>
                <a:off x="1816672" y="4127775"/>
                <a:ext cx="33569" cy="245025"/>
              </a:xfrm>
              <a:custGeom>
                <a:avLst/>
                <a:gdLst/>
                <a:ahLst/>
                <a:cxnLst/>
                <a:rect l="l" t="t" r="r" b="b"/>
                <a:pathLst>
                  <a:path w="803" h="9801" extrusionOk="0">
                    <a:moveTo>
                      <a:pt x="0" y="9801"/>
                    </a:moveTo>
                    <a:lnTo>
                      <a:pt x="803" y="9801"/>
                    </a:lnTo>
                    <a:lnTo>
                      <a:pt x="803"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1555;p36">
                <a:extLst>
                  <a:ext uri="{FF2B5EF4-FFF2-40B4-BE49-F238E27FC236}">
                    <a16:creationId xmlns:a16="http://schemas.microsoft.com/office/drawing/2014/main" id="{17F48074-A7B8-B7E4-9965-00271F503D4E}"/>
                  </a:ext>
                </a:extLst>
              </p:cNvPr>
              <p:cNvSpPr/>
              <p:nvPr/>
            </p:nvSpPr>
            <p:spPr>
              <a:xfrm>
                <a:off x="2027377" y="4121225"/>
                <a:ext cx="34364" cy="244575"/>
              </a:xfrm>
              <a:custGeom>
                <a:avLst/>
                <a:gdLst/>
                <a:ahLst/>
                <a:cxnLst/>
                <a:rect l="l" t="t" r="r" b="b"/>
                <a:pathLst>
                  <a:path w="822" h="9783" extrusionOk="0">
                    <a:moveTo>
                      <a:pt x="0" y="9783"/>
                    </a:moveTo>
                    <a:lnTo>
                      <a:pt x="822" y="9783"/>
                    </a:lnTo>
                    <a:lnTo>
                      <a:pt x="822"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1556;p36">
                <a:extLst>
                  <a:ext uri="{FF2B5EF4-FFF2-40B4-BE49-F238E27FC236}">
                    <a16:creationId xmlns:a16="http://schemas.microsoft.com/office/drawing/2014/main" id="{52C0F10A-12FB-E6F4-E6A1-534E17EF31E1}"/>
                  </a:ext>
                </a:extLst>
              </p:cNvPr>
              <p:cNvSpPr/>
              <p:nvPr/>
            </p:nvSpPr>
            <p:spPr>
              <a:xfrm>
                <a:off x="2238877" y="4114225"/>
                <a:ext cx="34364" cy="245050"/>
              </a:xfrm>
              <a:custGeom>
                <a:avLst/>
                <a:gdLst/>
                <a:ahLst/>
                <a:cxnLst/>
                <a:rect l="l" t="t" r="r" b="b"/>
                <a:pathLst>
                  <a:path w="822" h="9802" extrusionOk="0">
                    <a:moveTo>
                      <a:pt x="0" y="9801"/>
                    </a:moveTo>
                    <a:lnTo>
                      <a:pt x="822" y="9801"/>
                    </a:lnTo>
                    <a:lnTo>
                      <a:pt x="822"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1557;p36">
                <a:extLst>
                  <a:ext uri="{FF2B5EF4-FFF2-40B4-BE49-F238E27FC236}">
                    <a16:creationId xmlns:a16="http://schemas.microsoft.com/office/drawing/2014/main" id="{13607C2D-15B6-2269-701A-421DD1927134}"/>
                  </a:ext>
                </a:extLst>
              </p:cNvPr>
              <p:cNvSpPr/>
              <p:nvPr/>
            </p:nvSpPr>
            <p:spPr>
              <a:xfrm>
                <a:off x="2450377" y="4107225"/>
                <a:ext cx="34364" cy="245050"/>
              </a:xfrm>
              <a:custGeom>
                <a:avLst/>
                <a:gdLst/>
                <a:ahLst/>
                <a:cxnLst/>
                <a:rect l="l" t="t" r="r" b="b"/>
                <a:pathLst>
                  <a:path w="822" h="9802" extrusionOk="0">
                    <a:moveTo>
                      <a:pt x="0" y="9801"/>
                    </a:moveTo>
                    <a:lnTo>
                      <a:pt x="822" y="9801"/>
                    </a:lnTo>
                    <a:lnTo>
                      <a:pt x="822"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1558;p36">
                <a:extLst>
                  <a:ext uri="{FF2B5EF4-FFF2-40B4-BE49-F238E27FC236}">
                    <a16:creationId xmlns:a16="http://schemas.microsoft.com/office/drawing/2014/main" id="{EAD57549-8981-6B50-6A9F-1397E63C8317}"/>
                  </a:ext>
                </a:extLst>
              </p:cNvPr>
              <p:cNvSpPr/>
              <p:nvPr/>
            </p:nvSpPr>
            <p:spPr>
              <a:xfrm>
                <a:off x="2661876" y="4100225"/>
                <a:ext cx="34364" cy="245050"/>
              </a:xfrm>
              <a:custGeom>
                <a:avLst/>
                <a:gdLst/>
                <a:ahLst/>
                <a:cxnLst/>
                <a:rect l="l" t="t" r="r" b="b"/>
                <a:pathLst>
                  <a:path w="822" h="9802" extrusionOk="0">
                    <a:moveTo>
                      <a:pt x="0" y="9801"/>
                    </a:moveTo>
                    <a:lnTo>
                      <a:pt x="822" y="9801"/>
                    </a:lnTo>
                    <a:lnTo>
                      <a:pt x="822"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1559;p36">
                <a:extLst>
                  <a:ext uri="{FF2B5EF4-FFF2-40B4-BE49-F238E27FC236}">
                    <a16:creationId xmlns:a16="http://schemas.microsoft.com/office/drawing/2014/main" id="{D13F7B01-F709-6164-5BFB-F31D4454ED29}"/>
                  </a:ext>
                </a:extLst>
              </p:cNvPr>
              <p:cNvSpPr/>
              <p:nvPr/>
            </p:nvSpPr>
            <p:spPr>
              <a:xfrm>
                <a:off x="2873376" y="4093700"/>
                <a:ext cx="34364" cy="244575"/>
              </a:xfrm>
              <a:custGeom>
                <a:avLst/>
                <a:gdLst/>
                <a:ahLst/>
                <a:cxnLst/>
                <a:rect l="l" t="t" r="r" b="b"/>
                <a:pathLst>
                  <a:path w="822" h="9783" extrusionOk="0">
                    <a:moveTo>
                      <a:pt x="0" y="9782"/>
                    </a:moveTo>
                    <a:lnTo>
                      <a:pt x="822" y="9782"/>
                    </a:lnTo>
                    <a:lnTo>
                      <a:pt x="822"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1560;p36">
                <a:extLst>
                  <a:ext uri="{FF2B5EF4-FFF2-40B4-BE49-F238E27FC236}">
                    <a16:creationId xmlns:a16="http://schemas.microsoft.com/office/drawing/2014/main" id="{629235BD-D406-38DA-0108-41AE1E2A7883}"/>
                  </a:ext>
                </a:extLst>
              </p:cNvPr>
              <p:cNvSpPr/>
              <p:nvPr/>
            </p:nvSpPr>
            <p:spPr>
              <a:xfrm>
                <a:off x="3084876" y="4086700"/>
                <a:ext cx="33611" cy="245050"/>
              </a:xfrm>
              <a:custGeom>
                <a:avLst/>
                <a:gdLst/>
                <a:ahLst/>
                <a:cxnLst/>
                <a:rect l="l" t="t" r="r" b="b"/>
                <a:pathLst>
                  <a:path w="804" h="9802" extrusionOk="0">
                    <a:moveTo>
                      <a:pt x="0" y="9801"/>
                    </a:moveTo>
                    <a:lnTo>
                      <a:pt x="803" y="9801"/>
                    </a:lnTo>
                    <a:lnTo>
                      <a:pt x="803"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1561;p36">
                <a:extLst>
                  <a:ext uri="{FF2B5EF4-FFF2-40B4-BE49-F238E27FC236}">
                    <a16:creationId xmlns:a16="http://schemas.microsoft.com/office/drawing/2014/main" id="{508D0919-FB4B-B97F-2D0F-3F1060A372EA}"/>
                  </a:ext>
                </a:extLst>
              </p:cNvPr>
              <p:cNvSpPr/>
              <p:nvPr/>
            </p:nvSpPr>
            <p:spPr>
              <a:xfrm>
                <a:off x="3296375" y="4079700"/>
                <a:ext cx="33611" cy="245050"/>
              </a:xfrm>
              <a:custGeom>
                <a:avLst/>
                <a:gdLst/>
                <a:ahLst/>
                <a:cxnLst/>
                <a:rect l="l" t="t" r="r" b="b"/>
                <a:pathLst>
                  <a:path w="804" h="9802" extrusionOk="0">
                    <a:moveTo>
                      <a:pt x="0" y="9801"/>
                    </a:moveTo>
                    <a:lnTo>
                      <a:pt x="803" y="9801"/>
                    </a:lnTo>
                    <a:lnTo>
                      <a:pt x="803"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1562;p36">
                <a:extLst>
                  <a:ext uri="{FF2B5EF4-FFF2-40B4-BE49-F238E27FC236}">
                    <a16:creationId xmlns:a16="http://schemas.microsoft.com/office/drawing/2014/main" id="{0630A504-6226-C0AD-2AEF-87DF59999BB3}"/>
                  </a:ext>
                </a:extLst>
              </p:cNvPr>
              <p:cNvSpPr/>
              <p:nvPr/>
            </p:nvSpPr>
            <p:spPr>
              <a:xfrm>
                <a:off x="3507081" y="4072700"/>
                <a:ext cx="34406" cy="245025"/>
              </a:xfrm>
              <a:custGeom>
                <a:avLst/>
                <a:gdLst/>
                <a:ahLst/>
                <a:cxnLst/>
                <a:rect l="l" t="t" r="r" b="b"/>
                <a:pathLst>
                  <a:path w="823" h="9801" extrusionOk="0">
                    <a:moveTo>
                      <a:pt x="1" y="9801"/>
                    </a:moveTo>
                    <a:lnTo>
                      <a:pt x="822" y="9801"/>
                    </a:lnTo>
                    <a:lnTo>
                      <a:pt x="822" y="0"/>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1563;p36">
                <a:extLst>
                  <a:ext uri="{FF2B5EF4-FFF2-40B4-BE49-F238E27FC236}">
                    <a16:creationId xmlns:a16="http://schemas.microsoft.com/office/drawing/2014/main" id="{674B3B94-EC8B-089E-3AB5-1D0512CBD38E}"/>
                  </a:ext>
                </a:extLst>
              </p:cNvPr>
              <p:cNvSpPr/>
              <p:nvPr/>
            </p:nvSpPr>
            <p:spPr>
              <a:xfrm>
                <a:off x="3718580" y="4066175"/>
                <a:ext cx="34406" cy="244550"/>
              </a:xfrm>
              <a:custGeom>
                <a:avLst/>
                <a:gdLst/>
                <a:ahLst/>
                <a:cxnLst/>
                <a:rect l="l" t="t" r="r" b="b"/>
                <a:pathLst>
                  <a:path w="823" h="9782" extrusionOk="0">
                    <a:moveTo>
                      <a:pt x="1" y="9782"/>
                    </a:moveTo>
                    <a:lnTo>
                      <a:pt x="822" y="9782"/>
                    </a:lnTo>
                    <a:lnTo>
                      <a:pt x="822" y="0"/>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1564;p36">
                <a:extLst>
                  <a:ext uri="{FF2B5EF4-FFF2-40B4-BE49-F238E27FC236}">
                    <a16:creationId xmlns:a16="http://schemas.microsoft.com/office/drawing/2014/main" id="{37255BB0-0EFE-2FF9-24F4-9B4351C6DA55}"/>
                  </a:ext>
                </a:extLst>
              </p:cNvPr>
              <p:cNvSpPr/>
              <p:nvPr/>
            </p:nvSpPr>
            <p:spPr>
              <a:xfrm>
                <a:off x="3930080" y="4059150"/>
                <a:ext cx="34406" cy="245050"/>
              </a:xfrm>
              <a:custGeom>
                <a:avLst/>
                <a:gdLst/>
                <a:ahLst/>
                <a:cxnLst/>
                <a:rect l="l" t="t" r="r" b="b"/>
                <a:pathLst>
                  <a:path w="823" h="9802" extrusionOk="0">
                    <a:moveTo>
                      <a:pt x="1" y="9802"/>
                    </a:moveTo>
                    <a:lnTo>
                      <a:pt x="822" y="9802"/>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1565;p36">
                <a:extLst>
                  <a:ext uri="{FF2B5EF4-FFF2-40B4-BE49-F238E27FC236}">
                    <a16:creationId xmlns:a16="http://schemas.microsoft.com/office/drawing/2014/main" id="{D3E8D6F9-0F4F-66E4-0BAA-AED624483F46}"/>
                  </a:ext>
                </a:extLst>
              </p:cNvPr>
              <p:cNvSpPr/>
              <p:nvPr/>
            </p:nvSpPr>
            <p:spPr>
              <a:xfrm>
                <a:off x="4141580" y="4052150"/>
                <a:ext cx="34406" cy="245050"/>
              </a:xfrm>
              <a:custGeom>
                <a:avLst/>
                <a:gdLst/>
                <a:ahLst/>
                <a:cxnLst/>
                <a:rect l="l" t="t" r="r" b="b"/>
                <a:pathLst>
                  <a:path w="823" h="9802" extrusionOk="0">
                    <a:moveTo>
                      <a:pt x="1" y="9802"/>
                    </a:moveTo>
                    <a:lnTo>
                      <a:pt x="822" y="9802"/>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1566;p36">
                <a:extLst>
                  <a:ext uri="{FF2B5EF4-FFF2-40B4-BE49-F238E27FC236}">
                    <a16:creationId xmlns:a16="http://schemas.microsoft.com/office/drawing/2014/main" id="{A0F64FCE-F14A-595A-3649-EA9ACABCC7CD}"/>
                  </a:ext>
                </a:extLst>
              </p:cNvPr>
              <p:cNvSpPr/>
              <p:nvPr/>
            </p:nvSpPr>
            <p:spPr>
              <a:xfrm>
                <a:off x="4353079" y="4045625"/>
                <a:ext cx="33611" cy="244575"/>
              </a:xfrm>
              <a:custGeom>
                <a:avLst/>
                <a:gdLst/>
                <a:ahLst/>
                <a:cxnLst/>
                <a:rect l="l" t="t" r="r" b="b"/>
                <a:pathLst>
                  <a:path w="804" h="9783" extrusionOk="0">
                    <a:moveTo>
                      <a:pt x="1" y="9783"/>
                    </a:moveTo>
                    <a:lnTo>
                      <a:pt x="804" y="9783"/>
                    </a:lnTo>
                    <a:lnTo>
                      <a:pt x="804"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1567;p36">
                <a:extLst>
                  <a:ext uri="{FF2B5EF4-FFF2-40B4-BE49-F238E27FC236}">
                    <a16:creationId xmlns:a16="http://schemas.microsoft.com/office/drawing/2014/main" id="{A0A93F4B-B717-5CE1-95BF-FE883BDD1637}"/>
                  </a:ext>
                </a:extLst>
              </p:cNvPr>
              <p:cNvSpPr/>
              <p:nvPr/>
            </p:nvSpPr>
            <p:spPr>
              <a:xfrm>
                <a:off x="4564579" y="4038625"/>
                <a:ext cx="33611" cy="244575"/>
              </a:xfrm>
              <a:custGeom>
                <a:avLst/>
                <a:gdLst/>
                <a:ahLst/>
                <a:cxnLst/>
                <a:rect l="l" t="t" r="r" b="b"/>
                <a:pathLst>
                  <a:path w="804" h="9783" extrusionOk="0">
                    <a:moveTo>
                      <a:pt x="1" y="9783"/>
                    </a:moveTo>
                    <a:lnTo>
                      <a:pt x="804" y="9783"/>
                    </a:lnTo>
                    <a:lnTo>
                      <a:pt x="804"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1568;p36">
                <a:extLst>
                  <a:ext uri="{FF2B5EF4-FFF2-40B4-BE49-F238E27FC236}">
                    <a16:creationId xmlns:a16="http://schemas.microsoft.com/office/drawing/2014/main" id="{80B9A5F1-9CFD-253E-40E3-CB3182A9EFA1}"/>
                  </a:ext>
                </a:extLst>
              </p:cNvPr>
              <p:cNvSpPr/>
              <p:nvPr/>
            </p:nvSpPr>
            <p:spPr>
              <a:xfrm>
                <a:off x="4775326" y="4031625"/>
                <a:ext cx="34364" cy="245050"/>
              </a:xfrm>
              <a:custGeom>
                <a:avLst/>
                <a:gdLst/>
                <a:ahLst/>
                <a:cxnLst/>
                <a:rect l="l" t="t" r="r" b="b"/>
                <a:pathLst>
                  <a:path w="822" h="9802" extrusionOk="0">
                    <a:moveTo>
                      <a:pt x="0" y="9801"/>
                    </a:moveTo>
                    <a:lnTo>
                      <a:pt x="822" y="9801"/>
                    </a:lnTo>
                    <a:lnTo>
                      <a:pt x="822"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1569;p36">
                <a:extLst>
                  <a:ext uri="{FF2B5EF4-FFF2-40B4-BE49-F238E27FC236}">
                    <a16:creationId xmlns:a16="http://schemas.microsoft.com/office/drawing/2014/main" id="{80AFE46F-70AB-3B41-E4B9-4785604ABD46}"/>
                  </a:ext>
                </a:extLst>
              </p:cNvPr>
              <p:cNvSpPr/>
              <p:nvPr/>
            </p:nvSpPr>
            <p:spPr>
              <a:xfrm>
                <a:off x="4986826" y="4024625"/>
                <a:ext cx="34364" cy="245050"/>
              </a:xfrm>
              <a:custGeom>
                <a:avLst/>
                <a:gdLst/>
                <a:ahLst/>
                <a:cxnLst/>
                <a:rect l="l" t="t" r="r" b="b"/>
                <a:pathLst>
                  <a:path w="822" h="9802" extrusionOk="0">
                    <a:moveTo>
                      <a:pt x="0" y="9801"/>
                    </a:moveTo>
                    <a:lnTo>
                      <a:pt x="822" y="9801"/>
                    </a:lnTo>
                    <a:lnTo>
                      <a:pt x="822"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1570;p36">
                <a:extLst>
                  <a:ext uri="{FF2B5EF4-FFF2-40B4-BE49-F238E27FC236}">
                    <a16:creationId xmlns:a16="http://schemas.microsoft.com/office/drawing/2014/main" id="{E152E664-9E28-F0EE-0629-5A309BBA778A}"/>
                  </a:ext>
                </a:extLst>
              </p:cNvPr>
              <p:cNvSpPr/>
              <p:nvPr/>
            </p:nvSpPr>
            <p:spPr>
              <a:xfrm>
                <a:off x="5198325" y="4018100"/>
                <a:ext cx="34364" cy="244575"/>
              </a:xfrm>
              <a:custGeom>
                <a:avLst/>
                <a:gdLst/>
                <a:ahLst/>
                <a:cxnLst/>
                <a:rect l="l" t="t" r="r" b="b"/>
                <a:pathLst>
                  <a:path w="822" h="9783" extrusionOk="0">
                    <a:moveTo>
                      <a:pt x="0" y="9782"/>
                    </a:moveTo>
                    <a:lnTo>
                      <a:pt x="822" y="9782"/>
                    </a:lnTo>
                    <a:lnTo>
                      <a:pt x="822"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1571;p36">
                <a:extLst>
                  <a:ext uri="{FF2B5EF4-FFF2-40B4-BE49-F238E27FC236}">
                    <a16:creationId xmlns:a16="http://schemas.microsoft.com/office/drawing/2014/main" id="{7B7FE93C-AAD0-3DF4-0AD6-75F0B1E55A4C}"/>
                  </a:ext>
                </a:extLst>
              </p:cNvPr>
              <p:cNvSpPr/>
              <p:nvPr/>
            </p:nvSpPr>
            <p:spPr>
              <a:xfrm>
                <a:off x="5409825" y="4011100"/>
                <a:ext cx="34364" cy="245025"/>
              </a:xfrm>
              <a:custGeom>
                <a:avLst/>
                <a:gdLst/>
                <a:ahLst/>
                <a:cxnLst/>
                <a:rect l="l" t="t" r="r" b="b"/>
                <a:pathLst>
                  <a:path w="822" h="9801" extrusionOk="0">
                    <a:moveTo>
                      <a:pt x="0" y="9801"/>
                    </a:moveTo>
                    <a:lnTo>
                      <a:pt x="822" y="9801"/>
                    </a:lnTo>
                    <a:lnTo>
                      <a:pt x="822"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1572;p36">
                <a:extLst>
                  <a:ext uri="{FF2B5EF4-FFF2-40B4-BE49-F238E27FC236}">
                    <a16:creationId xmlns:a16="http://schemas.microsoft.com/office/drawing/2014/main" id="{9C8806CA-6DB7-3A2B-AEBE-89036BEE2125}"/>
                  </a:ext>
                </a:extLst>
              </p:cNvPr>
              <p:cNvSpPr/>
              <p:nvPr/>
            </p:nvSpPr>
            <p:spPr>
              <a:xfrm>
                <a:off x="5621325" y="4004100"/>
                <a:ext cx="34364" cy="245025"/>
              </a:xfrm>
              <a:custGeom>
                <a:avLst/>
                <a:gdLst/>
                <a:ahLst/>
                <a:cxnLst/>
                <a:rect l="l" t="t" r="r" b="b"/>
                <a:pathLst>
                  <a:path w="822" h="9801" extrusionOk="0">
                    <a:moveTo>
                      <a:pt x="0" y="9801"/>
                    </a:moveTo>
                    <a:lnTo>
                      <a:pt x="822" y="9801"/>
                    </a:lnTo>
                    <a:lnTo>
                      <a:pt x="822"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1573;p36">
                <a:extLst>
                  <a:ext uri="{FF2B5EF4-FFF2-40B4-BE49-F238E27FC236}">
                    <a16:creationId xmlns:a16="http://schemas.microsoft.com/office/drawing/2014/main" id="{1F812F73-75FC-56CF-B1BC-EEBDE508F871}"/>
                  </a:ext>
                </a:extLst>
              </p:cNvPr>
              <p:cNvSpPr/>
              <p:nvPr/>
            </p:nvSpPr>
            <p:spPr>
              <a:xfrm>
                <a:off x="5832824" y="3997100"/>
                <a:ext cx="33569" cy="245025"/>
              </a:xfrm>
              <a:custGeom>
                <a:avLst/>
                <a:gdLst/>
                <a:ahLst/>
                <a:cxnLst/>
                <a:rect l="l" t="t" r="r" b="b"/>
                <a:pathLst>
                  <a:path w="803" h="9801" extrusionOk="0">
                    <a:moveTo>
                      <a:pt x="0" y="9801"/>
                    </a:moveTo>
                    <a:lnTo>
                      <a:pt x="803" y="9801"/>
                    </a:lnTo>
                    <a:lnTo>
                      <a:pt x="803"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1574;p36">
                <a:extLst>
                  <a:ext uri="{FF2B5EF4-FFF2-40B4-BE49-F238E27FC236}">
                    <a16:creationId xmlns:a16="http://schemas.microsoft.com/office/drawing/2014/main" id="{970D8F09-9616-FD8C-163A-07B551854C90}"/>
                  </a:ext>
                </a:extLst>
              </p:cNvPr>
              <p:cNvSpPr/>
              <p:nvPr/>
            </p:nvSpPr>
            <p:spPr>
              <a:xfrm>
                <a:off x="6043530" y="3990550"/>
                <a:ext cx="34364" cy="244575"/>
              </a:xfrm>
              <a:custGeom>
                <a:avLst/>
                <a:gdLst/>
                <a:ahLst/>
                <a:cxnLst/>
                <a:rect l="l" t="t" r="r" b="b"/>
                <a:pathLst>
                  <a:path w="822" h="9783" extrusionOk="0">
                    <a:moveTo>
                      <a:pt x="1" y="9783"/>
                    </a:moveTo>
                    <a:lnTo>
                      <a:pt x="822" y="9783"/>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1575;p36">
                <a:extLst>
                  <a:ext uri="{FF2B5EF4-FFF2-40B4-BE49-F238E27FC236}">
                    <a16:creationId xmlns:a16="http://schemas.microsoft.com/office/drawing/2014/main" id="{8065F89C-19FC-46AB-0FD9-6845F426B129}"/>
                  </a:ext>
                </a:extLst>
              </p:cNvPr>
              <p:cNvSpPr/>
              <p:nvPr/>
            </p:nvSpPr>
            <p:spPr>
              <a:xfrm>
                <a:off x="6255029" y="3983550"/>
                <a:ext cx="34364" cy="245050"/>
              </a:xfrm>
              <a:custGeom>
                <a:avLst/>
                <a:gdLst/>
                <a:ahLst/>
                <a:cxnLst/>
                <a:rect l="l" t="t" r="r" b="b"/>
                <a:pathLst>
                  <a:path w="822" h="9802" extrusionOk="0">
                    <a:moveTo>
                      <a:pt x="1" y="9801"/>
                    </a:moveTo>
                    <a:lnTo>
                      <a:pt x="822" y="9801"/>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1576;p36">
                <a:extLst>
                  <a:ext uri="{FF2B5EF4-FFF2-40B4-BE49-F238E27FC236}">
                    <a16:creationId xmlns:a16="http://schemas.microsoft.com/office/drawing/2014/main" id="{CA4FC64A-807B-AA7E-598D-9AC737203AA9}"/>
                  </a:ext>
                </a:extLst>
              </p:cNvPr>
              <p:cNvSpPr/>
              <p:nvPr/>
            </p:nvSpPr>
            <p:spPr>
              <a:xfrm>
                <a:off x="6466529" y="3976550"/>
                <a:ext cx="34364" cy="245050"/>
              </a:xfrm>
              <a:custGeom>
                <a:avLst/>
                <a:gdLst/>
                <a:ahLst/>
                <a:cxnLst/>
                <a:rect l="l" t="t" r="r" b="b"/>
                <a:pathLst>
                  <a:path w="822" h="9802" extrusionOk="0">
                    <a:moveTo>
                      <a:pt x="1" y="9801"/>
                    </a:moveTo>
                    <a:lnTo>
                      <a:pt x="822" y="9801"/>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1577;p36">
                <a:extLst>
                  <a:ext uri="{FF2B5EF4-FFF2-40B4-BE49-F238E27FC236}">
                    <a16:creationId xmlns:a16="http://schemas.microsoft.com/office/drawing/2014/main" id="{015A2890-5B00-8FC0-FAB1-12F96BFD4AAF}"/>
                  </a:ext>
                </a:extLst>
              </p:cNvPr>
              <p:cNvSpPr/>
              <p:nvPr/>
            </p:nvSpPr>
            <p:spPr>
              <a:xfrm>
                <a:off x="6678029" y="3969550"/>
                <a:ext cx="34364" cy="245050"/>
              </a:xfrm>
              <a:custGeom>
                <a:avLst/>
                <a:gdLst/>
                <a:ahLst/>
                <a:cxnLst/>
                <a:rect l="l" t="t" r="r" b="b"/>
                <a:pathLst>
                  <a:path w="822" h="9802" extrusionOk="0">
                    <a:moveTo>
                      <a:pt x="1" y="9801"/>
                    </a:moveTo>
                    <a:lnTo>
                      <a:pt x="822" y="9801"/>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1578;p36">
                <a:extLst>
                  <a:ext uri="{FF2B5EF4-FFF2-40B4-BE49-F238E27FC236}">
                    <a16:creationId xmlns:a16="http://schemas.microsoft.com/office/drawing/2014/main" id="{B746C29D-2422-BCF3-8FA7-52B1434B55E0}"/>
                  </a:ext>
                </a:extLst>
              </p:cNvPr>
              <p:cNvSpPr/>
              <p:nvPr/>
            </p:nvSpPr>
            <p:spPr>
              <a:xfrm>
                <a:off x="6889528" y="3963025"/>
                <a:ext cx="34364" cy="244575"/>
              </a:xfrm>
              <a:custGeom>
                <a:avLst/>
                <a:gdLst/>
                <a:ahLst/>
                <a:cxnLst/>
                <a:rect l="l" t="t" r="r" b="b"/>
                <a:pathLst>
                  <a:path w="822" h="9783" extrusionOk="0">
                    <a:moveTo>
                      <a:pt x="1" y="9782"/>
                    </a:moveTo>
                    <a:lnTo>
                      <a:pt x="822" y="9782"/>
                    </a:lnTo>
                    <a:lnTo>
                      <a:pt x="822" y="0"/>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1579;p36">
                <a:extLst>
                  <a:ext uri="{FF2B5EF4-FFF2-40B4-BE49-F238E27FC236}">
                    <a16:creationId xmlns:a16="http://schemas.microsoft.com/office/drawing/2014/main" id="{58589DE5-3828-B67F-32D1-4FFBAE797550}"/>
                  </a:ext>
                </a:extLst>
              </p:cNvPr>
              <p:cNvSpPr/>
              <p:nvPr/>
            </p:nvSpPr>
            <p:spPr>
              <a:xfrm>
                <a:off x="7101028" y="3956025"/>
                <a:ext cx="33611" cy="245050"/>
              </a:xfrm>
              <a:custGeom>
                <a:avLst/>
                <a:gdLst/>
                <a:ahLst/>
                <a:cxnLst/>
                <a:rect l="l" t="t" r="r" b="b"/>
                <a:pathLst>
                  <a:path w="804" h="9802" extrusionOk="0">
                    <a:moveTo>
                      <a:pt x="1" y="9801"/>
                    </a:moveTo>
                    <a:lnTo>
                      <a:pt x="803" y="9801"/>
                    </a:lnTo>
                    <a:lnTo>
                      <a:pt x="803" y="0"/>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1580;p36">
                <a:extLst>
                  <a:ext uri="{FF2B5EF4-FFF2-40B4-BE49-F238E27FC236}">
                    <a16:creationId xmlns:a16="http://schemas.microsoft.com/office/drawing/2014/main" id="{AF54A099-F59F-BFFA-8F1A-151B512738FA}"/>
                  </a:ext>
                </a:extLst>
              </p:cNvPr>
              <p:cNvSpPr/>
              <p:nvPr/>
            </p:nvSpPr>
            <p:spPr>
              <a:xfrm>
                <a:off x="7311733" y="3949025"/>
                <a:ext cx="34406" cy="245050"/>
              </a:xfrm>
              <a:custGeom>
                <a:avLst/>
                <a:gdLst/>
                <a:ahLst/>
                <a:cxnLst/>
                <a:rect l="l" t="t" r="r" b="b"/>
                <a:pathLst>
                  <a:path w="823" h="9802" extrusionOk="0">
                    <a:moveTo>
                      <a:pt x="1" y="9801"/>
                    </a:moveTo>
                    <a:lnTo>
                      <a:pt x="822" y="9801"/>
                    </a:lnTo>
                    <a:lnTo>
                      <a:pt x="822" y="0"/>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1581;p36">
                <a:extLst>
                  <a:ext uri="{FF2B5EF4-FFF2-40B4-BE49-F238E27FC236}">
                    <a16:creationId xmlns:a16="http://schemas.microsoft.com/office/drawing/2014/main" id="{622AC911-DA3D-B31E-E4CB-F18DB2DFFE78}"/>
                  </a:ext>
                </a:extLst>
              </p:cNvPr>
              <p:cNvSpPr/>
              <p:nvPr/>
            </p:nvSpPr>
            <p:spPr>
              <a:xfrm>
                <a:off x="7523233" y="3942025"/>
                <a:ext cx="34406" cy="245025"/>
              </a:xfrm>
              <a:custGeom>
                <a:avLst/>
                <a:gdLst/>
                <a:ahLst/>
                <a:cxnLst/>
                <a:rect l="l" t="t" r="r" b="b"/>
                <a:pathLst>
                  <a:path w="823" h="9801" extrusionOk="0">
                    <a:moveTo>
                      <a:pt x="1" y="9801"/>
                    </a:moveTo>
                    <a:lnTo>
                      <a:pt x="822" y="9801"/>
                    </a:lnTo>
                    <a:lnTo>
                      <a:pt x="822" y="0"/>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1582;p36">
                <a:extLst>
                  <a:ext uri="{FF2B5EF4-FFF2-40B4-BE49-F238E27FC236}">
                    <a16:creationId xmlns:a16="http://schemas.microsoft.com/office/drawing/2014/main" id="{119CA331-106D-EE9D-22B6-05DAF5237054}"/>
                  </a:ext>
                </a:extLst>
              </p:cNvPr>
              <p:cNvSpPr/>
              <p:nvPr/>
            </p:nvSpPr>
            <p:spPr>
              <a:xfrm>
                <a:off x="7734733" y="3935475"/>
                <a:ext cx="34406" cy="244575"/>
              </a:xfrm>
              <a:custGeom>
                <a:avLst/>
                <a:gdLst/>
                <a:ahLst/>
                <a:cxnLst/>
                <a:rect l="l" t="t" r="r" b="b"/>
                <a:pathLst>
                  <a:path w="823" h="9783" extrusionOk="0">
                    <a:moveTo>
                      <a:pt x="1" y="9783"/>
                    </a:moveTo>
                    <a:lnTo>
                      <a:pt x="822" y="9783"/>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1583;p36">
                <a:extLst>
                  <a:ext uri="{FF2B5EF4-FFF2-40B4-BE49-F238E27FC236}">
                    <a16:creationId xmlns:a16="http://schemas.microsoft.com/office/drawing/2014/main" id="{20DBB625-0D7A-C5BC-656B-54985E937942}"/>
                  </a:ext>
                </a:extLst>
              </p:cNvPr>
              <p:cNvSpPr/>
              <p:nvPr/>
            </p:nvSpPr>
            <p:spPr>
              <a:xfrm>
                <a:off x="7946232" y="3928475"/>
                <a:ext cx="34406" cy="245050"/>
              </a:xfrm>
              <a:custGeom>
                <a:avLst/>
                <a:gdLst/>
                <a:ahLst/>
                <a:cxnLst/>
                <a:rect l="l" t="t" r="r" b="b"/>
                <a:pathLst>
                  <a:path w="823" h="9802" extrusionOk="0">
                    <a:moveTo>
                      <a:pt x="1" y="9802"/>
                    </a:moveTo>
                    <a:lnTo>
                      <a:pt x="822" y="9802"/>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1584;p36">
                <a:extLst>
                  <a:ext uri="{FF2B5EF4-FFF2-40B4-BE49-F238E27FC236}">
                    <a16:creationId xmlns:a16="http://schemas.microsoft.com/office/drawing/2014/main" id="{A85001E0-C7A0-41B3-02C9-C8E6C8C8CACD}"/>
                  </a:ext>
                </a:extLst>
              </p:cNvPr>
              <p:cNvSpPr/>
              <p:nvPr/>
            </p:nvSpPr>
            <p:spPr>
              <a:xfrm>
                <a:off x="8157732" y="3921475"/>
                <a:ext cx="34406" cy="245050"/>
              </a:xfrm>
              <a:custGeom>
                <a:avLst/>
                <a:gdLst/>
                <a:ahLst/>
                <a:cxnLst/>
                <a:rect l="l" t="t" r="r" b="b"/>
                <a:pathLst>
                  <a:path w="823" h="9802" extrusionOk="0">
                    <a:moveTo>
                      <a:pt x="1" y="9802"/>
                    </a:moveTo>
                    <a:lnTo>
                      <a:pt x="822" y="9802"/>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1585;p36">
                <a:extLst>
                  <a:ext uri="{FF2B5EF4-FFF2-40B4-BE49-F238E27FC236}">
                    <a16:creationId xmlns:a16="http://schemas.microsoft.com/office/drawing/2014/main" id="{8694BE50-6CCE-FC56-4A1F-D91FB472002A}"/>
                  </a:ext>
                </a:extLst>
              </p:cNvPr>
              <p:cNvSpPr/>
              <p:nvPr/>
            </p:nvSpPr>
            <p:spPr>
              <a:xfrm>
                <a:off x="8369232" y="3914475"/>
                <a:ext cx="33611" cy="245050"/>
              </a:xfrm>
              <a:custGeom>
                <a:avLst/>
                <a:gdLst/>
                <a:ahLst/>
                <a:cxnLst/>
                <a:rect l="l" t="t" r="r" b="b"/>
                <a:pathLst>
                  <a:path w="804" h="9802" extrusionOk="0">
                    <a:moveTo>
                      <a:pt x="1" y="9802"/>
                    </a:moveTo>
                    <a:lnTo>
                      <a:pt x="804" y="9802"/>
                    </a:lnTo>
                    <a:lnTo>
                      <a:pt x="804"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1586;p36">
                <a:extLst>
                  <a:ext uri="{FF2B5EF4-FFF2-40B4-BE49-F238E27FC236}">
                    <a16:creationId xmlns:a16="http://schemas.microsoft.com/office/drawing/2014/main" id="{832547ED-E639-099B-74BD-5D535B337BDB}"/>
                  </a:ext>
                </a:extLst>
              </p:cNvPr>
              <p:cNvSpPr/>
              <p:nvPr/>
            </p:nvSpPr>
            <p:spPr>
              <a:xfrm>
                <a:off x="8580773" y="3907950"/>
                <a:ext cx="33569" cy="244575"/>
              </a:xfrm>
              <a:custGeom>
                <a:avLst/>
                <a:gdLst/>
                <a:ahLst/>
                <a:cxnLst/>
                <a:rect l="l" t="t" r="r" b="b"/>
                <a:pathLst>
                  <a:path w="803" h="9783" extrusionOk="0">
                    <a:moveTo>
                      <a:pt x="0" y="9783"/>
                    </a:moveTo>
                    <a:lnTo>
                      <a:pt x="803" y="9783"/>
                    </a:lnTo>
                    <a:lnTo>
                      <a:pt x="803"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1587;p36">
                <a:extLst>
                  <a:ext uri="{FF2B5EF4-FFF2-40B4-BE49-F238E27FC236}">
                    <a16:creationId xmlns:a16="http://schemas.microsoft.com/office/drawing/2014/main" id="{BF163634-97CA-199E-C385-D04F8380AE18}"/>
                  </a:ext>
                </a:extLst>
              </p:cNvPr>
              <p:cNvSpPr/>
              <p:nvPr/>
            </p:nvSpPr>
            <p:spPr>
              <a:xfrm>
                <a:off x="8791478" y="3900950"/>
                <a:ext cx="34364" cy="245050"/>
              </a:xfrm>
              <a:custGeom>
                <a:avLst/>
                <a:gdLst/>
                <a:ahLst/>
                <a:cxnLst/>
                <a:rect l="l" t="t" r="r" b="b"/>
                <a:pathLst>
                  <a:path w="822" h="9802" extrusionOk="0">
                    <a:moveTo>
                      <a:pt x="0" y="9801"/>
                    </a:moveTo>
                    <a:lnTo>
                      <a:pt x="822" y="9801"/>
                    </a:lnTo>
                    <a:lnTo>
                      <a:pt x="822"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 name="Google Shape;1588;p36">
              <a:extLst>
                <a:ext uri="{FF2B5EF4-FFF2-40B4-BE49-F238E27FC236}">
                  <a16:creationId xmlns:a16="http://schemas.microsoft.com/office/drawing/2014/main" id="{D4E0E8B3-D0FE-0B0F-8124-70E48E9E83A3}"/>
                </a:ext>
              </a:extLst>
            </p:cNvPr>
            <p:cNvGrpSpPr/>
            <p:nvPr/>
          </p:nvGrpSpPr>
          <p:grpSpPr>
            <a:xfrm flipH="1">
              <a:off x="5406861" y="4293100"/>
              <a:ext cx="3484400" cy="973847"/>
              <a:chOff x="3379075" y="4293100"/>
              <a:chExt cx="3484400" cy="973847"/>
            </a:xfrm>
            <a:grpFill/>
          </p:grpSpPr>
          <p:sp>
            <p:nvSpPr>
              <p:cNvPr id="37" name="Google Shape;1589;p36">
                <a:extLst>
                  <a:ext uri="{FF2B5EF4-FFF2-40B4-BE49-F238E27FC236}">
                    <a16:creationId xmlns:a16="http://schemas.microsoft.com/office/drawing/2014/main" id="{4B65A2E6-99CC-233E-89B1-570887D8CFF6}"/>
                  </a:ext>
                </a:extLst>
              </p:cNvPr>
              <p:cNvSpPr/>
              <p:nvPr/>
            </p:nvSpPr>
            <p:spPr>
              <a:xfrm>
                <a:off x="6638025" y="4293100"/>
                <a:ext cx="225450" cy="266525"/>
              </a:xfrm>
              <a:custGeom>
                <a:avLst/>
                <a:gdLst/>
                <a:ahLst/>
                <a:cxnLst/>
                <a:rect l="l" t="t" r="r" b="b"/>
                <a:pathLst>
                  <a:path w="9018" h="10661" extrusionOk="0">
                    <a:moveTo>
                      <a:pt x="1" y="10660"/>
                    </a:moveTo>
                    <a:lnTo>
                      <a:pt x="9017" y="10660"/>
                    </a:lnTo>
                    <a:lnTo>
                      <a:pt x="9017"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1590;p36">
                <a:extLst>
                  <a:ext uri="{FF2B5EF4-FFF2-40B4-BE49-F238E27FC236}">
                    <a16:creationId xmlns:a16="http://schemas.microsoft.com/office/drawing/2014/main" id="{73881EA7-2037-9C35-2D49-E1E3E56D3BF0}"/>
                  </a:ext>
                </a:extLst>
              </p:cNvPr>
              <p:cNvSpPr/>
              <p:nvPr/>
            </p:nvSpPr>
            <p:spPr>
              <a:xfrm>
                <a:off x="5628575" y="4369300"/>
                <a:ext cx="225425" cy="266525"/>
              </a:xfrm>
              <a:custGeom>
                <a:avLst/>
                <a:gdLst/>
                <a:ahLst/>
                <a:cxnLst/>
                <a:rect l="l" t="t" r="r" b="b"/>
                <a:pathLst>
                  <a:path w="9017" h="10661" extrusionOk="0">
                    <a:moveTo>
                      <a:pt x="0" y="10660"/>
                    </a:moveTo>
                    <a:lnTo>
                      <a:pt x="9017" y="10660"/>
                    </a:lnTo>
                    <a:lnTo>
                      <a:pt x="9017"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1591;p36">
                <a:extLst>
                  <a:ext uri="{FF2B5EF4-FFF2-40B4-BE49-F238E27FC236}">
                    <a16:creationId xmlns:a16="http://schemas.microsoft.com/office/drawing/2014/main" id="{5906597F-259E-77AB-4774-C6A121FBFC3A}"/>
                  </a:ext>
                </a:extLst>
              </p:cNvPr>
              <p:cNvSpPr/>
              <p:nvPr/>
            </p:nvSpPr>
            <p:spPr>
              <a:xfrm>
                <a:off x="5700425" y="4473175"/>
                <a:ext cx="72850" cy="792553"/>
              </a:xfrm>
              <a:custGeom>
                <a:avLst/>
                <a:gdLst/>
                <a:ahLst/>
                <a:cxnLst/>
                <a:rect l="l" t="t" r="r" b="b"/>
                <a:pathLst>
                  <a:path w="2914" h="48780" extrusionOk="0">
                    <a:moveTo>
                      <a:pt x="1" y="48780"/>
                    </a:moveTo>
                    <a:lnTo>
                      <a:pt x="2913" y="48780"/>
                    </a:lnTo>
                    <a:lnTo>
                      <a:pt x="291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1592;p36">
                <a:extLst>
                  <a:ext uri="{FF2B5EF4-FFF2-40B4-BE49-F238E27FC236}">
                    <a16:creationId xmlns:a16="http://schemas.microsoft.com/office/drawing/2014/main" id="{716BB5B2-6607-4370-CF60-A199906CE384}"/>
                  </a:ext>
                </a:extLst>
              </p:cNvPr>
              <p:cNvSpPr/>
              <p:nvPr/>
            </p:nvSpPr>
            <p:spPr>
              <a:xfrm>
                <a:off x="4520150" y="4369300"/>
                <a:ext cx="225450" cy="266525"/>
              </a:xfrm>
              <a:custGeom>
                <a:avLst/>
                <a:gdLst/>
                <a:ahLst/>
                <a:cxnLst/>
                <a:rect l="l" t="t" r="r" b="b"/>
                <a:pathLst>
                  <a:path w="9018" h="10661" extrusionOk="0">
                    <a:moveTo>
                      <a:pt x="1" y="10660"/>
                    </a:moveTo>
                    <a:lnTo>
                      <a:pt x="9017" y="10660"/>
                    </a:lnTo>
                    <a:lnTo>
                      <a:pt x="9017"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1593;p36">
                <a:extLst>
                  <a:ext uri="{FF2B5EF4-FFF2-40B4-BE49-F238E27FC236}">
                    <a16:creationId xmlns:a16="http://schemas.microsoft.com/office/drawing/2014/main" id="{F7B7641B-A3D1-7493-357F-C2B56B795949}"/>
                  </a:ext>
                </a:extLst>
              </p:cNvPr>
              <p:cNvSpPr/>
              <p:nvPr/>
            </p:nvSpPr>
            <p:spPr>
              <a:xfrm>
                <a:off x="4592025" y="4473175"/>
                <a:ext cx="72825" cy="792553"/>
              </a:xfrm>
              <a:custGeom>
                <a:avLst/>
                <a:gdLst/>
                <a:ahLst/>
                <a:cxnLst/>
                <a:rect l="l" t="t" r="r" b="b"/>
                <a:pathLst>
                  <a:path w="2913" h="48780" extrusionOk="0">
                    <a:moveTo>
                      <a:pt x="1" y="48780"/>
                    </a:moveTo>
                    <a:lnTo>
                      <a:pt x="2913" y="48780"/>
                    </a:lnTo>
                    <a:lnTo>
                      <a:pt x="291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1594;p36">
                <a:extLst>
                  <a:ext uri="{FF2B5EF4-FFF2-40B4-BE49-F238E27FC236}">
                    <a16:creationId xmlns:a16="http://schemas.microsoft.com/office/drawing/2014/main" id="{237C0917-4C1F-3CB7-9009-B65020D7C625}"/>
                  </a:ext>
                </a:extLst>
              </p:cNvPr>
              <p:cNvSpPr/>
              <p:nvPr/>
            </p:nvSpPr>
            <p:spPr>
              <a:xfrm>
                <a:off x="3379075" y="4403850"/>
                <a:ext cx="225450" cy="262300"/>
              </a:xfrm>
              <a:custGeom>
                <a:avLst/>
                <a:gdLst/>
                <a:ahLst/>
                <a:cxnLst/>
                <a:rect l="l" t="t" r="r" b="b"/>
                <a:pathLst>
                  <a:path w="9018" h="10492" extrusionOk="0">
                    <a:moveTo>
                      <a:pt x="1" y="10492"/>
                    </a:moveTo>
                    <a:lnTo>
                      <a:pt x="9017" y="10492"/>
                    </a:lnTo>
                    <a:lnTo>
                      <a:pt x="9017" y="0"/>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1595;p36">
                <a:extLst>
                  <a:ext uri="{FF2B5EF4-FFF2-40B4-BE49-F238E27FC236}">
                    <a16:creationId xmlns:a16="http://schemas.microsoft.com/office/drawing/2014/main" id="{ADD9C7FE-1E1D-2183-835E-978789667CDE}"/>
                  </a:ext>
                </a:extLst>
              </p:cNvPr>
              <p:cNvSpPr/>
              <p:nvPr/>
            </p:nvSpPr>
            <p:spPr>
              <a:xfrm>
                <a:off x="3450950" y="4494102"/>
                <a:ext cx="72825" cy="772845"/>
              </a:xfrm>
              <a:custGeom>
                <a:avLst/>
                <a:gdLst/>
                <a:ahLst/>
                <a:cxnLst/>
                <a:rect l="l" t="t" r="r" b="b"/>
                <a:pathLst>
                  <a:path w="2913" h="47567" extrusionOk="0">
                    <a:moveTo>
                      <a:pt x="1" y="47567"/>
                    </a:moveTo>
                    <a:lnTo>
                      <a:pt x="2913" y="47567"/>
                    </a:lnTo>
                    <a:lnTo>
                      <a:pt x="291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 name="Google Shape;1596;p36">
              <a:extLst>
                <a:ext uri="{FF2B5EF4-FFF2-40B4-BE49-F238E27FC236}">
                  <a16:creationId xmlns:a16="http://schemas.microsoft.com/office/drawing/2014/main" id="{363E7CD6-0655-7712-F188-D4A1892F1A79}"/>
                </a:ext>
              </a:extLst>
            </p:cNvPr>
            <p:cNvGrpSpPr/>
            <p:nvPr/>
          </p:nvGrpSpPr>
          <p:grpSpPr>
            <a:xfrm flipH="1">
              <a:off x="-109714" y="4175950"/>
              <a:ext cx="2474925" cy="1050047"/>
              <a:chOff x="3379075" y="4216900"/>
              <a:chExt cx="2474925" cy="1050047"/>
            </a:xfrm>
            <a:grpFill/>
          </p:grpSpPr>
          <p:sp>
            <p:nvSpPr>
              <p:cNvPr id="31" name="Google Shape;1597;p36">
                <a:extLst>
                  <a:ext uri="{FF2B5EF4-FFF2-40B4-BE49-F238E27FC236}">
                    <a16:creationId xmlns:a16="http://schemas.microsoft.com/office/drawing/2014/main" id="{F3148BB1-74BB-E3AA-0F4B-C21D4AC4EB37}"/>
                  </a:ext>
                </a:extLst>
              </p:cNvPr>
              <p:cNvSpPr/>
              <p:nvPr/>
            </p:nvSpPr>
            <p:spPr>
              <a:xfrm>
                <a:off x="5628575" y="4216900"/>
                <a:ext cx="225425" cy="266525"/>
              </a:xfrm>
              <a:custGeom>
                <a:avLst/>
                <a:gdLst/>
                <a:ahLst/>
                <a:cxnLst/>
                <a:rect l="l" t="t" r="r" b="b"/>
                <a:pathLst>
                  <a:path w="9017" h="10661" extrusionOk="0">
                    <a:moveTo>
                      <a:pt x="0" y="10660"/>
                    </a:moveTo>
                    <a:lnTo>
                      <a:pt x="9017" y="10660"/>
                    </a:lnTo>
                    <a:lnTo>
                      <a:pt x="9017"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1598;p36">
                <a:extLst>
                  <a:ext uri="{FF2B5EF4-FFF2-40B4-BE49-F238E27FC236}">
                    <a16:creationId xmlns:a16="http://schemas.microsoft.com/office/drawing/2014/main" id="{D9908424-AB83-2E5A-7E1B-4F05BF8A7D8C}"/>
                  </a:ext>
                </a:extLst>
              </p:cNvPr>
              <p:cNvSpPr/>
              <p:nvPr/>
            </p:nvSpPr>
            <p:spPr>
              <a:xfrm>
                <a:off x="5700425" y="4473175"/>
                <a:ext cx="72850" cy="792553"/>
              </a:xfrm>
              <a:custGeom>
                <a:avLst/>
                <a:gdLst/>
                <a:ahLst/>
                <a:cxnLst/>
                <a:rect l="l" t="t" r="r" b="b"/>
                <a:pathLst>
                  <a:path w="2914" h="48780" extrusionOk="0">
                    <a:moveTo>
                      <a:pt x="1" y="48780"/>
                    </a:moveTo>
                    <a:lnTo>
                      <a:pt x="2913" y="48780"/>
                    </a:lnTo>
                    <a:lnTo>
                      <a:pt x="291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1599;p36">
                <a:extLst>
                  <a:ext uri="{FF2B5EF4-FFF2-40B4-BE49-F238E27FC236}">
                    <a16:creationId xmlns:a16="http://schemas.microsoft.com/office/drawing/2014/main" id="{75784BB2-2247-526C-246D-94643E0186E7}"/>
                  </a:ext>
                </a:extLst>
              </p:cNvPr>
              <p:cNvSpPr/>
              <p:nvPr/>
            </p:nvSpPr>
            <p:spPr>
              <a:xfrm>
                <a:off x="4520150" y="4216900"/>
                <a:ext cx="225450" cy="266525"/>
              </a:xfrm>
              <a:custGeom>
                <a:avLst/>
                <a:gdLst/>
                <a:ahLst/>
                <a:cxnLst/>
                <a:rect l="l" t="t" r="r" b="b"/>
                <a:pathLst>
                  <a:path w="9018" h="10661" extrusionOk="0">
                    <a:moveTo>
                      <a:pt x="1" y="10660"/>
                    </a:moveTo>
                    <a:lnTo>
                      <a:pt x="9017" y="10660"/>
                    </a:lnTo>
                    <a:lnTo>
                      <a:pt x="9017"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1600;p36">
                <a:extLst>
                  <a:ext uri="{FF2B5EF4-FFF2-40B4-BE49-F238E27FC236}">
                    <a16:creationId xmlns:a16="http://schemas.microsoft.com/office/drawing/2014/main" id="{D446ADCA-3583-B3F1-CBA3-E3DED1818624}"/>
                  </a:ext>
                </a:extLst>
              </p:cNvPr>
              <p:cNvSpPr/>
              <p:nvPr/>
            </p:nvSpPr>
            <p:spPr>
              <a:xfrm>
                <a:off x="4592025" y="4473175"/>
                <a:ext cx="72825" cy="792553"/>
              </a:xfrm>
              <a:custGeom>
                <a:avLst/>
                <a:gdLst/>
                <a:ahLst/>
                <a:cxnLst/>
                <a:rect l="l" t="t" r="r" b="b"/>
                <a:pathLst>
                  <a:path w="2913" h="48780" extrusionOk="0">
                    <a:moveTo>
                      <a:pt x="1" y="48780"/>
                    </a:moveTo>
                    <a:lnTo>
                      <a:pt x="2913" y="48780"/>
                    </a:lnTo>
                    <a:lnTo>
                      <a:pt x="291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1601;p36">
                <a:extLst>
                  <a:ext uri="{FF2B5EF4-FFF2-40B4-BE49-F238E27FC236}">
                    <a16:creationId xmlns:a16="http://schemas.microsoft.com/office/drawing/2014/main" id="{A833F2CE-8D6D-E98A-AC55-BE507902349D}"/>
                  </a:ext>
                </a:extLst>
              </p:cNvPr>
              <p:cNvSpPr/>
              <p:nvPr/>
            </p:nvSpPr>
            <p:spPr>
              <a:xfrm>
                <a:off x="3379075" y="4251450"/>
                <a:ext cx="225450" cy="262300"/>
              </a:xfrm>
              <a:custGeom>
                <a:avLst/>
                <a:gdLst/>
                <a:ahLst/>
                <a:cxnLst/>
                <a:rect l="l" t="t" r="r" b="b"/>
                <a:pathLst>
                  <a:path w="9018" h="10492" extrusionOk="0">
                    <a:moveTo>
                      <a:pt x="1" y="10492"/>
                    </a:moveTo>
                    <a:lnTo>
                      <a:pt x="9017" y="10492"/>
                    </a:lnTo>
                    <a:lnTo>
                      <a:pt x="9017" y="0"/>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1602;p36">
                <a:extLst>
                  <a:ext uri="{FF2B5EF4-FFF2-40B4-BE49-F238E27FC236}">
                    <a16:creationId xmlns:a16="http://schemas.microsoft.com/office/drawing/2014/main" id="{7B13F487-589B-FDB6-B7CE-8A0273FBA9DC}"/>
                  </a:ext>
                </a:extLst>
              </p:cNvPr>
              <p:cNvSpPr/>
              <p:nvPr/>
            </p:nvSpPr>
            <p:spPr>
              <a:xfrm>
                <a:off x="3450950" y="4494102"/>
                <a:ext cx="72825" cy="772845"/>
              </a:xfrm>
              <a:custGeom>
                <a:avLst/>
                <a:gdLst/>
                <a:ahLst/>
                <a:cxnLst/>
                <a:rect l="l" t="t" r="r" b="b"/>
                <a:pathLst>
                  <a:path w="2913" h="47567" extrusionOk="0">
                    <a:moveTo>
                      <a:pt x="1" y="47567"/>
                    </a:moveTo>
                    <a:lnTo>
                      <a:pt x="2913" y="47567"/>
                    </a:lnTo>
                    <a:lnTo>
                      <a:pt x="291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94" name="Google Shape;1117;p30">
            <a:extLst>
              <a:ext uri="{FF2B5EF4-FFF2-40B4-BE49-F238E27FC236}">
                <a16:creationId xmlns:a16="http://schemas.microsoft.com/office/drawing/2014/main" id="{FA997088-CA70-B023-942C-0192DD5FCABF}"/>
              </a:ext>
            </a:extLst>
          </p:cNvPr>
          <p:cNvGrpSpPr/>
          <p:nvPr/>
        </p:nvGrpSpPr>
        <p:grpSpPr>
          <a:xfrm rot="150140">
            <a:off x="6809811" y="4111465"/>
            <a:ext cx="2580526" cy="685136"/>
            <a:chOff x="3962175" y="2631750"/>
            <a:chExt cx="3075700" cy="952625"/>
          </a:xfrm>
        </p:grpSpPr>
        <p:sp>
          <p:nvSpPr>
            <p:cNvPr id="95" name="Google Shape;1118;p30">
              <a:extLst>
                <a:ext uri="{FF2B5EF4-FFF2-40B4-BE49-F238E27FC236}">
                  <a16:creationId xmlns:a16="http://schemas.microsoft.com/office/drawing/2014/main" id="{E765CE14-B34A-4541-590C-F15871B9B99F}"/>
                </a:ext>
              </a:extLst>
            </p:cNvPr>
            <p:cNvSpPr/>
            <p:nvPr/>
          </p:nvSpPr>
          <p:spPr>
            <a:xfrm>
              <a:off x="3962175" y="3227750"/>
              <a:ext cx="3075700" cy="356625"/>
            </a:xfrm>
            <a:custGeom>
              <a:avLst/>
              <a:gdLst/>
              <a:ahLst/>
              <a:cxnLst/>
              <a:rect l="l" t="t" r="r" b="b"/>
              <a:pathLst>
                <a:path w="123028" h="14265" extrusionOk="0">
                  <a:moveTo>
                    <a:pt x="114046" y="1"/>
                  </a:moveTo>
                  <a:lnTo>
                    <a:pt x="114046" y="1239"/>
                  </a:lnTo>
                  <a:lnTo>
                    <a:pt x="114579" y="1239"/>
                  </a:lnTo>
                  <a:lnTo>
                    <a:pt x="114579" y="3167"/>
                  </a:lnTo>
                  <a:lnTo>
                    <a:pt x="109877" y="3167"/>
                  </a:lnTo>
                  <a:lnTo>
                    <a:pt x="109877" y="2728"/>
                  </a:lnTo>
                  <a:lnTo>
                    <a:pt x="108984" y="2728"/>
                  </a:lnTo>
                  <a:lnTo>
                    <a:pt x="108984" y="1913"/>
                  </a:lnTo>
                  <a:cubicBezTo>
                    <a:pt x="108984" y="1411"/>
                    <a:pt x="108513" y="1004"/>
                    <a:pt x="107980" y="1098"/>
                  </a:cubicBezTo>
                  <a:lnTo>
                    <a:pt x="107980" y="1098"/>
                  </a:lnTo>
                  <a:cubicBezTo>
                    <a:pt x="107573" y="1161"/>
                    <a:pt x="107291" y="1553"/>
                    <a:pt x="107291" y="1960"/>
                  </a:cubicBezTo>
                  <a:lnTo>
                    <a:pt x="107291" y="1960"/>
                  </a:lnTo>
                  <a:lnTo>
                    <a:pt x="107291" y="2728"/>
                  </a:lnTo>
                  <a:lnTo>
                    <a:pt x="106397" y="2728"/>
                  </a:lnTo>
                  <a:lnTo>
                    <a:pt x="106397" y="3167"/>
                  </a:lnTo>
                  <a:lnTo>
                    <a:pt x="105237" y="3167"/>
                  </a:lnTo>
                  <a:lnTo>
                    <a:pt x="105237" y="1615"/>
                  </a:lnTo>
                  <a:lnTo>
                    <a:pt x="103921" y="1615"/>
                  </a:lnTo>
                  <a:lnTo>
                    <a:pt x="103921" y="3167"/>
                  </a:lnTo>
                  <a:lnTo>
                    <a:pt x="100112" y="3167"/>
                  </a:lnTo>
                  <a:lnTo>
                    <a:pt x="100112" y="1521"/>
                  </a:lnTo>
                  <a:cubicBezTo>
                    <a:pt x="100112" y="675"/>
                    <a:pt x="99438" y="1"/>
                    <a:pt x="98591" y="1"/>
                  </a:cubicBezTo>
                  <a:lnTo>
                    <a:pt x="98591" y="1"/>
                  </a:lnTo>
                  <a:lnTo>
                    <a:pt x="88403" y="1"/>
                  </a:lnTo>
                  <a:cubicBezTo>
                    <a:pt x="87870" y="1"/>
                    <a:pt x="87431" y="440"/>
                    <a:pt x="87463" y="988"/>
                  </a:cubicBezTo>
                  <a:lnTo>
                    <a:pt x="87463" y="988"/>
                  </a:lnTo>
                  <a:cubicBezTo>
                    <a:pt x="87494" y="1490"/>
                    <a:pt x="87949" y="1882"/>
                    <a:pt x="88466" y="1882"/>
                  </a:cubicBezTo>
                  <a:lnTo>
                    <a:pt x="88466" y="1882"/>
                  </a:lnTo>
                  <a:lnTo>
                    <a:pt x="92149" y="1882"/>
                  </a:lnTo>
                  <a:cubicBezTo>
                    <a:pt x="92964" y="1882"/>
                    <a:pt x="93638" y="2540"/>
                    <a:pt x="93638" y="3355"/>
                  </a:cubicBezTo>
                  <a:lnTo>
                    <a:pt x="93638" y="3355"/>
                  </a:lnTo>
                  <a:lnTo>
                    <a:pt x="93638" y="5785"/>
                  </a:lnTo>
                  <a:cubicBezTo>
                    <a:pt x="93638" y="5988"/>
                    <a:pt x="93466" y="6161"/>
                    <a:pt x="93247" y="6161"/>
                  </a:cubicBezTo>
                  <a:lnTo>
                    <a:pt x="93247" y="6161"/>
                  </a:lnTo>
                  <a:lnTo>
                    <a:pt x="88293" y="6161"/>
                  </a:lnTo>
                  <a:cubicBezTo>
                    <a:pt x="87839" y="6161"/>
                    <a:pt x="87463" y="6537"/>
                    <a:pt x="87463" y="6992"/>
                  </a:cubicBezTo>
                  <a:lnTo>
                    <a:pt x="87463" y="6992"/>
                  </a:lnTo>
                  <a:lnTo>
                    <a:pt x="87463" y="9468"/>
                  </a:lnTo>
                  <a:cubicBezTo>
                    <a:pt x="87463" y="10299"/>
                    <a:pt x="87823" y="11036"/>
                    <a:pt x="88403" y="11537"/>
                  </a:cubicBezTo>
                  <a:lnTo>
                    <a:pt x="88403" y="11537"/>
                  </a:lnTo>
                  <a:cubicBezTo>
                    <a:pt x="88388" y="11615"/>
                    <a:pt x="88388" y="11678"/>
                    <a:pt x="88372" y="11741"/>
                  </a:cubicBezTo>
                  <a:lnTo>
                    <a:pt x="88372" y="11741"/>
                  </a:lnTo>
                  <a:lnTo>
                    <a:pt x="85221" y="11741"/>
                  </a:lnTo>
                  <a:lnTo>
                    <a:pt x="85221" y="3512"/>
                  </a:lnTo>
                  <a:cubicBezTo>
                    <a:pt x="85221" y="2430"/>
                    <a:pt x="84359" y="1553"/>
                    <a:pt x="83278" y="1553"/>
                  </a:cubicBezTo>
                  <a:lnTo>
                    <a:pt x="83278" y="1553"/>
                  </a:lnTo>
                  <a:lnTo>
                    <a:pt x="46083" y="1553"/>
                  </a:lnTo>
                  <a:cubicBezTo>
                    <a:pt x="45017" y="1553"/>
                    <a:pt x="44139" y="2430"/>
                    <a:pt x="44139" y="3512"/>
                  </a:cubicBezTo>
                  <a:lnTo>
                    <a:pt x="44139" y="3512"/>
                  </a:lnTo>
                  <a:lnTo>
                    <a:pt x="44139" y="10330"/>
                  </a:lnTo>
                  <a:lnTo>
                    <a:pt x="42211" y="10330"/>
                  </a:lnTo>
                  <a:lnTo>
                    <a:pt x="42211" y="3512"/>
                  </a:lnTo>
                  <a:cubicBezTo>
                    <a:pt x="42211" y="2430"/>
                    <a:pt x="41333" y="1553"/>
                    <a:pt x="40267" y="1553"/>
                  </a:cubicBezTo>
                  <a:lnTo>
                    <a:pt x="40267" y="1553"/>
                  </a:lnTo>
                  <a:lnTo>
                    <a:pt x="3072" y="1553"/>
                  </a:lnTo>
                  <a:cubicBezTo>
                    <a:pt x="2006" y="1553"/>
                    <a:pt x="1129" y="2430"/>
                    <a:pt x="1129" y="3512"/>
                  </a:cubicBezTo>
                  <a:lnTo>
                    <a:pt x="1129" y="3512"/>
                  </a:lnTo>
                  <a:lnTo>
                    <a:pt x="1129" y="10330"/>
                  </a:lnTo>
                  <a:lnTo>
                    <a:pt x="0" y="10330"/>
                  </a:lnTo>
                  <a:lnTo>
                    <a:pt x="0" y="11130"/>
                  </a:lnTo>
                  <a:lnTo>
                    <a:pt x="1129" y="11130"/>
                  </a:lnTo>
                  <a:lnTo>
                    <a:pt x="1129" y="12650"/>
                  </a:lnTo>
                  <a:lnTo>
                    <a:pt x="1865" y="12650"/>
                  </a:lnTo>
                  <a:cubicBezTo>
                    <a:pt x="1865" y="13481"/>
                    <a:pt x="2555" y="14170"/>
                    <a:pt x="3386" y="14170"/>
                  </a:cubicBezTo>
                  <a:lnTo>
                    <a:pt x="3386" y="14170"/>
                  </a:lnTo>
                  <a:cubicBezTo>
                    <a:pt x="4232" y="14170"/>
                    <a:pt x="4906" y="13481"/>
                    <a:pt x="4906" y="12650"/>
                  </a:cubicBezTo>
                  <a:lnTo>
                    <a:pt x="4906" y="12650"/>
                  </a:lnTo>
                  <a:lnTo>
                    <a:pt x="6113" y="12650"/>
                  </a:lnTo>
                  <a:cubicBezTo>
                    <a:pt x="6113" y="13481"/>
                    <a:pt x="6803" y="14170"/>
                    <a:pt x="7633" y="14170"/>
                  </a:cubicBezTo>
                  <a:lnTo>
                    <a:pt x="7633" y="14170"/>
                  </a:lnTo>
                  <a:cubicBezTo>
                    <a:pt x="8480" y="14170"/>
                    <a:pt x="9154" y="13481"/>
                    <a:pt x="9154" y="12650"/>
                  </a:cubicBezTo>
                  <a:lnTo>
                    <a:pt x="9154" y="12650"/>
                  </a:lnTo>
                  <a:lnTo>
                    <a:pt x="33966" y="12650"/>
                  </a:lnTo>
                  <a:cubicBezTo>
                    <a:pt x="33966" y="13481"/>
                    <a:pt x="34640" y="14170"/>
                    <a:pt x="35487" y="14170"/>
                  </a:cubicBezTo>
                  <a:lnTo>
                    <a:pt x="35487" y="14170"/>
                  </a:lnTo>
                  <a:cubicBezTo>
                    <a:pt x="36317" y="14170"/>
                    <a:pt x="37007" y="13481"/>
                    <a:pt x="37007" y="12650"/>
                  </a:cubicBezTo>
                  <a:lnTo>
                    <a:pt x="37007" y="12650"/>
                  </a:lnTo>
                  <a:lnTo>
                    <a:pt x="38198" y="12650"/>
                  </a:lnTo>
                  <a:cubicBezTo>
                    <a:pt x="38198" y="13481"/>
                    <a:pt x="38888" y="14170"/>
                    <a:pt x="39734" y="14170"/>
                  </a:cubicBezTo>
                  <a:lnTo>
                    <a:pt x="39734" y="14170"/>
                  </a:lnTo>
                  <a:cubicBezTo>
                    <a:pt x="40565" y="14170"/>
                    <a:pt x="41255" y="13481"/>
                    <a:pt x="41255" y="12650"/>
                  </a:cubicBezTo>
                  <a:lnTo>
                    <a:pt x="41255" y="12650"/>
                  </a:lnTo>
                  <a:lnTo>
                    <a:pt x="42211" y="12650"/>
                  </a:lnTo>
                  <a:lnTo>
                    <a:pt x="42211" y="11130"/>
                  </a:lnTo>
                  <a:lnTo>
                    <a:pt x="44139" y="11130"/>
                  </a:lnTo>
                  <a:lnTo>
                    <a:pt x="44139" y="12650"/>
                  </a:lnTo>
                  <a:lnTo>
                    <a:pt x="44876" y="12650"/>
                  </a:lnTo>
                  <a:cubicBezTo>
                    <a:pt x="44876" y="13481"/>
                    <a:pt x="45565" y="14170"/>
                    <a:pt x="46412" y="14170"/>
                  </a:cubicBezTo>
                  <a:lnTo>
                    <a:pt x="46412" y="14170"/>
                  </a:lnTo>
                  <a:cubicBezTo>
                    <a:pt x="47242" y="14170"/>
                    <a:pt x="47932" y="13481"/>
                    <a:pt x="47932" y="12650"/>
                  </a:cubicBezTo>
                  <a:lnTo>
                    <a:pt x="47932" y="12650"/>
                  </a:lnTo>
                  <a:lnTo>
                    <a:pt x="49123" y="12650"/>
                  </a:lnTo>
                  <a:cubicBezTo>
                    <a:pt x="49123" y="13481"/>
                    <a:pt x="49813" y="14170"/>
                    <a:pt x="50644" y="14170"/>
                  </a:cubicBezTo>
                  <a:lnTo>
                    <a:pt x="50644" y="14170"/>
                  </a:lnTo>
                  <a:cubicBezTo>
                    <a:pt x="51490" y="14170"/>
                    <a:pt x="52164" y="13481"/>
                    <a:pt x="52164" y="12650"/>
                  </a:cubicBezTo>
                  <a:lnTo>
                    <a:pt x="52164" y="12650"/>
                  </a:lnTo>
                  <a:lnTo>
                    <a:pt x="76977" y="12650"/>
                  </a:lnTo>
                  <a:cubicBezTo>
                    <a:pt x="76977" y="13481"/>
                    <a:pt x="77651" y="14170"/>
                    <a:pt x="78497" y="14170"/>
                  </a:cubicBezTo>
                  <a:lnTo>
                    <a:pt x="78497" y="14170"/>
                  </a:lnTo>
                  <a:cubicBezTo>
                    <a:pt x="79343" y="14170"/>
                    <a:pt x="80017" y="13481"/>
                    <a:pt x="80017" y="12650"/>
                  </a:cubicBezTo>
                  <a:lnTo>
                    <a:pt x="80017" y="12650"/>
                  </a:lnTo>
                  <a:lnTo>
                    <a:pt x="81224" y="12650"/>
                  </a:lnTo>
                  <a:cubicBezTo>
                    <a:pt x="81224" y="13481"/>
                    <a:pt x="81898" y="14170"/>
                    <a:pt x="82745" y="14170"/>
                  </a:cubicBezTo>
                  <a:lnTo>
                    <a:pt x="82745" y="14170"/>
                  </a:lnTo>
                  <a:cubicBezTo>
                    <a:pt x="83575" y="14170"/>
                    <a:pt x="84265" y="13481"/>
                    <a:pt x="84265" y="12650"/>
                  </a:cubicBezTo>
                  <a:lnTo>
                    <a:pt x="84265" y="12650"/>
                  </a:lnTo>
                  <a:lnTo>
                    <a:pt x="88497" y="12650"/>
                  </a:lnTo>
                  <a:cubicBezTo>
                    <a:pt x="88811" y="13528"/>
                    <a:pt x="89657" y="14170"/>
                    <a:pt x="90645" y="14170"/>
                  </a:cubicBezTo>
                  <a:lnTo>
                    <a:pt x="90645" y="14170"/>
                  </a:lnTo>
                  <a:cubicBezTo>
                    <a:pt x="91789" y="14170"/>
                    <a:pt x="92729" y="13340"/>
                    <a:pt x="92902" y="12258"/>
                  </a:cubicBezTo>
                  <a:lnTo>
                    <a:pt x="92902" y="12258"/>
                  </a:lnTo>
                  <a:lnTo>
                    <a:pt x="94939" y="12258"/>
                  </a:lnTo>
                  <a:cubicBezTo>
                    <a:pt x="95174" y="13340"/>
                    <a:pt x="96146" y="14170"/>
                    <a:pt x="97322" y="14170"/>
                  </a:cubicBezTo>
                  <a:lnTo>
                    <a:pt x="97322" y="14170"/>
                  </a:lnTo>
                  <a:cubicBezTo>
                    <a:pt x="98482" y="14170"/>
                    <a:pt x="99454" y="13340"/>
                    <a:pt x="99704" y="12258"/>
                  </a:cubicBezTo>
                  <a:lnTo>
                    <a:pt x="99704" y="12258"/>
                  </a:lnTo>
                  <a:lnTo>
                    <a:pt x="100535" y="12258"/>
                  </a:lnTo>
                  <a:cubicBezTo>
                    <a:pt x="100770" y="13340"/>
                    <a:pt x="101758" y="14170"/>
                    <a:pt x="102918" y="14170"/>
                  </a:cubicBezTo>
                  <a:lnTo>
                    <a:pt x="102918" y="14170"/>
                  </a:lnTo>
                  <a:cubicBezTo>
                    <a:pt x="104093" y="14170"/>
                    <a:pt x="105065" y="13340"/>
                    <a:pt x="105300" y="12258"/>
                  </a:cubicBezTo>
                  <a:lnTo>
                    <a:pt x="105300" y="12258"/>
                  </a:lnTo>
                  <a:lnTo>
                    <a:pt x="106601" y="12258"/>
                  </a:lnTo>
                  <a:cubicBezTo>
                    <a:pt x="106836" y="13340"/>
                    <a:pt x="107808" y="14170"/>
                    <a:pt x="108984" y="14170"/>
                  </a:cubicBezTo>
                  <a:lnTo>
                    <a:pt x="108984" y="14170"/>
                  </a:lnTo>
                  <a:cubicBezTo>
                    <a:pt x="110143" y="14170"/>
                    <a:pt x="111115" y="13340"/>
                    <a:pt x="111366" y="12258"/>
                  </a:cubicBezTo>
                  <a:lnTo>
                    <a:pt x="111366" y="12258"/>
                  </a:lnTo>
                  <a:lnTo>
                    <a:pt x="112197" y="12258"/>
                  </a:lnTo>
                  <a:cubicBezTo>
                    <a:pt x="112448" y="13340"/>
                    <a:pt x="113419" y="14170"/>
                    <a:pt x="114579" y="14170"/>
                  </a:cubicBezTo>
                  <a:lnTo>
                    <a:pt x="114579" y="14170"/>
                  </a:lnTo>
                  <a:cubicBezTo>
                    <a:pt x="115755" y="14170"/>
                    <a:pt x="116727" y="13340"/>
                    <a:pt x="116962" y="12258"/>
                  </a:cubicBezTo>
                  <a:lnTo>
                    <a:pt x="116962" y="12258"/>
                  </a:lnTo>
                  <a:lnTo>
                    <a:pt x="117244" y="12258"/>
                  </a:lnTo>
                  <a:cubicBezTo>
                    <a:pt x="117056" y="12525"/>
                    <a:pt x="116977" y="12854"/>
                    <a:pt x="117056" y="13230"/>
                  </a:cubicBezTo>
                  <a:lnTo>
                    <a:pt x="117056" y="13230"/>
                  </a:lnTo>
                  <a:cubicBezTo>
                    <a:pt x="117166" y="13684"/>
                    <a:pt x="117542" y="14061"/>
                    <a:pt x="118012" y="14139"/>
                  </a:cubicBezTo>
                  <a:lnTo>
                    <a:pt x="118012" y="14139"/>
                  </a:lnTo>
                  <a:cubicBezTo>
                    <a:pt x="118655" y="14264"/>
                    <a:pt x="119219" y="13888"/>
                    <a:pt x="119391" y="13324"/>
                  </a:cubicBezTo>
                  <a:lnTo>
                    <a:pt x="119391" y="13324"/>
                  </a:lnTo>
                  <a:cubicBezTo>
                    <a:pt x="122369" y="13308"/>
                    <a:pt x="123028" y="12556"/>
                    <a:pt x="123028" y="12556"/>
                  </a:cubicBezTo>
                  <a:lnTo>
                    <a:pt x="123028" y="12556"/>
                  </a:lnTo>
                  <a:lnTo>
                    <a:pt x="119783" y="9108"/>
                  </a:lnTo>
                  <a:lnTo>
                    <a:pt x="118749" y="9108"/>
                  </a:lnTo>
                  <a:cubicBezTo>
                    <a:pt x="120128" y="8841"/>
                    <a:pt x="121178" y="7619"/>
                    <a:pt x="121178" y="6161"/>
                  </a:cubicBezTo>
                  <a:lnTo>
                    <a:pt x="121178" y="6161"/>
                  </a:lnTo>
                  <a:cubicBezTo>
                    <a:pt x="121178" y="5330"/>
                    <a:pt x="120849" y="4578"/>
                    <a:pt x="120300" y="4045"/>
                  </a:cubicBezTo>
                  <a:lnTo>
                    <a:pt x="120300" y="4045"/>
                  </a:lnTo>
                  <a:cubicBezTo>
                    <a:pt x="119752" y="3496"/>
                    <a:pt x="118999" y="3167"/>
                    <a:pt x="118184" y="3167"/>
                  </a:cubicBezTo>
                  <a:lnTo>
                    <a:pt x="118184" y="3167"/>
                  </a:lnTo>
                  <a:lnTo>
                    <a:pt x="116068" y="3167"/>
                  </a:lnTo>
                  <a:lnTo>
                    <a:pt x="116068" y="1239"/>
                  </a:lnTo>
                  <a:lnTo>
                    <a:pt x="116601" y="1239"/>
                  </a:lnTo>
                  <a:lnTo>
                    <a:pt x="116601" y="1"/>
                  </a:lnTo>
                  <a:close/>
                  <a:moveTo>
                    <a:pt x="58214" y="11130"/>
                  </a:moveTo>
                  <a:lnTo>
                    <a:pt x="71146" y="11130"/>
                  </a:lnTo>
                  <a:lnTo>
                    <a:pt x="71146" y="11741"/>
                  </a:lnTo>
                  <a:lnTo>
                    <a:pt x="58214" y="11741"/>
                  </a:lnTo>
                  <a:close/>
                  <a:moveTo>
                    <a:pt x="15204" y="11130"/>
                  </a:moveTo>
                  <a:lnTo>
                    <a:pt x="28135" y="11130"/>
                  </a:lnTo>
                  <a:lnTo>
                    <a:pt x="28135" y="11741"/>
                  </a:lnTo>
                  <a:lnTo>
                    <a:pt x="15204" y="11741"/>
                  </a:lnTo>
                  <a:close/>
                </a:path>
              </a:pathLst>
            </a:custGeom>
            <a:solidFill>
              <a:srgbClr val="0913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6" name="Google Shape;1119;p30">
              <a:extLst>
                <a:ext uri="{FF2B5EF4-FFF2-40B4-BE49-F238E27FC236}">
                  <a16:creationId xmlns:a16="http://schemas.microsoft.com/office/drawing/2014/main" id="{10368EF2-FEA5-0E57-1760-8662F20CDB5B}"/>
                </a:ext>
              </a:extLst>
            </p:cNvPr>
            <p:cNvSpPr/>
            <p:nvPr/>
          </p:nvSpPr>
          <p:spPr>
            <a:xfrm>
              <a:off x="6345450" y="3293600"/>
              <a:ext cx="84275" cy="84275"/>
            </a:xfrm>
            <a:custGeom>
              <a:avLst/>
              <a:gdLst/>
              <a:ahLst/>
              <a:cxnLst/>
              <a:rect l="l" t="t" r="r" b="b"/>
              <a:pathLst>
                <a:path w="3371" h="3371" extrusionOk="0">
                  <a:moveTo>
                    <a:pt x="1050" y="0"/>
                  </a:moveTo>
                  <a:cubicBezTo>
                    <a:pt x="470" y="0"/>
                    <a:pt x="0" y="470"/>
                    <a:pt x="0" y="1050"/>
                  </a:cubicBezTo>
                  <a:lnTo>
                    <a:pt x="0" y="2320"/>
                  </a:lnTo>
                  <a:cubicBezTo>
                    <a:pt x="0" y="2900"/>
                    <a:pt x="470" y="3370"/>
                    <a:pt x="1050" y="3370"/>
                  </a:cubicBezTo>
                  <a:lnTo>
                    <a:pt x="2320" y="3370"/>
                  </a:lnTo>
                  <a:cubicBezTo>
                    <a:pt x="2900" y="3370"/>
                    <a:pt x="3370" y="2900"/>
                    <a:pt x="3370" y="2320"/>
                  </a:cubicBezTo>
                  <a:lnTo>
                    <a:pt x="3370" y="1050"/>
                  </a:lnTo>
                  <a:cubicBezTo>
                    <a:pt x="3370" y="470"/>
                    <a:pt x="2900" y="0"/>
                    <a:pt x="232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1120;p30">
              <a:extLst>
                <a:ext uri="{FF2B5EF4-FFF2-40B4-BE49-F238E27FC236}">
                  <a16:creationId xmlns:a16="http://schemas.microsoft.com/office/drawing/2014/main" id="{F56CAABB-7CB8-E8FA-2FB4-91F2135669B0}"/>
                </a:ext>
              </a:extLst>
            </p:cNvPr>
            <p:cNvSpPr/>
            <p:nvPr/>
          </p:nvSpPr>
          <p:spPr>
            <a:xfrm>
              <a:off x="5924600" y="3351575"/>
              <a:ext cx="74475" cy="70575"/>
            </a:xfrm>
            <a:custGeom>
              <a:avLst/>
              <a:gdLst/>
              <a:ahLst/>
              <a:cxnLst/>
              <a:rect l="l" t="t" r="r" b="b"/>
              <a:pathLst>
                <a:path w="2979" h="2823" extrusionOk="0">
                  <a:moveTo>
                    <a:pt x="1050" y="1"/>
                  </a:moveTo>
                  <a:cubicBezTo>
                    <a:pt x="470" y="1"/>
                    <a:pt x="0" y="471"/>
                    <a:pt x="0" y="1051"/>
                  </a:cubicBezTo>
                  <a:lnTo>
                    <a:pt x="0" y="1788"/>
                  </a:lnTo>
                  <a:cubicBezTo>
                    <a:pt x="0" y="2368"/>
                    <a:pt x="470" y="2822"/>
                    <a:pt x="1050" y="2822"/>
                  </a:cubicBezTo>
                  <a:lnTo>
                    <a:pt x="1944" y="2822"/>
                  </a:lnTo>
                  <a:cubicBezTo>
                    <a:pt x="2508" y="2822"/>
                    <a:pt x="2978" y="2368"/>
                    <a:pt x="2978" y="1788"/>
                  </a:cubicBezTo>
                  <a:lnTo>
                    <a:pt x="2978" y="1051"/>
                  </a:lnTo>
                  <a:cubicBezTo>
                    <a:pt x="2978" y="471"/>
                    <a:pt x="2508"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1121;p30">
              <a:extLst>
                <a:ext uri="{FF2B5EF4-FFF2-40B4-BE49-F238E27FC236}">
                  <a16:creationId xmlns:a16="http://schemas.microsoft.com/office/drawing/2014/main" id="{C343B642-8B6B-0F0C-994D-576085753168}"/>
                </a:ext>
              </a:extLst>
            </p:cNvPr>
            <p:cNvSpPr/>
            <p:nvPr/>
          </p:nvSpPr>
          <p:spPr>
            <a:xfrm>
              <a:off x="5812125" y="3351575"/>
              <a:ext cx="74475" cy="70575"/>
            </a:xfrm>
            <a:custGeom>
              <a:avLst/>
              <a:gdLst/>
              <a:ahLst/>
              <a:cxnLst/>
              <a:rect l="l" t="t" r="r" b="b"/>
              <a:pathLst>
                <a:path w="2979" h="2823" extrusionOk="0">
                  <a:moveTo>
                    <a:pt x="1035" y="1"/>
                  </a:moveTo>
                  <a:cubicBezTo>
                    <a:pt x="455" y="1"/>
                    <a:pt x="0" y="471"/>
                    <a:pt x="0" y="1051"/>
                  </a:cubicBezTo>
                  <a:lnTo>
                    <a:pt x="0" y="1788"/>
                  </a:lnTo>
                  <a:cubicBezTo>
                    <a:pt x="0" y="2368"/>
                    <a:pt x="455" y="2822"/>
                    <a:pt x="1035" y="2822"/>
                  </a:cubicBezTo>
                  <a:lnTo>
                    <a:pt x="1928" y="2822"/>
                  </a:lnTo>
                  <a:cubicBezTo>
                    <a:pt x="2508" y="2822"/>
                    <a:pt x="2979" y="2368"/>
                    <a:pt x="2979" y="1788"/>
                  </a:cubicBezTo>
                  <a:lnTo>
                    <a:pt x="2979" y="1051"/>
                  </a:lnTo>
                  <a:cubicBezTo>
                    <a:pt x="2979" y="471"/>
                    <a:pt x="2508" y="1"/>
                    <a:pt x="192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1122;p30">
              <a:extLst>
                <a:ext uri="{FF2B5EF4-FFF2-40B4-BE49-F238E27FC236}">
                  <a16:creationId xmlns:a16="http://schemas.microsoft.com/office/drawing/2014/main" id="{59ACB365-CC84-3DC0-12DD-A09997BC5CA7}"/>
                </a:ext>
              </a:extLst>
            </p:cNvPr>
            <p:cNvSpPr/>
            <p:nvPr/>
          </p:nvSpPr>
          <p:spPr>
            <a:xfrm>
              <a:off x="5703575" y="3351575"/>
              <a:ext cx="74475" cy="70575"/>
            </a:xfrm>
            <a:custGeom>
              <a:avLst/>
              <a:gdLst/>
              <a:ahLst/>
              <a:cxnLst/>
              <a:rect l="l" t="t" r="r" b="b"/>
              <a:pathLst>
                <a:path w="2979" h="2823" extrusionOk="0">
                  <a:moveTo>
                    <a:pt x="1051" y="1"/>
                  </a:moveTo>
                  <a:cubicBezTo>
                    <a:pt x="471" y="1"/>
                    <a:pt x="1" y="471"/>
                    <a:pt x="1" y="1051"/>
                  </a:cubicBezTo>
                  <a:lnTo>
                    <a:pt x="1" y="1788"/>
                  </a:lnTo>
                  <a:cubicBezTo>
                    <a:pt x="1" y="2368"/>
                    <a:pt x="471" y="2822"/>
                    <a:pt x="1051" y="2822"/>
                  </a:cubicBezTo>
                  <a:lnTo>
                    <a:pt x="1944" y="2822"/>
                  </a:lnTo>
                  <a:cubicBezTo>
                    <a:pt x="2524" y="2822"/>
                    <a:pt x="2979" y="2368"/>
                    <a:pt x="2979" y="1788"/>
                  </a:cubicBezTo>
                  <a:lnTo>
                    <a:pt x="2979" y="1051"/>
                  </a:lnTo>
                  <a:cubicBezTo>
                    <a:pt x="2979"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123;p30">
              <a:extLst>
                <a:ext uri="{FF2B5EF4-FFF2-40B4-BE49-F238E27FC236}">
                  <a16:creationId xmlns:a16="http://schemas.microsoft.com/office/drawing/2014/main" id="{519AEB82-4C55-050F-6F36-88F201B8310E}"/>
                </a:ext>
              </a:extLst>
            </p:cNvPr>
            <p:cNvSpPr/>
            <p:nvPr/>
          </p:nvSpPr>
          <p:spPr>
            <a:xfrm>
              <a:off x="5595425" y="3351575"/>
              <a:ext cx="74475" cy="70575"/>
            </a:xfrm>
            <a:custGeom>
              <a:avLst/>
              <a:gdLst/>
              <a:ahLst/>
              <a:cxnLst/>
              <a:rect l="l" t="t" r="r" b="b"/>
              <a:pathLst>
                <a:path w="2979" h="2823" extrusionOk="0">
                  <a:moveTo>
                    <a:pt x="1035" y="1"/>
                  </a:moveTo>
                  <a:cubicBezTo>
                    <a:pt x="455" y="1"/>
                    <a:pt x="1" y="471"/>
                    <a:pt x="1" y="1051"/>
                  </a:cubicBezTo>
                  <a:lnTo>
                    <a:pt x="1" y="1788"/>
                  </a:lnTo>
                  <a:cubicBezTo>
                    <a:pt x="1" y="2368"/>
                    <a:pt x="455" y="2822"/>
                    <a:pt x="1035" y="2822"/>
                  </a:cubicBezTo>
                  <a:lnTo>
                    <a:pt x="1929" y="2822"/>
                  </a:lnTo>
                  <a:cubicBezTo>
                    <a:pt x="2508" y="2822"/>
                    <a:pt x="2979" y="2368"/>
                    <a:pt x="2979" y="1788"/>
                  </a:cubicBezTo>
                  <a:lnTo>
                    <a:pt x="2979" y="1051"/>
                  </a:lnTo>
                  <a:cubicBezTo>
                    <a:pt x="2979" y="471"/>
                    <a:pt x="2508" y="1"/>
                    <a:pt x="19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124;p30">
              <a:extLst>
                <a:ext uri="{FF2B5EF4-FFF2-40B4-BE49-F238E27FC236}">
                  <a16:creationId xmlns:a16="http://schemas.microsoft.com/office/drawing/2014/main" id="{98F2C447-2DD5-DBCB-394D-A997A508A2BB}"/>
                </a:ext>
              </a:extLst>
            </p:cNvPr>
            <p:cNvSpPr/>
            <p:nvPr/>
          </p:nvSpPr>
          <p:spPr>
            <a:xfrm>
              <a:off x="5486875" y="3351575"/>
              <a:ext cx="74475" cy="70575"/>
            </a:xfrm>
            <a:custGeom>
              <a:avLst/>
              <a:gdLst/>
              <a:ahLst/>
              <a:cxnLst/>
              <a:rect l="l" t="t" r="r" b="b"/>
              <a:pathLst>
                <a:path w="2979" h="2823" extrusionOk="0">
                  <a:moveTo>
                    <a:pt x="1051" y="1"/>
                  </a:moveTo>
                  <a:cubicBezTo>
                    <a:pt x="471" y="1"/>
                    <a:pt x="1" y="471"/>
                    <a:pt x="1" y="1051"/>
                  </a:cubicBezTo>
                  <a:lnTo>
                    <a:pt x="1" y="1788"/>
                  </a:lnTo>
                  <a:cubicBezTo>
                    <a:pt x="1" y="2368"/>
                    <a:pt x="471" y="2822"/>
                    <a:pt x="1051" y="2822"/>
                  </a:cubicBezTo>
                  <a:lnTo>
                    <a:pt x="1944" y="2822"/>
                  </a:lnTo>
                  <a:cubicBezTo>
                    <a:pt x="2509" y="2822"/>
                    <a:pt x="2979" y="2368"/>
                    <a:pt x="2979" y="1788"/>
                  </a:cubicBezTo>
                  <a:lnTo>
                    <a:pt x="2979" y="1051"/>
                  </a:lnTo>
                  <a:cubicBezTo>
                    <a:pt x="2979" y="471"/>
                    <a:pt x="2509"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125;p30">
              <a:extLst>
                <a:ext uri="{FF2B5EF4-FFF2-40B4-BE49-F238E27FC236}">
                  <a16:creationId xmlns:a16="http://schemas.microsoft.com/office/drawing/2014/main" id="{F328EDF1-32B6-5C9F-7F4A-26E51D40B170}"/>
                </a:ext>
              </a:extLst>
            </p:cNvPr>
            <p:cNvSpPr/>
            <p:nvPr/>
          </p:nvSpPr>
          <p:spPr>
            <a:xfrm>
              <a:off x="5378350" y="3351575"/>
              <a:ext cx="74850" cy="70575"/>
            </a:xfrm>
            <a:custGeom>
              <a:avLst/>
              <a:gdLst/>
              <a:ahLst/>
              <a:cxnLst/>
              <a:rect l="l" t="t" r="r" b="b"/>
              <a:pathLst>
                <a:path w="2994" h="2823" extrusionOk="0">
                  <a:moveTo>
                    <a:pt x="1050" y="1"/>
                  </a:moveTo>
                  <a:cubicBezTo>
                    <a:pt x="470" y="1"/>
                    <a:pt x="0" y="471"/>
                    <a:pt x="0" y="1051"/>
                  </a:cubicBezTo>
                  <a:lnTo>
                    <a:pt x="0" y="1788"/>
                  </a:lnTo>
                  <a:cubicBezTo>
                    <a:pt x="0" y="2368"/>
                    <a:pt x="470" y="2822"/>
                    <a:pt x="1050"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126;p30">
              <a:extLst>
                <a:ext uri="{FF2B5EF4-FFF2-40B4-BE49-F238E27FC236}">
                  <a16:creationId xmlns:a16="http://schemas.microsoft.com/office/drawing/2014/main" id="{0ECBE1C0-CE0B-BF76-4BD8-B22CC9328352}"/>
                </a:ext>
              </a:extLst>
            </p:cNvPr>
            <p:cNvSpPr/>
            <p:nvPr/>
          </p:nvSpPr>
          <p:spPr>
            <a:xfrm>
              <a:off x="5270175" y="3351575"/>
              <a:ext cx="74500" cy="70575"/>
            </a:xfrm>
            <a:custGeom>
              <a:avLst/>
              <a:gdLst/>
              <a:ahLst/>
              <a:cxnLst/>
              <a:rect l="l" t="t" r="r" b="b"/>
              <a:pathLst>
                <a:path w="2980" h="2823" extrusionOk="0">
                  <a:moveTo>
                    <a:pt x="1051" y="1"/>
                  </a:moveTo>
                  <a:cubicBezTo>
                    <a:pt x="471" y="1"/>
                    <a:pt x="1" y="471"/>
                    <a:pt x="1" y="1051"/>
                  </a:cubicBezTo>
                  <a:lnTo>
                    <a:pt x="1" y="1788"/>
                  </a:lnTo>
                  <a:cubicBezTo>
                    <a:pt x="1" y="2368"/>
                    <a:pt x="471" y="2822"/>
                    <a:pt x="1051" y="2822"/>
                  </a:cubicBezTo>
                  <a:lnTo>
                    <a:pt x="1945" y="2822"/>
                  </a:lnTo>
                  <a:cubicBezTo>
                    <a:pt x="2509" y="2822"/>
                    <a:pt x="2979" y="2368"/>
                    <a:pt x="2979" y="1788"/>
                  </a:cubicBezTo>
                  <a:lnTo>
                    <a:pt x="2979" y="1051"/>
                  </a:lnTo>
                  <a:cubicBezTo>
                    <a:pt x="2979" y="471"/>
                    <a:pt x="2509" y="1"/>
                    <a:pt x="194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127;p30">
              <a:extLst>
                <a:ext uri="{FF2B5EF4-FFF2-40B4-BE49-F238E27FC236}">
                  <a16:creationId xmlns:a16="http://schemas.microsoft.com/office/drawing/2014/main" id="{6C1507D3-FC6D-0738-C6F5-23484DFBA441}"/>
                </a:ext>
              </a:extLst>
            </p:cNvPr>
            <p:cNvSpPr/>
            <p:nvPr/>
          </p:nvSpPr>
          <p:spPr>
            <a:xfrm>
              <a:off x="5161650" y="3351575"/>
              <a:ext cx="74850" cy="70575"/>
            </a:xfrm>
            <a:custGeom>
              <a:avLst/>
              <a:gdLst/>
              <a:ahLst/>
              <a:cxnLst/>
              <a:rect l="l" t="t" r="r" b="b"/>
              <a:pathLst>
                <a:path w="2994" h="2823" extrusionOk="0">
                  <a:moveTo>
                    <a:pt x="1050" y="1"/>
                  </a:moveTo>
                  <a:cubicBezTo>
                    <a:pt x="470" y="1"/>
                    <a:pt x="0" y="471"/>
                    <a:pt x="0" y="1051"/>
                  </a:cubicBezTo>
                  <a:lnTo>
                    <a:pt x="0" y="1788"/>
                  </a:lnTo>
                  <a:cubicBezTo>
                    <a:pt x="0" y="2368"/>
                    <a:pt x="470" y="2822"/>
                    <a:pt x="1050"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128;p30">
              <a:extLst>
                <a:ext uri="{FF2B5EF4-FFF2-40B4-BE49-F238E27FC236}">
                  <a16:creationId xmlns:a16="http://schemas.microsoft.com/office/drawing/2014/main" id="{04793CD7-0601-BFA2-EC26-AE49EC5928D0}"/>
                </a:ext>
              </a:extLst>
            </p:cNvPr>
            <p:cNvSpPr/>
            <p:nvPr/>
          </p:nvSpPr>
          <p:spPr>
            <a:xfrm>
              <a:off x="4849325" y="3351575"/>
              <a:ext cx="74475" cy="70575"/>
            </a:xfrm>
            <a:custGeom>
              <a:avLst/>
              <a:gdLst/>
              <a:ahLst/>
              <a:cxnLst/>
              <a:rect l="l" t="t" r="r" b="b"/>
              <a:pathLst>
                <a:path w="2979" h="2823" extrusionOk="0">
                  <a:moveTo>
                    <a:pt x="1035" y="1"/>
                  </a:moveTo>
                  <a:cubicBezTo>
                    <a:pt x="471" y="1"/>
                    <a:pt x="1" y="471"/>
                    <a:pt x="1" y="1051"/>
                  </a:cubicBezTo>
                  <a:lnTo>
                    <a:pt x="1" y="1788"/>
                  </a:lnTo>
                  <a:cubicBezTo>
                    <a:pt x="1" y="2368"/>
                    <a:pt x="471" y="2822"/>
                    <a:pt x="1035" y="2822"/>
                  </a:cubicBezTo>
                  <a:lnTo>
                    <a:pt x="1929" y="2822"/>
                  </a:lnTo>
                  <a:cubicBezTo>
                    <a:pt x="2509" y="2822"/>
                    <a:pt x="2979" y="2368"/>
                    <a:pt x="2979" y="1788"/>
                  </a:cubicBezTo>
                  <a:lnTo>
                    <a:pt x="2979" y="1051"/>
                  </a:lnTo>
                  <a:cubicBezTo>
                    <a:pt x="2979" y="471"/>
                    <a:pt x="2509" y="1"/>
                    <a:pt x="19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129;p30">
              <a:extLst>
                <a:ext uri="{FF2B5EF4-FFF2-40B4-BE49-F238E27FC236}">
                  <a16:creationId xmlns:a16="http://schemas.microsoft.com/office/drawing/2014/main" id="{C74294A8-B9D5-8CB1-682D-15D286F9604A}"/>
                </a:ext>
              </a:extLst>
            </p:cNvPr>
            <p:cNvSpPr/>
            <p:nvPr/>
          </p:nvSpPr>
          <p:spPr>
            <a:xfrm>
              <a:off x="4736475" y="3351575"/>
              <a:ext cx="74875" cy="70575"/>
            </a:xfrm>
            <a:custGeom>
              <a:avLst/>
              <a:gdLst/>
              <a:ahLst/>
              <a:cxnLst/>
              <a:rect l="l" t="t" r="r" b="b"/>
              <a:pathLst>
                <a:path w="2995" h="2823" extrusionOk="0">
                  <a:moveTo>
                    <a:pt x="1051" y="1"/>
                  </a:moveTo>
                  <a:cubicBezTo>
                    <a:pt x="471" y="1"/>
                    <a:pt x="0" y="471"/>
                    <a:pt x="0" y="1051"/>
                  </a:cubicBezTo>
                  <a:lnTo>
                    <a:pt x="0" y="1788"/>
                  </a:lnTo>
                  <a:cubicBezTo>
                    <a:pt x="0" y="2368"/>
                    <a:pt x="471" y="2822"/>
                    <a:pt x="1051"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130;p30">
              <a:extLst>
                <a:ext uri="{FF2B5EF4-FFF2-40B4-BE49-F238E27FC236}">
                  <a16:creationId xmlns:a16="http://schemas.microsoft.com/office/drawing/2014/main" id="{3511A421-8692-52CE-FEF0-E5896B636D5B}"/>
                </a:ext>
              </a:extLst>
            </p:cNvPr>
            <p:cNvSpPr/>
            <p:nvPr/>
          </p:nvSpPr>
          <p:spPr>
            <a:xfrm>
              <a:off x="4628325" y="3351575"/>
              <a:ext cx="74475" cy="70575"/>
            </a:xfrm>
            <a:custGeom>
              <a:avLst/>
              <a:gdLst/>
              <a:ahLst/>
              <a:cxnLst/>
              <a:rect l="l" t="t" r="r" b="b"/>
              <a:pathLst>
                <a:path w="2979" h="2823" extrusionOk="0">
                  <a:moveTo>
                    <a:pt x="1051" y="1"/>
                  </a:moveTo>
                  <a:cubicBezTo>
                    <a:pt x="471" y="1"/>
                    <a:pt x="0" y="471"/>
                    <a:pt x="0" y="1051"/>
                  </a:cubicBezTo>
                  <a:lnTo>
                    <a:pt x="0" y="1788"/>
                  </a:lnTo>
                  <a:cubicBezTo>
                    <a:pt x="0" y="2368"/>
                    <a:pt x="471" y="2822"/>
                    <a:pt x="1051" y="2822"/>
                  </a:cubicBezTo>
                  <a:lnTo>
                    <a:pt x="1944" y="2822"/>
                  </a:lnTo>
                  <a:cubicBezTo>
                    <a:pt x="2508" y="2822"/>
                    <a:pt x="2978" y="2368"/>
                    <a:pt x="2978" y="1788"/>
                  </a:cubicBezTo>
                  <a:lnTo>
                    <a:pt x="2978" y="1051"/>
                  </a:lnTo>
                  <a:cubicBezTo>
                    <a:pt x="2978" y="471"/>
                    <a:pt x="2508"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131;p30">
              <a:extLst>
                <a:ext uri="{FF2B5EF4-FFF2-40B4-BE49-F238E27FC236}">
                  <a16:creationId xmlns:a16="http://schemas.microsoft.com/office/drawing/2014/main" id="{540D14EC-34A7-C31E-40C3-CB2F173F8E9B}"/>
                </a:ext>
              </a:extLst>
            </p:cNvPr>
            <p:cNvSpPr/>
            <p:nvPr/>
          </p:nvSpPr>
          <p:spPr>
            <a:xfrm>
              <a:off x="4519775" y="3351575"/>
              <a:ext cx="74875" cy="70575"/>
            </a:xfrm>
            <a:custGeom>
              <a:avLst/>
              <a:gdLst/>
              <a:ahLst/>
              <a:cxnLst/>
              <a:rect l="l" t="t" r="r" b="b"/>
              <a:pathLst>
                <a:path w="2995" h="2823" extrusionOk="0">
                  <a:moveTo>
                    <a:pt x="1051" y="1"/>
                  </a:moveTo>
                  <a:cubicBezTo>
                    <a:pt x="471" y="1"/>
                    <a:pt x="1" y="471"/>
                    <a:pt x="1" y="1051"/>
                  </a:cubicBezTo>
                  <a:lnTo>
                    <a:pt x="1" y="1788"/>
                  </a:lnTo>
                  <a:cubicBezTo>
                    <a:pt x="1" y="2368"/>
                    <a:pt x="471" y="2822"/>
                    <a:pt x="1051"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132;p30">
              <a:extLst>
                <a:ext uri="{FF2B5EF4-FFF2-40B4-BE49-F238E27FC236}">
                  <a16:creationId xmlns:a16="http://schemas.microsoft.com/office/drawing/2014/main" id="{16A82A2B-EA0A-BDE4-F1F5-36807A01F282}"/>
                </a:ext>
              </a:extLst>
            </p:cNvPr>
            <p:cNvSpPr/>
            <p:nvPr/>
          </p:nvSpPr>
          <p:spPr>
            <a:xfrm>
              <a:off x="4411625" y="3351575"/>
              <a:ext cx="74475" cy="70575"/>
            </a:xfrm>
            <a:custGeom>
              <a:avLst/>
              <a:gdLst/>
              <a:ahLst/>
              <a:cxnLst/>
              <a:rect l="l" t="t" r="r" b="b"/>
              <a:pathLst>
                <a:path w="2979" h="2823" extrusionOk="0">
                  <a:moveTo>
                    <a:pt x="1035" y="1"/>
                  </a:moveTo>
                  <a:cubicBezTo>
                    <a:pt x="471" y="1"/>
                    <a:pt x="0" y="471"/>
                    <a:pt x="0" y="1051"/>
                  </a:cubicBezTo>
                  <a:lnTo>
                    <a:pt x="0" y="1788"/>
                  </a:lnTo>
                  <a:cubicBezTo>
                    <a:pt x="0" y="2368"/>
                    <a:pt x="471" y="2822"/>
                    <a:pt x="1035" y="2822"/>
                  </a:cubicBezTo>
                  <a:lnTo>
                    <a:pt x="1928" y="2822"/>
                  </a:lnTo>
                  <a:cubicBezTo>
                    <a:pt x="2508" y="2822"/>
                    <a:pt x="2979" y="2368"/>
                    <a:pt x="2979" y="1788"/>
                  </a:cubicBezTo>
                  <a:lnTo>
                    <a:pt x="2979" y="1051"/>
                  </a:lnTo>
                  <a:cubicBezTo>
                    <a:pt x="2979" y="471"/>
                    <a:pt x="2508" y="1"/>
                    <a:pt x="192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33;p30">
              <a:extLst>
                <a:ext uri="{FF2B5EF4-FFF2-40B4-BE49-F238E27FC236}">
                  <a16:creationId xmlns:a16="http://schemas.microsoft.com/office/drawing/2014/main" id="{9A17B1FA-4B3F-D9D9-3F80-27AD64E5B946}"/>
                </a:ext>
              </a:extLst>
            </p:cNvPr>
            <p:cNvSpPr/>
            <p:nvPr/>
          </p:nvSpPr>
          <p:spPr>
            <a:xfrm>
              <a:off x="4303075" y="3351575"/>
              <a:ext cx="74875" cy="70575"/>
            </a:xfrm>
            <a:custGeom>
              <a:avLst/>
              <a:gdLst/>
              <a:ahLst/>
              <a:cxnLst/>
              <a:rect l="l" t="t" r="r" b="b"/>
              <a:pathLst>
                <a:path w="2995" h="2823" extrusionOk="0">
                  <a:moveTo>
                    <a:pt x="1051" y="1"/>
                  </a:moveTo>
                  <a:cubicBezTo>
                    <a:pt x="471" y="1"/>
                    <a:pt x="1" y="471"/>
                    <a:pt x="1" y="1051"/>
                  </a:cubicBezTo>
                  <a:lnTo>
                    <a:pt x="1" y="1788"/>
                  </a:lnTo>
                  <a:cubicBezTo>
                    <a:pt x="1" y="2368"/>
                    <a:pt x="471" y="2822"/>
                    <a:pt x="1051"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34;p30">
              <a:extLst>
                <a:ext uri="{FF2B5EF4-FFF2-40B4-BE49-F238E27FC236}">
                  <a16:creationId xmlns:a16="http://schemas.microsoft.com/office/drawing/2014/main" id="{6205D456-9F12-4274-0EF2-0C29AA7996F4}"/>
                </a:ext>
              </a:extLst>
            </p:cNvPr>
            <p:cNvSpPr/>
            <p:nvPr/>
          </p:nvSpPr>
          <p:spPr>
            <a:xfrm>
              <a:off x="4194925" y="3351575"/>
              <a:ext cx="74475" cy="70575"/>
            </a:xfrm>
            <a:custGeom>
              <a:avLst/>
              <a:gdLst/>
              <a:ahLst/>
              <a:cxnLst/>
              <a:rect l="l" t="t" r="r" b="b"/>
              <a:pathLst>
                <a:path w="2979" h="2823" extrusionOk="0">
                  <a:moveTo>
                    <a:pt x="1035" y="1"/>
                  </a:moveTo>
                  <a:cubicBezTo>
                    <a:pt x="471" y="1"/>
                    <a:pt x="1" y="471"/>
                    <a:pt x="1" y="1051"/>
                  </a:cubicBezTo>
                  <a:lnTo>
                    <a:pt x="1" y="1788"/>
                  </a:lnTo>
                  <a:cubicBezTo>
                    <a:pt x="1" y="2368"/>
                    <a:pt x="471" y="2822"/>
                    <a:pt x="1035" y="2822"/>
                  </a:cubicBezTo>
                  <a:lnTo>
                    <a:pt x="1928" y="2822"/>
                  </a:lnTo>
                  <a:cubicBezTo>
                    <a:pt x="2508" y="2822"/>
                    <a:pt x="2979" y="2368"/>
                    <a:pt x="2979" y="1788"/>
                  </a:cubicBezTo>
                  <a:lnTo>
                    <a:pt x="2979" y="1051"/>
                  </a:lnTo>
                  <a:cubicBezTo>
                    <a:pt x="2979" y="471"/>
                    <a:pt x="2508" y="1"/>
                    <a:pt x="192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35;p30">
              <a:extLst>
                <a:ext uri="{FF2B5EF4-FFF2-40B4-BE49-F238E27FC236}">
                  <a16:creationId xmlns:a16="http://schemas.microsoft.com/office/drawing/2014/main" id="{3AF1B2ED-756C-D9C1-B4B7-A97E3045B75F}"/>
                </a:ext>
              </a:extLst>
            </p:cNvPr>
            <p:cNvSpPr/>
            <p:nvPr/>
          </p:nvSpPr>
          <p:spPr>
            <a:xfrm>
              <a:off x="4086375" y="3351575"/>
              <a:ext cx="74875" cy="70575"/>
            </a:xfrm>
            <a:custGeom>
              <a:avLst/>
              <a:gdLst/>
              <a:ahLst/>
              <a:cxnLst/>
              <a:rect l="l" t="t" r="r" b="b"/>
              <a:pathLst>
                <a:path w="2995" h="2823" extrusionOk="0">
                  <a:moveTo>
                    <a:pt x="1051" y="1"/>
                  </a:moveTo>
                  <a:cubicBezTo>
                    <a:pt x="471" y="1"/>
                    <a:pt x="1" y="471"/>
                    <a:pt x="1" y="1051"/>
                  </a:cubicBezTo>
                  <a:lnTo>
                    <a:pt x="1" y="1788"/>
                  </a:lnTo>
                  <a:cubicBezTo>
                    <a:pt x="1" y="2368"/>
                    <a:pt x="471" y="2822"/>
                    <a:pt x="1051" y="2822"/>
                  </a:cubicBezTo>
                  <a:lnTo>
                    <a:pt x="1944" y="2822"/>
                  </a:lnTo>
                  <a:cubicBezTo>
                    <a:pt x="2524" y="2822"/>
                    <a:pt x="2995" y="2368"/>
                    <a:pt x="2995" y="1788"/>
                  </a:cubicBezTo>
                  <a:lnTo>
                    <a:pt x="2995" y="1051"/>
                  </a:lnTo>
                  <a:cubicBezTo>
                    <a:pt x="2995"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6;p30">
              <a:extLst>
                <a:ext uri="{FF2B5EF4-FFF2-40B4-BE49-F238E27FC236}">
                  <a16:creationId xmlns:a16="http://schemas.microsoft.com/office/drawing/2014/main" id="{1253B75C-63F3-D23F-BB57-1CC08015EAAD}"/>
                </a:ext>
              </a:extLst>
            </p:cNvPr>
            <p:cNvSpPr/>
            <p:nvPr/>
          </p:nvSpPr>
          <p:spPr>
            <a:xfrm>
              <a:off x="4570325" y="2631750"/>
              <a:ext cx="2293575" cy="582700"/>
            </a:xfrm>
            <a:custGeom>
              <a:avLst/>
              <a:gdLst/>
              <a:ahLst/>
              <a:cxnLst/>
              <a:rect l="l" t="t" r="r" b="b"/>
              <a:pathLst>
                <a:path w="91743" h="23308" extrusionOk="0">
                  <a:moveTo>
                    <a:pt x="23857" y="188"/>
                  </a:moveTo>
                  <a:cubicBezTo>
                    <a:pt x="21694" y="658"/>
                    <a:pt x="19813" y="1944"/>
                    <a:pt x="17854" y="2947"/>
                  </a:cubicBezTo>
                  <a:lnTo>
                    <a:pt x="17854" y="2947"/>
                  </a:lnTo>
                  <a:cubicBezTo>
                    <a:pt x="15001" y="4420"/>
                    <a:pt x="11835" y="5376"/>
                    <a:pt x="8637" y="5282"/>
                  </a:cubicBezTo>
                  <a:lnTo>
                    <a:pt x="8637" y="5282"/>
                  </a:lnTo>
                  <a:cubicBezTo>
                    <a:pt x="5440" y="5204"/>
                    <a:pt x="2211" y="4013"/>
                    <a:pt x="1" y="1709"/>
                  </a:cubicBezTo>
                  <a:lnTo>
                    <a:pt x="1" y="1709"/>
                  </a:lnTo>
                  <a:cubicBezTo>
                    <a:pt x="251" y="3339"/>
                    <a:pt x="1458" y="4467"/>
                    <a:pt x="2963" y="5173"/>
                  </a:cubicBezTo>
                  <a:lnTo>
                    <a:pt x="2963" y="5173"/>
                  </a:lnTo>
                  <a:cubicBezTo>
                    <a:pt x="6082" y="6615"/>
                    <a:pt x="9672" y="7022"/>
                    <a:pt x="13026" y="6286"/>
                  </a:cubicBezTo>
                  <a:lnTo>
                    <a:pt x="13026" y="6286"/>
                  </a:lnTo>
                  <a:cubicBezTo>
                    <a:pt x="15910" y="5643"/>
                    <a:pt x="18559" y="4232"/>
                    <a:pt x="21365" y="3323"/>
                  </a:cubicBezTo>
                  <a:lnTo>
                    <a:pt x="21365" y="3323"/>
                  </a:lnTo>
                  <a:cubicBezTo>
                    <a:pt x="24170" y="2414"/>
                    <a:pt x="27384" y="2069"/>
                    <a:pt x="29954" y="3511"/>
                  </a:cubicBezTo>
                  <a:lnTo>
                    <a:pt x="29954" y="3511"/>
                  </a:lnTo>
                  <a:cubicBezTo>
                    <a:pt x="31804" y="4546"/>
                    <a:pt x="33058" y="6364"/>
                    <a:pt x="34735" y="7649"/>
                  </a:cubicBezTo>
                  <a:lnTo>
                    <a:pt x="34735" y="7649"/>
                  </a:lnTo>
                  <a:cubicBezTo>
                    <a:pt x="39108" y="11051"/>
                    <a:pt x="45440" y="10330"/>
                    <a:pt x="50629" y="8386"/>
                  </a:cubicBezTo>
                  <a:lnTo>
                    <a:pt x="50629" y="8386"/>
                  </a:lnTo>
                  <a:cubicBezTo>
                    <a:pt x="52274" y="7775"/>
                    <a:pt x="53905" y="7038"/>
                    <a:pt x="55644" y="6803"/>
                  </a:cubicBezTo>
                  <a:lnTo>
                    <a:pt x="55644" y="6803"/>
                  </a:lnTo>
                  <a:cubicBezTo>
                    <a:pt x="57384" y="6552"/>
                    <a:pt x="59312" y="6897"/>
                    <a:pt x="60550" y="8135"/>
                  </a:cubicBezTo>
                  <a:lnTo>
                    <a:pt x="60550" y="8135"/>
                  </a:lnTo>
                  <a:cubicBezTo>
                    <a:pt x="61851" y="9452"/>
                    <a:pt x="62149" y="11489"/>
                    <a:pt x="63340" y="12916"/>
                  </a:cubicBezTo>
                  <a:lnTo>
                    <a:pt x="63340" y="12916"/>
                  </a:lnTo>
                  <a:cubicBezTo>
                    <a:pt x="64516" y="14326"/>
                    <a:pt x="66413" y="14922"/>
                    <a:pt x="68231" y="15126"/>
                  </a:cubicBezTo>
                  <a:lnTo>
                    <a:pt x="68231" y="15126"/>
                  </a:lnTo>
                  <a:cubicBezTo>
                    <a:pt x="73215" y="15690"/>
                    <a:pt x="76648" y="12571"/>
                    <a:pt x="81397" y="12383"/>
                  </a:cubicBezTo>
                  <a:lnTo>
                    <a:pt x="81397" y="12383"/>
                  </a:lnTo>
                  <a:cubicBezTo>
                    <a:pt x="83200" y="12305"/>
                    <a:pt x="85081" y="12712"/>
                    <a:pt x="86476" y="13841"/>
                  </a:cubicBezTo>
                  <a:lnTo>
                    <a:pt x="86476" y="13841"/>
                  </a:lnTo>
                  <a:cubicBezTo>
                    <a:pt x="87479" y="14656"/>
                    <a:pt x="88169" y="15800"/>
                    <a:pt x="88796" y="16944"/>
                  </a:cubicBezTo>
                  <a:lnTo>
                    <a:pt x="88796" y="16944"/>
                  </a:lnTo>
                  <a:cubicBezTo>
                    <a:pt x="89877" y="18935"/>
                    <a:pt x="90833" y="21051"/>
                    <a:pt x="91225" y="23292"/>
                  </a:cubicBezTo>
                  <a:lnTo>
                    <a:pt x="91225" y="23292"/>
                  </a:lnTo>
                  <a:lnTo>
                    <a:pt x="91398" y="23308"/>
                  </a:lnTo>
                  <a:cubicBezTo>
                    <a:pt x="91742" y="20048"/>
                    <a:pt x="91492" y="16631"/>
                    <a:pt x="89940" y="13747"/>
                  </a:cubicBezTo>
                  <a:lnTo>
                    <a:pt x="89940" y="13747"/>
                  </a:lnTo>
                  <a:cubicBezTo>
                    <a:pt x="88388" y="10862"/>
                    <a:pt x="85332" y="8637"/>
                    <a:pt x="82056" y="8746"/>
                  </a:cubicBezTo>
                  <a:lnTo>
                    <a:pt x="82056" y="8746"/>
                  </a:lnTo>
                  <a:cubicBezTo>
                    <a:pt x="79846" y="8809"/>
                    <a:pt x="77808" y="9891"/>
                    <a:pt x="75723" y="10643"/>
                  </a:cubicBezTo>
                  <a:lnTo>
                    <a:pt x="75723" y="10643"/>
                  </a:lnTo>
                  <a:cubicBezTo>
                    <a:pt x="73544" y="11411"/>
                    <a:pt x="71240" y="11819"/>
                    <a:pt x="68936" y="11850"/>
                  </a:cubicBezTo>
                  <a:lnTo>
                    <a:pt x="68936" y="11850"/>
                  </a:lnTo>
                  <a:cubicBezTo>
                    <a:pt x="67745" y="11881"/>
                    <a:pt x="66491" y="11787"/>
                    <a:pt x="65425" y="11223"/>
                  </a:cubicBezTo>
                  <a:lnTo>
                    <a:pt x="65425" y="11223"/>
                  </a:lnTo>
                  <a:cubicBezTo>
                    <a:pt x="63654" y="10314"/>
                    <a:pt x="62714" y="8370"/>
                    <a:pt x="61334" y="6944"/>
                  </a:cubicBezTo>
                  <a:lnTo>
                    <a:pt x="61334" y="6944"/>
                  </a:lnTo>
                  <a:cubicBezTo>
                    <a:pt x="57839" y="3370"/>
                    <a:pt x="51977" y="3574"/>
                    <a:pt x="47243" y="5188"/>
                  </a:cubicBezTo>
                  <a:lnTo>
                    <a:pt x="47243" y="5188"/>
                  </a:lnTo>
                  <a:cubicBezTo>
                    <a:pt x="45064" y="5925"/>
                    <a:pt x="42838" y="6913"/>
                    <a:pt x="40581" y="6521"/>
                  </a:cubicBezTo>
                  <a:lnTo>
                    <a:pt x="40581" y="6521"/>
                  </a:lnTo>
                  <a:cubicBezTo>
                    <a:pt x="39030" y="6239"/>
                    <a:pt x="37682" y="5345"/>
                    <a:pt x="36381" y="4452"/>
                  </a:cubicBezTo>
                  <a:lnTo>
                    <a:pt x="36381" y="4452"/>
                  </a:lnTo>
                  <a:cubicBezTo>
                    <a:pt x="33152" y="2273"/>
                    <a:pt x="29515" y="0"/>
                    <a:pt x="25738" y="0"/>
                  </a:cubicBezTo>
                  <a:lnTo>
                    <a:pt x="25738" y="0"/>
                  </a:lnTo>
                  <a:cubicBezTo>
                    <a:pt x="25111" y="0"/>
                    <a:pt x="24484" y="63"/>
                    <a:pt x="23857" y="188"/>
                  </a:cubicBezTo>
                </a:path>
              </a:pathLst>
            </a:custGeom>
            <a:solidFill>
              <a:srgbClr val="FFFFFF">
                <a:alpha val="410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9" name="Rectangle: Rounded Corners 118">
            <a:extLst>
              <a:ext uri="{FF2B5EF4-FFF2-40B4-BE49-F238E27FC236}">
                <a16:creationId xmlns:a16="http://schemas.microsoft.com/office/drawing/2014/main" id="{609DFCB4-F985-FC69-1E04-6320C40DB4BB}"/>
              </a:ext>
            </a:extLst>
          </p:cNvPr>
          <p:cNvSpPr/>
          <p:nvPr/>
        </p:nvSpPr>
        <p:spPr>
          <a:xfrm>
            <a:off x="298428" y="1198093"/>
            <a:ext cx="2077414" cy="2878787"/>
          </a:xfrm>
          <a:prstGeom prst="roundRect">
            <a:avLst/>
          </a:prstGeom>
          <a:solidFill>
            <a:srgbClr val="002060"/>
          </a:solidFill>
          <a:ln>
            <a:solidFill>
              <a:srgbClr val="3A729A"/>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dirty="0">
              <a:solidFill>
                <a:srgbClr val="FFFFFF"/>
              </a:solidFill>
            </a:endParaRPr>
          </a:p>
        </p:txBody>
      </p:sp>
      <p:sp>
        <p:nvSpPr>
          <p:cNvPr id="123" name="Google Shape;397;p38">
            <a:extLst>
              <a:ext uri="{FF2B5EF4-FFF2-40B4-BE49-F238E27FC236}">
                <a16:creationId xmlns:a16="http://schemas.microsoft.com/office/drawing/2014/main" id="{04399BA9-1F0C-8174-BC9C-99AF97591CAB}"/>
              </a:ext>
            </a:extLst>
          </p:cNvPr>
          <p:cNvSpPr txBox="1">
            <a:spLocks/>
          </p:cNvSpPr>
          <p:nvPr/>
        </p:nvSpPr>
        <p:spPr>
          <a:xfrm>
            <a:off x="1270219" y="149761"/>
            <a:ext cx="6372766" cy="8400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6000"/>
              <a:buFont typeface="Montserrat ExtraBold"/>
              <a:buNone/>
              <a:defRPr sz="4000" b="0" i="0" u="none" strike="noStrike" cap="none">
                <a:solidFill>
                  <a:schemeClr val="dk2"/>
                </a:solidFill>
                <a:latin typeface="Montserrat ExtraBold"/>
                <a:ea typeface="Montserrat ExtraBold"/>
                <a:cs typeface="Montserrat ExtraBold"/>
                <a:sym typeface="Montserrat ExtraBold"/>
              </a:defRPr>
            </a:lvl1pPr>
            <a:lvl2pPr marR="0" lvl="1"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2pPr>
            <a:lvl3pPr marR="0" lvl="2"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3pPr>
            <a:lvl4pPr marR="0" lvl="3"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4pPr>
            <a:lvl5pPr marR="0" lvl="4"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5pPr>
            <a:lvl6pPr marR="0" lvl="5"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6pPr>
            <a:lvl7pPr marR="0" lvl="6"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7pPr>
            <a:lvl8pPr marR="0" lvl="7"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8pPr>
            <a:lvl9pPr marR="0" lvl="8"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9pPr>
          </a:lstStyle>
          <a:p>
            <a:pPr lvl="0"/>
            <a:r>
              <a:rPr lang="en-US" sz="3600" dirty="0">
                <a:solidFill>
                  <a:srgbClr val="002E50"/>
                </a:solidFill>
              </a:rPr>
              <a:t>Sales &amp; financial Analysis </a:t>
            </a:r>
          </a:p>
        </p:txBody>
      </p:sp>
      <p:sp>
        <p:nvSpPr>
          <p:cNvPr id="125" name="Flowchart: Alternate Process 124">
            <a:extLst>
              <a:ext uri="{FF2B5EF4-FFF2-40B4-BE49-F238E27FC236}">
                <a16:creationId xmlns:a16="http://schemas.microsoft.com/office/drawing/2014/main" id="{22659C58-1AF1-346A-2C3C-27F463669EC7}"/>
              </a:ext>
            </a:extLst>
          </p:cNvPr>
          <p:cNvSpPr/>
          <p:nvPr/>
        </p:nvSpPr>
        <p:spPr>
          <a:xfrm>
            <a:off x="487789" y="3149130"/>
            <a:ext cx="1687238" cy="554753"/>
          </a:xfrm>
          <a:prstGeom prst="flowChartAlternateProcess">
            <a:avLst/>
          </a:prstGeom>
          <a:solidFill>
            <a:srgbClr val="0070C0"/>
          </a:solidFill>
          <a:ln>
            <a:solidFill>
              <a:srgbClr val="69ABD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6">
            <a:extLst>
              <a:ext uri="{FF2B5EF4-FFF2-40B4-BE49-F238E27FC236}">
                <a16:creationId xmlns:a16="http://schemas.microsoft.com/office/drawing/2014/main" id="{DACC419B-451F-3CEB-4445-87F3447171FE}"/>
              </a:ext>
            </a:extLst>
          </p:cNvPr>
          <p:cNvGrpSpPr/>
          <p:nvPr/>
        </p:nvGrpSpPr>
        <p:grpSpPr>
          <a:xfrm>
            <a:off x="2882253" y="1434468"/>
            <a:ext cx="4227652" cy="840000"/>
            <a:chOff x="2882253" y="1434468"/>
            <a:chExt cx="4227652" cy="840000"/>
          </a:xfrm>
        </p:grpSpPr>
        <p:sp>
          <p:nvSpPr>
            <p:cNvPr id="2" name="Arrow: Pentagon 1">
              <a:extLst>
                <a:ext uri="{FF2B5EF4-FFF2-40B4-BE49-F238E27FC236}">
                  <a16:creationId xmlns:a16="http://schemas.microsoft.com/office/drawing/2014/main" id="{82670C86-6D9F-8C1B-37F1-EA8249CFF2F9}"/>
                </a:ext>
              </a:extLst>
            </p:cNvPr>
            <p:cNvSpPr/>
            <p:nvPr/>
          </p:nvSpPr>
          <p:spPr>
            <a:xfrm flipH="1">
              <a:off x="2882253" y="1537783"/>
              <a:ext cx="4227652" cy="656924"/>
            </a:xfrm>
            <a:prstGeom prst="homePlate">
              <a:avLst/>
            </a:prstGeom>
            <a:solidFill>
              <a:srgbClr val="3A729A"/>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Google Shape;397;p38">
              <a:extLst>
                <a:ext uri="{FF2B5EF4-FFF2-40B4-BE49-F238E27FC236}">
                  <a16:creationId xmlns:a16="http://schemas.microsoft.com/office/drawing/2014/main" id="{49038EA7-AB9C-FD5C-EAC2-CC6E37A323FD}"/>
                </a:ext>
              </a:extLst>
            </p:cNvPr>
            <p:cNvSpPr txBox="1">
              <a:spLocks/>
            </p:cNvSpPr>
            <p:nvPr/>
          </p:nvSpPr>
          <p:spPr>
            <a:xfrm>
              <a:off x="3499152" y="1434468"/>
              <a:ext cx="1251817" cy="8400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2400" b="1" dirty="0">
                  <a:solidFill>
                    <a:srgbClr val="FFFFFF"/>
                  </a:solidFill>
                </a:rPr>
                <a:t>$741K</a:t>
              </a:r>
            </a:p>
          </p:txBody>
        </p:sp>
      </p:grpSp>
      <p:sp>
        <p:nvSpPr>
          <p:cNvPr id="116" name="Google Shape;397;p38">
            <a:extLst>
              <a:ext uri="{FF2B5EF4-FFF2-40B4-BE49-F238E27FC236}">
                <a16:creationId xmlns:a16="http://schemas.microsoft.com/office/drawing/2014/main" id="{C8ACA82F-4A84-BE6D-C78D-94057E3E0062}"/>
              </a:ext>
            </a:extLst>
          </p:cNvPr>
          <p:cNvSpPr txBox="1">
            <a:spLocks/>
          </p:cNvSpPr>
          <p:nvPr/>
        </p:nvSpPr>
        <p:spPr>
          <a:xfrm>
            <a:off x="493838" y="2397589"/>
            <a:ext cx="1875955" cy="595205"/>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r>
              <a:rPr lang="en-US" sz="1200" dirty="0">
                <a:solidFill>
                  <a:srgbClr val="FFFFFF"/>
                </a:solidFill>
              </a:rPr>
              <a:t>Net Revenue</a:t>
            </a:r>
          </a:p>
        </p:txBody>
      </p:sp>
      <p:sp>
        <p:nvSpPr>
          <p:cNvPr id="3" name="Google Shape;397;p38">
            <a:extLst>
              <a:ext uri="{FF2B5EF4-FFF2-40B4-BE49-F238E27FC236}">
                <a16:creationId xmlns:a16="http://schemas.microsoft.com/office/drawing/2014/main" id="{131D3562-5F6B-7742-6652-CDB3869EED61}"/>
              </a:ext>
            </a:extLst>
          </p:cNvPr>
          <p:cNvSpPr txBox="1">
            <a:spLocks/>
          </p:cNvSpPr>
          <p:nvPr/>
        </p:nvSpPr>
        <p:spPr>
          <a:xfrm>
            <a:off x="518114" y="1640227"/>
            <a:ext cx="1695653" cy="595205"/>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r>
              <a:rPr lang="en-US" sz="1200" dirty="0">
                <a:solidFill>
                  <a:srgbClr val="FFFFFF"/>
                </a:solidFill>
              </a:rPr>
              <a:t>Revenue</a:t>
            </a:r>
          </a:p>
        </p:txBody>
      </p:sp>
      <p:grpSp>
        <p:nvGrpSpPr>
          <p:cNvPr id="9" name="Group 8">
            <a:extLst>
              <a:ext uri="{FF2B5EF4-FFF2-40B4-BE49-F238E27FC236}">
                <a16:creationId xmlns:a16="http://schemas.microsoft.com/office/drawing/2014/main" id="{2F01937F-25F8-0860-7421-4EDA3A49A92F}"/>
              </a:ext>
            </a:extLst>
          </p:cNvPr>
          <p:cNvGrpSpPr/>
          <p:nvPr/>
        </p:nvGrpSpPr>
        <p:grpSpPr>
          <a:xfrm>
            <a:off x="2882253" y="2241628"/>
            <a:ext cx="4227652" cy="840000"/>
            <a:chOff x="2882253" y="2241628"/>
            <a:chExt cx="4227652" cy="840000"/>
          </a:xfrm>
        </p:grpSpPr>
        <p:sp>
          <p:nvSpPr>
            <p:cNvPr id="4" name="Arrow: Pentagon 3">
              <a:extLst>
                <a:ext uri="{FF2B5EF4-FFF2-40B4-BE49-F238E27FC236}">
                  <a16:creationId xmlns:a16="http://schemas.microsoft.com/office/drawing/2014/main" id="{B7135F3B-3054-4227-100B-06574551C694}"/>
                </a:ext>
              </a:extLst>
            </p:cNvPr>
            <p:cNvSpPr/>
            <p:nvPr/>
          </p:nvSpPr>
          <p:spPr>
            <a:xfrm flipH="1">
              <a:off x="2882253" y="2344943"/>
              <a:ext cx="4227652" cy="656924"/>
            </a:xfrm>
            <a:prstGeom prst="homePlate">
              <a:avLst/>
            </a:prstGeom>
            <a:solidFill>
              <a:srgbClr val="3A729A"/>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Google Shape;397;p38">
              <a:extLst>
                <a:ext uri="{FF2B5EF4-FFF2-40B4-BE49-F238E27FC236}">
                  <a16:creationId xmlns:a16="http://schemas.microsoft.com/office/drawing/2014/main" id="{0BFF8766-3460-882B-ECFA-DD1DA05BF499}"/>
                </a:ext>
              </a:extLst>
            </p:cNvPr>
            <p:cNvSpPr txBox="1">
              <a:spLocks/>
            </p:cNvSpPr>
            <p:nvPr/>
          </p:nvSpPr>
          <p:spPr>
            <a:xfrm>
              <a:off x="3493103" y="2241628"/>
              <a:ext cx="1251817" cy="8400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2400" b="1" dirty="0">
                  <a:solidFill>
                    <a:srgbClr val="FFFFFF"/>
                  </a:solidFill>
                </a:rPr>
                <a:t>$703K</a:t>
              </a:r>
            </a:p>
          </p:txBody>
        </p:sp>
      </p:grpSp>
      <p:grpSp>
        <p:nvGrpSpPr>
          <p:cNvPr id="11" name="Group 10">
            <a:extLst>
              <a:ext uri="{FF2B5EF4-FFF2-40B4-BE49-F238E27FC236}">
                <a16:creationId xmlns:a16="http://schemas.microsoft.com/office/drawing/2014/main" id="{4C7E95D4-8AA6-884B-BA5B-E66D66A68ED3}"/>
              </a:ext>
            </a:extLst>
          </p:cNvPr>
          <p:cNvGrpSpPr/>
          <p:nvPr/>
        </p:nvGrpSpPr>
        <p:grpSpPr>
          <a:xfrm>
            <a:off x="2882253" y="3071393"/>
            <a:ext cx="4227652" cy="840000"/>
            <a:chOff x="2882253" y="3071393"/>
            <a:chExt cx="4227652" cy="840000"/>
          </a:xfrm>
        </p:grpSpPr>
        <p:sp>
          <p:nvSpPr>
            <p:cNvPr id="5" name="Arrow: Pentagon 4">
              <a:extLst>
                <a:ext uri="{FF2B5EF4-FFF2-40B4-BE49-F238E27FC236}">
                  <a16:creationId xmlns:a16="http://schemas.microsoft.com/office/drawing/2014/main" id="{86733C2E-B071-7C5B-1822-936A9ABEDF34}"/>
                </a:ext>
              </a:extLst>
            </p:cNvPr>
            <p:cNvSpPr/>
            <p:nvPr/>
          </p:nvSpPr>
          <p:spPr>
            <a:xfrm flipH="1">
              <a:off x="2882253" y="3152103"/>
              <a:ext cx="4227652" cy="656924"/>
            </a:xfrm>
            <a:prstGeom prst="homePlate">
              <a:avLst/>
            </a:prstGeom>
            <a:solidFill>
              <a:srgbClr val="3A729A"/>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Google Shape;397;p38">
              <a:extLst>
                <a:ext uri="{FF2B5EF4-FFF2-40B4-BE49-F238E27FC236}">
                  <a16:creationId xmlns:a16="http://schemas.microsoft.com/office/drawing/2014/main" id="{1E7DCE10-1D33-40A1-B3E2-9C3DB8619D58}"/>
                </a:ext>
              </a:extLst>
            </p:cNvPr>
            <p:cNvSpPr txBox="1">
              <a:spLocks/>
            </p:cNvSpPr>
            <p:nvPr/>
          </p:nvSpPr>
          <p:spPr>
            <a:xfrm>
              <a:off x="3490560" y="3071393"/>
              <a:ext cx="1251817" cy="8400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2400" b="1" dirty="0">
                  <a:solidFill>
                    <a:srgbClr val="FFFFFF"/>
                  </a:solidFill>
                </a:rPr>
                <a:t>$39K</a:t>
              </a:r>
            </a:p>
          </p:txBody>
        </p:sp>
      </p:grpSp>
      <p:sp>
        <p:nvSpPr>
          <p:cNvPr id="117" name="Google Shape;397;p38">
            <a:extLst>
              <a:ext uri="{FF2B5EF4-FFF2-40B4-BE49-F238E27FC236}">
                <a16:creationId xmlns:a16="http://schemas.microsoft.com/office/drawing/2014/main" id="{60B6D4D0-D088-B6F2-9F2B-A9DC6DC46FCA}"/>
              </a:ext>
            </a:extLst>
          </p:cNvPr>
          <p:cNvSpPr txBox="1">
            <a:spLocks/>
          </p:cNvSpPr>
          <p:nvPr/>
        </p:nvSpPr>
        <p:spPr>
          <a:xfrm>
            <a:off x="459745" y="3106944"/>
            <a:ext cx="1875955" cy="595205"/>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r>
              <a:rPr lang="en-US" sz="1600" b="1" dirty="0">
                <a:solidFill>
                  <a:srgbClr val="FFFFFF"/>
                </a:solidFill>
              </a:rPr>
              <a:t>Refund 5%</a:t>
            </a:r>
          </a:p>
        </p:txBody>
      </p:sp>
    </p:spTree>
    <p:extLst>
      <p:ext uri="{BB962C8B-B14F-4D97-AF65-F5344CB8AC3E}">
        <p14:creationId xmlns:p14="http://schemas.microsoft.com/office/powerpoint/2010/main" val="270274649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nodeType="after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250"/>
                                        <p:tgtEl>
                                          <p:spTgt spid="11"/>
                                        </p:tgtEl>
                                        <p:attrNameLst>
                                          <p:attrName>ppt_x</p:attrName>
                                        </p:attrNameLst>
                                      </p:cBhvr>
                                      <p:tavLst>
                                        <p:tav tm="0">
                                          <p:val>
                                            <p:strVal val="#ppt_x-#ppt_w*1.125000"/>
                                          </p:val>
                                        </p:tav>
                                        <p:tav tm="100000">
                                          <p:val>
                                            <p:strVal val="#ppt_x"/>
                                          </p:val>
                                        </p:tav>
                                      </p:tavLst>
                                    </p:anim>
                                    <p:animEffect transition="in" filter="wipe(right)">
                                      <p:cBhvr>
                                        <p:cTn id="8" dur="25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CB8DD42F-B8BB-7C2A-6D59-02CE7F410218}"/>
              </a:ext>
            </a:extLst>
          </p:cNvPr>
          <p:cNvSpPr>
            <a:spLocks noGrp="1"/>
          </p:cNvSpPr>
          <p:nvPr/>
        </p:nvSpPr>
        <p:spPr>
          <a:xfrm>
            <a:off x="600051" y="-62927"/>
            <a:ext cx="7943898"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Montserrat ExtraBold"/>
              <a:buNone/>
              <a:defRPr sz="3000" b="0" i="0" u="none" strike="noStrike" cap="none">
                <a:solidFill>
                  <a:schemeClr val="dk1"/>
                </a:solidFill>
                <a:latin typeface="Montserrat ExtraBold"/>
                <a:ea typeface="Montserrat ExtraBold"/>
                <a:cs typeface="Montserrat ExtraBold"/>
                <a:sym typeface="Montserrat ExtraBold"/>
              </a:defRPr>
            </a:lvl1pPr>
            <a:lvl2pPr marR="0" lvl="1"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2pPr>
            <a:lvl3pPr marR="0" lvl="2"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3pPr>
            <a:lvl4pPr marR="0" lvl="3"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4pPr>
            <a:lvl5pPr marR="0" lvl="4"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5pPr>
            <a:lvl6pPr marR="0" lvl="5"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6pPr>
            <a:lvl7pPr marR="0" lvl="6"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7pPr>
            <a:lvl8pPr marR="0" lvl="7"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8pPr>
            <a:lvl9pPr marR="0" lvl="8"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9pPr>
          </a:lstStyle>
          <a:p>
            <a:pPr marL="0" marR="0" lvl="0" indent="0" algn="ctr" defTabSz="914400" rtl="0" eaLnBrk="1" fontAlgn="auto" latinLnBrk="0" hangingPunct="1">
              <a:lnSpc>
                <a:spcPct val="100000"/>
              </a:lnSpc>
              <a:spcBef>
                <a:spcPts val="0"/>
              </a:spcBef>
              <a:spcAft>
                <a:spcPts val="0"/>
              </a:spcAft>
              <a:buClr>
                <a:srgbClr val="274E13"/>
              </a:buClr>
              <a:buSzPts val="3000"/>
              <a:buFont typeface="Montserrat ExtraBold"/>
              <a:buNone/>
              <a:tabLst/>
              <a:defRPr/>
            </a:pPr>
            <a:r>
              <a:rPr kumimoji="0" lang="en-US" sz="3000" b="1" i="0" u="none" strike="noStrike" kern="0" cap="none" spc="0" normalizeH="0" baseline="0" noProof="0" dirty="0">
                <a:ln>
                  <a:noFill/>
                </a:ln>
                <a:solidFill>
                  <a:srgbClr val="002060"/>
                </a:solidFill>
                <a:effectLst/>
                <a:uLnTx/>
                <a:uFillTx/>
                <a:latin typeface="Montserrat ExtraBold"/>
                <a:sym typeface="Montserrat ExtraBold"/>
              </a:rPr>
              <a:t>Sales Analysis Dashboard</a:t>
            </a:r>
            <a:endParaRPr kumimoji="0" lang="en-US" sz="3000" b="0" i="0" u="none" strike="noStrike" kern="0" cap="none" spc="0" normalizeH="0" baseline="0" noProof="0" dirty="0">
              <a:ln>
                <a:noFill/>
              </a:ln>
              <a:solidFill>
                <a:srgbClr val="002060"/>
              </a:solidFill>
              <a:effectLst/>
              <a:uLnTx/>
              <a:uFillTx/>
              <a:latin typeface="Montserrat ExtraBold"/>
              <a:sym typeface="Montserrat ExtraBold"/>
            </a:endParaRPr>
          </a:p>
        </p:txBody>
      </p:sp>
      <p:pic>
        <p:nvPicPr>
          <p:cNvPr id="2" name="Picture 1">
            <a:extLst>
              <a:ext uri="{FF2B5EF4-FFF2-40B4-BE49-F238E27FC236}">
                <a16:creationId xmlns:a16="http://schemas.microsoft.com/office/drawing/2014/main" id="{44173ED6-EF45-05A9-C174-AAD1F460C7F9}"/>
              </a:ext>
            </a:extLst>
          </p:cNvPr>
          <p:cNvPicPr>
            <a:picLocks noChangeAspect="1"/>
          </p:cNvPicPr>
          <p:nvPr/>
        </p:nvPicPr>
        <p:blipFill>
          <a:blip r:embed="rId2"/>
          <a:srcRect/>
          <a:stretch/>
        </p:blipFill>
        <p:spPr>
          <a:xfrm>
            <a:off x="810488" y="700312"/>
            <a:ext cx="7920936" cy="4012656"/>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0439569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10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CB8DD42F-B8BB-7C2A-6D59-02CE7F410218}"/>
              </a:ext>
            </a:extLst>
          </p:cNvPr>
          <p:cNvSpPr>
            <a:spLocks noGrp="1"/>
          </p:cNvSpPr>
          <p:nvPr/>
        </p:nvSpPr>
        <p:spPr>
          <a:xfrm>
            <a:off x="600051" y="-62927"/>
            <a:ext cx="7943898"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Montserrat ExtraBold"/>
              <a:buNone/>
              <a:defRPr sz="3000" b="0" i="0" u="none" strike="noStrike" cap="none">
                <a:solidFill>
                  <a:schemeClr val="dk1"/>
                </a:solidFill>
                <a:latin typeface="Montserrat ExtraBold"/>
                <a:ea typeface="Montserrat ExtraBold"/>
                <a:cs typeface="Montserrat ExtraBold"/>
                <a:sym typeface="Montserrat ExtraBold"/>
              </a:defRPr>
            </a:lvl1pPr>
            <a:lvl2pPr marR="0" lvl="1"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2pPr>
            <a:lvl3pPr marR="0" lvl="2"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3pPr>
            <a:lvl4pPr marR="0" lvl="3"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4pPr>
            <a:lvl5pPr marR="0" lvl="4"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5pPr>
            <a:lvl6pPr marR="0" lvl="5"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6pPr>
            <a:lvl7pPr marR="0" lvl="6"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7pPr>
            <a:lvl8pPr marR="0" lvl="7"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8pPr>
            <a:lvl9pPr marR="0" lvl="8"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9pPr>
          </a:lstStyle>
          <a:p>
            <a:pPr marL="0" marR="0" lvl="0" indent="0" algn="ctr" defTabSz="914400" rtl="0" eaLnBrk="1" fontAlgn="auto" latinLnBrk="0" hangingPunct="1">
              <a:lnSpc>
                <a:spcPct val="100000"/>
              </a:lnSpc>
              <a:spcBef>
                <a:spcPts val="0"/>
              </a:spcBef>
              <a:spcAft>
                <a:spcPts val="0"/>
              </a:spcAft>
              <a:buClr>
                <a:srgbClr val="274E13"/>
              </a:buClr>
              <a:buSzPts val="3000"/>
              <a:buFont typeface="Montserrat ExtraBold"/>
              <a:buNone/>
              <a:tabLst/>
              <a:defRPr/>
            </a:pPr>
            <a:r>
              <a:rPr kumimoji="0" lang="en-US" sz="3000" b="1" i="0" u="none" strike="noStrike" kern="0" cap="none" spc="0" normalizeH="0" baseline="0" noProof="0" dirty="0">
                <a:ln>
                  <a:noFill/>
                </a:ln>
                <a:solidFill>
                  <a:srgbClr val="002060"/>
                </a:solidFill>
                <a:effectLst/>
                <a:uLnTx/>
                <a:uFillTx/>
                <a:latin typeface="Montserrat ExtraBold"/>
                <a:sym typeface="Montserrat ExtraBold"/>
              </a:rPr>
              <a:t>Routes &amp; Stations Analysis Dashboard</a:t>
            </a:r>
            <a:endParaRPr kumimoji="0" lang="en-US" sz="3000" b="0" i="0" u="none" strike="noStrike" kern="0" cap="none" spc="0" normalizeH="0" baseline="0" noProof="0" dirty="0">
              <a:ln>
                <a:noFill/>
              </a:ln>
              <a:solidFill>
                <a:srgbClr val="002060"/>
              </a:solidFill>
              <a:effectLst/>
              <a:uLnTx/>
              <a:uFillTx/>
              <a:latin typeface="Montserrat ExtraBold"/>
              <a:sym typeface="Montserrat ExtraBold"/>
            </a:endParaRPr>
          </a:p>
        </p:txBody>
      </p:sp>
      <p:pic>
        <p:nvPicPr>
          <p:cNvPr id="7" name="Picture 6">
            <a:extLst>
              <a:ext uri="{FF2B5EF4-FFF2-40B4-BE49-F238E27FC236}">
                <a16:creationId xmlns:a16="http://schemas.microsoft.com/office/drawing/2014/main" id="{08844842-1923-6A84-AE7F-8581BEB0BA13}"/>
              </a:ext>
            </a:extLst>
          </p:cNvPr>
          <p:cNvPicPr>
            <a:picLocks noChangeAspect="1"/>
          </p:cNvPicPr>
          <p:nvPr/>
        </p:nvPicPr>
        <p:blipFill>
          <a:blip r:embed="rId2"/>
          <a:srcRect/>
          <a:stretch/>
        </p:blipFill>
        <p:spPr>
          <a:xfrm>
            <a:off x="799007" y="706127"/>
            <a:ext cx="7943898" cy="4001026"/>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4336160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10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 name="Google Shape;1534;p36">
            <a:extLst>
              <a:ext uri="{FF2B5EF4-FFF2-40B4-BE49-F238E27FC236}">
                <a16:creationId xmlns:a16="http://schemas.microsoft.com/office/drawing/2014/main" id="{69C0E481-1A7C-8DFF-E143-F58CFD321E08}"/>
              </a:ext>
            </a:extLst>
          </p:cNvPr>
          <p:cNvGrpSpPr/>
          <p:nvPr/>
        </p:nvGrpSpPr>
        <p:grpSpPr>
          <a:xfrm>
            <a:off x="0" y="4421430"/>
            <a:ext cx="9276783" cy="1398672"/>
            <a:chOff x="-139347" y="3868275"/>
            <a:chExt cx="9276783" cy="1398672"/>
          </a:xfrm>
          <a:solidFill>
            <a:srgbClr val="091359"/>
          </a:solidFill>
        </p:grpSpPr>
        <p:sp>
          <p:nvSpPr>
            <p:cNvPr id="26" name="Google Shape;1535;p36">
              <a:extLst>
                <a:ext uri="{FF2B5EF4-FFF2-40B4-BE49-F238E27FC236}">
                  <a16:creationId xmlns:a16="http://schemas.microsoft.com/office/drawing/2014/main" id="{89AF1B9C-9B87-9AF0-0C2B-D6FDEF03DF0B}"/>
                </a:ext>
              </a:extLst>
            </p:cNvPr>
            <p:cNvSpPr/>
            <p:nvPr/>
          </p:nvSpPr>
          <p:spPr>
            <a:xfrm flipH="1">
              <a:off x="-139347" y="4015425"/>
              <a:ext cx="9276772" cy="548850"/>
            </a:xfrm>
            <a:custGeom>
              <a:avLst/>
              <a:gdLst/>
              <a:ahLst/>
              <a:cxnLst/>
              <a:rect l="l" t="t" r="r" b="b"/>
              <a:pathLst>
                <a:path w="219946" h="21954" extrusionOk="0">
                  <a:moveTo>
                    <a:pt x="0" y="12956"/>
                  </a:moveTo>
                  <a:lnTo>
                    <a:pt x="0" y="21954"/>
                  </a:lnTo>
                  <a:lnTo>
                    <a:pt x="219946" y="8998"/>
                  </a:lnTo>
                  <a:lnTo>
                    <a:pt x="219946"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7" name="Google Shape;1536;p36">
              <a:extLst>
                <a:ext uri="{FF2B5EF4-FFF2-40B4-BE49-F238E27FC236}">
                  <a16:creationId xmlns:a16="http://schemas.microsoft.com/office/drawing/2014/main" id="{C962049F-7EAE-45FF-9475-2EE4F0DF3B4E}"/>
                </a:ext>
              </a:extLst>
            </p:cNvPr>
            <p:cNvGrpSpPr/>
            <p:nvPr/>
          </p:nvGrpSpPr>
          <p:grpSpPr>
            <a:xfrm flipH="1">
              <a:off x="2134836" y="4216900"/>
              <a:ext cx="3484400" cy="1050047"/>
              <a:chOff x="3379075" y="4216900"/>
              <a:chExt cx="3484400" cy="1050047"/>
            </a:xfrm>
            <a:grpFill/>
          </p:grpSpPr>
          <p:sp>
            <p:nvSpPr>
              <p:cNvPr id="87" name="Google Shape;1537;p36">
                <a:extLst>
                  <a:ext uri="{FF2B5EF4-FFF2-40B4-BE49-F238E27FC236}">
                    <a16:creationId xmlns:a16="http://schemas.microsoft.com/office/drawing/2014/main" id="{5713E945-E397-67EA-EAF1-D77279F6DC33}"/>
                  </a:ext>
                </a:extLst>
              </p:cNvPr>
              <p:cNvSpPr/>
              <p:nvPr/>
            </p:nvSpPr>
            <p:spPr>
              <a:xfrm>
                <a:off x="6638025" y="4216900"/>
                <a:ext cx="225450" cy="266525"/>
              </a:xfrm>
              <a:custGeom>
                <a:avLst/>
                <a:gdLst/>
                <a:ahLst/>
                <a:cxnLst/>
                <a:rect l="l" t="t" r="r" b="b"/>
                <a:pathLst>
                  <a:path w="9018" h="10661" extrusionOk="0">
                    <a:moveTo>
                      <a:pt x="1" y="10660"/>
                    </a:moveTo>
                    <a:lnTo>
                      <a:pt x="9017" y="10660"/>
                    </a:lnTo>
                    <a:lnTo>
                      <a:pt x="9017"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1538;p36">
                <a:extLst>
                  <a:ext uri="{FF2B5EF4-FFF2-40B4-BE49-F238E27FC236}">
                    <a16:creationId xmlns:a16="http://schemas.microsoft.com/office/drawing/2014/main" id="{D3BFE6C1-A617-DD21-1BCA-EA4A8EBDF3CD}"/>
                  </a:ext>
                </a:extLst>
              </p:cNvPr>
              <p:cNvSpPr/>
              <p:nvPr/>
            </p:nvSpPr>
            <p:spPr>
              <a:xfrm>
                <a:off x="5628575" y="4216900"/>
                <a:ext cx="225425" cy="266525"/>
              </a:xfrm>
              <a:custGeom>
                <a:avLst/>
                <a:gdLst/>
                <a:ahLst/>
                <a:cxnLst/>
                <a:rect l="l" t="t" r="r" b="b"/>
                <a:pathLst>
                  <a:path w="9017" h="10661" extrusionOk="0">
                    <a:moveTo>
                      <a:pt x="0" y="10660"/>
                    </a:moveTo>
                    <a:lnTo>
                      <a:pt x="9017" y="10660"/>
                    </a:lnTo>
                    <a:lnTo>
                      <a:pt x="9017"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1539;p36">
                <a:extLst>
                  <a:ext uri="{FF2B5EF4-FFF2-40B4-BE49-F238E27FC236}">
                    <a16:creationId xmlns:a16="http://schemas.microsoft.com/office/drawing/2014/main" id="{93BE9C1F-C27E-6192-934F-EF6F41DF4331}"/>
                  </a:ext>
                </a:extLst>
              </p:cNvPr>
              <p:cNvSpPr/>
              <p:nvPr/>
            </p:nvSpPr>
            <p:spPr>
              <a:xfrm>
                <a:off x="5700425" y="4473175"/>
                <a:ext cx="72850" cy="792553"/>
              </a:xfrm>
              <a:custGeom>
                <a:avLst/>
                <a:gdLst/>
                <a:ahLst/>
                <a:cxnLst/>
                <a:rect l="l" t="t" r="r" b="b"/>
                <a:pathLst>
                  <a:path w="2914" h="48780" extrusionOk="0">
                    <a:moveTo>
                      <a:pt x="1" y="48780"/>
                    </a:moveTo>
                    <a:lnTo>
                      <a:pt x="2913" y="48780"/>
                    </a:lnTo>
                    <a:lnTo>
                      <a:pt x="291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1540;p36">
                <a:extLst>
                  <a:ext uri="{FF2B5EF4-FFF2-40B4-BE49-F238E27FC236}">
                    <a16:creationId xmlns:a16="http://schemas.microsoft.com/office/drawing/2014/main" id="{1CD70B06-D350-3926-587D-A2E3E780A67D}"/>
                  </a:ext>
                </a:extLst>
              </p:cNvPr>
              <p:cNvSpPr/>
              <p:nvPr/>
            </p:nvSpPr>
            <p:spPr>
              <a:xfrm>
                <a:off x="4520150" y="4293100"/>
                <a:ext cx="225450" cy="266525"/>
              </a:xfrm>
              <a:custGeom>
                <a:avLst/>
                <a:gdLst/>
                <a:ahLst/>
                <a:cxnLst/>
                <a:rect l="l" t="t" r="r" b="b"/>
                <a:pathLst>
                  <a:path w="9018" h="10661" extrusionOk="0">
                    <a:moveTo>
                      <a:pt x="1" y="10660"/>
                    </a:moveTo>
                    <a:lnTo>
                      <a:pt x="9017" y="10660"/>
                    </a:lnTo>
                    <a:lnTo>
                      <a:pt x="9017"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1541;p36">
                <a:extLst>
                  <a:ext uri="{FF2B5EF4-FFF2-40B4-BE49-F238E27FC236}">
                    <a16:creationId xmlns:a16="http://schemas.microsoft.com/office/drawing/2014/main" id="{88763C1F-FEE5-43B9-D18F-6EE0FC4AFF5D}"/>
                  </a:ext>
                </a:extLst>
              </p:cNvPr>
              <p:cNvSpPr/>
              <p:nvPr/>
            </p:nvSpPr>
            <p:spPr>
              <a:xfrm>
                <a:off x="4592025" y="4473175"/>
                <a:ext cx="72825" cy="792553"/>
              </a:xfrm>
              <a:custGeom>
                <a:avLst/>
                <a:gdLst/>
                <a:ahLst/>
                <a:cxnLst/>
                <a:rect l="l" t="t" r="r" b="b"/>
                <a:pathLst>
                  <a:path w="2913" h="48780" extrusionOk="0">
                    <a:moveTo>
                      <a:pt x="1" y="48780"/>
                    </a:moveTo>
                    <a:lnTo>
                      <a:pt x="2913" y="48780"/>
                    </a:lnTo>
                    <a:lnTo>
                      <a:pt x="291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1542;p36">
                <a:extLst>
                  <a:ext uri="{FF2B5EF4-FFF2-40B4-BE49-F238E27FC236}">
                    <a16:creationId xmlns:a16="http://schemas.microsoft.com/office/drawing/2014/main" id="{D06B1159-567A-3EB8-69E6-8C4C3671E48A}"/>
                  </a:ext>
                </a:extLst>
              </p:cNvPr>
              <p:cNvSpPr/>
              <p:nvPr/>
            </p:nvSpPr>
            <p:spPr>
              <a:xfrm>
                <a:off x="3379075" y="4327650"/>
                <a:ext cx="225450" cy="262300"/>
              </a:xfrm>
              <a:custGeom>
                <a:avLst/>
                <a:gdLst/>
                <a:ahLst/>
                <a:cxnLst/>
                <a:rect l="l" t="t" r="r" b="b"/>
                <a:pathLst>
                  <a:path w="9018" h="10492" extrusionOk="0">
                    <a:moveTo>
                      <a:pt x="1" y="10492"/>
                    </a:moveTo>
                    <a:lnTo>
                      <a:pt x="9017" y="10492"/>
                    </a:lnTo>
                    <a:lnTo>
                      <a:pt x="9017" y="0"/>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1543;p36">
                <a:extLst>
                  <a:ext uri="{FF2B5EF4-FFF2-40B4-BE49-F238E27FC236}">
                    <a16:creationId xmlns:a16="http://schemas.microsoft.com/office/drawing/2014/main" id="{BD98C59D-D6EF-491D-AA53-ABD76B4A2623}"/>
                  </a:ext>
                </a:extLst>
              </p:cNvPr>
              <p:cNvSpPr/>
              <p:nvPr/>
            </p:nvSpPr>
            <p:spPr>
              <a:xfrm>
                <a:off x="3450950" y="4494102"/>
                <a:ext cx="72825" cy="772845"/>
              </a:xfrm>
              <a:custGeom>
                <a:avLst/>
                <a:gdLst/>
                <a:ahLst/>
                <a:cxnLst/>
                <a:rect l="l" t="t" r="r" b="b"/>
                <a:pathLst>
                  <a:path w="2913" h="47567" extrusionOk="0">
                    <a:moveTo>
                      <a:pt x="1" y="47567"/>
                    </a:moveTo>
                    <a:lnTo>
                      <a:pt x="2913" y="47567"/>
                    </a:lnTo>
                    <a:lnTo>
                      <a:pt x="291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 name="Google Shape;1544;p36">
              <a:extLst>
                <a:ext uri="{FF2B5EF4-FFF2-40B4-BE49-F238E27FC236}">
                  <a16:creationId xmlns:a16="http://schemas.microsoft.com/office/drawing/2014/main" id="{54A9CCB7-B41C-4B06-F9A7-0B48C2839929}"/>
                </a:ext>
              </a:extLst>
            </p:cNvPr>
            <p:cNvGrpSpPr/>
            <p:nvPr/>
          </p:nvGrpSpPr>
          <p:grpSpPr>
            <a:xfrm flipH="1">
              <a:off x="-57406" y="3868275"/>
              <a:ext cx="9194843" cy="559600"/>
              <a:chOff x="-139125" y="3868275"/>
              <a:chExt cx="9194843" cy="559600"/>
            </a:xfrm>
            <a:grpFill/>
          </p:grpSpPr>
          <p:sp>
            <p:nvSpPr>
              <p:cNvPr id="44" name="Google Shape;1545;p36">
                <a:extLst>
                  <a:ext uri="{FF2B5EF4-FFF2-40B4-BE49-F238E27FC236}">
                    <a16:creationId xmlns:a16="http://schemas.microsoft.com/office/drawing/2014/main" id="{90E6CAF2-DA24-9C35-0554-7F758E89AB02}"/>
                  </a:ext>
                </a:extLst>
              </p:cNvPr>
              <p:cNvSpPr/>
              <p:nvPr/>
            </p:nvSpPr>
            <p:spPr>
              <a:xfrm>
                <a:off x="-139125" y="3868275"/>
                <a:ext cx="9194843" cy="351450"/>
              </a:xfrm>
              <a:custGeom>
                <a:avLst/>
                <a:gdLst/>
                <a:ahLst/>
                <a:cxnLst/>
                <a:rect l="l" t="t" r="r" b="b"/>
                <a:pathLst>
                  <a:path w="219946" h="14058" extrusionOk="0">
                    <a:moveTo>
                      <a:pt x="0" y="12956"/>
                    </a:moveTo>
                    <a:lnTo>
                      <a:pt x="0" y="14058"/>
                    </a:lnTo>
                    <a:lnTo>
                      <a:pt x="219946" y="1102"/>
                    </a:lnTo>
                    <a:lnTo>
                      <a:pt x="219946"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1546;p36">
                <a:extLst>
                  <a:ext uri="{FF2B5EF4-FFF2-40B4-BE49-F238E27FC236}">
                    <a16:creationId xmlns:a16="http://schemas.microsoft.com/office/drawing/2014/main" id="{48260650-71E9-85AC-38EF-BEAD638C4D54}"/>
                  </a:ext>
                </a:extLst>
              </p:cNvPr>
              <p:cNvSpPr/>
              <p:nvPr/>
            </p:nvSpPr>
            <p:spPr>
              <a:xfrm>
                <a:off x="125427" y="4182825"/>
                <a:ext cx="34406" cy="245050"/>
              </a:xfrm>
              <a:custGeom>
                <a:avLst/>
                <a:gdLst/>
                <a:ahLst/>
                <a:cxnLst/>
                <a:rect l="l" t="t" r="r" b="b"/>
                <a:pathLst>
                  <a:path w="823" h="9802" extrusionOk="0">
                    <a:moveTo>
                      <a:pt x="1" y="9802"/>
                    </a:moveTo>
                    <a:lnTo>
                      <a:pt x="822" y="9802"/>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1547;p36">
                <a:extLst>
                  <a:ext uri="{FF2B5EF4-FFF2-40B4-BE49-F238E27FC236}">
                    <a16:creationId xmlns:a16="http://schemas.microsoft.com/office/drawing/2014/main" id="{CB4D4D1C-E62E-F434-4382-9070971E9FA0}"/>
                  </a:ext>
                </a:extLst>
              </p:cNvPr>
              <p:cNvSpPr/>
              <p:nvPr/>
            </p:nvSpPr>
            <p:spPr>
              <a:xfrm>
                <a:off x="336927" y="4176300"/>
                <a:ext cx="34406" cy="244575"/>
              </a:xfrm>
              <a:custGeom>
                <a:avLst/>
                <a:gdLst/>
                <a:ahLst/>
                <a:cxnLst/>
                <a:rect l="l" t="t" r="r" b="b"/>
                <a:pathLst>
                  <a:path w="823" h="9783" extrusionOk="0">
                    <a:moveTo>
                      <a:pt x="1" y="9783"/>
                    </a:moveTo>
                    <a:lnTo>
                      <a:pt x="822" y="9783"/>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1548;p36">
                <a:extLst>
                  <a:ext uri="{FF2B5EF4-FFF2-40B4-BE49-F238E27FC236}">
                    <a16:creationId xmlns:a16="http://schemas.microsoft.com/office/drawing/2014/main" id="{E23E5D9F-AD63-A544-ADB3-7C1291583BAA}"/>
                  </a:ext>
                </a:extLst>
              </p:cNvPr>
              <p:cNvSpPr/>
              <p:nvPr/>
            </p:nvSpPr>
            <p:spPr>
              <a:xfrm>
                <a:off x="548427" y="4169300"/>
                <a:ext cx="33611" cy="245050"/>
              </a:xfrm>
              <a:custGeom>
                <a:avLst/>
                <a:gdLst/>
                <a:ahLst/>
                <a:cxnLst/>
                <a:rect l="l" t="t" r="r" b="b"/>
                <a:pathLst>
                  <a:path w="804" h="9802" extrusionOk="0">
                    <a:moveTo>
                      <a:pt x="1" y="9801"/>
                    </a:moveTo>
                    <a:lnTo>
                      <a:pt x="803" y="9801"/>
                    </a:lnTo>
                    <a:lnTo>
                      <a:pt x="80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1549;p36">
                <a:extLst>
                  <a:ext uri="{FF2B5EF4-FFF2-40B4-BE49-F238E27FC236}">
                    <a16:creationId xmlns:a16="http://schemas.microsoft.com/office/drawing/2014/main" id="{183717F5-A57F-B829-65C5-89B280725CFE}"/>
                  </a:ext>
                </a:extLst>
              </p:cNvPr>
              <p:cNvSpPr/>
              <p:nvPr/>
            </p:nvSpPr>
            <p:spPr>
              <a:xfrm>
                <a:off x="759174" y="4162300"/>
                <a:ext cx="34364" cy="245050"/>
              </a:xfrm>
              <a:custGeom>
                <a:avLst/>
                <a:gdLst/>
                <a:ahLst/>
                <a:cxnLst/>
                <a:rect l="l" t="t" r="r" b="b"/>
                <a:pathLst>
                  <a:path w="822" h="9802" extrusionOk="0">
                    <a:moveTo>
                      <a:pt x="0" y="9801"/>
                    </a:moveTo>
                    <a:lnTo>
                      <a:pt x="821" y="9801"/>
                    </a:lnTo>
                    <a:lnTo>
                      <a:pt x="821"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1550;p36">
                <a:extLst>
                  <a:ext uri="{FF2B5EF4-FFF2-40B4-BE49-F238E27FC236}">
                    <a16:creationId xmlns:a16="http://schemas.microsoft.com/office/drawing/2014/main" id="{640904B9-2E93-328F-9ACA-E0D5450B4F01}"/>
                  </a:ext>
                </a:extLst>
              </p:cNvPr>
              <p:cNvSpPr/>
              <p:nvPr/>
            </p:nvSpPr>
            <p:spPr>
              <a:xfrm>
                <a:off x="970673" y="4155300"/>
                <a:ext cx="34364" cy="245050"/>
              </a:xfrm>
              <a:custGeom>
                <a:avLst/>
                <a:gdLst/>
                <a:ahLst/>
                <a:cxnLst/>
                <a:rect l="l" t="t" r="r" b="b"/>
                <a:pathLst>
                  <a:path w="822" h="9802" extrusionOk="0">
                    <a:moveTo>
                      <a:pt x="0" y="9801"/>
                    </a:moveTo>
                    <a:lnTo>
                      <a:pt x="821" y="9801"/>
                    </a:lnTo>
                    <a:lnTo>
                      <a:pt x="821"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1551;p36">
                <a:extLst>
                  <a:ext uri="{FF2B5EF4-FFF2-40B4-BE49-F238E27FC236}">
                    <a16:creationId xmlns:a16="http://schemas.microsoft.com/office/drawing/2014/main" id="{ABF15E2D-83BA-120A-F493-5B454ECBF85C}"/>
                  </a:ext>
                </a:extLst>
              </p:cNvPr>
              <p:cNvSpPr/>
              <p:nvPr/>
            </p:nvSpPr>
            <p:spPr>
              <a:xfrm>
                <a:off x="1182173" y="4148775"/>
                <a:ext cx="34364" cy="244575"/>
              </a:xfrm>
              <a:custGeom>
                <a:avLst/>
                <a:gdLst/>
                <a:ahLst/>
                <a:cxnLst/>
                <a:rect l="l" t="t" r="r" b="b"/>
                <a:pathLst>
                  <a:path w="822" h="9783" extrusionOk="0">
                    <a:moveTo>
                      <a:pt x="0" y="9782"/>
                    </a:moveTo>
                    <a:lnTo>
                      <a:pt x="821" y="9782"/>
                    </a:lnTo>
                    <a:lnTo>
                      <a:pt x="821"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1552;p36">
                <a:extLst>
                  <a:ext uri="{FF2B5EF4-FFF2-40B4-BE49-F238E27FC236}">
                    <a16:creationId xmlns:a16="http://schemas.microsoft.com/office/drawing/2014/main" id="{E955D1FF-80A1-8623-F4A6-AAC5F0A4B521}"/>
                  </a:ext>
                </a:extLst>
              </p:cNvPr>
              <p:cNvSpPr/>
              <p:nvPr/>
            </p:nvSpPr>
            <p:spPr>
              <a:xfrm>
                <a:off x="1393673" y="4141775"/>
                <a:ext cx="34364" cy="245025"/>
              </a:xfrm>
              <a:custGeom>
                <a:avLst/>
                <a:gdLst/>
                <a:ahLst/>
                <a:cxnLst/>
                <a:rect l="l" t="t" r="r" b="b"/>
                <a:pathLst>
                  <a:path w="822" h="9801" extrusionOk="0">
                    <a:moveTo>
                      <a:pt x="0" y="9801"/>
                    </a:moveTo>
                    <a:lnTo>
                      <a:pt x="821" y="9801"/>
                    </a:lnTo>
                    <a:lnTo>
                      <a:pt x="821"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1553;p36">
                <a:extLst>
                  <a:ext uri="{FF2B5EF4-FFF2-40B4-BE49-F238E27FC236}">
                    <a16:creationId xmlns:a16="http://schemas.microsoft.com/office/drawing/2014/main" id="{9FC08D44-AB53-513C-0F67-24176A3D431E}"/>
                  </a:ext>
                </a:extLst>
              </p:cNvPr>
              <p:cNvSpPr/>
              <p:nvPr/>
            </p:nvSpPr>
            <p:spPr>
              <a:xfrm>
                <a:off x="1605172" y="4134775"/>
                <a:ext cx="34364" cy="245025"/>
              </a:xfrm>
              <a:custGeom>
                <a:avLst/>
                <a:gdLst/>
                <a:ahLst/>
                <a:cxnLst/>
                <a:rect l="l" t="t" r="r" b="b"/>
                <a:pathLst>
                  <a:path w="822" h="9801" extrusionOk="0">
                    <a:moveTo>
                      <a:pt x="0" y="9801"/>
                    </a:moveTo>
                    <a:lnTo>
                      <a:pt x="821" y="9801"/>
                    </a:lnTo>
                    <a:lnTo>
                      <a:pt x="821"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1554;p36">
                <a:extLst>
                  <a:ext uri="{FF2B5EF4-FFF2-40B4-BE49-F238E27FC236}">
                    <a16:creationId xmlns:a16="http://schemas.microsoft.com/office/drawing/2014/main" id="{821CEC93-45C0-6A25-1AFC-F687C7AA66A6}"/>
                  </a:ext>
                </a:extLst>
              </p:cNvPr>
              <p:cNvSpPr/>
              <p:nvPr/>
            </p:nvSpPr>
            <p:spPr>
              <a:xfrm>
                <a:off x="1816672" y="4127775"/>
                <a:ext cx="33569" cy="245025"/>
              </a:xfrm>
              <a:custGeom>
                <a:avLst/>
                <a:gdLst/>
                <a:ahLst/>
                <a:cxnLst/>
                <a:rect l="l" t="t" r="r" b="b"/>
                <a:pathLst>
                  <a:path w="803" h="9801" extrusionOk="0">
                    <a:moveTo>
                      <a:pt x="0" y="9801"/>
                    </a:moveTo>
                    <a:lnTo>
                      <a:pt x="803" y="9801"/>
                    </a:lnTo>
                    <a:lnTo>
                      <a:pt x="803"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1555;p36">
                <a:extLst>
                  <a:ext uri="{FF2B5EF4-FFF2-40B4-BE49-F238E27FC236}">
                    <a16:creationId xmlns:a16="http://schemas.microsoft.com/office/drawing/2014/main" id="{17F48074-A7B8-B7E4-9965-00271F503D4E}"/>
                  </a:ext>
                </a:extLst>
              </p:cNvPr>
              <p:cNvSpPr/>
              <p:nvPr/>
            </p:nvSpPr>
            <p:spPr>
              <a:xfrm>
                <a:off x="2027377" y="4121225"/>
                <a:ext cx="34364" cy="244575"/>
              </a:xfrm>
              <a:custGeom>
                <a:avLst/>
                <a:gdLst/>
                <a:ahLst/>
                <a:cxnLst/>
                <a:rect l="l" t="t" r="r" b="b"/>
                <a:pathLst>
                  <a:path w="822" h="9783" extrusionOk="0">
                    <a:moveTo>
                      <a:pt x="0" y="9783"/>
                    </a:moveTo>
                    <a:lnTo>
                      <a:pt x="822" y="9783"/>
                    </a:lnTo>
                    <a:lnTo>
                      <a:pt x="822"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1556;p36">
                <a:extLst>
                  <a:ext uri="{FF2B5EF4-FFF2-40B4-BE49-F238E27FC236}">
                    <a16:creationId xmlns:a16="http://schemas.microsoft.com/office/drawing/2014/main" id="{52C0F10A-12FB-E6F4-E6A1-534E17EF31E1}"/>
                  </a:ext>
                </a:extLst>
              </p:cNvPr>
              <p:cNvSpPr/>
              <p:nvPr/>
            </p:nvSpPr>
            <p:spPr>
              <a:xfrm>
                <a:off x="2238877" y="4114225"/>
                <a:ext cx="34364" cy="245050"/>
              </a:xfrm>
              <a:custGeom>
                <a:avLst/>
                <a:gdLst/>
                <a:ahLst/>
                <a:cxnLst/>
                <a:rect l="l" t="t" r="r" b="b"/>
                <a:pathLst>
                  <a:path w="822" h="9802" extrusionOk="0">
                    <a:moveTo>
                      <a:pt x="0" y="9801"/>
                    </a:moveTo>
                    <a:lnTo>
                      <a:pt x="822" y="9801"/>
                    </a:lnTo>
                    <a:lnTo>
                      <a:pt x="822"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1557;p36">
                <a:extLst>
                  <a:ext uri="{FF2B5EF4-FFF2-40B4-BE49-F238E27FC236}">
                    <a16:creationId xmlns:a16="http://schemas.microsoft.com/office/drawing/2014/main" id="{13607C2D-15B6-2269-701A-421DD1927134}"/>
                  </a:ext>
                </a:extLst>
              </p:cNvPr>
              <p:cNvSpPr/>
              <p:nvPr/>
            </p:nvSpPr>
            <p:spPr>
              <a:xfrm>
                <a:off x="2450377" y="4107225"/>
                <a:ext cx="34364" cy="245050"/>
              </a:xfrm>
              <a:custGeom>
                <a:avLst/>
                <a:gdLst/>
                <a:ahLst/>
                <a:cxnLst/>
                <a:rect l="l" t="t" r="r" b="b"/>
                <a:pathLst>
                  <a:path w="822" h="9802" extrusionOk="0">
                    <a:moveTo>
                      <a:pt x="0" y="9801"/>
                    </a:moveTo>
                    <a:lnTo>
                      <a:pt x="822" y="9801"/>
                    </a:lnTo>
                    <a:lnTo>
                      <a:pt x="822"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1558;p36">
                <a:extLst>
                  <a:ext uri="{FF2B5EF4-FFF2-40B4-BE49-F238E27FC236}">
                    <a16:creationId xmlns:a16="http://schemas.microsoft.com/office/drawing/2014/main" id="{EAD57549-8981-6B50-6A9F-1397E63C8317}"/>
                  </a:ext>
                </a:extLst>
              </p:cNvPr>
              <p:cNvSpPr/>
              <p:nvPr/>
            </p:nvSpPr>
            <p:spPr>
              <a:xfrm>
                <a:off x="2661876" y="4100225"/>
                <a:ext cx="34364" cy="245050"/>
              </a:xfrm>
              <a:custGeom>
                <a:avLst/>
                <a:gdLst/>
                <a:ahLst/>
                <a:cxnLst/>
                <a:rect l="l" t="t" r="r" b="b"/>
                <a:pathLst>
                  <a:path w="822" h="9802" extrusionOk="0">
                    <a:moveTo>
                      <a:pt x="0" y="9801"/>
                    </a:moveTo>
                    <a:lnTo>
                      <a:pt x="822" y="9801"/>
                    </a:lnTo>
                    <a:lnTo>
                      <a:pt x="822"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1559;p36">
                <a:extLst>
                  <a:ext uri="{FF2B5EF4-FFF2-40B4-BE49-F238E27FC236}">
                    <a16:creationId xmlns:a16="http://schemas.microsoft.com/office/drawing/2014/main" id="{D13F7B01-F709-6164-5BFB-F31D4454ED29}"/>
                  </a:ext>
                </a:extLst>
              </p:cNvPr>
              <p:cNvSpPr/>
              <p:nvPr/>
            </p:nvSpPr>
            <p:spPr>
              <a:xfrm>
                <a:off x="2873376" y="4093700"/>
                <a:ext cx="34364" cy="244575"/>
              </a:xfrm>
              <a:custGeom>
                <a:avLst/>
                <a:gdLst/>
                <a:ahLst/>
                <a:cxnLst/>
                <a:rect l="l" t="t" r="r" b="b"/>
                <a:pathLst>
                  <a:path w="822" h="9783" extrusionOk="0">
                    <a:moveTo>
                      <a:pt x="0" y="9782"/>
                    </a:moveTo>
                    <a:lnTo>
                      <a:pt x="822" y="9782"/>
                    </a:lnTo>
                    <a:lnTo>
                      <a:pt x="822"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1560;p36">
                <a:extLst>
                  <a:ext uri="{FF2B5EF4-FFF2-40B4-BE49-F238E27FC236}">
                    <a16:creationId xmlns:a16="http://schemas.microsoft.com/office/drawing/2014/main" id="{629235BD-D406-38DA-0108-41AE1E2A7883}"/>
                  </a:ext>
                </a:extLst>
              </p:cNvPr>
              <p:cNvSpPr/>
              <p:nvPr/>
            </p:nvSpPr>
            <p:spPr>
              <a:xfrm>
                <a:off x="3084876" y="4086700"/>
                <a:ext cx="33611" cy="245050"/>
              </a:xfrm>
              <a:custGeom>
                <a:avLst/>
                <a:gdLst/>
                <a:ahLst/>
                <a:cxnLst/>
                <a:rect l="l" t="t" r="r" b="b"/>
                <a:pathLst>
                  <a:path w="804" h="9802" extrusionOk="0">
                    <a:moveTo>
                      <a:pt x="0" y="9801"/>
                    </a:moveTo>
                    <a:lnTo>
                      <a:pt x="803" y="9801"/>
                    </a:lnTo>
                    <a:lnTo>
                      <a:pt x="803"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1561;p36">
                <a:extLst>
                  <a:ext uri="{FF2B5EF4-FFF2-40B4-BE49-F238E27FC236}">
                    <a16:creationId xmlns:a16="http://schemas.microsoft.com/office/drawing/2014/main" id="{508D0919-FB4B-B97F-2D0F-3F1060A372EA}"/>
                  </a:ext>
                </a:extLst>
              </p:cNvPr>
              <p:cNvSpPr/>
              <p:nvPr/>
            </p:nvSpPr>
            <p:spPr>
              <a:xfrm>
                <a:off x="3296375" y="4079700"/>
                <a:ext cx="33611" cy="245050"/>
              </a:xfrm>
              <a:custGeom>
                <a:avLst/>
                <a:gdLst/>
                <a:ahLst/>
                <a:cxnLst/>
                <a:rect l="l" t="t" r="r" b="b"/>
                <a:pathLst>
                  <a:path w="804" h="9802" extrusionOk="0">
                    <a:moveTo>
                      <a:pt x="0" y="9801"/>
                    </a:moveTo>
                    <a:lnTo>
                      <a:pt x="803" y="9801"/>
                    </a:lnTo>
                    <a:lnTo>
                      <a:pt x="803"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1562;p36">
                <a:extLst>
                  <a:ext uri="{FF2B5EF4-FFF2-40B4-BE49-F238E27FC236}">
                    <a16:creationId xmlns:a16="http://schemas.microsoft.com/office/drawing/2014/main" id="{0630A504-6226-C0AD-2AEF-87DF59999BB3}"/>
                  </a:ext>
                </a:extLst>
              </p:cNvPr>
              <p:cNvSpPr/>
              <p:nvPr/>
            </p:nvSpPr>
            <p:spPr>
              <a:xfrm>
                <a:off x="3507081" y="4072700"/>
                <a:ext cx="34406" cy="245025"/>
              </a:xfrm>
              <a:custGeom>
                <a:avLst/>
                <a:gdLst/>
                <a:ahLst/>
                <a:cxnLst/>
                <a:rect l="l" t="t" r="r" b="b"/>
                <a:pathLst>
                  <a:path w="823" h="9801" extrusionOk="0">
                    <a:moveTo>
                      <a:pt x="1" y="9801"/>
                    </a:moveTo>
                    <a:lnTo>
                      <a:pt x="822" y="9801"/>
                    </a:lnTo>
                    <a:lnTo>
                      <a:pt x="822" y="0"/>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1563;p36">
                <a:extLst>
                  <a:ext uri="{FF2B5EF4-FFF2-40B4-BE49-F238E27FC236}">
                    <a16:creationId xmlns:a16="http://schemas.microsoft.com/office/drawing/2014/main" id="{674B3B94-EC8B-089E-3AB5-1D0512CBD38E}"/>
                  </a:ext>
                </a:extLst>
              </p:cNvPr>
              <p:cNvSpPr/>
              <p:nvPr/>
            </p:nvSpPr>
            <p:spPr>
              <a:xfrm>
                <a:off x="3718580" y="4066175"/>
                <a:ext cx="34406" cy="244550"/>
              </a:xfrm>
              <a:custGeom>
                <a:avLst/>
                <a:gdLst/>
                <a:ahLst/>
                <a:cxnLst/>
                <a:rect l="l" t="t" r="r" b="b"/>
                <a:pathLst>
                  <a:path w="823" h="9782" extrusionOk="0">
                    <a:moveTo>
                      <a:pt x="1" y="9782"/>
                    </a:moveTo>
                    <a:lnTo>
                      <a:pt x="822" y="9782"/>
                    </a:lnTo>
                    <a:lnTo>
                      <a:pt x="822" y="0"/>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1564;p36">
                <a:extLst>
                  <a:ext uri="{FF2B5EF4-FFF2-40B4-BE49-F238E27FC236}">
                    <a16:creationId xmlns:a16="http://schemas.microsoft.com/office/drawing/2014/main" id="{37255BB0-0EFE-2FF9-24F4-9B4351C6DA55}"/>
                  </a:ext>
                </a:extLst>
              </p:cNvPr>
              <p:cNvSpPr/>
              <p:nvPr/>
            </p:nvSpPr>
            <p:spPr>
              <a:xfrm>
                <a:off x="3930080" y="4059150"/>
                <a:ext cx="34406" cy="245050"/>
              </a:xfrm>
              <a:custGeom>
                <a:avLst/>
                <a:gdLst/>
                <a:ahLst/>
                <a:cxnLst/>
                <a:rect l="l" t="t" r="r" b="b"/>
                <a:pathLst>
                  <a:path w="823" h="9802" extrusionOk="0">
                    <a:moveTo>
                      <a:pt x="1" y="9802"/>
                    </a:moveTo>
                    <a:lnTo>
                      <a:pt x="822" y="9802"/>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1565;p36">
                <a:extLst>
                  <a:ext uri="{FF2B5EF4-FFF2-40B4-BE49-F238E27FC236}">
                    <a16:creationId xmlns:a16="http://schemas.microsoft.com/office/drawing/2014/main" id="{D3E8D6F9-0F4F-66E4-0BAA-AED624483F46}"/>
                  </a:ext>
                </a:extLst>
              </p:cNvPr>
              <p:cNvSpPr/>
              <p:nvPr/>
            </p:nvSpPr>
            <p:spPr>
              <a:xfrm>
                <a:off x="4141580" y="4052150"/>
                <a:ext cx="34406" cy="245050"/>
              </a:xfrm>
              <a:custGeom>
                <a:avLst/>
                <a:gdLst/>
                <a:ahLst/>
                <a:cxnLst/>
                <a:rect l="l" t="t" r="r" b="b"/>
                <a:pathLst>
                  <a:path w="823" h="9802" extrusionOk="0">
                    <a:moveTo>
                      <a:pt x="1" y="9802"/>
                    </a:moveTo>
                    <a:lnTo>
                      <a:pt x="822" y="9802"/>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1566;p36">
                <a:extLst>
                  <a:ext uri="{FF2B5EF4-FFF2-40B4-BE49-F238E27FC236}">
                    <a16:creationId xmlns:a16="http://schemas.microsoft.com/office/drawing/2014/main" id="{A0F64FCE-F14A-595A-3649-EA9ACABCC7CD}"/>
                  </a:ext>
                </a:extLst>
              </p:cNvPr>
              <p:cNvSpPr/>
              <p:nvPr/>
            </p:nvSpPr>
            <p:spPr>
              <a:xfrm>
                <a:off x="4353079" y="4045625"/>
                <a:ext cx="33611" cy="244575"/>
              </a:xfrm>
              <a:custGeom>
                <a:avLst/>
                <a:gdLst/>
                <a:ahLst/>
                <a:cxnLst/>
                <a:rect l="l" t="t" r="r" b="b"/>
                <a:pathLst>
                  <a:path w="804" h="9783" extrusionOk="0">
                    <a:moveTo>
                      <a:pt x="1" y="9783"/>
                    </a:moveTo>
                    <a:lnTo>
                      <a:pt x="804" y="9783"/>
                    </a:lnTo>
                    <a:lnTo>
                      <a:pt x="804"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1567;p36">
                <a:extLst>
                  <a:ext uri="{FF2B5EF4-FFF2-40B4-BE49-F238E27FC236}">
                    <a16:creationId xmlns:a16="http://schemas.microsoft.com/office/drawing/2014/main" id="{A0A93F4B-B717-5CE1-95BF-FE883BDD1637}"/>
                  </a:ext>
                </a:extLst>
              </p:cNvPr>
              <p:cNvSpPr/>
              <p:nvPr/>
            </p:nvSpPr>
            <p:spPr>
              <a:xfrm>
                <a:off x="4564579" y="4038625"/>
                <a:ext cx="33611" cy="244575"/>
              </a:xfrm>
              <a:custGeom>
                <a:avLst/>
                <a:gdLst/>
                <a:ahLst/>
                <a:cxnLst/>
                <a:rect l="l" t="t" r="r" b="b"/>
                <a:pathLst>
                  <a:path w="804" h="9783" extrusionOk="0">
                    <a:moveTo>
                      <a:pt x="1" y="9783"/>
                    </a:moveTo>
                    <a:lnTo>
                      <a:pt x="804" y="9783"/>
                    </a:lnTo>
                    <a:lnTo>
                      <a:pt x="804"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1568;p36">
                <a:extLst>
                  <a:ext uri="{FF2B5EF4-FFF2-40B4-BE49-F238E27FC236}">
                    <a16:creationId xmlns:a16="http://schemas.microsoft.com/office/drawing/2014/main" id="{80B9A5F1-9CFD-253E-40E3-CB3182A9EFA1}"/>
                  </a:ext>
                </a:extLst>
              </p:cNvPr>
              <p:cNvSpPr/>
              <p:nvPr/>
            </p:nvSpPr>
            <p:spPr>
              <a:xfrm>
                <a:off x="4775326" y="4031625"/>
                <a:ext cx="34364" cy="245050"/>
              </a:xfrm>
              <a:custGeom>
                <a:avLst/>
                <a:gdLst/>
                <a:ahLst/>
                <a:cxnLst/>
                <a:rect l="l" t="t" r="r" b="b"/>
                <a:pathLst>
                  <a:path w="822" h="9802" extrusionOk="0">
                    <a:moveTo>
                      <a:pt x="0" y="9801"/>
                    </a:moveTo>
                    <a:lnTo>
                      <a:pt x="822" y="9801"/>
                    </a:lnTo>
                    <a:lnTo>
                      <a:pt x="822"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1569;p36">
                <a:extLst>
                  <a:ext uri="{FF2B5EF4-FFF2-40B4-BE49-F238E27FC236}">
                    <a16:creationId xmlns:a16="http://schemas.microsoft.com/office/drawing/2014/main" id="{80AFE46F-70AB-3B41-E4B9-4785604ABD46}"/>
                  </a:ext>
                </a:extLst>
              </p:cNvPr>
              <p:cNvSpPr/>
              <p:nvPr/>
            </p:nvSpPr>
            <p:spPr>
              <a:xfrm>
                <a:off x="4986826" y="4024625"/>
                <a:ext cx="34364" cy="245050"/>
              </a:xfrm>
              <a:custGeom>
                <a:avLst/>
                <a:gdLst/>
                <a:ahLst/>
                <a:cxnLst/>
                <a:rect l="l" t="t" r="r" b="b"/>
                <a:pathLst>
                  <a:path w="822" h="9802" extrusionOk="0">
                    <a:moveTo>
                      <a:pt x="0" y="9801"/>
                    </a:moveTo>
                    <a:lnTo>
                      <a:pt x="822" y="9801"/>
                    </a:lnTo>
                    <a:lnTo>
                      <a:pt x="822"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1570;p36">
                <a:extLst>
                  <a:ext uri="{FF2B5EF4-FFF2-40B4-BE49-F238E27FC236}">
                    <a16:creationId xmlns:a16="http://schemas.microsoft.com/office/drawing/2014/main" id="{E152E664-9E28-F0EE-0629-5A309BBA778A}"/>
                  </a:ext>
                </a:extLst>
              </p:cNvPr>
              <p:cNvSpPr/>
              <p:nvPr/>
            </p:nvSpPr>
            <p:spPr>
              <a:xfrm>
                <a:off x="5198325" y="4018100"/>
                <a:ext cx="34364" cy="244575"/>
              </a:xfrm>
              <a:custGeom>
                <a:avLst/>
                <a:gdLst/>
                <a:ahLst/>
                <a:cxnLst/>
                <a:rect l="l" t="t" r="r" b="b"/>
                <a:pathLst>
                  <a:path w="822" h="9783" extrusionOk="0">
                    <a:moveTo>
                      <a:pt x="0" y="9782"/>
                    </a:moveTo>
                    <a:lnTo>
                      <a:pt x="822" y="9782"/>
                    </a:lnTo>
                    <a:lnTo>
                      <a:pt x="822"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1571;p36">
                <a:extLst>
                  <a:ext uri="{FF2B5EF4-FFF2-40B4-BE49-F238E27FC236}">
                    <a16:creationId xmlns:a16="http://schemas.microsoft.com/office/drawing/2014/main" id="{7B7FE93C-AAD0-3DF4-0AD6-75F0B1E55A4C}"/>
                  </a:ext>
                </a:extLst>
              </p:cNvPr>
              <p:cNvSpPr/>
              <p:nvPr/>
            </p:nvSpPr>
            <p:spPr>
              <a:xfrm>
                <a:off x="5409825" y="4011100"/>
                <a:ext cx="34364" cy="245025"/>
              </a:xfrm>
              <a:custGeom>
                <a:avLst/>
                <a:gdLst/>
                <a:ahLst/>
                <a:cxnLst/>
                <a:rect l="l" t="t" r="r" b="b"/>
                <a:pathLst>
                  <a:path w="822" h="9801" extrusionOk="0">
                    <a:moveTo>
                      <a:pt x="0" y="9801"/>
                    </a:moveTo>
                    <a:lnTo>
                      <a:pt x="822" y="9801"/>
                    </a:lnTo>
                    <a:lnTo>
                      <a:pt x="822"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1572;p36">
                <a:extLst>
                  <a:ext uri="{FF2B5EF4-FFF2-40B4-BE49-F238E27FC236}">
                    <a16:creationId xmlns:a16="http://schemas.microsoft.com/office/drawing/2014/main" id="{9C8806CA-6DB7-3A2B-AEBE-89036BEE2125}"/>
                  </a:ext>
                </a:extLst>
              </p:cNvPr>
              <p:cNvSpPr/>
              <p:nvPr/>
            </p:nvSpPr>
            <p:spPr>
              <a:xfrm>
                <a:off x="5621325" y="4004100"/>
                <a:ext cx="34364" cy="245025"/>
              </a:xfrm>
              <a:custGeom>
                <a:avLst/>
                <a:gdLst/>
                <a:ahLst/>
                <a:cxnLst/>
                <a:rect l="l" t="t" r="r" b="b"/>
                <a:pathLst>
                  <a:path w="822" h="9801" extrusionOk="0">
                    <a:moveTo>
                      <a:pt x="0" y="9801"/>
                    </a:moveTo>
                    <a:lnTo>
                      <a:pt x="822" y="9801"/>
                    </a:lnTo>
                    <a:lnTo>
                      <a:pt x="822"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1573;p36">
                <a:extLst>
                  <a:ext uri="{FF2B5EF4-FFF2-40B4-BE49-F238E27FC236}">
                    <a16:creationId xmlns:a16="http://schemas.microsoft.com/office/drawing/2014/main" id="{1F812F73-75FC-56CF-B1BC-EEBDE508F871}"/>
                  </a:ext>
                </a:extLst>
              </p:cNvPr>
              <p:cNvSpPr/>
              <p:nvPr/>
            </p:nvSpPr>
            <p:spPr>
              <a:xfrm>
                <a:off x="5832824" y="3997100"/>
                <a:ext cx="33569" cy="245025"/>
              </a:xfrm>
              <a:custGeom>
                <a:avLst/>
                <a:gdLst/>
                <a:ahLst/>
                <a:cxnLst/>
                <a:rect l="l" t="t" r="r" b="b"/>
                <a:pathLst>
                  <a:path w="803" h="9801" extrusionOk="0">
                    <a:moveTo>
                      <a:pt x="0" y="9801"/>
                    </a:moveTo>
                    <a:lnTo>
                      <a:pt x="803" y="9801"/>
                    </a:lnTo>
                    <a:lnTo>
                      <a:pt x="803"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1574;p36">
                <a:extLst>
                  <a:ext uri="{FF2B5EF4-FFF2-40B4-BE49-F238E27FC236}">
                    <a16:creationId xmlns:a16="http://schemas.microsoft.com/office/drawing/2014/main" id="{970D8F09-9616-FD8C-163A-07B551854C90}"/>
                  </a:ext>
                </a:extLst>
              </p:cNvPr>
              <p:cNvSpPr/>
              <p:nvPr/>
            </p:nvSpPr>
            <p:spPr>
              <a:xfrm>
                <a:off x="6043530" y="3990550"/>
                <a:ext cx="34364" cy="244575"/>
              </a:xfrm>
              <a:custGeom>
                <a:avLst/>
                <a:gdLst/>
                <a:ahLst/>
                <a:cxnLst/>
                <a:rect l="l" t="t" r="r" b="b"/>
                <a:pathLst>
                  <a:path w="822" h="9783" extrusionOk="0">
                    <a:moveTo>
                      <a:pt x="1" y="9783"/>
                    </a:moveTo>
                    <a:lnTo>
                      <a:pt x="822" y="9783"/>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1575;p36">
                <a:extLst>
                  <a:ext uri="{FF2B5EF4-FFF2-40B4-BE49-F238E27FC236}">
                    <a16:creationId xmlns:a16="http://schemas.microsoft.com/office/drawing/2014/main" id="{8065F89C-19FC-46AB-0FD9-6845F426B129}"/>
                  </a:ext>
                </a:extLst>
              </p:cNvPr>
              <p:cNvSpPr/>
              <p:nvPr/>
            </p:nvSpPr>
            <p:spPr>
              <a:xfrm>
                <a:off x="6255029" y="3983550"/>
                <a:ext cx="34364" cy="245050"/>
              </a:xfrm>
              <a:custGeom>
                <a:avLst/>
                <a:gdLst/>
                <a:ahLst/>
                <a:cxnLst/>
                <a:rect l="l" t="t" r="r" b="b"/>
                <a:pathLst>
                  <a:path w="822" h="9802" extrusionOk="0">
                    <a:moveTo>
                      <a:pt x="1" y="9801"/>
                    </a:moveTo>
                    <a:lnTo>
                      <a:pt x="822" y="9801"/>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1576;p36">
                <a:extLst>
                  <a:ext uri="{FF2B5EF4-FFF2-40B4-BE49-F238E27FC236}">
                    <a16:creationId xmlns:a16="http://schemas.microsoft.com/office/drawing/2014/main" id="{CA4FC64A-807B-AA7E-598D-9AC737203AA9}"/>
                  </a:ext>
                </a:extLst>
              </p:cNvPr>
              <p:cNvSpPr/>
              <p:nvPr/>
            </p:nvSpPr>
            <p:spPr>
              <a:xfrm>
                <a:off x="6466529" y="3976550"/>
                <a:ext cx="34364" cy="245050"/>
              </a:xfrm>
              <a:custGeom>
                <a:avLst/>
                <a:gdLst/>
                <a:ahLst/>
                <a:cxnLst/>
                <a:rect l="l" t="t" r="r" b="b"/>
                <a:pathLst>
                  <a:path w="822" h="9802" extrusionOk="0">
                    <a:moveTo>
                      <a:pt x="1" y="9801"/>
                    </a:moveTo>
                    <a:lnTo>
                      <a:pt x="822" y="9801"/>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1577;p36">
                <a:extLst>
                  <a:ext uri="{FF2B5EF4-FFF2-40B4-BE49-F238E27FC236}">
                    <a16:creationId xmlns:a16="http://schemas.microsoft.com/office/drawing/2014/main" id="{015A2890-5B00-8FC0-FAB1-12F96BFD4AAF}"/>
                  </a:ext>
                </a:extLst>
              </p:cNvPr>
              <p:cNvSpPr/>
              <p:nvPr/>
            </p:nvSpPr>
            <p:spPr>
              <a:xfrm>
                <a:off x="6678029" y="3969550"/>
                <a:ext cx="34364" cy="245050"/>
              </a:xfrm>
              <a:custGeom>
                <a:avLst/>
                <a:gdLst/>
                <a:ahLst/>
                <a:cxnLst/>
                <a:rect l="l" t="t" r="r" b="b"/>
                <a:pathLst>
                  <a:path w="822" h="9802" extrusionOk="0">
                    <a:moveTo>
                      <a:pt x="1" y="9801"/>
                    </a:moveTo>
                    <a:lnTo>
                      <a:pt x="822" y="9801"/>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1578;p36">
                <a:extLst>
                  <a:ext uri="{FF2B5EF4-FFF2-40B4-BE49-F238E27FC236}">
                    <a16:creationId xmlns:a16="http://schemas.microsoft.com/office/drawing/2014/main" id="{B746C29D-2422-BCF3-8FA7-52B1434B55E0}"/>
                  </a:ext>
                </a:extLst>
              </p:cNvPr>
              <p:cNvSpPr/>
              <p:nvPr/>
            </p:nvSpPr>
            <p:spPr>
              <a:xfrm>
                <a:off x="6889528" y="3963025"/>
                <a:ext cx="34364" cy="244575"/>
              </a:xfrm>
              <a:custGeom>
                <a:avLst/>
                <a:gdLst/>
                <a:ahLst/>
                <a:cxnLst/>
                <a:rect l="l" t="t" r="r" b="b"/>
                <a:pathLst>
                  <a:path w="822" h="9783" extrusionOk="0">
                    <a:moveTo>
                      <a:pt x="1" y="9782"/>
                    </a:moveTo>
                    <a:lnTo>
                      <a:pt x="822" y="9782"/>
                    </a:lnTo>
                    <a:lnTo>
                      <a:pt x="822" y="0"/>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1579;p36">
                <a:extLst>
                  <a:ext uri="{FF2B5EF4-FFF2-40B4-BE49-F238E27FC236}">
                    <a16:creationId xmlns:a16="http://schemas.microsoft.com/office/drawing/2014/main" id="{58589DE5-3828-B67F-32D1-4FFBAE797550}"/>
                  </a:ext>
                </a:extLst>
              </p:cNvPr>
              <p:cNvSpPr/>
              <p:nvPr/>
            </p:nvSpPr>
            <p:spPr>
              <a:xfrm>
                <a:off x="7101028" y="3956025"/>
                <a:ext cx="33611" cy="245050"/>
              </a:xfrm>
              <a:custGeom>
                <a:avLst/>
                <a:gdLst/>
                <a:ahLst/>
                <a:cxnLst/>
                <a:rect l="l" t="t" r="r" b="b"/>
                <a:pathLst>
                  <a:path w="804" h="9802" extrusionOk="0">
                    <a:moveTo>
                      <a:pt x="1" y="9801"/>
                    </a:moveTo>
                    <a:lnTo>
                      <a:pt x="803" y="9801"/>
                    </a:lnTo>
                    <a:lnTo>
                      <a:pt x="803" y="0"/>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1580;p36">
                <a:extLst>
                  <a:ext uri="{FF2B5EF4-FFF2-40B4-BE49-F238E27FC236}">
                    <a16:creationId xmlns:a16="http://schemas.microsoft.com/office/drawing/2014/main" id="{AF54A099-F59F-BFFA-8F1A-151B512738FA}"/>
                  </a:ext>
                </a:extLst>
              </p:cNvPr>
              <p:cNvSpPr/>
              <p:nvPr/>
            </p:nvSpPr>
            <p:spPr>
              <a:xfrm>
                <a:off x="7311733" y="3949025"/>
                <a:ext cx="34406" cy="245050"/>
              </a:xfrm>
              <a:custGeom>
                <a:avLst/>
                <a:gdLst/>
                <a:ahLst/>
                <a:cxnLst/>
                <a:rect l="l" t="t" r="r" b="b"/>
                <a:pathLst>
                  <a:path w="823" h="9802" extrusionOk="0">
                    <a:moveTo>
                      <a:pt x="1" y="9801"/>
                    </a:moveTo>
                    <a:lnTo>
                      <a:pt x="822" y="9801"/>
                    </a:lnTo>
                    <a:lnTo>
                      <a:pt x="822" y="0"/>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1581;p36">
                <a:extLst>
                  <a:ext uri="{FF2B5EF4-FFF2-40B4-BE49-F238E27FC236}">
                    <a16:creationId xmlns:a16="http://schemas.microsoft.com/office/drawing/2014/main" id="{622AC911-DA3D-B31E-E4CB-F18DB2DFFE78}"/>
                  </a:ext>
                </a:extLst>
              </p:cNvPr>
              <p:cNvSpPr/>
              <p:nvPr/>
            </p:nvSpPr>
            <p:spPr>
              <a:xfrm>
                <a:off x="7523233" y="3942025"/>
                <a:ext cx="34406" cy="245025"/>
              </a:xfrm>
              <a:custGeom>
                <a:avLst/>
                <a:gdLst/>
                <a:ahLst/>
                <a:cxnLst/>
                <a:rect l="l" t="t" r="r" b="b"/>
                <a:pathLst>
                  <a:path w="823" h="9801" extrusionOk="0">
                    <a:moveTo>
                      <a:pt x="1" y="9801"/>
                    </a:moveTo>
                    <a:lnTo>
                      <a:pt x="822" y="9801"/>
                    </a:lnTo>
                    <a:lnTo>
                      <a:pt x="822" y="0"/>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1582;p36">
                <a:extLst>
                  <a:ext uri="{FF2B5EF4-FFF2-40B4-BE49-F238E27FC236}">
                    <a16:creationId xmlns:a16="http://schemas.microsoft.com/office/drawing/2014/main" id="{119CA331-106D-EE9D-22B6-05DAF5237054}"/>
                  </a:ext>
                </a:extLst>
              </p:cNvPr>
              <p:cNvSpPr/>
              <p:nvPr/>
            </p:nvSpPr>
            <p:spPr>
              <a:xfrm>
                <a:off x="7734733" y="3935475"/>
                <a:ext cx="34406" cy="244575"/>
              </a:xfrm>
              <a:custGeom>
                <a:avLst/>
                <a:gdLst/>
                <a:ahLst/>
                <a:cxnLst/>
                <a:rect l="l" t="t" r="r" b="b"/>
                <a:pathLst>
                  <a:path w="823" h="9783" extrusionOk="0">
                    <a:moveTo>
                      <a:pt x="1" y="9783"/>
                    </a:moveTo>
                    <a:lnTo>
                      <a:pt x="822" y="9783"/>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1583;p36">
                <a:extLst>
                  <a:ext uri="{FF2B5EF4-FFF2-40B4-BE49-F238E27FC236}">
                    <a16:creationId xmlns:a16="http://schemas.microsoft.com/office/drawing/2014/main" id="{20DBB625-0D7A-C5BC-656B-54985E937942}"/>
                  </a:ext>
                </a:extLst>
              </p:cNvPr>
              <p:cNvSpPr/>
              <p:nvPr/>
            </p:nvSpPr>
            <p:spPr>
              <a:xfrm>
                <a:off x="7946232" y="3928475"/>
                <a:ext cx="34406" cy="245050"/>
              </a:xfrm>
              <a:custGeom>
                <a:avLst/>
                <a:gdLst/>
                <a:ahLst/>
                <a:cxnLst/>
                <a:rect l="l" t="t" r="r" b="b"/>
                <a:pathLst>
                  <a:path w="823" h="9802" extrusionOk="0">
                    <a:moveTo>
                      <a:pt x="1" y="9802"/>
                    </a:moveTo>
                    <a:lnTo>
                      <a:pt x="822" y="9802"/>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1584;p36">
                <a:extLst>
                  <a:ext uri="{FF2B5EF4-FFF2-40B4-BE49-F238E27FC236}">
                    <a16:creationId xmlns:a16="http://schemas.microsoft.com/office/drawing/2014/main" id="{A85001E0-C7A0-41B3-02C9-C8E6C8C8CACD}"/>
                  </a:ext>
                </a:extLst>
              </p:cNvPr>
              <p:cNvSpPr/>
              <p:nvPr/>
            </p:nvSpPr>
            <p:spPr>
              <a:xfrm>
                <a:off x="8157732" y="3921475"/>
                <a:ext cx="34406" cy="245050"/>
              </a:xfrm>
              <a:custGeom>
                <a:avLst/>
                <a:gdLst/>
                <a:ahLst/>
                <a:cxnLst/>
                <a:rect l="l" t="t" r="r" b="b"/>
                <a:pathLst>
                  <a:path w="823" h="9802" extrusionOk="0">
                    <a:moveTo>
                      <a:pt x="1" y="9802"/>
                    </a:moveTo>
                    <a:lnTo>
                      <a:pt x="822" y="9802"/>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1585;p36">
                <a:extLst>
                  <a:ext uri="{FF2B5EF4-FFF2-40B4-BE49-F238E27FC236}">
                    <a16:creationId xmlns:a16="http://schemas.microsoft.com/office/drawing/2014/main" id="{8694BE50-6CCE-FC56-4A1F-D91FB472002A}"/>
                  </a:ext>
                </a:extLst>
              </p:cNvPr>
              <p:cNvSpPr/>
              <p:nvPr/>
            </p:nvSpPr>
            <p:spPr>
              <a:xfrm>
                <a:off x="8369232" y="3914475"/>
                <a:ext cx="33611" cy="245050"/>
              </a:xfrm>
              <a:custGeom>
                <a:avLst/>
                <a:gdLst/>
                <a:ahLst/>
                <a:cxnLst/>
                <a:rect l="l" t="t" r="r" b="b"/>
                <a:pathLst>
                  <a:path w="804" h="9802" extrusionOk="0">
                    <a:moveTo>
                      <a:pt x="1" y="9802"/>
                    </a:moveTo>
                    <a:lnTo>
                      <a:pt x="804" y="9802"/>
                    </a:lnTo>
                    <a:lnTo>
                      <a:pt x="804"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1586;p36">
                <a:extLst>
                  <a:ext uri="{FF2B5EF4-FFF2-40B4-BE49-F238E27FC236}">
                    <a16:creationId xmlns:a16="http://schemas.microsoft.com/office/drawing/2014/main" id="{832547ED-E639-099B-74BD-5D535B337BDB}"/>
                  </a:ext>
                </a:extLst>
              </p:cNvPr>
              <p:cNvSpPr/>
              <p:nvPr/>
            </p:nvSpPr>
            <p:spPr>
              <a:xfrm>
                <a:off x="8580773" y="3907950"/>
                <a:ext cx="33569" cy="244575"/>
              </a:xfrm>
              <a:custGeom>
                <a:avLst/>
                <a:gdLst/>
                <a:ahLst/>
                <a:cxnLst/>
                <a:rect l="l" t="t" r="r" b="b"/>
                <a:pathLst>
                  <a:path w="803" h="9783" extrusionOk="0">
                    <a:moveTo>
                      <a:pt x="0" y="9783"/>
                    </a:moveTo>
                    <a:lnTo>
                      <a:pt x="803" y="9783"/>
                    </a:lnTo>
                    <a:lnTo>
                      <a:pt x="803"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1587;p36">
                <a:extLst>
                  <a:ext uri="{FF2B5EF4-FFF2-40B4-BE49-F238E27FC236}">
                    <a16:creationId xmlns:a16="http://schemas.microsoft.com/office/drawing/2014/main" id="{BF163634-97CA-199E-C385-D04F8380AE18}"/>
                  </a:ext>
                </a:extLst>
              </p:cNvPr>
              <p:cNvSpPr/>
              <p:nvPr/>
            </p:nvSpPr>
            <p:spPr>
              <a:xfrm>
                <a:off x="8791478" y="3900950"/>
                <a:ext cx="34364" cy="245050"/>
              </a:xfrm>
              <a:custGeom>
                <a:avLst/>
                <a:gdLst/>
                <a:ahLst/>
                <a:cxnLst/>
                <a:rect l="l" t="t" r="r" b="b"/>
                <a:pathLst>
                  <a:path w="822" h="9802" extrusionOk="0">
                    <a:moveTo>
                      <a:pt x="0" y="9801"/>
                    </a:moveTo>
                    <a:lnTo>
                      <a:pt x="822" y="9801"/>
                    </a:lnTo>
                    <a:lnTo>
                      <a:pt x="822"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 name="Google Shape;1588;p36">
              <a:extLst>
                <a:ext uri="{FF2B5EF4-FFF2-40B4-BE49-F238E27FC236}">
                  <a16:creationId xmlns:a16="http://schemas.microsoft.com/office/drawing/2014/main" id="{D4E0E8B3-D0FE-0B0F-8124-70E48E9E83A3}"/>
                </a:ext>
              </a:extLst>
            </p:cNvPr>
            <p:cNvGrpSpPr/>
            <p:nvPr/>
          </p:nvGrpSpPr>
          <p:grpSpPr>
            <a:xfrm flipH="1">
              <a:off x="5406861" y="4293100"/>
              <a:ext cx="3484400" cy="973847"/>
              <a:chOff x="3379075" y="4293100"/>
              <a:chExt cx="3484400" cy="973847"/>
            </a:xfrm>
            <a:grpFill/>
          </p:grpSpPr>
          <p:sp>
            <p:nvSpPr>
              <p:cNvPr id="37" name="Google Shape;1589;p36">
                <a:extLst>
                  <a:ext uri="{FF2B5EF4-FFF2-40B4-BE49-F238E27FC236}">
                    <a16:creationId xmlns:a16="http://schemas.microsoft.com/office/drawing/2014/main" id="{4B65A2E6-99CC-233E-89B1-570887D8CFF6}"/>
                  </a:ext>
                </a:extLst>
              </p:cNvPr>
              <p:cNvSpPr/>
              <p:nvPr/>
            </p:nvSpPr>
            <p:spPr>
              <a:xfrm>
                <a:off x="6638025" y="4293100"/>
                <a:ext cx="225450" cy="266525"/>
              </a:xfrm>
              <a:custGeom>
                <a:avLst/>
                <a:gdLst/>
                <a:ahLst/>
                <a:cxnLst/>
                <a:rect l="l" t="t" r="r" b="b"/>
                <a:pathLst>
                  <a:path w="9018" h="10661" extrusionOk="0">
                    <a:moveTo>
                      <a:pt x="1" y="10660"/>
                    </a:moveTo>
                    <a:lnTo>
                      <a:pt x="9017" y="10660"/>
                    </a:lnTo>
                    <a:lnTo>
                      <a:pt x="9017"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1590;p36">
                <a:extLst>
                  <a:ext uri="{FF2B5EF4-FFF2-40B4-BE49-F238E27FC236}">
                    <a16:creationId xmlns:a16="http://schemas.microsoft.com/office/drawing/2014/main" id="{73881EA7-2037-9C35-2D49-E1E3E56D3BF0}"/>
                  </a:ext>
                </a:extLst>
              </p:cNvPr>
              <p:cNvSpPr/>
              <p:nvPr/>
            </p:nvSpPr>
            <p:spPr>
              <a:xfrm>
                <a:off x="5628575" y="4369300"/>
                <a:ext cx="225425" cy="266525"/>
              </a:xfrm>
              <a:custGeom>
                <a:avLst/>
                <a:gdLst/>
                <a:ahLst/>
                <a:cxnLst/>
                <a:rect l="l" t="t" r="r" b="b"/>
                <a:pathLst>
                  <a:path w="9017" h="10661" extrusionOk="0">
                    <a:moveTo>
                      <a:pt x="0" y="10660"/>
                    </a:moveTo>
                    <a:lnTo>
                      <a:pt x="9017" y="10660"/>
                    </a:lnTo>
                    <a:lnTo>
                      <a:pt x="9017"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1591;p36">
                <a:extLst>
                  <a:ext uri="{FF2B5EF4-FFF2-40B4-BE49-F238E27FC236}">
                    <a16:creationId xmlns:a16="http://schemas.microsoft.com/office/drawing/2014/main" id="{5906597F-259E-77AB-4774-C6A121FBFC3A}"/>
                  </a:ext>
                </a:extLst>
              </p:cNvPr>
              <p:cNvSpPr/>
              <p:nvPr/>
            </p:nvSpPr>
            <p:spPr>
              <a:xfrm>
                <a:off x="5700425" y="4473175"/>
                <a:ext cx="72850" cy="792553"/>
              </a:xfrm>
              <a:custGeom>
                <a:avLst/>
                <a:gdLst/>
                <a:ahLst/>
                <a:cxnLst/>
                <a:rect l="l" t="t" r="r" b="b"/>
                <a:pathLst>
                  <a:path w="2914" h="48780" extrusionOk="0">
                    <a:moveTo>
                      <a:pt x="1" y="48780"/>
                    </a:moveTo>
                    <a:lnTo>
                      <a:pt x="2913" y="48780"/>
                    </a:lnTo>
                    <a:lnTo>
                      <a:pt x="291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1592;p36">
                <a:extLst>
                  <a:ext uri="{FF2B5EF4-FFF2-40B4-BE49-F238E27FC236}">
                    <a16:creationId xmlns:a16="http://schemas.microsoft.com/office/drawing/2014/main" id="{716BB5B2-6607-4370-CF60-A199906CE384}"/>
                  </a:ext>
                </a:extLst>
              </p:cNvPr>
              <p:cNvSpPr/>
              <p:nvPr/>
            </p:nvSpPr>
            <p:spPr>
              <a:xfrm>
                <a:off x="4520150" y="4369300"/>
                <a:ext cx="225450" cy="266525"/>
              </a:xfrm>
              <a:custGeom>
                <a:avLst/>
                <a:gdLst/>
                <a:ahLst/>
                <a:cxnLst/>
                <a:rect l="l" t="t" r="r" b="b"/>
                <a:pathLst>
                  <a:path w="9018" h="10661" extrusionOk="0">
                    <a:moveTo>
                      <a:pt x="1" y="10660"/>
                    </a:moveTo>
                    <a:lnTo>
                      <a:pt x="9017" y="10660"/>
                    </a:lnTo>
                    <a:lnTo>
                      <a:pt x="9017"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1593;p36">
                <a:extLst>
                  <a:ext uri="{FF2B5EF4-FFF2-40B4-BE49-F238E27FC236}">
                    <a16:creationId xmlns:a16="http://schemas.microsoft.com/office/drawing/2014/main" id="{F7B7641B-A3D1-7493-357F-C2B56B795949}"/>
                  </a:ext>
                </a:extLst>
              </p:cNvPr>
              <p:cNvSpPr/>
              <p:nvPr/>
            </p:nvSpPr>
            <p:spPr>
              <a:xfrm>
                <a:off x="4592025" y="4473175"/>
                <a:ext cx="72825" cy="792553"/>
              </a:xfrm>
              <a:custGeom>
                <a:avLst/>
                <a:gdLst/>
                <a:ahLst/>
                <a:cxnLst/>
                <a:rect l="l" t="t" r="r" b="b"/>
                <a:pathLst>
                  <a:path w="2913" h="48780" extrusionOk="0">
                    <a:moveTo>
                      <a:pt x="1" y="48780"/>
                    </a:moveTo>
                    <a:lnTo>
                      <a:pt x="2913" y="48780"/>
                    </a:lnTo>
                    <a:lnTo>
                      <a:pt x="291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1594;p36">
                <a:extLst>
                  <a:ext uri="{FF2B5EF4-FFF2-40B4-BE49-F238E27FC236}">
                    <a16:creationId xmlns:a16="http://schemas.microsoft.com/office/drawing/2014/main" id="{237C0917-4C1F-3CB7-9009-B65020D7C625}"/>
                  </a:ext>
                </a:extLst>
              </p:cNvPr>
              <p:cNvSpPr/>
              <p:nvPr/>
            </p:nvSpPr>
            <p:spPr>
              <a:xfrm>
                <a:off x="3379075" y="4403850"/>
                <a:ext cx="225450" cy="262300"/>
              </a:xfrm>
              <a:custGeom>
                <a:avLst/>
                <a:gdLst/>
                <a:ahLst/>
                <a:cxnLst/>
                <a:rect l="l" t="t" r="r" b="b"/>
                <a:pathLst>
                  <a:path w="9018" h="10492" extrusionOk="0">
                    <a:moveTo>
                      <a:pt x="1" y="10492"/>
                    </a:moveTo>
                    <a:lnTo>
                      <a:pt x="9017" y="10492"/>
                    </a:lnTo>
                    <a:lnTo>
                      <a:pt x="9017" y="0"/>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1595;p36">
                <a:extLst>
                  <a:ext uri="{FF2B5EF4-FFF2-40B4-BE49-F238E27FC236}">
                    <a16:creationId xmlns:a16="http://schemas.microsoft.com/office/drawing/2014/main" id="{ADD9C7FE-1E1D-2183-835E-978789667CDE}"/>
                  </a:ext>
                </a:extLst>
              </p:cNvPr>
              <p:cNvSpPr/>
              <p:nvPr/>
            </p:nvSpPr>
            <p:spPr>
              <a:xfrm>
                <a:off x="3450950" y="4494102"/>
                <a:ext cx="72825" cy="772845"/>
              </a:xfrm>
              <a:custGeom>
                <a:avLst/>
                <a:gdLst/>
                <a:ahLst/>
                <a:cxnLst/>
                <a:rect l="l" t="t" r="r" b="b"/>
                <a:pathLst>
                  <a:path w="2913" h="47567" extrusionOk="0">
                    <a:moveTo>
                      <a:pt x="1" y="47567"/>
                    </a:moveTo>
                    <a:lnTo>
                      <a:pt x="2913" y="47567"/>
                    </a:lnTo>
                    <a:lnTo>
                      <a:pt x="291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 name="Google Shape;1596;p36">
              <a:extLst>
                <a:ext uri="{FF2B5EF4-FFF2-40B4-BE49-F238E27FC236}">
                  <a16:creationId xmlns:a16="http://schemas.microsoft.com/office/drawing/2014/main" id="{363E7CD6-0655-7712-F188-D4A1892F1A79}"/>
                </a:ext>
              </a:extLst>
            </p:cNvPr>
            <p:cNvGrpSpPr/>
            <p:nvPr/>
          </p:nvGrpSpPr>
          <p:grpSpPr>
            <a:xfrm flipH="1">
              <a:off x="-109714" y="4175950"/>
              <a:ext cx="2474925" cy="1050047"/>
              <a:chOff x="3379075" y="4216900"/>
              <a:chExt cx="2474925" cy="1050047"/>
            </a:xfrm>
            <a:grpFill/>
          </p:grpSpPr>
          <p:sp>
            <p:nvSpPr>
              <p:cNvPr id="31" name="Google Shape;1597;p36">
                <a:extLst>
                  <a:ext uri="{FF2B5EF4-FFF2-40B4-BE49-F238E27FC236}">
                    <a16:creationId xmlns:a16="http://schemas.microsoft.com/office/drawing/2014/main" id="{F3148BB1-74BB-E3AA-0F4B-C21D4AC4EB37}"/>
                  </a:ext>
                </a:extLst>
              </p:cNvPr>
              <p:cNvSpPr/>
              <p:nvPr/>
            </p:nvSpPr>
            <p:spPr>
              <a:xfrm>
                <a:off x="5628575" y="4216900"/>
                <a:ext cx="225425" cy="266525"/>
              </a:xfrm>
              <a:custGeom>
                <a:avLst/>
                <a:gdLst/>
                <a:ahLst/>
                <a:cxnLst/>
                <a:rect l="l" t="t" r="r" b="b"/>
                <a:pathLst>
                  <a:path w="9017" h="10661" extrusionOk="0">
                    <a:moveTo>
                      <a:pt x="0" y="10660"/>
                    </a:moveTo>
                    <a:lnTo>
                      <a:pt x="9017" y="10660"/>
                    </a:lnTo>
                    <a:lnTo>
                      <a:pt x="9017"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1598;p36">
                <a:extLst>
                  <a:ext uri="{FF2B5EF4-FFF2-40B4-BE49-F238E27FC236}">
                    <a16:creationId xmlns:a16="http://schemas.microsoft.com/office/drawing/2014/main" id="{D9908424-AB83-2E5A-7E1B-4F05BF8A7D8C}"/>
                  </a:ext>
                </a:extLst>
              </p:cNvPr>
              <p:cNvSpPr/>
              <p:nvPr/>
            </p:nvSpPr>
            <p:spPr>
              <a:xfrm>
                <a:off x="5700425" y="4473175"/>
                <a:ext cx="72850" cy="792553"/>
              </a:xfrm>
              <a:custGeom>
                <a:avLst/>
                <a:gdLst/>
                <a:ahLst/>
                <a:cxnLst/>
                <a:rect l="l" t="t" r="r" b="b"/>
                <a:pathLst>
                  <a:path w="2914" h="48780" extrusionOk="0">
                    <a:moveTo>
                      <a:pt x="1" y="48780"/>
                    </a:moveTo>
                    <a:lnTo>
                      <a:pt x="2913" y="48780"/>
                    </a:lnTo>
                    <a:lnTo>
                      <a:pt x="291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1599;p36">
                <a:extLst>
                  <a:ext uri="{FF2B5EF4-FFF2-40B4-BE49-F238E27FC236}">
                    <a16:creationId xmlns:a16="http://schemas.microsoft.com/office/drawing/2014/main" id="{75784BB2-2247-526C-246D-94643E0186E7}"/>
                  </a:ext>
                </a:extLst>
              </p:cNvPr>
              <p:cNvSpPr/>
              <p:nvPr/>
            </p:nvSpPr>
            <p:spPr>
              <a:xfrm>
                <a:off x="4520150" y="4216900"/>
                <a:ext cx="225450" cy="266525"/>
              </a:xfrm>
              <a:custGeom>
                <a:avLst/>
                <a:gdLst/>
                <a:ahLst/>
                <a:cxnLst/>
                <a:rect l="l" t="t" r="r" b="b"/>
                <a:pathLst>
                  <a:path w="9018" h="10661" extrusionOk="0">
                    <a:moveTo>
                      <a:pt x="1" y="10660"/>
                    </a:moveTo>
                    <a:lnTo>
                      <a:pt x="9017" y="10660"/>
                    </a:lnTo>
                    <a:lnTo>
                      <a:pt x="9017"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1600;p36">
                <a:extLst>
                  <a:ext uri="{FF2B5EF4-FFF2-40B4-BE49-F238E27FC236}">
                    <a16:creationId xmlns:a16="http://schemas.microsoft.com/office/drawing/2014/main" id="{D446ADCA-3583-B3F1-CBA3-E3DED1818624}"/>
                  </a:ext>
                </a:extLst>
              </p:cNvPr>
              <p:cNvSpPr/>
              <p:nvPr/>
            </p:nvSpPr>
            <p:spPr>
              <a:xfrm>
                <a:off x="4592025" y="4473175"/>
                <a:ext cx="72825" cy="792553"/>
              </a:xfrm>
              <a:custGeom>
                <a:avLst/>
                <a:gdLst/>
                <a:ahLst/>
                <a:cxnLst/>
                <a:rect l="l" t="t" r="r" b="b"/>
                <a:pathLst>
                  <a:path w="2913" h="48780" extrusionOk="0">
                    <a:moveTo>
                      <a:pt x="1" y="48780"/>
                    </a:moveTo>
                    <a:lnTo>
                      <a:pt x="2913" y="48780"/>
                    </a:lnTo>
                    <a:lnTo>
                      <a:pt x="291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1601;p36">
                <a:extLst>
                  <a:ext uri="{FF2B5EF4-FFF2-40B4-BE49-F238E27FC236}">
                    <a16:creationId xmlns:a16="http://schemas.microsoft.com/office/drawing/2014/main" id="{A833F2CE-8D6D-E98A-AC55-BE507902349D}"/>
                  </a:ext>
                </a:extLst>
              </p:cNvPr>
              <p:cNvSpPr/>
              <p:nvPr/>
            </p:nvSpPr>
            <p:spPr>
              <a:xfrm>
                <a:off x="3379075" y="4251450"/>
                <a:ext cx="225450" cy="262300"/>
              </a:xfrm>
              <a:custGeom>
                <a:avLst/>
                <a:gdLst/>
                <a:ahLst/>
                <a:cxnLst/>
                <a:rect l="l" t="t" r="r" b="b"/>
                <a:pathLst>
                  <a:path w="9018" h="10492" extrusionOk="0">
                    <a:moveTo>
                      <a:pt x="1" y="10492"/>
                    </a:moveTo>
                    <a:lnTo>
                      <a:pt x="9017" y="10492"/>
                    </a:lnTo>
                    <a:lnTo>
                      <a:pt x="9017" y="0"/>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1602;p36">
                <a:extLst>
                  <a:ext uri="{FF2B5EF4-FFF2-40B4-BE49-F238E27FC236}">
                    <a16:creationId xmlns:a16="http://schemas.microsoft.com/office/drawing/2014/main" id="{7B13F487-589B-FDB6-B7CE-8A0273FBA9DC}"/>
                  </a:ext>
                </a:extLst>
              </p:cNvPr>
              <p:cNvSpPr/>
              <p:nvPr/>
            </p:nvSpPr>
            <p:spPr>
              <a:xfrm>
                <a:off x="3450950" y="4494102"/>
                <a:ext cx="72825" cy="772845"/>
              </a:xfrm>
              <a:custGeom>
                <a:avLst/>
                <a:gdLst/>
                <a:ahLst/>
                <a:cxnLst/>
                <a:rect l="l" t="t" r="r" b="b"/>
                <a:pathLst>
                  <a:path w="2913" h="47567" extrusionOk="0">
                    <a:moveTo>
                      <a:pt x="1" y="47567"/>
                    </a:moveTo>
                    <a:lnTo>
                      <a:pt x="2913" y="47567"/>
                    </a:lnTo>
                    <a:lnTo>
                      <a:pt x="291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94" name="Google Shape;1117;p30">
            <a:extLst>
              <a:ext uri="{FF2B5EF4-FFF2-40B4-BE49-F238E27FC236}">
                <a16:creationId xmlns:a16="http://schemas.microsoft.com/office/drawing/2014/main" id="{FA997088-CA70-B023-942C-0192DD5FCABF}"/>
              </a:ext>
            </a:extLst>
          </p:cNvPr>
          <p:cNvGrpSpPr/>
          <p:nvPr/>
        </p:nvGrpSpPr>
        <p:grpSpPr>
          <a:xfrm rot="150140">
            <a:off x="-2650726" y="3830112"/>
            <a:ext cx="2580526" cy="685136"/>
            <a:chOff x="3962175" y="2631750"/>
            <a:chExt cx="3075700" cy="952625"/>
          </a:xfrm>
        </p:grpSpPr>
        <p:sp>
          <p:nvSpPr>
            <p:cNvPr id="95" name="Google Shape;1118;p30">
              <a:extLst>
                <a:ext uri="{FF2B5EF4-FFF2-40B4-BE49-F238E27FC236}">
                  <a16:creationId xmlns:a16="http://schemas.microsoft.com/office/drawing/2014/main" id="{E765CE14-B34A-4541-590C-F15871B9B99F}"/>
                </a:ext>
              </a:extLst>
            </p:cNvPr>
            <p:cNvSpPr/>
            <p:nvPr/>
          </p:nvSpPr>
          <p:spPr>
            <a:xfrm>
              <a:off x="3962175" y="3227750"/>
              <a:ext cx="3075700" cy="356625"/>
            </a:xfrm>
            <a:custGeom>
              <a:avLst/>
              <a:gdLst/>
              <a:ahLst/>
              <a:cxnLst/>
              <a:rect l="l" t="t" r="r" b="b"/>
              <a:pathLst>
                <a:path w="123028" h="14265" extrusionOk="0">
                  <a:moveTo>
                    <a:pt x="114046" y="1"/>
                  </a:moveTo>
                  <a:lnTo>
                    <a:pt x="114046" y="1239"/>
                  </a:lnTo>
                  <a:lnTo>
                    <a:pt x="114579" y="1239"/>
                  </a:lnTo>
                  <a:lnTo>
                    <a:pt x="114579" y="3167"/>
                  </a:lnTo>
                  <a:lnTo>
                    <a:pt x="109877" y="3167"/>
                  </a:lnTo>
                  <a:lnTo>
                    <a:pt x="109877" y="2728"/>
                  </a:lnTo>
                  <a:lnTo>
                    <a:pt x="108984" y="2728"/>
                  </a:lnTo>
                  <a:lnTo>
                    <a:pt x="108984" y="1913"/>
                  </a:lnTo>
                  <a:cubicBezTo>
                    <a:pt x="108984" y="1411"/>
                    <a:pt x="108513" y="1004"/>
                    <a:pt x="107980" y="1098"/>
                  </a:cubicBezTo>
                  <a:lnTo>
                    <a:pt x="107980" y="1098"/>
                  </a:lnTo>
                  <a:cubicBezTo>
                    <a:pt x="107573" y="1161"/>
                    <a:pt x="107291" y="1553"/>
                    <a:pt x="107291" y="1960"/>
                  </a:cubicBezTo>
                  <a:lnTo>
                    <a:pt x="107291" y="1960"/>
                  </a:lnTo>
                  <a:lnTo>
                    <a:pt x="107291" y="2728"/>
                  </a:lnTo>
                  <a:lnTo>
                    <a:pt x="106397" y="2728"/>
                  </a:lnTo>
                  <a:lnTo>
                    <a:pt x="106397" y="3167"/>
                  </a:lnTo>
                  <a:lnTo>
                    <a:pt x="105237" y="3167"/>
                  </a:lnTo>
                  <a:lnTo>
                    <a:pt x="105237" y="1615"/>
                  </a:lnTo>
                  <a:lnTo>
                    <a:pt x="103921" y="1615"/>
                  </a:lnTo>
                  <a:lnTo>
                    <a:pt x="103921" y="3167"/>
                  </a:lnTo>
                  <a:lnTo>
                    <a:pt x="100112" y="3167"/>
                  </a:lnTo>
                  <a:lnTo>
                    <a:pt x="100112" y="1521"/>
                  </a:lnTo>
                  <a:cubicBezTo>
                    <a:pt x="100112" y="675"/>
                    <a:pt x="99438" y="1"/>
                    <a:pt x="98591" y="1"/>
                  </a:cubicBezTo>
                  <a:lnTo>
                    <a:pt x="98591" y="1"/>
                  </a:lnTo>
                  <a:lnTo>
                    <a:pt x="88403" y="1"/>
                  </a:lnTo>
                  <a:cubicBezTo>
                    <a:pt x="87870" y="1"/>
                    <a:pt x="87431" y="440"/>
                    <a:pt x="87463" y="988"/>
                  </a:cubicBezTo>
                  <a:lnTo>
                    <a:pt x="87463" y="988"/>
                  </a:lnTo>
                  <a:cubicBezTo>
                    <a:pt x="87494" y="1490"/>
                    <a:pt x="87949" y="1882"/>
                    <a:pt x="88466" y="1882"/>
                  </a:cubicBezTo>
                  <a:lnTo>
                    <a:pt x="88466" y="1882"/>
                  </a:lnTo>
                  <a:lnTo>
                    <a:pt x="92149" y="1882"/>
                  </a:lnTo>
                  <a:cubicBezTo>
                    <a:pt x="92964" y="1882"/>
                    <a:pt x="93638" y="2540"/>
                    <a:pt x="93638" y="3355"/>
                  </a:cubicBezTo>
                  <a:lnTo>
                    <a:pt x="93638" y="3355"/>
                  </a:lnTo>
                  <a:lnTo>
                    <a:pt x="93638" y="5785"/>
                  </a:lnTo>
                  <a:cubicBezTo>
                    <a:pt x="93638" y="5988"/>
                    <a:pt x="93466" y="6161"/>
                    <a:pt x="93247" y="6161"/>
                  </a:cubicBezTo>
                  <a:lnTo>
                    <a:pt x="93247" y="6161"/>
                  </a:lnTo>
                  <a:lnTo>
                    <a:pt x="88293" y="6161"/>
                  </a:lnTo>
                  <a:cubicBezTo>
                    <a:pt x="87839" y="6161"/>
                    <a:pt x="87463" y="6537"/>
                    <a:pt x="87463" y="6992"/>
                  </a:cubicBezTo>
                  <a:lnTo>
                    <a:pt x="87463" y="6992"/>
                  </a:lnTo>
                  <a:lnTo>
                    <a:pt x="87463" y="9468"/>
                  </a:lnTo>
                  <a:cubicBezTo>
                    <a:pt x="87463" y="10299"/>
                    <a:pt x="87823" y="11036"/>
                    <a:pt x="88403" y="11537"/>
                  </a:cubicBezTo>
                  <a:lnTo>
                    <a:pt x="88403" y="11537"/>
                  </a:lnTo>
                  <a:cubicBezTo>
                    <a:pt x="88388" y="11615"/>
                    <a:pt x="88388" y="11678"/>
                    <a:pt x="88372" y="11741"/>
                  </a:cubicBezTo>
                  <a:lnTo>
                    <a:pt x="88372" y="11741"/>
                  </a:lnTo>
                  <a:lnTo>
                    <a:pt x="85221" y="11741"/>
                  </a:lnTo>
                  <a:lnTo>
                    <a:pt x="85221" y="3512"/>
                  </a:lnTo>
                  <a:cubicBezTo>
                    <a:pt x="85221" y="2430"/>
                    <a:pt x="84359" y="1553"/>
                    <a:pt x="83278" y="1553"/>
                  </a:cubicBezTo>
                  <a:lnTo>
                    <a:pt x="83278" y="1553"/>
                  </a:lnTo>
                  <a:lnTo>
                    <a:pt x="46083" y="1553"/>
                  </a:lnTo>
                  <a:cubicBezTo>
                    <a:pt x="45017" y="1553"/>
                    <a:pt x="44139" y="2430"/>
                    <a:pt x="44139" y="3512"/>
                  </a:cubicBezTo>
                  <a:lnTo>
                    <a:pt x="44139" y="3512"/>
                  </a:lnTo>
                  <a:lnTo>
                    <a:pt x="44139" y="10330"/>
                  </a:lnTo>
                  <a:lnTo>
                    <a:pt x="42211" y="10330"/>
                  </a:lnTo>
                  <a:lnTo>
                    <a:pt x="42211" y="3512"/>
                  </a:lnTo>
                  <a:cubicBezTo>
                    <a:pt x="42211" y="2430"/>
                    <a:pt x="41333" y="1553"/>
                    <a:pt x="40267" y="1553"/>
                  </a:cubicBezTo>
                  <a:lnTo>
                    <a:pt x="40267" y="1553"/>
                  </a:lnTo>
                  <a:lnTo>
                    <a:pt x="3072" y="1553"/>
                  </a:lnTo>
                  <a:cubicBezTo>
                    <a:pt x="2006" y="1553"/>
                    <a:pt x="1129" y="2430"/>
                    <a:pt x="1129" y="3512"/>
                  </a:cubicBezTo>
                  <a:lnTo>
                    <a:pt x="1129" y="3512"/>
                  </a:lnTo>
                  <a:lnTo>
                    <a:pt x="1129" y="10330"/>
                  </a:lnTo>
                  <a:lnTo>
                    <a:pt x="0" y="10330"/>
                  </a:lnTo>
                  <a:lnTo>
                    <a:pt x="0" y="11130"/>
                  </a:lnTo>
                  <a:lnTo>
                    <a:pt x="1129" y="11130"/>
                  </a:lnTo>
                  <a:lnTo>
                    <a:pt x="1129" y="12650"/>
                  </a:lnTo>
                  <a:lnTo>
                    <a:pt x="1865" y="12650"/>
                  </a:lnTo>
                  <a:cubicBezTo>
                    <a:pt x="1865" y="13481"/>
                    <a:pt x="2555" y="14170"/>
                    <a:pt x="3386" y="14170"/>
                  </a:cubicBezTo>
                  <a:lnTo>
                    <a:pt x="3386" y="14170"/>
                  </a:lnTo>
                  <a:cubicBezTo>
                    <a:pt x="4232" y="14170"/>
                    <a:pt x="4906" y="13481"/>
                    <a:pt x="4906" y="12650"/>
                  </a:cubicBezTo>
                  <a:lnTo>
                    <a:pt x="4906" y="12650"/>
                  </a:lnTo>
                  <a:lnTo>
                    <a:pt x="6113" y="12650"/>
                  </a:lnTo>
                  <a:cubicBezTo>
                    <a:pt x="6113" y="13481"/>
                    <a:pt x="6803" y="14170"/>
                    <a:pt x="7633" y="14170"/>
                  </a:cubicBezTo>
                  <a:lnTo>
                    <a:pt x="7633" y="14170"/>
                  </a:lnTo>
                  <a:cubicBezTo>
                    <a:pt x="8480" y="14170"/>
                    <a:pt x="9154" y="13481"/>
                    <a:pt x="9154" y="12650"/>
                  </a:cubicBezTo>
                  <a:lnTo>
                    <a:pt x="9154" y="12650"/>
                  </a:lnTo>
                  <a:lnTo>
                    <a:pt x="33966" y="12650"/>
                  </a:lnTo>
                  <a:cubicBezTo>
                    <a:pt x="33966" y="13481"/>
                    <a:pt x="34640" y="14170"/>
                    <a:pt x="35487" y="14170"/>
                  </a:cubicBezTo>
                  <a:lnTo>
                    <a:pt x="35487" y="14170"/>
                  </a:lnTo>
                  <a:cubicBezTo>
                    <a:pt x="36317" y="14170"/>
                    <a:pt x="37007" y="13481"/>
                    <a:pt x="37007" y="12650"/>
                  </a:cubicBezTo>
                  <a:lnTo>
                    <a:pt x="37007" y="12650"/>
                  </a:lnTo>
                  <a:lnTo>
                    <a:pt x="38198" y="12650"/>
                  </a:lnTo>
                  <a:cubicBezTo>
                    <a:pt x="38198" y="13481"/>
                    <a:pt x="38888" y="14170"/>
                    <a:pt x="39734" y="14170"/>
                  </a:cubicBezTo>
                  <a:lnTo>
                    <a:pt x="39734" y="14170"/>
                  </a:lnTo>
                  <a:cubicBezTo>
                    <a:pt x="40565" y="14170"/>
                    <a:pt x="41255" y="13481"/>
                    <a:pt x="41255" y="12650"/>
                  </a:cubicBezTo>
                  <a:lnTo>
                    <a:pt x="41255" y="12650"/>
                  </a:lnTo>
                  <a:lnTo>
                    <a:pt x="42211" y="12650"/>
                  </a:lnTo>
                  <a:lnTo>
                    <a:pt x="42211" y="11130"/>
                  </a:lnTo>
                  <a:lnTo>
                    <a:pt x="44139" y="11130"/>
                  </a:lnTo>
                  <a:lnTo>
                    <a:pt x="44139" y="12650"/>
                  </a:lnTo>
                  <a:lnTo>
                    <a:pt x="44876" y="12650"/>
                  </a:lnTo>
                  <a:cubicBezTo>
                    <a:pt x="44876" y="13481"/>
                    <a:pt x="45565" y="14170"/>
                    <a:pt x="46412" y="14170"/>
                  </a:cubicBezTo>
                  <a:lnTo>
                    <a:pt x="46412" y="14170"/>
                  </a:lnTo>
                  <a:cubicBezTo>
                    <a:pt x="47242" y="14170"/>
                    <a:pt x="47932" y="13481"/>
                    <a:pt x="47932" y="12650"/>
                  </a:cubicBezTo>
                  <a:lnTo>
                    <a:pt x="47932" y="12650"/>
                  </a:lnTo>
                  <a:lnTo>
                    <a:pt x="49123" y="12650"/>
                  </a:lnTo>
                  <a:cubicBezTo>
                    <a:pt x="49123" y="13481"/>
                    <a:pt x="49813" y="14170"/>
                    <a:pt x="50644" y="14170"/>
                  </a:cubicBezTo>
                  <a:lnTo>
                    <a:pt x="50644" y="14170"/>
                  </a:lnTo>
                  <a:cubicBezTo>
                    <a:pt x="51490" y="14170"/>
                    <a:pt x="52164" y="13481"/>
                    <a:pt x="52164" y="12650"/>
                  </a:cubicBezTo>
                  <a:lnTo>
                    <a:pt x="52164" y="12650"/>
                  </a:lnTo>
                  <a:lnTo>
                    <a:pt x="76977" y="12650"/>
                  </a:lnTo>
                  <a:cubicBezTo>
                    <a:pt x="76977" y="13481"/>
                    <a:pt x="77651" y="14170"/>
                    <a:pt x="78497" y="14170"/>
                  </a:cubicBezTo>
                  <a:lnTo>
                    <a:pt x="78497" y="14170"/>
                  </a:lnTo>
                  <a:cubicBezTo>
                    <a:pt x="79343" y="14170"/>
                    <a:pt x="80017" y="13481"/>
                    <a:pt x="80017" y="12650"/>
                  </a:cubicBezTo>
                  <a:lnTo>
                    <a:pt x="80017" y="12650"/>
                  </a:lnTo>
                  <a:lnTo>
                    <a:pt x="81224" y="12650"/>
                  </a:lnTo>
                  <a:cubicBezTo>
                    <a:pt x="81224" y="13481"/>
                    <a:pt x="81898" y="14170"/>
                    <a:pt x="82745" y="14170"/>
                  </a:cubicBezTo>
                  <a:lnTo>
                    <a:pt x="82745" y="14170"/>
                  </a:lnTo>
                  <a:cubicBezTo>
                    <a:pt x="83575" y="14170"/>
                    <a:pt x="84265" y="13481"/>
                    <a:pt x="84265" y="12650"/>
                  </a:cubicBezTo>
                  <a:lnTo>
                    <a:pt x="84265" y="12650"/>
                  </a:lnTo>
                  <a:lnTo>
                    <a:pt x="88497" y="12650"/>
                  </a:lnTo>
                  <a:cubicBezTo>
                    <a:pt x="88811" y="13528"/>
                    <a:pt x="89657" y="14170"/>
                    <a:pt x="90645" y="14170"/>
                  </a:cubicBezTo>
                  <a:lnTo>
                    <a:pt x="90645" y="14170"/>
                  </a:lnTo>
                  <a:cubicBezTo>
                    <a:pt x="91789" y="14170"/>
                    <a:pt x="92729" y="13340"/>
                    <a:pt x="92902" y="12258"/>
                  </a:cubicBezTo>
                  <a:lnTo>
                    <a:pt x="92902" y="12258"/>
                  </a:lnTo>
                  <a:lnTo>
                    <a:pt x="94939" y="12258"/>
                  </a:lnTo>
                  <a:cubicBezTo>
                    <a:pt x="95174" y="13340"/>
                    <a:pt x="96146" y="14170"/>
                    <a:pt x="97322" y="14170"/>
                  </a:cubicBezTo>
                  <a:lnTo>
                    <a:pt x="97322" y="14170"/>
                  </a:lnTo>
                  <a:cubicBezTo>
                    <a:pt x="98482" y="14170"/>
                    <a:pt x="99454" y="13340"/>
                    <a:pt x="99704" y="12258"/>
                  </a:cubicBezTo>
                  <a:lnTo>
                    <a:pt x="99704" y="12258"/>
                  </a:lnTo>
                  <a:lnTo>
                    <a:pt x="100535" y="12258"/>
                  </a:lnTo>
                  <a:cubicBezTo>
                    <a:pt x="100770" y="13340"/>
                    <a:pt x="101758" y="14170"/>
                    <a:pt x="102918" y="14170"/>
                  </a:cubicBezTo>
                  <a:lnTo>
                    <a:pt x="102918" y="14170"/>
                  </a:lnTo>
                  <a:cubicBezTo>
                    <a:pt x="104093" y="14170"/>
                    <a:pt x="105065" y="13340"/>
                    <a:pt x="105300" y="12258"/>
                  </a:cubicBezTo>
                  <a:lnTo>
                    <a:pt x="105300" y="12258"/>
                  </a:lnTo>
                  <a:lnTo>
                    <a:pt x="106601" y="12258"/>
                  </a:lnTo>
                  <a:cubicBezTo>
                    <a:pt x="106836" y="13340"/>
                    <a:pt x="107808" y="14170"/>
                    <a:pt x="108984" y="14170"/>
                  </a:cubicBezTo>
                  <a:lnTo>
                    <a:pt x="108984" y="14170"/>
                  </a:lnTo>
                  <a:cubicBezTo>
                    <a:pt x="110143" y="14170"/>
                    <a:pt x="111115" y="13340"/>
                    <a:pt x="111366" y="12258"/>
                  </a:cubicBezTo>
                  <a:lnTo>
                    <a:pt x="111366" y="12258"/>
                  </a:lnTo>
                  <a:lnTo>
                    <a:pt x="112197" y="12258"/>
                  </a:lnTo>
                  <a:cubicBezTo>
                    <a:pt x="112448" y="13340"/>
                    <a:pt x="113419" y="14170"/>
                    <a:pt x="114579" y="14170"/>
                  </a:cubicBezTo>
                  <a:lnTo>
                    <a:pt x="114579" y="14170"/>
                  </a:lnTo>
                  <a:cubicBezTo>
                    <a:pt x="115755" y="14170"/>
                    <a:pt x="116727" y="13340"/>
                    <a:pt x="116962" y="12258"/>
                  </a:cubicBezTo>
                  <a:lnTo>
                    <a:pt x="116962" y="12258"/>
                  </a:lnTo>
                  <a:lnTo>
                    <a:pt x="117244" y="12258"/>
                  </a:lnTo>
                  <a:cubicBezTo>
                    <a:pt x="117056" y="12525"/>
                    <a:pt x="116977" y="12854"/>
                    <a:pt x="117056" y="13230"/>
                  </a:cubicBezTo>
                  <a:lnTo>
                    <a:pt x="117056" y="13230"/>
                  </a:lnTo>
                  <a:cubicBezTo>
                    <a:pt x="117166" y="13684"/>
                    <a:pt x="117542" y="14061"/>
                    <a:pt x="118012" y="14139"/>
                  </a:cubicBezTo>
                  <a:lnTo>
                    <a:pt x="118012" y="14139"/>
                  </a:lnTo>
                  <a:cubicBezTo>
                    <a:pt x="118655" y="14264"/>
                    <a:pt x="119219" y="13888"/>
                    <a:pt x="119391" y="13324"/>
                  </a:cubicBezTo>
                  <a:lnTo>
                    <a:pt x="119391" y="13324"/>
                  </a:lnTo>
                  <a:cubicBezTo>
                    <a:pt x="122369" y="13308"/>
                    <a:pt x="123028" y="12556"/>
                    <a:pt x="123028" y="12556"/>
                  </a:cubicBezTo>
                  <a:lnTo>
                    <a:pt x="123028" y="12556"/>
                  </a:lnTo>
                  <a:lnTo>
                    <a:pt x="119783" y="9108"/>
                  </a:lnTo>
                  <a:lnTo>
                    <a:pt x="118749" y="9108"/>
                  </a:lnTo>
                  <a:cubicBezTo>
                    <a:pt x="120128" y="8841"/>
                    <a:pt x="121178" y="7619"/>
                    <a:pt x="121178" y="6161"/>
                  </a:cubicBezTo>
                  <a:lnTo>
                    <a:pt x="121178" y="6161"/>
                  </a:lnTo>
                  <a:cubicBezTo>
                    <a:pt x="121178" y="5330"/>
                    <a:pt x="120849" y="4578"/>
                    <a:pt x="120300" y="4045"/>
                  </a:cubicBezTo>
                  <a:lnTo>
                    <a:pt x="120300" y="4045"/>
                  </a:lnTo>
                  <a:cubicBezTo>
                    <a:pt x="119752" y="3496"/>
                    <a:pt x="118999" y="3167"/>
                    <a:pt x="118184" y="3167"/>
                  </a:cubicBezTo>
                  <a:lnTo>
                    <a:pt x="118184" y="3167"/>
                  </a:lnTo>
                  <a:lnTo>
                    <a:pt x="116068" y="3167"/>
                  </a:lnTo>
                  <a:lnTo>
                    <a:pt x="116068" y="1239"/>
                  </a:lnTo>
                  <a:lnTo>
                    <a:pt x="116601" y="1239"/>
                  </a:lnTo>
                  <a:lnTo>
                    <a:pt x="116601" y="1"/>
                  </a:lnTo>
                  <a:close/>
                  <a:moveTo>
                    <a:pt x="58214" y="11130"/>
                  </a:moveTo>
                  <a:lnTo>
                    <a:pt x="71146" y="11130"/>
                  </a:lnTo>
                  <a:lnTo>
                    <a:pt x="71146" y="11741"/>
                  </a:lnTo>
                  <a:lnTo>
                    <a:pt x="58214" y="11741"/>
                  </a:lnTo>
                  <a:close/>
                  <a:moveTo>
                    <a:pt x="15204" y="11130"/>
                  </a:moveTo>
                  <a:lnTo>
                    <a:pt x="28135" y="11130"/>
                  </a:lnTo>
                  <a:lnTo>
                    <a:pt x="28135" y="11741"/>
                  </a:lnTo>
                  <a:lnTo>
                    <a:pt x="15204" y="11741"/>
                  </a:lnTo>
                  <a:close/>
                </a:path>
              </a:pathLst>
            </a:custGeom>
            <a:solidFill>
              <a:srgbClr val="0913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6" name="Google Shape;1119;p30">
              <a:extLst>
                <a:ext uri="{FF2B5EF4-FFF2-40B4-BE49-F238E27FC236}">
                  <a16:creationId xmlns:a16="http://schemas.microsoft.com/office/drawing/2014/main" id="{10368EF2-FEA5-0E57-1760-8662F20CDB5B}"/>
                </a:ext>
              </a:extLst>
            </p:cNvPr>
            <p:cNvSpPr/>
            <p:nvPr/>
          </p:nvSpPr>
          <p:spPr>
            <a:xfrm>
              <a:off x="6345450" y="3293600"/>
              <a:ext cx="84275" cy="84275"/>
            </a:xfrm>
            <a:custGeom>
              <a:avLst/>
              <a:gdLst/>
              <a:ahLst/>
              <a:cxnLst/>
              <a:rect l="l" t="t" r="r" b="b"/>
              <a:pathLst>
                <a:path w="3371" h="3371" extrusionOk="0">
                  <a:moveTo>
                    <a:pt x="1050" y="0"/>
                  </a:moveTo>
                  <a:cubicBezTo>
                    <a:pt x="470" y="0"/>
                    <a:pt x="0" y="470"/>
                    <a:pt x="0" y="1050"/>
                  </a:cubicBezTo>
                  <a:lnTo>
                    <a:pt x="0" y="2320"/>
                  </a:lnTo>
                  <a:cubicBezTo>
                    <a:pt x="0" y="2900"/>
                    <a:pt x="470" y="3370"/>
                    <a:pt x="1050" y="3370"/>
                  </a:cubicBezTo>
                  <a:lnTo>
                    <a:pt x="2320" y="3370"/>
                  </a:lnTo>
                  <a:cubicBezTo>
                    <a:pt x="2900" y="3370"/>
                    <a:pt x="3370" y="2900"/>
                    <a:pt x="3370" y="2320"/>
                  </a:cubicBezTo>
                  <a:lnTo>
                    <a:pt x="3370" y="1050"/>
                  </a:lnTo>
                  <a:cubicBezTo>
                    <a:pt x="3370" y="470"/>
                    <a:pt x="2900" y="0"/>
                    <a:pt x="232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1120;p30">
              <a:extLst>
                <a:ext uri="{FF2B5EF4-FFF2-40B4-BE49-F238E27FC236}">
                  <a16:creationId xmlns:a16="http://schemas.microsoft.com/office/drawing/2014/main" id="{F56CAABB-7CB8-E8FA-2FB4-91F2135669B0}"/>
                </a:ext>
              </a:extLst>
            </p:cNvPr>
            <p:cNvSpPr/>
            <p:nvPr/>
          </p:nvSpPr>
          <p:spPr>
            <a:xfrm>
              <a:off x="5924600" y="3351575"/>
              <a:ext cx="74475" cy="70575"/>
            </a:xfrm>
            <a:custGeom>
              <a:avLst/>
              <a:gdLst/>
              <a:ahLst/>
              <a:cxnLst/>
              <a:rect l="l" t="t" r="r" b="b"/>
              <a:pathLst>
                <a:path w="2979" h="2823" extrusionOk="0">
                  <a:moveTo>
                    <a:pt x="1050" y="1"/>
                  </a:moveTo>
                  <a:cubicBezTo>
                    <a:pt x="470" y="1"/>
                    <a:pt x="0" y="471"/>
                    <a:pt x="0" y="1051"/>
                  </a:cubicBezTo>
                  <a:lnTo>
                    <a:pt x="0" y="1788"/>
                  </a:lnTo>
                  <a:cubicBezTo>
                    <a:pt x="0" y="2368"/>
                    <a:pt x="470" y="2822"/>
                    <a:pt x="1050" y="2822"/>
                  </a:cubicBezTo>
                  <a:lnTo>
                    <a:pt x="1944" y="2822"/>
                  </a:lnTo>
                  <a:cubicBezTo>
                    <a:pt x="2508" y="2822"/>
                    <a:pt x="2978" y="2368"/>
                    <a:pt x="2978" y="1788"/>
                  </a:cubicBezTo>
                  <a:lnTo>
                    <a:pt x="2978" y="1051"/>
                  </a:lnTo>
                  <a:cubicBezTo>
                    <a:pt x="2978" y="471"/>
                    <a:pt x="2508"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1121;p30">
              <a:extLst>
                <a:ext uri="{FF2B5EF4-FFF2-40B4-BE49-F238E27FC236}">
                  <a16:creationId xmlns:a16="http://schemas.microsoft.com/office/drawing/2014/main" id="{C343B642-8B6B-0F0C-994D-576085753168}"/>
                </a:ext>
              </a:extLst>
            </p:cNvPr>
            <p:cNvSpPr/>
            <p:nvPr/>
          </p:nvSpPr>
          <p:spPr>
            <a:xfrm>
              <a:off x="5812125" y="3351575"/>
              <a:ext cx="74475" cy="70575"/>
            </a:xfrm>
            <a:custGeom>
              <a:avLst/>
              <a:gdLst/>
              <a:ahLst/>
              <a:cxnLst/>
              <a:rect l="l" t="t" r="r" b="b"/>
              <a:pathLst>
                <a:path w="2979" h="2823" extrusionOk="0">
                  <a:moveTo>
                    <a:pt x="1035" y="1"/>
                  </a:moveTo>
                  <a:cubicBezTo>
                    <a:pt x="455" y="1"/>
                    <a:pt x="0" y="471"/>
                    <a:pt x="0" y="1051"/>
                  </a:cubicBezTo>
                  <a:lnTo>
                    <a:pt x="0" y="1788"/>
                  </a:lnTo>
                  <a:cubicBezTo>
                    <a:pt x="0" y="2368"/>
                    <a:pt x="455" y="2822"/>
                    <a:pt x="1035" y="2822"/>
                  </a:cubicBezTo>
                  <a:lnTo>
                    <a:pt x="1928" y="2822"/>
                  </a:lnTo>
                  <a:cubicBezTo>
                    <a:pt x="2508" y="2822"/>
                    <a:pt x="2979" y="2368"/>
                    <a:pt x="2979" y="1788"/>
                  </a:cubicBezTo>
                  <a:lnTo>
                    <a:pt x="2979" y="1051"/>
                  </a:lnTo>
                  <a:cubicBezTo>
                    <a:pt x="2979" y="471"/>
                    <a:pt x="2508" y="1"/>
                    <a:pt x="192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1122;p30">
              <a:extLst>
                <a:ext uri="{FF2B5EF4-FFF2-40B4-BE49-F238E27FC236}">
                  <a16:creationId xmlns:a16="http://schemas.microsoft.com/office/drawing/2014/main" id="{59ACB365-CC84-3DC0-12DD-A09997BC5CA7}"/>
                </a:ext>
              </a:extLst>
            </p:cNvPr>
            <p:cNvSpPr/>
            <p:nvPr/>
          </p:nvSpPr>
          <p:spPr>
            <a:xfrm>
              <a:off x="5703575" y="3351575"/>
              <a:ext cx="74475" cy="70575"/>
            </a:xfrm>
            <a:custGeom>
              <a:avLst/>
              <a:gdLst/>
              <a:ahLst/>
              <a:cxnLst/>
              <a:rect l="l" t="t" r="r" b="b"/>
              <a:pathLst>
                <a:path w="2979" h="2823" extrusionOk="0">
                  <a:moveTo>
                    <a:pt x="1051" y="1"/>
                  </a:moveTo>
                  <a:cubicBezTo>
                    <a:pt x="471" y="1"/>
                    <a:pt x="1" y="471"/>
                    <a:pt x="1" y="1051"/>
                  </a:cubicBezTo>
                  <a:lnTo>
                    <a:pt x="1" y="1788"/>
                  </a:lnTo>
                  <a:cubicBezTo>
                    <a:pt x="1" y="2368"/>
                    <a:pt x="471" y="2822"/>
                    <a:pt x="1051" y="2822"/>
                  </a:cubicBezTo>
                  <a:lnTo>
                    <a:pt x="1944" y="2822"/>
                  </a:lnTo>
                  <a:cubicBezTo>
                    <a:pt x="2524" y="2822"/>
                    <a:pt x="2979" y="2368"/>
                    <a:pt x="2979" y="1788"/>
                  </a:cubicBezTo>
                  <a:lnTo>
                    <a:pt x="2979" y="1051"/>
                  </a:lnTo>
                  <a:cubicBezTo>
                    <a:pt x="2979"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123;p30">
              <a:extLst>
                <a:ext uri="{FF2B5EF4-FFF2-40B4-BE49-F238E27FC236}">
                  <a16:creationId xmlns:a16="http://schemas.microsoft.com/office/drawing/2014/main" id="{519AEB82-4C55-050F-6F36-88F201B8310E}"/>
                </a:ext>
              </a:extLst>
            </p:cNvPr>
            <p:cNvSpPr/>
            <p:nvPr/>
          </p:nvSpPr>
          <p:spPr>
            <a:xfrm>
              <a:off x="5595425" y="3351575"/>
              <a:ext cx="74475" cy="70575"/>
            </a:xfrm>
            <a:custGeom>
              <a:avLst/>
              <a:gdLst/>
              <a:ahLst/>
              <a:cxnLst/>
              <a:rect l="l" t="t" r="r" b="b"/>
              <a:pathLst>
                <a:path w="2979" h="2823" extrusionOk="0">
                  <a:moveTo>
                    <a:pt x="1035" y="1"/>
                  </a:moveTo>
                  <a:cubicBezTo>
                    <a:pt x="455" y="1"/>
                    <a:pt x="1" y="471"/>
                    <a:pt x="1" y="1051"/>
                  </a:cubicBezTo>
                  <a:lnTo>
                    <a:pt x="1" y="1788"/>
                  </a:lnTo>
                  <a:cubicBezTo>
                    <a:pt x="1" y="2368"/>
                    <a:pt x="455" y="2822"/>
                    <a:pt x="1035" y="2822"/>
                  </a:cubicBezTo>
                  <a:lnTo>
                    <a:pt x="1929" y="2822"/>
                  </a:lnTo>
                  <a:cubicBezTo>
                    <a:pt x="2508" y="2822"/>
                    <a:pt x="2979" y="2368"/>
                    <a:pt x="2979" y="1788"/>
                  </a:cubicBezTo>
                  <a:lnTo>
                    <a:pt x="2979" y="1051"/>
                  </a:lnTo>
                  <a:cubicBezTo>
                    <a:pt x="2979" y="471"/>
                    <a:pt x="2508" y="1"/>
                    <a:pt x="19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124;p30">
              <a:extLst>
                <a:ext uri="{FF2B5EF4-FFF2-40B4-BE49-F238E27FC236}">
                  <a16:creationId xmlns:a16="http://schemas.microsoft.com/office/drawing/2014/main" id="{98F2C447-2DD5-DBCB-394D-A997A508A2BB}"/>
                </a:ext>
              </a:extLst>
            </p:cNvPr>
            <p:cNvSpPr/>
            <p:nvPr/>
          </p:nvSpPr>
          <p:spPr>
            <a:xfrm>
              <a:off x="5486875" y="3351575"/>
              <a:ext cx="74475" cy="70575"/>
            </a:xfrm>
            <a:custGeom>
              <a:avLst/>
              <a:gdLst/>
              <a:ahLst/>
              <a:cxnLst/>
              <a:rect l="l" t="t" r="r" b="b"/>
              <a:pathLst>
                <a:path w="2979" h="2823" extrusionOk="0">
                  <a:moveTo>
                    <a:pt x="1051" y="1"/>
                  </a:moveTo>
                  <a:cubicBezTo>
                    <a:pt x="471" y="1"/>
                    <a:pt x="1" y="471"/>
                    <a:pt x="1" y="1051"/>
                  </a:cubicBezTo>
                  <a:lnTo>
                    <a:pt x="1" y="1788"/>
                  </a:lnTo>
                  <a:cubicBezTo>
                    <a:pt x="1" y="2368"/>
                    <a:pt x="471" y="2822"/>
                    <a:pt x="1051" y="2822"/>
                  </a:cubicBezTo>
                  <a:lnTo>
                    <a:pt x="1944" y="2822"/>
                  </a:lnTo>
                  <a:cubicBezTo>
                    <a:pt x="2509" y="2822"/>
                    <a:pt x="2979" y="2368"/>
                    <a:pt x="2979" y="1788"/>
                  </a:cubicBezTo>
                  <a:lnTo>
                    <a:pt x="2979" y="1051"/>
                  </a:lnTo>
                  <a:cubicBezTo>
                    <a:pt x="2979" y="471"/>
                    <a:pt x="2509"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125;p30">
              <a:extLst>
                <a:ext uri="{FF2B5EF4-FFF2-40B4-BE49-F238E27FC236}">
                  <a16:creationId xmlns:a16="http://schemas.microsoft.com/office/drawing/2014/main" id="{F328EDF1-32B6-5C9F-7F4A-26E51D40B170}"/>
                </a:ext>
              </a:extLst>
            </p:cNvPr>
            <p:cNvSpPr/>
            <p:nvPr/>
          </p:nvSpPr>
          <p:spPr>
            <a:xfrm>
              <a:off x="5378350" y="3351575"/>
              <a:ext cx="74850" cy="70575"/>
            </a:xfrm>
            <a:custGeom>
              <a:avLst/>
              <a:gdLst/>
              <a:ahLst/>
              <a:cxnLst/>
              <a:rect l="l" t="t" r="r" b="b"/>
              <a:pathLst>
                <a:path w="2994" h="2823" extrusionOk="0">
                  <a:moveTo>
                    <a:pt x="1050" y="1"/>
                  </a:moveTo>
                  <a:cubicBezTo>
                    <a:pt x="470" y="1"/>
                    <a:pt x="0" y="471"/>
                    <a:pt x="0" y="1051"/>
                  </a:cubicBezTo>
                  <a:lnTo>
                    <a:pt x="0" y="1788"/>
                  </a:lnTo>
                  <a:cubicBezTo>
                    <a:pt x="0" y="2368"/>
                    <a:pt x="470" y="2822"/>
                    <a:pt x="1050"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126;p30">
              <a:extLst>
                <a:ext uri="{FF2B5EF4-FFF2-40B4-BE49-F238E27FC236}">
                  <a16:creationId xmlns:a16="http://schemas.microsoft.com/office/drawing/2014/main" id="{0ECBE1C0-CE0B-BF76-4BD8-B22CC9328352}"/>
                </a:ext>
              </a:extLst>
            </p:cNvPr>
            <p:cNvSpPr/>
            <p:nvPr/>
          </p:nvSpPr>
          <p:spPr>
            <a:xfrm>
              <a:off x="5270175" y="3351575"/>
              <a:ext cx="74500" cy="70575"/>
            </a:xfrm>
            <a:custGeom>
              <a:avLst/>
              <a:gdLst/>
              <a:ahLst/>
              <a:cxnLst/>
              <a:rect l="l" t="t" r="r" b="b"/>
              <a:pathLst>
                <a:path w="2980" h="2823" extrusionOk="0">
                  <a:moveTo>
                    <a:pt x="1051" y="1"/>
                  </a:moveTo>
                  <a:cubicBezTo>
                    <a:pt x="471" y="1"/>
                    <a:pt x="1" y="471"/>
                    <a:pt x="1" y="1051"/>
                  </a:cubicBezTo>
                  <a:lnTo>
                    <a:pt x="1" y="1788"/>
                  </a:lnTo>
                  <a:cubicBezTo>
                    <a:pt x="1" y="2368"/>
                    <a:pt x="471" y="2822"/>
                    <a:pt x="1051" y="2822"/>
                  </a:cubicBezTo>
                  <a:lnTo>
                    <a:pt x="1945" y="2822"/>
                  </a:lnTo>
                  <a:cubicBezTo>
                    <a:pt x="2509" y="2822"/>
                    <a:pt x="2979" y="2368"/>
                    <a:pt x="2979" y="1788"/>
                  </a:cubicBezTo>
                  <a:lnTo>
                    <a:pt x="2979" y="1051"/>
                  </a:lnTo>
                  <a:cubicBezTo>
                    <a:pt x="2979" y="471"/>
                    <a:pt x="2509" y="1"/>
                    <a:pt x="194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127;p30">
              <a:extLst>
                <a:ext uri="{FF2B5EF4-FFF2-40B4-BE49-F238E27FC236}">
                  <a16:creationId xmlns:a16="http://schemas.microsoft.com/office/drawing/2014/main" id="{6C1507D3-FC6D-0738-C6F5-23484DFBA441}"/>
                </a:ext>
              </a:extLst>
            </p:cNvPr>
            <p:cNvSpPr/>
            <p:nvPr/>
          </p:nvSpPr>
          <p:spPr>
            <a:xfrm>
              <a:off x="5161650" y="3351575"/>
              <a:ext cx="74850" cy="70575"/>
            </a:xfrm>
            <a:custGeom>
              <a:avLst/>
              <a:gdLst/>
              <a:ahLst/>
              <a:cxnLst/>
              <a:rect l="l" t="t" r="r" b="b"/>
              <a:pathLst>
                <a:path w="2994" h="2823" extrusionOk="0">
                  <a:moveTo>
                    <a:pt x="1050" y="1"/>
                  </a:moveTo>
                  <a:cubicBezTo>
                    <a:pt x="470" y="1"/>
                    <a:pt x="0" y="471"/>
                    <a:pt x="0" y="1051"/>
                  </a:cubicBezTo>
                  <a:lnTo>
                    <a:pt x="0" y="1788"/>
                  </a:lnTo>
                  <a:cubicBezTo>
                    <a:pt x="0" y="2368"/>
                    <a:pt x="470" y="2822"/>
                    <a:pt x="1050"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128;p30">
              <a:extLst>
                <a:ext uri="{FF2B5EF4-FFF2-40B4-BE49-F238E27FC236}">
                  <a16:creationId xmlns:a16="http://schemas.microsoft.com/office/drawing/2014/main" id="{04793CD7-0601-BFA2-EC26-AE49EC5928D0}"/>
                </a:ext>
              </a:extLst>
            </p:cNvPr>
            <p:cNvSpPr/>
            <p:nvPr/>
          </p:nvSpPr>
          <p:spPr>
            <a:xfrm>
              <a:off x="4849325" y="3351575"/>
              <a:ext cx="74475" cy="70575"/>
            </a:xfrm>
            <a:custGeom>
              <a:avLst/>
              <a:gdLst/>
              <a:ahLst/>
              <a:cxnLst/>
              <a:rect l="l" t="t" r="r" b="b"/>
              <a:pathLst>
                <a:path w="2979" h="2823" extrusionOk="0">
                  <a:moveTo>
                    <a:pt x="1035" y="1"/>
                  </a:moveTo>
                  <a:cubicBezTo>
                    <a:pt x="471" y="1"/>
                    <a:pt x="1" y="471"/>
                    <a:pt x="1" y="1051"/>
                  </a:cubicBezTo>
                  <a:lnTo>
                    <a:pt x="1" y="1788"/>
                  </a:lnTo>
                  <a:cubicBezTo>
                    <a:pt x="1" y="2368"/>
                    <a:pt x="471" y="2822"/>
                    <a:pt x="1035" y="2822"/>
                  </a:cubicBezTo>
                  <a:lnTo>
                    <a:pt x="1929" y="2822"/>
                  </a:lnTo>
                  <a:cubicBezTo>
                    <a:pt x="2509" y="2822"/>
                    <a:pt x="2979" y="2368"/>
                    <a:pt x="2979" y="1788"/>
                  </a:cubicBezTo>
                  <a:lnTo>
                    <a:pt x="2979" y="1051"/>
                  </a:lnTo>
                  <a:cubicBezTo>
                    <a:pt x="2979" y="471"/>
                    <a:pt x="2509" y="1"/>
                    <a:pt x="19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129;p30">
              <a:extLst>
                <a:ext uri="{FF2B5EF4-FFF2-40B4-BE49-F238E27FC236}">
                  <a16:creationId xmlns:a16="http://schemas.microsoft.com/office/drawing/2014/main" id="{C74294A8-B9D5-8CB1-682D-15D286F9604A}"/>
                </a:ext>
              </a:extLst>
            </p:cNvPr>
            <p:cNvSpPr/>
            <p:nvPr/>
          </p:nvSpPr>
          <p:spPr>
            <a:xfrm>
              <a:off x="4736475" y="3351575"/>
              <a:ext cx="74875" cy="70575"/>
            </a:xfrm>
            <a:custGeom>
              <a:avLst/>
              <a:gdLst/>
              <a:ahLst/>
              <a:cxnLst/>
              <a:rect l="l" t="t" r="r" b="b"/>
              <a:pathLst>
                <a:path w="2995" h="2823" extrusionOk="0">
                  <a:moveTo>
                    <a:pt x="1051" y="1"/>
                  </a:moveTo>
                  <a:cubicBezTo>
                    <a:pt x="471" y="1"/>
                    <a:pt x="0" y="471"/>
                    <a:pt x="0" y="1051"/>
                  </a:cubicBezTo>
                  <a:lnTo>
                    <a:pt x="0" y="1788"/>
                  </a:lnTo>
                  <a:cubicBezTo>
                    <a:pt x="0" y="2368"/>
                    <a:pt x="471" y="2822"/>
                    <a:pt x="1051"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130;p30">
              <a:extLst>
                <a:ext uri="{FF2B5EF4-FFF2-40B4-BE49-F238E27FC236}">
                  <a16:creationId xmlns:a16="http://schemas.microsoft.com/office/drawing/2014/main" id="{3511A421-8692-52CE-FEF0-E5896B636D5B}"/>
                </a:ext>
              </a:extLst>
            </p:cNvPr>
            <p:cNvSpPr/>
            <p:nvPr/>
          </p:nvSpPr>
          <p:spPr>
            <a:xfrm>
              <a:off x="4628325" y="3351575"/>
              <a:ext cx="74475" cy="70575"/>
            </a:xfrm>
            <a:custGeom>
              <a:avLst/>
              <a:gdLst/>
              <a:ahLst/>
              <a:cxnLst/>
              <a:rect l="l" t="t" r="r" b="b"/>
              <a:pathLst>
                <a:path w="2979" h="2823" extrusionOk="0">
                  <a:moveTo>
                    <a:pt x="1051" y="1"/>
                  </a:moveTo>
                  <a:cubicBezTo>
                    <a:pt x="471" y="1"/>
                    <a:pt x="0" y="471"/>
                    <a:pt x="0" y="1051"/>
                  </a:cubicBezTo>
                  <a:lnTo>
                    <a:pt x="0" y="1788"/>
                  </a:lnTo>
                  <a:cubicBezTo>
                    <a:pt x="0" y="2368"/>
                    <a:pt x="471" y="2822"/>
                    <a:pt x="1051" y="2822"/>
                  </a:cubicBezTo>
                  <a:lnTo>
                    <a:pt x="1944" y="2822"/>
                  </a:lnTo>
                  <a:cubicBezTo>
                    <a:pt x="2508" y="2822"/>
                    <a:pt x="2978" y="2368"/>
                    <a:pt x="2978" y="1788"/>
                  </a:cubicBezTo>
                  <a:lnTo>
                    <a:pt x="2978" y="1051"/>
                  </a:lnTo>
                  <a:cubicBezTo>
                    <a:pt x="2978" y="471"/>
                    <a:pt x="2508"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131;p30">
              <a:extLst>
                <a:ext uri="{FF2B5EF4-FFF2-40B4-BE49-F238E27FC236}">
                  <a16:creationId xmlns:a16="http://schemas.microsoft.com/office/drawing/2014/main" id="{540D14EC-34A7-C31E-40C3-CB2F173F8E9B}"/>
                </a:ext>
              </a:extLst>
            </p:cNvPr>
            <p:cNvSpPr/>
            <p:nvPr/>
          </p:nvSpPr>
          <p:spPr>
            <a:xfrm>
              <a:off x="4519775" y="3351575"/>
              <a:ext cx="74875" cy="70575"/>
            </a:xfrm>
            <a:custGeom>
              <a:avLst/>
              <a:gdLst/>
              <a:ahLst/>
              <a:cxnLst/>
              <a:rect l="l" t="t" r="r" b="b"/>
              <a:pathLst>
                <a:path w="2995" h="2823" extrusionOk="0">
                  <a:moveTo>
                    <a:pt x="1051" y="1"/>
                  </a:moveTo>
                  <a:cubicBezTo>
                    <a:pt x="471" y="1"/>
                    <a:pt x="1" y="471"/>
                    <a:pt x="1" y="1051"/>
                  </a:cubicBezTo>
                  <a:lnTo>
                    <a:pt x="1" y="1788"/>
                  </a:lnTo>
                  <a:cubicBezTo>
                    <a:pt x="1" y="2368"/>
                    <a:pt x="471" y="2822"/>
                    <a:pt x="1051"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132;p30">
              <a:extLst>
                <a:ext uri="{FF2B5EF4-FFF2-40B4-BE49-F238E27FC236}">
                  <a16:creationId xmlns:a16="http://schemas.microsoft.com/office/drawing/2014/main" id="{16A82A2B-EA0A-BDE4-F1F5-36807A01F282}"/>
                </a:ext>
              </a:extLst>
            </p:cNvPr>
            <p:cNvSpPr/>
            <p:nvPr/>
          </p:nvSpPr>
          <p:spPr>
            <a:xfrm>
              <a:off x="4411625" y="3351575"/>
              <a:ext cx="74475" cy="70575"/>
            </a:xfrm>
            <a:custGeom>
              <a:avLst/>
              <a:gdLst/>
              <a:ahLst/>
              <a:cxnLst/>
              <a:rect l="l" t="t" r="r" b="b"/>
              <a:pathLst>
                <a:path w="2979" h="2823" extrusionOk="0">
                  <a:moveTo>
                    <a:pt x="1035" y="1"/>
                  </a:moveTo>
                  <a:cubicBezTo>
                    <a:pt x="471" y="1"/>
                    <a:pt x="0" y="471"/>
                    <a:pt x="0" y="1051"/>
                  </a:cubicBezTo>
                  <a:lnTo>
                    <a:pt x="0" y="1788"/>
                  </a:lnTo>
                  <a:cubicBezTo>
                    <a:pt x="0" y="2368"/>
                    <a:pt x="471" y="2822"/>
                    <a:pt x="1035" y="2822"/>
                  </a:cubicBezTo>
                  <a:lnTo>
                    <a:pt x="1928" y="2822"/>
                  </a:lnTo>
                  <a:cubicBezTo>
                    <a:pt x="2508" y="2822"/>
                    <a:pt x="2979" y="2368"/>
                    <a:pt x="2979" y="1788"/>
                  </a:cubicBezTo>
                  <a:lnTo>
                    <a:pt x="2979" y="1051"/>
                  </a:lnTo>
                  <a:cubicBezTo>
                    <a:pt x="2979" y="471"/>
                    <a:pt x="2508" y="1"/>
                    <a:pt x="192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33;p30">
              <a:extLst>
                <a:ext uri="{FF2B5EF4-FFF2-40B4-BE49-F238E27FC236}">
                  <a16:creationId xmlns:a16="http://schemas.microsoft.com/office/drawing/2014/main" id="{9A17B1FA-4B3F-D9D9-3F80-27AD64E5B946}"/>
                </a:ext>
              </a:extLst>
            </p:cNvPr>
            <p:cNvSpPr/>
            <p:nvPr/>
          </p:nvSpPr>
          <p:spPr>
            <a:xfrm>
              <a:off x="4303075" y="3351575"/>
              <a:ext cx="74875" cy="70575"/>
            </a:xfrm>
            <a:custGeom>
              <a:avLst/>
              <a:gdLst/>
              <a:ahLst/>
              <a:cxnLst/>
              <a:rect l="l" t="t" r="r" b="b"/>
              <a:pathLst>
                <a:path w="2995" h="2823" extrusionOk="0">
                  <a:moveTo>
                    <a:pt x="1051" y="1"/>
                  </a:moveTo>
                  <a:cubicBezTo>
                    <a:pt x="471" y="1"/>
                    <a:pt x="1" y="471"/>
                    <a:pt x="1" y="1051"/>
                  </a:cubicBezTo>
                  <a:lnTo>
                    <a:pt x="1" y="1788"/>
                  </a:lnTo>
                  <a:cubicBezTo>
                    <a:pt x="1" y="2368"/>
                    <a:pt x="471" y="2822"/>
                    <a:pt x="1051"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34;p30">
              <a:extLst>
                <a:ext uri="{FF2B5EF4-FFF2-40B4-BE49-F238E27FC236}">
                  <a16:creationId xmlns:a16="http://schemas.microsoft.com/office/drawing/2014/main" id="{6205D456-9F12-4274-0EF2-0C29AA7996F4}"/>
                </a:ext>
              </a:extLst>
            </p:cNvPr>
            <p:cNvSpPr/>
            <p:nvPr/>
          </p:nvSpPr>
          <p:spPr>
            <a:xfrm>
              <a:off x="4194925" y="3351575"/>
              <a:ext cx="74475" cy="70575"/>
            </a:xfrm>
            <a:custGeom>
              <a:avLst/>
              <a:gdLst/>
              <a:ahLst/>
              <a:cxnLst/>
              <a:rect l="l" t="t" r="r" b="b"/>
              <a:pathLst>
                <a:path w="2979" h="2823" extrusionOk="0">
                  <a:moveTo>
                    <a:pt x="1035" y="1"/>
                  </a:moveTo>
                  <a:cubicBezTo>
                    <a:pt x="471" y="1"/>
                    <a:pt x="1" y="471"/>
                    <a:pt x="1" y="1051"/>
                  </a:cubicBezTo>
                  <a:lnTo>
                    <a:pt x="1" y="1788"/>
                  </a:lnTo>
                  <a:cubicBezTo>
                    <a:pt x="1" y="2368"/>
                    <a:pt x="471" y="2822"/>
                    <a:pt x="1035" y="2822"/>
                  </a:cubicBezTo>
                  <a:lnTo>
                    <a:pt x="1928" y="2822"/>
                  </a:lnTo>
                  <a:cubicBezTo>
                    <a:pt x="2508" y="2822"/>
                    <a:pt x="2979" y="2368"/>
                    <a:pt x="2979" y="1788"/>
                  </a:cubicBezTo>
                  <a:lnTo>
                    <a:pt x="2979" y="1051"/>
                  </a:lnTo>
                  <a:cubicBezTo>
                    <a:pt x="2979" y="471"/>
                    <a:pt x="2508" y="1"/>
                    <a:pt x="192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35;p30">
              <a:extLst>
                <a:ext uri="{FF2B5EF4-FFF2-40B4-BE49-F238E27FC236}">
                  <a16:creationId xmlns:a16="http://schemas.microsoft.com/office/drawing/2014/main" id="{3AF1B2ED-756C-D9C1-B4B7-A97E3045B75F}"/>
                </a:ext>
              </a:extLst>
            </p:cNvPr>
            <p:cNvSpPr/>
            <p:nvPr/>
          </p:nvSpPr>
          <p:spPr>
            <a:xfrm>
              <a:off x="4086375" y="3351575"/>
              <a:ext cx="74875" cy="70575"/>
            </a:xfrm>
            <a:custGeom>
              <a:avLst/>
              <a:gdLst/>
              <a:ahLst/>
              <a:cxnLst/>
              <a:rect l="l" t="t" r="r" b="b"/>
              <a:pathLst>
                <a:path w="2995" h="2823" extrusionOk="0">
                  <a:moveTo>
                    <a:pt x="1051" y="1"/>
                  </a:moveTo>
                  <a:cubicBezTo>
                    <a:pt x="471" y="1"/>
                    <a:pt x="1" y="471"/>
                    <a:pt x="1" y="1051"/>
                  </a:cubicBezTo>
                  <a:lnTo>
                    <a:pt x="1" y="1788"/>
                  </a:lnTo>
                  <a:cubicBezTo>
                    <a:pt x="1" y="2368"/>
                    <a:pt x="471" y="2822"/>
                    <a:pt x="1051" y="2822"/>
                  </a:cubicBezTo>
                  <a:lnTo>
                    <a:pt x="1944" y="2822"/>
                  </a:lnTo>
                  <a:cubicBezTo>
                    <a:pt x="2524" y="2822"/>
                    <a:pt x="2995" y="2368"/>
                    <a:pt x="2995" y="1788"/>
                  </a:cubicBezTo>
                  <a:lnTo>
                    <a:pt x="2995" y="1051"/>
                  </a:lnTo>
                  <a:cubicBezTo>
                    <a:pt x="2995"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6;p30">
              <a:extLst>
                <a:ext uri="{FF2B5EF4-FFF2-40B4-BE49-F238E27FC236}">
                  <a16:creationId xmlns:a16="http://schemas.microsoft.com/office/drawing/2014/main" id="{1253B75C-63F3-D23F-BB57-1CC08015EAAD}"/>
                </a:ext>
              </a:extLst>
            </p:cNvPr>
            <p:cNvSpPr/>
            <p:nvPr/>
          </p:nvSpPr>
          <p:spPr>
            <a:xfrm>
              <a:off x="4570325" y="2631750"/>
              <a:ext cx="2293575" cy="582700"/>
            </a:xfrm>
            <a:custGeom>
              <a:avLst/>
              <a:gdLst/>
              <a:ahLst/>
              <a:cxnLst/>
              <a:rect l="l" t="t" r="r" b="b"/>
              <a:pathLst>
                <a:path w="91743" h="23308" extrusionOk="0">
                  <a:moveTo>
                    <a:pt x="23857" y="188"/>
                  </a:moveTo>
                  <a:cubicBezTo>
                    <a:pt x="21694" y="658"/>
                    <a:pt x="19813" y="1944"/>
                    <a:pt x="17854" y="2947"/>
                  </a:cubicBezTo>
                  <a:lnTo>
                    <a:pt x="17854" y="2947"/>
                  </a:lnTo>
                  <a:cubicBezTo>
                    <a:pt x="15001" y="4420"/>
                    <a:pt x="11835" y="5376"/>
                    <a:pt x="8637" y="5282"/>
                  </a:cubicBezTo>
                  <a:lnTo>
                    <a:pt x="8637" y="5282"/>
                  </a:lnTo>
                  <a:cubicBezTo>
                    <a:pt x="5440" y="5204"/>
                    <a:pt x="2211" y="4013"/>
                    <a:pt x="1" y="1709"/>
                  </a:cubicBezTo>
                  <a:lnTo>
                    <a:pt x="1" y="1709"/>
                  </a:lnTo>
                  <a:cubicBezTo>
                    <a:pt x="251" y="3339"/>
                    <a:pt x="1458" y="4467"/>
                    <a:pt x="2963" y="5173"/>
                  </a:cubicBezTo>
                  <a:lnTo>
                    <a:pt x="2963" y="5173"/>
                  </a:lnTo>
                  <a:cubicBezTo>
                    <a:pt x="6082" y="6615"/>
                    <a:pt x="9672" y="7022"/>
                    <a:pt x="13026" y="6286"/>
                  </a:cubicBezTo>
                  <a:lnTo>
                    <a:pt x="13026" y="6286"/>
                  </a:lnTo>
                  <a:cubicBezTo>
                    <a:pt x="15910" y="5643"/>
                    <a:pt x="18559" y="4232"/>
                    <a:pt x="21365" y="3323"/>
                  </a:cubicBezTo>
                  <a:lnTo>
                    <a:pt x="21365" y="3323"/>
                  </a:lnTo>
                  <a:cubicBezTo>
                    <a:pt x="24170" y="2414"/>
                    <a:pt x="27384" y="2069"/>
                    <a:pt x="29954" y="3511"/>
                  </a:cubicBezTo>
                  <a:lnTo>
                    <a:pt x="29954" y="3511"/>
                  </a:lnTo>
                  <a:cubicBezTo>
                    <a:pt x="31804" y="4546"/>
                    <a:pt x="33058" y="6364"/>
                    <a:pt x="34735" y="7649"/>
                  </a:cubicBezTo>
                  <a:lnTo>
                    <a:pt x="34735" y="7649"/>
                  </a:lnTo>
                  <a:cubicBezTo>
                    <a:pt x="39108" y="11051"/>
                    <a:pt x="45440" y="10330"/>
                    <a:pt x="50629" y="8386"/>
                  </a:cubicBezTo>
                  <a:lnTo>
                    <a:pt x="50629" y="8386"/>
                  </a:lnTo>
                  <a:cubicBezTo>
                    <a:pt x="52274" y="7775"/>
                    <a:pt x="53905" y="7038"/>
                    <a:pt x="55644" y="6803"/>
                  </a:cubicBezTo>
                  <a:lnTo>
                    <a:pt x="55644" y="6803"/>
                  </a:lnTo>
                  <a:cubicBezTo>
                    <a:pt x="57384" y="6552"/>
                    <a:pt x="59312" y="6897"/>
                    <a:pt x="60550" y="8135"/>
                  </a:cubicBezTo>
                  <a:lnTo>
                    <a:pt x="60550" y="8135"/>
                  </a:lnTo>
                  <a:cubicBezTo>
                    <a:pt x="61851" y="9452"/>
                    <a:pt x="62149" y="11489"/>
                    <a:pt x="63340" y="12916"/>
                  </a:cubicBezTo>
                  <a:lnTo>
                    <a:pt x="63340" y="12916"/>
                  </a:lnTo>
                  <a:cubicBezTo>
                    <a:pt x="64516" y="14326"/>
                    <a:pt x="66413" y="14922"/>
                    <a:pt x="68231" y="15126"/>
                  </a:cubicBezTo>
                  <a:lnTo>
                    <a:pt x="68231" y="15126"/>
                  </a:lnTo>
                  <a:cubicBezTo>
                    <a:pt x="73215" y="15690"/>
                    <a:pt x="76648" y="12571"/>
                    <a:pt x="81397" y="12383"/>
                  </a:cubicBezTo>
                  <a:lnTo>
                    <a:pt x="81397" y="12383"/>
                  </a:lnTo>
                  <a:cubicBezTo>
                    <a:pt x="83200" y="12305"/>
                    <a:pt x="85081" y="12712"/>
                    <a:pt x="86476" y="13841"/>
                  </a:cubicBezTo>
                  <a:lnTo>
                    <a:pt x="86476" y="13841"/>
                  </a:lnTo>
                  <a:cubicBezTo>
                    <a:pt x="87479" y="14656"/>
                    <a:pt x="88169" y="15800"/>
                    <a:pt x="88796" y="16944"/>
                  </a:cubicBezTo>
                  <a:lnTo>
                    <a:pt x="88796" y="16944"/>
                  </a:lnTo>
                  <a:cubicBezTo>
                    <a:pt x="89877" y="18935"/>
                    <a:pt x="90833" y="21051"/>
                    <a:pt x="91225" y="23292"/>
                  </a:cubicBezTo>
                  <a:lnTo>
                    <a:pt x="91225" y="23292"/>
                  </a:lnTo>
                  <a:lnTo>
                    <a:pt x="91398" y="23308"/>
                  </a:lnTo>
                  <a:cubicBezTo>
                    <a:pt x="91742" y="20048"/>
                    <a:pt x="91492" y="16631"/>
                    <a:pt x="89940" y="13747"/>
                  </a:cubicBezTo>
                  <a:lnTo>
                    <a:pt x="89940" y="13747"/>
                  </a:lnTo>
                  <a:cubicBezTo>
                    <a:pt x="88388" y="10862"/>
                    <a:pt x="85332" y="8637"/>
                    <a:pt x="82056" y="8746"/>
                  </a:cubicBezTo>
                  <a:lnTo>
                    <a:pt x="82056" y="8746"/>
                  </a:lnTo>
                  <a:cubicBezTo>
                    <a:pt x="79846" y="8809"/>
                    <a:pt x="77808" y="9891"/>
                    <a:pt x="75723" y="10643"/>
                  </a:cubicBezTo>
                  <a:lnTo>
                    <a:pt x="75723" y="10643"/>
                  </a:lnTo>
                  <a:cubicBezTo>
                    <a:pt x="73544" y="11411"/>
                    <a:pt x="71240" y="11819"/>
                    <a:pt x="68936" y="11850"/>
                  </a:cubicBezTo>
                  <a:lnTo>
                    <a:pt x="68936" y="11850"/>
                  </a:lnTo>
                  <a:cubicBezTo>
                    <a:pt x="67745" y="11881"/>
                    <a:pt x="66491" y="11787"/>
                    <a:pt x="65425" y="11223"/>
                  </a:cubicBezTo>
                  <a:lnTo>
                    <a:pt x="65425" y="11223"/>
                  </a:lnTo>
                  <a:cubicBezTo>
                    <a:pt x="63654" y="10314"/>
                    <a:pt x="62714" y="8370"/>
                    <a:pt x="61334" y="6944"/>
                  </a:cubicBezTo>
                  <a:lnTo>
                    <a:pt x="61334" y="6944"/>
                  </a:lnTo>
                  <a:cubicBezTo>
                    <a:pt x="57839" y="3370"/>
                    <a:pt x="51977" y="3574"/>
                    <a:pt x="47243" y="5188"/>
                  </a:cubicBezTo>
                  <a:lnTo>
                    <a:pt x="47243" y="5188"/>
                  </a:lnTo>
                  <a:cubicBezTo>
                    <a:pt x="45064" y="5925"/>
                    <a:pt x="42838" y="6913"/>
                    <a:pt x="40581" y="6521"/>
                  </a:cubicBezTo>
                  <a:lnTo>
                    <a:pt x="40581" y="6521"/>
                  </a:lnTo>
                  <a:cubicBezTo>
                    <a:pt x="39030" y="6239"/>
                    <a:pt x="37682" y="5345"/>
                    <a:pt x="36381" y="4452"/>
                  </a:cubicBezTo>
                  <a:lnTo>
                    <a:pt x="36381" y="4452"/>
                  </a:lnTo>
                  <a:cubicBezTo>
                    <a:pt x="33152" y="2273"/>
                    <a:pt x="29515" y="0"/>
                    <a:pt x="25738" y="0"/>
                  </a:cubicBezTo>
                  <a:lnTo>
                    <a:pt x="25738" y="0"/>
                  </a:lnTo>
                  <a:cubicBezTo>
                    <a:pt x="25111" y="0"/>
                    <a:pt x="24484" y="63"/>
                    <a:pt x="23857" y="188"/>
                  </a:cubicBezTo>
                </a:path>
              </a:pathLst>
            </a:custGeom>
            <a:solidFill>
              <a:srgbClr val="FFFFFF">
                <a:alpha val="410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3" name="Google Shape;397;p38">
            <a:extLst>
              <a:ext uri="{FF2B5EF4-FFF2-40B4-BE49-F238E27FC236}">
                <a16:creationId xmlns:a16="http://schemas.microsoft.com/office/drawing/2014/main" id="{04399BA9-1F0C-8174-BC9C-99AF97591CAB}"/>
              </a:ext>
            </a:extLst>
          </p:cNvPr>
          <p:cNvSpPr txBox="1">
            <a:spLocks/>
          </p:cNvSpPr>
          <p:nvPr/>
        </p:nvSpPr>
        <p:spPr>
          <a:xfrm>
            <a:off x="2559529" y="106920"/>
            <a:ext cx="4416489" cy="8400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6000"/>
              <a:buFont typeface="Montserrat ExtraBold"/>
              <a:buNone/>
              <a:defRPr sz="4000" b="0" i="0" u="none" strike="noStrike" cap="none">
                <a:solidFill>
                  <a:schemeClr val="dk2"/>
                </a:solidFill>
                <a:latin typeface="Montserrat ExtraBold"/>
                <a:ea typeface="Montserrat ExtraBold"/>
                <a:cs typeface="Montserrat ExtraBold"/>
                <a:sym typeface="Montserrat ExtraBold"/>
              </a:defRPr>
            </a:lvl1pPr>
            <a:lvl2pPr marR="0" lvl="1"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2pPr>
            <a:lvl3pPr marR="0" lvl="2"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3pPr>
            <a:lvl4pPr marR="0" lvl="3"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4pPr>
            <a:lvl5pPr marR="0" lvl="4"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5pPr>
            <a:lvl6pPr marR="0" lvl="5"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6pPr>
            <a:lvl7pPr marR="0" lvl="6"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7pPr>
            <a:lvl8pPr marR="0" lvl="7"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8pPr>
            <a:lvl9pPr marR="0" lvl="8"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9pPr>
          </a:lstStyle>
          <a:p>
            <a:pPr lvl="0"/>
            <a:r>
              <a:rPr lang="en-US" sz="3600" dirty="0">
                <a:solidFill>
                  <a:srgbClr val="002060"/>
                </a:solidFill>
              </a:rPr>
              <a:t>troublesome City</a:t>
            </a:r>
          </a:p>
        </p:txBody>
      </p:sp>
      <p:sp>
        <p:nvSpPr>
          <p:cNvPr id="131" name="Rectangle: Rounded Corners 130">
            <a:extLst>
              <a:ext uri="{FF2B5EF4-FFF2-40B4-BE49-F238E27FC236}">
                <a16:creationId xmlns:a16="http://schemas.microsoft.com/office/drawing/2014/main" id="{7B0AB098-5041-963B-CFB2-352E52A4919B}"/>
              </a:ext>
            </a:extLst>
          </p:cNvPr>
          <p:cNvSpPr/>
          <p:nvPr/>
        </p:nvSpPr>
        <p:spPr>
          <a:xfrm>
            <a:off x="298428" y="1198093"/>
            <a:ext cx="2077414" cy="2878787"/>
          </a:xfrm>
          <a:prstGeom prst="roundRect">
            <a:avLst/>
          </a:prstGeom>
          <a:solidFill>
            <a:srgbClr val="002060"/>
          </a:solidFill>
          <a:ln>
            <a:solidFill>
              <a:srgbClr val="3A729A"/>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dirty="0">
              <a:solidFill>
                <a:srgbClr val="FFFFFF"/>
              </a:solidFill>
            </a:endParaRPr>
          </a:p>
        </p:txBody>
      </p:sp>
      <p:sp>
        <p:nvSpPr>
          <p:cNvPr id="132" name="Google Shape;397;p38">
            <a:extLst>
              <a:ext uri="{FF2B5EF4-FFF2-40B4-BE49-F238E27FC236}">
                <a16:creationId xmlns:a16="http://schemas.microsoft.com/office/drawing/2014/main" id="{083F59E3-CD0D-34D2-EE18-0526EC21F312}"/>
              </a:ext>
            </a:extLst>
          </p:cNvPr>
          <p:cNvSpPr txBox="1">
            <a:spLocks/>
          </p:cNvSpPr>
          <p:nvPr/>
        </p:nvSpPr>
        <p:spPr>
          <a:xfrm>
            <a:off x="493838" y="2397589"/>
            <a:ext cx="1875955" cy="595205"/>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r>
              <a:rPr lang="en-US" sz="1200" dirty="0">
                <a:solidFill>
                  <a:srgbClr val="FFFFFF"/>
                </a:solidFill>
              </a:rPr>
              <a:t>Refund percentage</a:t>
            </a:r>
          </a:p>
        </p:txBody>
      </p:sp>
      <p:sp>
        <p:nvSpPr>
          <p:cNvPr id="133" name="Google Shape;397;p38">
            <a:extLst>
              <a:ext uri="{FF2B5EF4-FFF2-40B4-BE49-F238E27FC236}">
                <a16:creationId xmlns:a16="http://schemas.microsoft.com/office/drawing/2014/main" id="{E9EE759A-334E-421B-CC97-5A974339A9FC}"/>
              </a:ext>
            </a:extLst>
          </p:cNvPr>
          <p:cNvSpPr txBox="1">
            <a:spLocks/>
          </p:cNvSpPr>
          <p:nvPr/>
        </p:nvSpPr>
        <p:spPr>
          <a:xfrm>
            <a:off x="459745" y="3106944"/>
            <a:ext cx="1875955" cy="595205"/>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r>
              <a:rPr lang="en-US" sz="1200" dirty="0">
                <a:solidFill>
                  <a:srgbClr val="FFFFFF"/>
                </a:solidFill>
              </a:rPr>
              <a:t>Reason of delay</a:t>
            </a:r>
          </a:p>
        </p:txBody>
      </p:sp>
      <p:sp>
        <p:nvSpPr>
          <p:cNvPr id="135" name="Google Shape;397;p38">
            <a:extLst>
              <a:ext uri="{FF2B5EF4-FFF2-40B4-BE49-F238E27FC236}">
                <a16:creationId xmlns:a16="http://schemas.microsoft.com/office/drawing/2014/main" id="{149E5BDB-9B06-B62D-B2B1-BEB3DAE139B0}"/>
              </a:ext>
            </a:extLst>
          </p:cNvPr>
          <p:cNvSpPr txBox="1">
            <a:spLocks/>
          </p:cNvSpPr>
          <p:nvPr/>
        </p:nvSpPr>
        <p:spPr>
          <a:xfrm>
            <a:off x="518114" y="1640227"/>
            <a:ext cx="1695653" cy="595205"/>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r>
              <a:rPr lang="en-US" sz="1200" dirty="0">
                <a:solidFill>
                  <a:srgbClr val="FFFFFF"/>
                </a:solidFill>
              </a:rPr>
              <a:t>Delay percentage</a:t>
            </a:r>
          </a:p>
        </p:txBody>
      </p:sp>
    </p:spTree>
    <p:extLst>
      <p:ext uri="{BB962C8B-B14F-4D97-AF65-F5344CB8AC3E}">
        <p14:creationId xmlns:p14="http://schemas.microsoft.com/office/powerpoint/2010/main" val="1286944217"/>
      </p:ext>
    </p:extLst>
  </p:cSld>
  <p:clrMapOvr>
    <a:masterClrMapping/>
  </p:clrMapOvr>
  <mc:AlternateContent xmlns:mc="http://schemas.openxmlformats.org/markup-compatibility/2006">
    <mc:Choice xmlns:p14="http://schemas.microsoft.com/office/powerpoint/2010/main" Requires="p14">
      <p:transition spd="med" p14:dur="700" advTm="1000">
        <p:fade/>
      </p:transition>
    </mc:Choice>
    <mc:Fallback>
      <p:transition spd="med" advTm="1000">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 name="Google Shape;1534;p36">
            <a:extLst>
              <a:ext uri="{FF2B5EF4-FFF2-40B4-BE49-F238E27FC236}">
                <a16:creationId xmlns:a16="http://schemas.microsoft.com/office/drawing/2014/main" id="{69C0E481-1A7C-8DFF-E143-F58CFD321E08}"/>
              </a:ext>
            </a:extLst>
          </p:cNvPr>
          <p:cNvGrpSpPr/>
          <p:nvPr/>
        </p:nvGrpSpPr>
        <p:grpSpPr>
          <a:xfrm>
            <a:off x="0" y="4421430"/>
            <a:ext cx="9276783" cy="1398672"/>
            <a:chOff x="-139347" y="3868275"/>
            <a:chExt cx="9276783" cy="1398672"/>
          </a:xfrm>
          <a:solidFill>
            <a:srgbClr val="091359"/>
          </a:solidFill>
        </p:grpSpPr>
        <p:sp>
          <p:nvSpPr>
            <p:cNvPr id="26" name="Google Shape;1535;p36">
              <a:extLst>
                <a:ext uri="{FF2B5EF4-FFF2-40B4-BE49-F238E27FC236}">
                  <a16:creationId xmlns:a16="http://schemas.microsoft.com/office/drawing/2014/main" id="{89AF1B9C-9B87-9AF0-0C2B-D6FDEF03DF0B}"/>
                </a:ext>
              </a:extLst>
            </p:cNvPr>
            <p:cNvSpPr/>
            <p:nvPr/>
          </p:nvSpPr>
          <p:spPr>
            <a:xfrm flipH="1">
              <a:off x="-139347" y="4015425"/>
              <a:ext cx="9276772" cy="548850"/>
            </a:xfrm>
            <a:custGeom>
              <a:avLst/>
              <a:gdLst/>
              <a:ahLst/>
              <a:cxnLst/>
              <a:rect l="l" t="t" r="r" b="b"/>
              <a:pathLst>
                <a:path w="219946" h="21954" extrusionOk="0">
                  <a:moveTo>
                    <a:pt x="0" y="12956"/>
                  </a:moveTo>
                  <a:lnTo>
                    <a:pt x="0" y="21954"/>
                  </a:lnTo>
                  <a:lnTo>
                    <a:pt x="219946" y="8998"/>
                  </a:lnTo>
                  <a:lnTo>
                    <a:pt x="219946"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7" name="Google Shape;1536;p36">
              <a:extLst>
                <a:ext uri="{FF2B5EF4-FFF2-40B4-BE49-F238E27FC236}">
                  <a16:creationId xmlns:a16="http://schemas.microsoft.com/office/drawing/2014/main" id="{C962049F-7EAE-45FF-9475-2EE4F0DF3B4E}"/>
                </a:ext>
              </a:extLst>
            </p:cNvPr>
            <p:cNvGrpSpPr/>
            <p:nvPr/>
          </p:nvGrpSpPr>
          <p:grpSpPr>
            <a:xfrm flipH="1">
              <a:off x="2134836" y="4216900"/>
              <a:ext cx="3484400" cy="1050047"/>
              <a:chOff x="3379075" y="4216900"/>
              <a:chExt cx="3484400" cy="1050047"/>
            </a:xfrm>
            <a:grpFill/>
          </p:grpSpPr>
          <p:sp>
            <p:nvSpPr>
              <p:cNvPr id="87" name="Google Shape;1537;p36">
                <a:extLst>
                  <a:ext uri="{FF2B5EF4-FFF2-40B4-BE49-F238E27FC236}">
                    <a16:creationId xmlns:a16="http://schemas.microsoft.com/office/drawing/2014/main" id="{5713E945-E397-67EA-EAF1-D77279F6DC33}"/>
                  </a:ext>
                </a:extLst>
              </p:cNvPr>
              <p:cNvSpPr/>
              <p:nvPr/>
            </p:nvSpPr>
            <p:spPr>
              <a:xfrm>
                <a:off x="6638025" y="4216900"/>
                <a:ext cx="225450" cy="266525"/>
              </a:xfrm>
              <a:custGeom>
                <a:avLst/>
                <a:gdLst/>
                <a:ahLst/>
                <a:cxnLst/>
                <a:rect l="l" t="t" r="r" b="b"/>
                <a:pathLst>
                  <a:path w="9018" h="10661" extrusionOk="0">
                    <a:moveTo>
                      <a:pt x="1" y="10660"/>
                    </a:moveTo>
                    <a:lnTo>
                      <a:pt x="9017" y="10660"/>
                    </a:lnTo>
                    <a:lnTo>
                      <a:pt x="9017"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1538;p36">
                <a:extLst>
                  <a:ext uri="{FF2B5EF4-FFF2-40B4-BE49-F238E27FC236}">
                    <a16:creationId xmlns:a16="http://schemas.microsoft.com/office/drawing/2014/main" id="{D3BFE6C1-A617-DD21-1BCA-EA4A8EBDF3CD}"/>
                  </a:ext>
                </a:extLst>
              </p:cNvPr>
              <p:cNvSpPr/>
              <p:nvPr/>
            </p:nvSpPr>
            <p:spPr>
              <a:xfrm>
                <a:off x="5628575" y="4216900"/>
                <a:ext cx="225425" cy="266525"/>
              </a:xfrm>
              <a:custGeom>
                <a:avLst/>
                <a:gdLst/>
                <a:ahLst/>
                <a:cxnLst/>
                <a:rect l="l" t="t" r="r" b="b"/>
                <a:pathLst>
                  <a:path w="9017" h="10661" extrusionOk="0">
                    <a:moveTo>
                      <a:pt x="0" y="10660"/>
                    </a:moveTo>
                    <a:lnTo>
                      <a:pt x="9017" y="10660"/>
                    </a:lnTo>
                    <a:lnTo>
                      <a:pt x="9017"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1539;p36">
                <a:extLst>
                  <a:ext uri="{FF2B5EF4-FFF2-40B4-BE49-F238E27FC236}">
                    <a16:creationId xmlns:a16="http://schemas.microsoft.com/office/drawing/2014/main" id="{93BE9C1F-C27E-6192-934F-EF6F41DF4331}"/>
                  </a:ext>
                </a:extLst>
              </p:cNvPr>
              <p:cNvSpPr/>
              <p:nvPr/>
            </p:nvSpPr>
            <p:spPr>
              <a:xfrm>
                <a:off x="5700425" y="4473175"/>
                <a:ext cx="72850" cy="792553"/>
              </a:xfrm>
              <a:custGeom>
                <a:avLst/>
                <a:gdLst/>
                <a:ahLst/>
                <a:cxnLst/>
                <a:rect l="l" t="t" r="r" b="b"/>
                <a:pathLst>
                  <a:path w="2914" h="48780" extrusionOk="0">
                    <a:moveTo>
                      <a:pt x="1" y="48780"/>
                    </a:moveTo>
                    <a:lnTo>
                      <a:pt x="2913" y="48780"/>
                    </a:lnTo>
                    <a:lnTo>
                      <a:pt x="291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1540;p36">
                <a:extLst>
                  <a:ext uri="{FF2B5EF4-FFF2-40B4-BE49-F238E27FC236}">
                    <a16:creationId xmlns:a16="http://schemas.microsoft.com/office/drawing/2014/main" id="{1CD70B06-D350-3926-587D-A2E3E780A67D}"/>
                  </a:ext>
                </a:extLst>
              </p:cNvPr>
              <p:cNvSpPr/>
              <p:nvPr/>
            </p:nvSpPr>
            <p:spPr>
              <a:xfrm>
                <a:off x="4520150" y="4293100"/>
                <a:ext cx="225450" cy="266525"/>
              </a:xfrm>
              <a:custGeom>
                <a:avLst/>
                <a:gdLst/>
                <a:ahLst/>
                <a:cxnLst/>
                <a:rect l="l" t="t" r="r" b="b"/>
                <a:pathLst>
                  <a:path w="9018" h="10661" extrusionOk="0">
                    <a:moveTo>
                      <a:pt x="1" y="10660"/>
                    </a:moveTo>
                    <a:lnTo>
                      <a:pt x="9017" y="10660"/>
                    </a:lnTo>
                    <a:lnTo>
                      <a:pt x="9017"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1541;p36">
                <a:extLst>
                  <a:ext uri="{FF2B5EF4-FFF2-40B4-BE49-F238E27FC236}">
                    <a16:creationId xmlns:a16="http://schemas.microsoft.com/office/drawing/2014/main" id="{88763C1F-FEE5-43B9-D18F-6EE0FC4AFF5D}"/>
                  </a:ext>
                </a:extLst>
              </p:cNvPr>
              <p:cNvSpPr/>
              <p:nvPr/>
            </p:nvSpPr>
            <p:spPr>
              <a:xfrm>
                <a:off x="4592025" y="4473175"/>
                <a:ext cx="72825" cy="792553"/>
              </a:xfrm>
              <a:custGeom>
                <a:avLst/>
                <a:gdLst/>
                <a:ahLst/>
                <a:cxnLst/>
                <a:rect l="l" t="t" r="r" b="b"/>
                <a:pathLst>
                  <a:path w="2913" h="48780" extrusionOk="0">
                    <a:moveTo>
                      <a:pt x="1" y="48780"/>
                    </a:moveTo>
                    <a:lnTo>
                      <a:pt x="2913" y="48780"/>
                    </a:lnTo>
                    <a:lnTo>
                      <a:pt x="291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1542;p36">
                <a:extLst>
                  <a:ext uri="{FF2B5EF4-FFF2-40B4-BE49-F238E27FC236}">
                    <a16:creationId xmlns:a16="http://schemas.microsoft.com/office/drawing/2014/main" id="{D06B1159-567A-3EB8-69E6-8C4C3671E48A}"/>
                  </a:ext>
                </a:extLst>
              </p:cNvPr>
              <p:cNvSpPr/>
              <p:nvPr/>
            </p:nvSpPr>
            <p:spPr>
              <a:xfrm>
                <a:off x="3379075" y="4327650"/>
                <a:ext cx="225450" cy="262300"/>
              </a:xfrm>
              <a:custGeom>
                <a:avLst/>
                <a:gdLst/>
                <a:ahLst/>
                <a:cxnLst/>
                <a:rect l="l" t="t" r="r" b="b"/>
                <a:pathLst>
                  <a:path w="9018" h="10492" extrusionOk="0">
                    <a:moveTo>
                      <a:pt x="1" y="10492"/>
                    </a:moveTo>
                    <a:lnTo>
                      <a:pt x="9017" y="10492"/>
                    </a:lnTo>
                    <a:lnTo>
                      <a:pt x="9017" y="0"/>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1543;p36">
                <a:extLst>
                  <a:ext uri="{FF2B5EF4-FFF2-40B4-BE49-F238E27FC236}">
                    <a16:creationId xmlns:a16="http://schemas.microsoft.com/office/drawing/2014/main" id="{BD98C59D-D6EF-491D-AA53-ABD76B4A2623}"/>
                  </a:ext>
                </a:extLst>
              </p:cNvPr>
              <p:cNvSpPr/>
              <p:nvPr/>
            </p:nvSpPr>
            <p:spPr>
              <a:xfrm>
                <a:off x="3450950" y="4494102"/>
                <a:ext cx="72825" cy="772845"/>
              </a:xfrm>
              <a:custGeom>
                <a:avLst/>
                <a:gdLst/>
                <a:ahLst/>
                <a:cxnLst/>
                <a:rect l="l" t="t" r="r" b="b"/>
                <a:pathLst>
                  <a:path w="2913" h="47567" extrusionOk="0">
                    <a:moveTo>
                      <a:pt x="1" y="47567"/>
                    </a:moveTo>
                    <a:lnTo>
                      <a:pt x="2913" y="47567"/>
                    </a:lnTo>
                    <a:lnTo>
                      <a:pt x="291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 name="Google Shape;1544;p36">
              <a:extLst>
                <a:ext uri="{FF2B5EF4-FFF2-40B4-BE49-F238E27FC236}">
                  <a16:creationId xmlns:a16="http://schemas.microsoft.com/office/drawing/2014/main" id="{54A9CCB7-B41C-4B06-F9A7-0B48C2839929}"/>
                </a:ext>
              </a:extLst>
            </p:cNvPr>
            <p:cNvGrpSpPr/>
            <p:nvPr/>
          </p:nvGrpSpPr>
          <p:grpSpPr>
            <a:xfrm flipH="1">
              <a:off x="-57406" y="3868275"/>
              <a:ext cx="9194843" cy="559600"/>
              <a:chOff x="-139125" y="3868275"/>
              <a:chExt cx="9194843" cy="559600"/>
            </a:xfrm>
            <a:grpFill/>
          </p:grpSpPr>
          <p:sp>
            <p:nvSpPr>
              <p:cNvPr id="44" name="Google Shape;1545;p36">
                <a:extLst>
                  <a:ext uri="{FF2B5EF4-FFF2-40B4-BE49-F238E27FC236}">
                    <a16:creationId xmlns:a16="http://schemas.microsoft.com/office/drawing/2014/main" id="{90E6CAF2-DA24-9C35-0554-7F758E89AB02}"/>
                  </a:ext>
                </a:extLst>
              </p:cNvPr>
              <p:cNvSpPr/>
              <p:nvPr/>
            </p:nvSpPr>
            <p:spPr>
              <a:xfrm>
                <a:off x="-139125" y="3868275"/>
                <a:ext cx="9194843" cy="351450"/>
              </a:xfrm>
              <a:custGeom>
                <a:avLst/>
                <a:gdLst/>
                <a:ahLst/>
                <a:cxnLst/>
                <a:rect l="l" t="t" r="r" b="b"/>
                <a:pathLst>
                  <a:path w="219946" h="14058" extrusionOk="0">
                    <a:moveTo>
                      <a:pt x="0" y="12956"/>
                    </a:moveTo>
                    <a:lnTo>
                      <a:pt x="0" y="14058"/>
                    </a:lnTo>
                    <a:lnTo>
                      <a:pt x="219946" y="1102"/>
                    </a:lnTo>
                    <a:lnTo>
                      <a:pt x="219946"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1546;p36">
                <a:extLst>
                  <a:ext uri="{FF2B5EF4-FFF2-40B4-BE49-F238E27FC236}">
                    <a16:creationId xmlns:a16="http://schemas.microsoft.com/office/drawing/2014/main" id="{48260650-71E9-85AC-38EF-BEAD638C4D54}"/>
                  </a:ext>
                </a:extLst>
              </p:cNvPr>
              <p:cNvSpPr/>
              <p:nvPr/>
            </p:nvSpPr>
            <p:spPr>
              <a:xfrm>
                <a:off x="125427" y="4182825"/>
                <a:ext cx="34406" cy="245050"/>
              </a:xfrm>
              <a:custGeom>
                <a:avLst/>
                <a:gdLst/>
                <a:ahLst/>
                <a:cxnLst/>
                <a:rect l="l" t="t" r="r" b="b"/>
                <a:pathLst>
                  <a:path w="823" h="9802" extrusionOk="0">
                    <a:moveTo>
                      <a:pt x="1" y="9802"/>
                    </a:moveTo>
                    <a:lnTo>
                      <a:pt x="822" y="9802"/>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1547;p36">
                <a:extLst>
                  <a:ext uri="{FF2B5EF4-FFF2-40B4-BE49-F238E27FC236}">
                    <a16:creationId xmlns:a16="http://schemas.microsoft.com/office/drawing/2014/main" id="{CB4D4D1C-E62E-F434-4382-9070971E9FA0}"/>
                  </a:ext>
                </a:extLst>
              </p:cNvPr>
              <p:cNvSpPr/>
              <p:nvPr/>
            </p:nvSpPr>
            <p:spPr>
              <a:xfrm>
                <a:off x="336927" y="4176300"/>
                <a:ext cx="34406" cy="244575"/>
              </a:xfrm>
              <a:custGeom>
                <a:avLst/>
                <a:gdLst/>
                <a:ahLst/>
                <a:cxnLst/>
                <a:rect l="l" t="t" r="r" b="b"/>
                <a:pathLst>
                  <a:path w="823" h="9783" extrusionOk="0">
                    <a:moveTo>
                      <a:pt x="1" y="9783"/>
                    </a:moveTo>
                    <a:lnTo>
                      <a:pt x="822" y="9783"/>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1548;p36">
                <a:extLst>
                  <a:ext uri="{FF2B5EF4-FFF2-40B4-BE49-F238E27FC236}">
                    <a16:creationId xmlns:a16="http://schemas.microsoft.com/office/drawing/2014/main" id="{E23E5D9F-AD63-A544-ADB3-7C1291583BAA}"/>
                  </a:ext>
                </a:extLst>
              </p:cNvPr>
              <p:cNvSpPr/>
              <p:nvPr/>
            </p:nvSpPr>
            <p:spPr>
              <a:xfrm>
                <a:off x="548427" y="4169300"/>
                <a:ext cx="33611" cy="245050"/>
              </a:xfrm>
              <a:custGeom>
                <a:avLst/>
                <a:gdLst/>
                <a:ahLst/>
                <a:cxnLst/>
                <a:rect l="l" t="t" r="r" b="b"/>
                <a:pathLst>
                  <a:path w="804" h="9802" extrusionOk="0">
                    <a:moveTo>
                      <a:pt x="1" y="9801"/>
                    </a:moveTo>
                    <a:lnTo>
                      <a:pt x="803" y="9801"/>
                    </a:lnTo>
                    <a:lnTo>
                      <a:pt x="80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1549;p36">
                <a:extLst>
                  <a:ext uri="{FF2B5EF4-FFF2-40B4-BE49-F238E27FC236}">
                    <a16:creationId xmlns:a16="http://schemas.microsoft.com/office/drawing/2014/main" id="{183717F5-A57F-B829-65C5-89B280725CFE}"/>
                  </a:ext>
                </a:extLst>
              </p:cNvPr>
              <p:cNvSpPr/>
              <p:nvPr/>
            </p:nvSpPr>
            <p:spPr>
              <a:xfrm>
                <a:off x="759174" y="4162300"/>
                <a:ext cx="34364" cy="245050"/>
              </a:xfrm>
              <a:custGeom>
                <a:avLst/>
                <a:gdLst/>
                <a:ahLst/>
                <a:cxnLst/>
                <a:rect l="l" t="t" r="r" b="b"/>
                <a:pathLst>
                  <a:path w="822" h="9802" extrusionOk="0">
                    <a:moveTo>
                      <a:pt x="0" y="9801"/>
                    </a:moveTo>
                    <a:lnTo>
                      <a:pt x="821" y="9801"/>
                    </a:lnTo>
                    <a:lnTo>
                      <a:pt x="821"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1550;p36">
                <a:extLst>
                  <a:ext uri="{FF2B5EF4-FFF2-40B4-BE49-F238E27FC236}">
                    <a16:creationId xmlns:a16="http://schemas.microsoft.com/office/drawing/2014/main" id="{640904B9-2E93-328F-9ACA-E0D5450B4F01}"/>
                  </a:ext>
                </a:extLst>
              </p:cNvPr>
              <p:cNvSpPr/>
              <p:nvPr/>
            </p:nvSpPr>
            <p:spPr>
              <a:xfrm>
                <a:off x="970673" y="4155300"/>
                <a:ext cx="34364" cy="245050"/>
              </a:xfrm>
              <a:custGeom>
                <a:avLst/>
                <a:gdLst/>
                <a:ahLst/>
                <a:cxnLst/>
                <a:rect l="l" t="t" r="r" b="b"/>
                <a:pathLst>
                  <a:path w="822" h="9802" extrusionOk="0">
                    <a:moveTo>
                      <a:pt x="0" y="9801"/>
                    </a:moveTo>
                    <a:lnTo>
                      <a:pt x="821" y="9801"/>
                    </a:lnTo>
                    <a:lnTo>
                      <a:pt x="821"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1551;p36">
                <a:extLst>
                  <a:ext uri="{FF2B5EF4-FFF2-40B4-BE49-F238E27FC236}">
                    <a16:creationId xmlns:a16="http://schemas.microsoft.com/office/drawing/2014/main" id="{ABF15E2D-83BA-120A-F493-5B454ECBF85C}"/>
                  </a:ext>
                </a:extLst>
              </p:cNvPr>
              <p:cNvSpPr/>
              <p:nvPr/>
            </p:nvSpPr>
            <p:spPr>
              <a:xfrm>
                <a:off x="1182173" y="4148775"/>
                <a:ext cx="34364" cy="244575"/>
              </a:xfrm>
              <a:custGeom>
                <a:avLst/>
                <a:gdLst/>
                <a:ahLst/>
                <a:cxnLst/>
                <a:rect l="l" t="t" r="r" b="b"/>
                <a:pathLst>
                  <a:path w="822" h="9783" extrusionOk="0">
                    <a:moveTo>
                      <a:pt x="0" y="9782"/>
                    </a:moveTo>
                    <a:lnTo>
                      <a:pt x="821" y="9782"/>
                    </a:lnTo>
                    <a:lnTo>
                      <a:pt x="821"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1552;p36">
                <a:extLst>
                  <a:ext uri="{FF2B5EF4-FFF2-40B4-BE49-F238E27FC236}">
                    <a16:creationId xmlns:a16="http://schemas.microsoft.com/office/drawing/2014/main" id="{E955D1FF-80A1-8623-F4A6-AAC5F0A4B521}"/>
                  </a:ext>
                </a:extLst>
              </p:cNvPr>
              <p:cNvSpPr/>
              <p:nvPr/>
            </p:nvSpPr>
            <p:spPr>
              <a:xfrm>
                <a:off x="1393673" y="4141775"/>
                <a:ext cx="34364" cy="245025"/>
              </a:xfrm>
              <a:custGeom>
                <a:avLst/>
                <a:gdLst/>
                <a:ahLst/>
                <a:cxnLst/>
                <a:rect l="l" t="t" r="r" b="b"/>
                <a:pathLst>
                  <a:path w="822" h="9801" extrusionOk="0">
                    <a:moveTo>
                      <a:pt x="0" y="9801"/>
                    </a:moveTo>
                    <a:lnTo>
                      <a:pt x="821" y="9801"/>
                    </a:lnTo>
                    <a:lnTo>
                      <a:pt x="821"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1553;p36">
                <a:extLst>
                  <a:ext uri="{FF2B5EF4-FFF2-40B4-BE49-F238E27FC236}">
                    <a16:creationId xmlns:a16="http://schemas.microsoft.com/office/drawing/2014/main" id="{9FC08D44-AB53-513C-0F67-24176A3D431E}"/>
                  </a:ext>
                </a:extLst>
              </p:cNvPr>
              <p:cNvSpPr/>
              <p:nvPr/>
            </p:nvSpPr>
            <p:spPr>
              <a:xfrm>
                <a:off x="1605172" y="4134775"/>
                <a:ext cx="34364" cy="245025"/>
              </a:xfrm>
              <a:custGeom>
                <a:avLst/>
                <a:gdLst/>
                <a:ahLst/>
                <a:cxnLst/>
                <a:rect l="l" t="t" r="r" b="b"/>
                <a:pathLst>
                  <a:path w="822" h="9801" extrusionOk="0">
                    <a:moveTo>
                      <a:pt x="0" y="9801"/>
                    </a:moveTo>
                    <a:lnTo>
                      <a:pt x="821" y="9801"/>
                    </a:lnTo>
                    <a:lnTo>
                      <a:pt x="821"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1554;p36">
                <a:extLst>
                  <a:ext uri="{FF2B5EF4-FFF2-40B4-BE49-F238E27FC236}">
                    <a16:creationId xmlns:a16="http://schemas.microsoft.com/office/drawing/2014/main" id="{821CEC93-45C0-6A25-1AFC-F687C7AA66A6}"/>
                  </a:ext>
                </a:extLst>
              </p:cNvPr>
              <p:cNvSpPr/>
              <p:nvPr/>
            </p:nvSpPr>
            <p:spPr>
              <a:xfrm>
                <a:off x="1816672" y="4127775"/>
                <a:ext cx="33569" cy="245025"/>
              </a:xfrm>
              <a:custGeom>
                <a:avLst/>
                <a:gdLst/>
                <a:ahLst/>
                <a:cxnLst/>
                <a:rect l="l" t="t" r="r" b="b"/>
                <a:pathLst>
                  <a:path w="803" h="9801" extrusionOk="0">
                    <a:moveTo>
                      <a:pt x="0" y="9801"/>
                    </a:moveTo>
                    <a:lnTo>
                      <a:pt x="803" y="9801"/>
                    </a:lnTo>
                    <a:lnTo>
                      <a:pt x="803"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1555;p36">
                <a:extLst>
                  <a:ext uri="{FF2B5EF4-FFF2-40B4-BE49-F238E27FC236}">
                    <a16:creationId xmlns:a16="http://schemas.microsoft.com/office/drawing/2014/main" id="{17F48074-A7B8-B7E4-9965-00271F503D4E}"/>
                  </a:ext>
                </a:extLst>
              </p:cNvPr>
              <p:cNvSpPr/>
              <p:nvPr/>
            </p:nvSpPr>
            <p:spPr>
              <a:xfrm>
                <a:off x="2027377" y="4121225"/>
                <a:ext cx="34364" cy="244575"/>
              </a:xfrm>
              <a:custGeom>
                <a:avLst/>
                <a:gdLst/>
                <a:ahLst/>
                <a:cxnLst/>
                <a:rect l="l" t="t" r="r" b="b"/>
                <a:pathLst>
                  <a:path w="822" h="9783" extrusionOk="0">
                    <a:moveTo>
                      <a:pt x="0" y="9783"/>
                    </a:moveTo>
                    <a:lnTo>
                      <a:pt x="822" y="9783"/>
                    </a:lnTo>
                    <a:lnTo>
                      <a:pt x="822"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1556;p36">
                <a:extLst>
                  <a:ext uri="{FF2B5EF4-FFF2-40B4-BE49-F238E27FC236}">
                    <a16:creationId xmlns:a16="http://schemas.microsoft.com/office/drawing/2014/main" id="{52C0F10A-12FB-E6F4-E6A1-534E17EF31E1}"/>
                  </a:ext>
                </a:extLst>
              </p:cNvPr>
              <p:cNvSpPr/>
              <p:nvPr/>
            </p:nvSpPr>
            <p:spPr>
              <a:xfrm>
                <a:off x="2238877" y="4114225"/>
                <a:ext cx="34364" cy="245050"/>
              </a:xfrm>
              <a:custGeom>
                <a:avLst/>
                <a:gdLst/>
                <a:ahLst/>
                <a:cxnLst/>
                <a:rect l="l" t="t" r="r" b="b"/>
                <a:pathLst>
                  <a:path w="822" h="9802" extrusionOk="0">
                    <a:moveTo>
                      <a:pt x="0" y="9801"/>
                    </a:moveTo>
                    <a:lnTo>
                      <a:pt x="822" y="9801"/>
                    </a:lnTo>
                    <a:lnTo>
                      <a:pt x="822"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1557;p36">
                <a:extLst>
                  <a:ext uri="{FF2B5EF4-FFF2-40B4-BE49-F238E27FC236}">
                    <a16:creationId xmlns:a16="http://schemas.microsoft.com/office/drawing/2014/main" id="{13607C2D-15B6-2269-701A-421DD1927134}"/>
                  </a:ext>
                </a:extLst>
              </p:cNvPr>
              <p:cNvSpPr/>
              <p:nvPr/>
            </p:nvSpPr>
            <p:spPr>
              <a:xfrm>
                <a:off x="2450377" y="4107225"/>
                <a:ext cx="34364" cy="245050"/>
              </a:xfrm>
              <a:custGeom>
                <a:avLst/>
                <a:gdLst/>
                <a:ahLst/>
                <a:cxnLst/>
                <a:rect l="l" t="t" r="r" b="b"/>
                <a:pathLst>
                  <a:path w="822" h="9802" extrusionOk="0">
                    <a:moveTo>
                      <a:pt x="0" y="9801"/>
                    </a:moveTo>
                    <a:lnTo>
                      <a:pt x="822" y="9801"/>
                    </a:lnTo>
                    <a:lnTo>
                      <a:pt x="822"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1558;p36">
                <a:extLst>
                  <a:ext uri="{FF2B5EF4-FFF2-40B4-BE49-F238E27FC236}">
                    <a16:creationId xmlns:a16="http://schemas.microsoft.com/office/drawing/2014/main" id="{EAD57549-8981-6B50-6A9F-1397E63C8317}"/>
                  </a:ext>
                </a:extLst>
              </p:cNvPr>
              <p:cNvSpPr/>
              <p:nvPr/>
            </p:nvSpPr>
            <p:spPr>
              <a:xfrm>
                <a:off x="2661876" y="4100225"/>
                <a:ext cx="34364" cy="245050"/>
              </a:xfrm>
              <a:custGeom>
                <a:avLst/>
                <a:gdLst/>
                <a:ahLst/>
                <a:cxnLst/>
                <a:rect l="l" t="t" r="r" b="b"/>
                <a:pathLst>
                  <a:path w="822" h="9802" extrusionOk="0">
                    <a:moveTo>
                      <a:pt x="0" y="9801"/>
                    </a:moveTo>
                    <a:lnTo>
                      <a:pt x="822" y="9801"/>
                    </a:lnTo>
                    <a:lnTo>
                      <a:pt x="822"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1559;p36">
                <a:extLst>
                  <a:ext uri="{FF2B5EF4-FFF2-40B4-BE49-F238E27FC236}">
                    <a16:creationId xmlns:a16="http://schemas.microsoft.com/office/drawing/2014/main" id="{D13F7B01-F709-6164-5BFB-F31D4454ED29}"/>
                  </a:ext>
                </a:extLst>
              </p:cNvPr>
              <p:cNvSpPr/>
              <p:nvPr/>
            </p:nvSpPr>
            <p:spPr>
              <a:xfrm>
                <a:off x="2873376" y="4093700"/>
                <a:ext cx="34364" cy="244575"/>
              </a:xfrm>
              <a:custGeom>
                <a:avLst/>
                <a:gdLst/>
                <a:ahLst/>
                <a:cxnLst/>
                <a:rect l="l" t="t" r="r" b="b"/>
                <a:pathLst>
                  <a:path w="822" h="9783" extrusionOk="0">
                    <a:moveTo>
                      <a:pt x="0" y="9782"/>
                    </a:moveTo>
                    <a:lnTo>
                      <a:pt x="822" y="9782"/>
                    </a:lnTo>
                    <a:lnTo>
                      <a:pt x="822"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1560;p36">
                <a:extLst>
                  <a:ext uri="{FF2B5EF4-FFF2-40B4-BE49-F238E27FC236}">
                    <a16:creationId xmlns:a16="http://schemas.microsoft.com/office/drawing/2014/main" id="{629235BD-D406-38DA-0108-41AE1E2A7883}"/>
                  </a:ext>
                </a:extLst>
              </p:cNvPr>
              <p:cNvSpPr/>
              <p:nvPr/>
            </p:nvSpPr>
            <p:spPr>
              <a:xfrm>
                <a:off x="3084876" y="4086700"/>
                <a:ext cx="33611" cy="245050"/>
              </a:xfrm>
              <a:custGeom>
                <a:avLst/>
                <a:gdLst/>
                <a:ahLst/>
                <a:cxnLst/>
                <a:rect l="l" t="t" r="r" b="b"/>
                <a:pathLst>
                  <a:path w="804" h="9802" extrusionOk="0">
                    <a:moveTo>
                      <a:pt x="0" y="9801"/>
                    </a:moveTo>
                    <a:lnTo>
                      <a:pt x="803" y="9801"/>
                    </a:lnTo>
                    <a:lnTo>
                      <a:pt x="803"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1561;p36">
                <a:extLst>
                  <a:ext uri="{FF2B5EF4-FFF2-40B4-BE49-F238E27FC236}">
                    <a16:creationId xmlns:a16="http://schemas.microsoft.com/office/drawing/2014/main" id="{508D0919-FB4B-B97F-2D0F-3F1060A372EA}"/>
                  </a:ext>
                </a:extLst>
              </p:cNvPr>
              <p:cNvSpPr/>
              <p:nvPr/>
            </p:nvSpPr>
            <p:spPr>
              <a:xfrm>
                <a:off x="3296375" y="4079700"/>
                <a:ext cx="33611" cy="245050"/>
              </a:xfrm>
              <a:custGeom>
                <a:avLst/>
                <a:gdLst/>
                <a:ahLst/>
                <a:cxnLst/>
                <a:rect l="l" t="t" r="r" b="b"/>
                <a:pathLst>
                  <a:path w="804" h="9802" extrusionOk="0">
                    <a:moveTo>
                      <a:pt x="0" y="9801"/>
                    </a:moveTo>
                    <a:lnTo>
                      <a:pt x="803" y="9801"/>
                    </a:lnTo>
                    <a:lnTo>
                      <a:pt x="803"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1562;p36">
                <a:extLst>
                  <a:ext uri="{FF2B5EF4-FFF2-40B4-BE49-F238E27FC236}">
                    <a16:creationId xmlns:a16="http://schemas.microsoft.com/office/drawing/2014/main" id="{0630A504-6226-C0AD-2AEF-87DF59999BB3}"/>
                  </a:ext>
                </a:extLst>
              </p:cNvPr>
              <p:cNvSpPr/>
              <p:nvPr/>
            </p:nvSpPr>
            <p:spPr>
              <a:xfrm>
                <a:off x="3507081" y="4072700"/>
                <a:ext cx="34406" cy="245025"/>
              </a:xfrm>
              <a:custGeom>
                <a:avLst/>
                <a:gdLst/>
                <a:ahLst/>
                <a:cxnLst/>
                <a:rect l="l" t="t" r="r" b="b"/>
                <a:pathLst>
                  <a:path w="823" h="9801" extrusionOk="0">
                    <a:moveTo>
                      <a:pt x="1" y="9801"/>
                    </a:moveTo>
                    <a:lnTo>
                      <a:pt x="822" y="9801"/>
                    </a:lnTo>
                    <a:lnTo>
                      <a:pt x="822" y="0"/>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1563;p36">
                <a:extLst>
                  <a:ext uri="{FF2B5EF4-FFF2-40B4-BE49-F238E27FC236}">
                    <a16:creationId xmlns:a16="http://schemas.microsoft.com/office/drawing/2014/main" id="{674B3B94-EC8B-089E-3AB5-1D0512CBD38E}"/>
                  </a:ext>
                </a:extLst>
              </p:cNvPr>
              <p:cNvSpPr/>
              <p:nvPr/>
            </p:nvSpPr>
            <p:spPr>
              <a:xfrm>
                <a:off x="3718580" y="4066175"/>
                <a:ext cx="34406" cy="244550"/>
              </a:xfrm>
              <a:custGeom>
                <a:avLst/>
                <a:gdLst/>
                <a:ahLst/>
                <a:cxnLst/>
                <a:rect l="l" t="t" r="r" b="b"/>
                <a:pathLst>
                  <a:path w="823" h="9782" extrusionOk="0">
                    <a:moveTo>
                      <a:pt x="1" y="9782"/>
                    </a:moveTo>
                    <a:lnTo>
                      <a:pt x="822" y="9782"/>
                    </a:lnTo>
                    <a:lnTo>
                      <a:pt x="822" y="0"/>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1564;p36">
                <a:extLst>
                  <a:ext uri="{FF2B5EF4-FFF2-40B4-BE49-F238E27FC236}">
                    <a16:creationId xmlns:a16="http://schemas.microsoft.com/office/drawing/2014/main" id="{37255BB0-0EFE-2FF9-24F4-9B4351C6DA55}"/>
                  </a:ext>
                </a:extLst>
              </p:cNvPr>
              <p:cNvSpPr/>
              <p:nvPr/>
            </p:nvSpPr>
            <p:spPr>
              <a:xfrm>
                <a:off x="3930080" y="4059150"/>
                <a:ext cx="34406" cy="245050"/>
              </a:xfrm>
              <a:custGeom>
                <a:avLst/>
                <a:gdLst/>
                <a:ahLst/>
                <a:cxnLst/>
                <a:rect l="l" t="t" r="r" b="b"/>
                <a:pathLst>
                  <a:path w="823" h="9802" extrusionOk="0">
                    <a:moveTo>
                      <a:pt x="1" y="9802"/>
                    </a:moveTo>
                    <a:lnTo>
                      <a:pt x="822" y="9802"/>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1565;p36">
                <a:extLst>
                  <a:ext uri="{FF2B5EF4-FFF2-40B4-BE49-F238E27FC236}">
                    <a16:creationId xmlns:a16="http://schemas.microsoft.com/office/drawing/2014/main" id="{D3E8D6F9-0F4F-66E4-0BAA-AED624483F46}"/>
                  </a:ext>
                </a:extLst>
              </p:cNvPr>
              <p:cNvSpPr/>
              <p:nvPr/>
            </p:nvSpPr>
            <p:spPr>
              <a:xfrm>
                <a:off x="4141580" y="4052150"/>
                <a:ext cx="34406" cy="245050"/>
              </a:xfrm>
              <a:custGeom>
                <a:avLst/>
                <a:gdLst/>
                <a:ahLst/>
                <a:cxnLst/>
                <a:rect l="l" t="t" r="r" b="b"/>
                <a:pathLst>
                  <a:path w="823" h="9802" extrusionOk="0">
                    <a:moveTo>
                      <a:pt x="1" y="9802"/>
                    </a:moveTo>
                    <a:lnTo>
                      <a:pt x="822" y="9802"/>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1566;p36">
                <a:extLst>
                  <a:ext uri="{FF2B5EF4-FFF2-40B4-BE49-F238E27FC236}">
                    <a16:creationId xmlns:a16="http://schemas.microsoft.com/office/drawing/2014/main" id="{A0F64FCE-F14A-595A-3649-EA9ACABCC7CD}"/>
                  </a:ext>
                </a:extLst>
              </p:cNvPr>
              <p:cNvSpPr/>
              <p:nvPr/>
            </p:nvSpPr>
            <p:spPr>
              <a:xfrm>
                <a:off x="4353079" y="4045625"/>
                <a:ext cx="33611" cy="244575"/>
              </a:xfrm>
              <a:custGeom>
                <a:avLst/>
                <a:gdLst/>
                <a:ahLst/>
                <a:cxnLst/>
                <a:rect l="l" t="t" r="r" b="b"/>
                <a:pathLst>
                  <a:path w="804" h="9783" extrusionOk="0">
                    <a:moveTo>
                      <a:pt x="1" y="9783"/>
                    </a:moveTo>
                    <a:lnTo>
                      <a:pt x="804" y="9783"/>
                    </a:lnTo>
                    <a:lnTo>
                      <a:pt x="804"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1567;p36">
                <a:extLst>
                  <a:ext uri="{FF2B5EF4-FFF2-40B4-BE49-F238E27FC236}">
                    <a16:creationId xmlns:a16="http://schemas.microsoft.com/office/drawing/2014/main" id="{A0A93F4B-B717-5CE1-95BF-FE883BDD1637}"/>
                  </a:ext>
                </a:extLst>
              </p:cNvPr>
              <p:cNvSpPr/>
              <p:nvPr/>
            </p:nvSpPr>
            <p:spPr>
              <a:xfrm>
                <a:off x="4564579" y="4038625"/>
                <a:ext cx="33611" cy="244575"/>
              </a:xfrm>
              <a:custGeom>
                <a:avLst/>
                <a:gdLst/>
                <a:ahLst/>
                <a:cxnLst/>
                <a:rect l="l" t="t" r="r" b="b"/>
                <a:pathLst>
                  <a:path w="804" h="9783" extrusionOk="0">
                    <a:moveTo>
                      <a:pt x="1" y="9783"/>
                    </a:moveTo>
                    <a:lnTo>
                      <a:pt x="804" y="9783"/>
                    </a:lnTo>
                    <a:lnTo>
                      <a:pt x="804"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1568;p36">
                <a:extLst>
                  <a:ext uri="{FF2B5EF4-FFF2-40B4-BE49-F238E27FC236}">
                    <a16:creationId xmlns:a16="http://schemas.microsoft.com/office/drawing/2014/main" id="{80B9A5F1-9CFD-253E-40E3-CB3182A9EFA1}"/>
                  </a:ext>
                </a:extLst>
              </p:cNvPr>
              <p:cNvSpPr/>
              <p:nvPr/>
            </p:nvSpPr>
            <p:spPr>
              <a:xfrm>
                <a:off x="4775326" y="4031625"/>
                <a:ext cx="34364" cy="245050"/>
              </a:xfrm>
              <a:custGeom>
                <a:avLst/>
                <a:gdLst/>
                <a:ahLst/>
                <a:cxnLst/>
                <a:rect l="l" t="t" r="r" b="b"/>
                <a:pathLst>
                  <a:path w="822" h="9802" extrusionOk="0">
                    <a:moveTo>
                      <a:pt x="0" y="9801"/>
                    </a:moveTo>
                    <a:lnTo>
                      <a:pt x="822" y="9801"/>
                    </a:lnTo>
                    <a:lnTo>
                      <a:pt x="822"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1569;p36">
                <a:extLst>
                  <a:ext uri="{FF2B5EF4-FFF2-40B4-BE49-F238E27FC236}">
                    <a16:creationId xmlns:a16="http://schemas.microsoft.com/office/drawing/2014/main" id="{80AFE46F-70AB-3B41-E4B9-4785604ABD46}"/>
                  </a:ext>
                </a:extLst>
              </p:cNvPr>
              <p:cNvSpPr/>
              <p:nvPr/>
            </p:nvSpPr>
            <p:spPr>
              <a:xfrm>
                <a:off x="4986826" y="4024625"/>
                <a:ext cx="34364" cy="245050"/>
              </a:xfrm>
              <a:custGeom>
                <a:avLst/>
                <a:gdLst/>
                <a:ahLst/>
                <a:cxnLst/>
                <a:rect l="l" t="t" r="r" b="b"/>
                <a:pathLst>
                  <a:path w="822" h="9802" extrusionOk="0">
                    <a:moveTo>
                      <a:pt x="0" y="9801"/>
                    </a:moveTo>
                    <a:lnTo>
                      <a:pt x="822" y="9801"/>
                    </a:lnTo>
                    <a:lnTo>
                      <a:pt x="822"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1570;p36">
                <a:extLst>
                  <a:ext uri="{FF2B5EF4-FFF2-40B4-BE49-F238E27FC236}">
                    <a16:creationId xmlns:a16="http://schemas.microsoft.com/office/drawing/2014/main" id="{E152E664-9E28-F0EE-0629-5A309BBA778A}"/>
                  </a:ext>
                </a:extLst>
              </p:cNvPr>
              <p:cNvSpPr/>
              <p:nvPr/>
            </p:nvSpPr>
            <p:spPr>
              <a:xfrm>
                <a:off x="5198325" y="4018100"/>
                <a:ext cx="34364" cy="244575"/>
              </a:xfrm>
              <a:custGeom>
                <a:avLst/>
                <a:gdLst/>
                <a:ahLst/>
                <a:cxnLst/>
                <a:rect l="l" t="t" r="r" b="b"/>
                <a:pathLst>
                  <a:path w="822" h="9783" extrusionOk="0">
                    <a:moveTo>
                      <a:pt x="0" y="9782"/>
                    </a:moveTo>
                    <a:lnTo>
                      <a:pt x="822" y="9782"/>
                    </a:lnTo>
                    <a:lnTo>
                      <a:pt x="822"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1571;p36">
                <a:extLst>
                  <a:ext uri="{FF2B5EF4-FFF2-40B4-BE49-F238E27FC236}">
                    <a16:creationId xmlns:a16="http://schemas.microsoft.com/office/drawing/2014/main" id="{7B7FE93C-AAD0-3DF4-0AD6-75F0B1E55A4C}"/>
                  </a:ext>
                </a:extLst>
              </p:cNvPr>
              <p:cNvSpPr/>
              <p:nvPr/>
            </p:nvSpPr>
            <p:spPr>
              <a:xfrm>
                <a:off x="5409825" y="4011100"/>
                <a:ext cx="34364" cy="245025"/>
              </a:xfrm>
              <a:custGeom>
                <a:avLst/>
                <a:gdLst/>
                <a:ahLst/>
                <a:cxnLst/>
                <a:rect l="l" t="t" r="r" b="b"/>
                <a:pathLst>
                  <a:path w="822" h="9801" extrusionOk="0">
                    <a:moveTo>
                      <a:pt x="0" y="9801"/>
                    </a:moveTo>
                    <a:lnTo>
                      <a:pt x="822" y="9801"/>
                    </a:lnTo>
                    <a:lnTo>
                      <a:pt x="822"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1572;p36">
                <a:extLst>
                  <a:ext uri="{FF2B5EF4-FFF2-40B4-BE49-F238E27FC236}">
                    <a16:creationId xmlns:a16="http://schemas.microsoft.com/office/drawing/2014/main" id="{9C8806CA-6DB7-3A2B-AEBE-89036BEE2125}"/>
                  </a:ext>
                </a:extLst>
              </p:cNvPr>
              <p:cNvSpPr/>
              <p:nvPr/>
            </p:nvSpPr>
            <p:spPr>
              <a:xfrm>
                <a:off x="5621325" y="4004100"/>
                <a:ext cx="34364" cy="245025"/>
              </a:xfrm>
              <a:custGeom>
                <a:avLst/>
                <a:gdLst/>
                <a:ahLst/>
                <a:cxnLst/>
                <a:rect l="l" t="t" r="r" b="b"/>
                <a:pathLst>
                  <a:path w="822" h="9801" extrusionOk="0">
                    <a:moveTo>
                      <a:pt x="0" y="9801"/>
                    </a:moveTo>
                    <a:lnTo>
                      <a:pt x="822" y="9801"/>
                    </a:lnTo>
                    <a:lnTo>
                      <a:pt x="822"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1573;p36">
                <a:extLst>
                  <a:ext uri="{FF2B5EF4-FFF2-40B4-BE49-F238E27FC236}">
                    <a16:creationId xmlns:a16="http://schemas.microsoft.com/office/drawing/2014/main" id="{1F812F73-75FC-56CF-B1BC-EEBDE508F871}"/>
                  </a:ext>
                </a:extLst>
              </p:cNvPr>
              <p:cNvSpPr/>
              <p:nvPr/>
            </p:nvSpPr>
            <p:spPr>
              <a:xfrm>
                <a:off x="5832824" y="3997100"/>
                <a:ext cx="33569" cy="245025"/>
              </a:xfrm>
              <a:custGeom>
                <a:avLst/>
                <a:gdLst/>
                <a:ahLst/>
                <a:cxnLst/>
                <a:rect l="l" t="t" r="r" b="b"/>
                <a:pathLst>
                  <a:path w="803" h="9801" extrusionOk="0">
                    <a:moveTo>
                      <a:pt x="0" y="9801"/>
                    </a:moveTo>
                    <a:lnTo>
                      <a:pt x="803" y="9801"/>
                    </a:lnTo>
                    <a:lnTo>
                      <a:pt x="803"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1574;p36">
                <a:extLst>
                  <a:ext uri="{FF2B5EF4-FFF2-40B4-BE49-F238E27FC236}">
                    <a16:creationId xmlns:a16="http://schemas.microsoft.com/office/drawing/2014/main" id="{970D8F09-9616-FD8C-163A-07B551854C90}"/>
                  </a:ext>
                </a:extLst>
              </p:cNvPr>
              <p:cNvSpPr/>
              <p:nvPr/>
            </p:nvSpPr>
            <p:spPr>
              <a:xfrm>
                <a:off x="6043530" y="3990550"/>
                <a:ext cx="34364" cy="244575"/>
              </a:xfrm>
              <a:custGeom>
                <a:avLst/>
                <a:gdLst/>
                <a:ahLst/>
                <a:cxnLst/>
                <a:rect l="l" t="t" r="r" b="b"/>
                <a:pathLst>
                  <a:path w="822" h="9783" extrusionOk="0">
                    <a:moveTo>
                      <a:pt x="1" y="9783"/>
                    </a:moveTo>
                    <a:lnTo>
                      <a:pt x="822" y="9783"/>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1575;p36">
                <a:extLst>
                  <a:ext uri="{FF2B5EF4-FFF2-40B4-BE49-F238E27FC236}">
                    <a16:creationId xmlns:a16="http://schemas.microsoft.com/office/drawing/2014/main" id="{8065F89C-19FC-46AB-0FD9-6845F426B129}"/>
                  </a:ext>
                </a:extLst>
              </p:cNvPr>
              <p:cNvSpPr/>
              <p:nvPr/>
            </p:nvSpPr>
            <p:spPr>
              <a:xfrm>
                <a:off x="6255029" y="3983550"/>
                <a:ext cx="34364" cy="245050"/>
              </a:xfrm>
              <a:custGeom>
                <a:avLst/>
                <a:gdLst/>
                <a:ahLst/>
                <a:cxnLst/>
                <a:rect l="l" t="t" r="r" b="b"/>
                <a:pathLst>
                  <a:path w="822" h="9802" extrusionOk="0">
                    <a:moveTo>
                      <a:pt x="1" y="9801"/>
                    </a:moveTo>
                    <a:lnTo>
                      <a:pt x="822" y="9801"/>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1576;p36">
                <a:extLst>
                  <a:ext uri="{FF2B5EF4-FFF2-40B4-BE49-F238E27FC236}">
                    <a16:creationId xmlns:a16="http://schemas.microsoft.com/office/drawing/2014/main" id="{CA4FC64A-807B-AA7E-598D-9AC737203AA9}"/>
                  </a:ext>
                </a:extLst>
              </p:cNvPr>
              <p:cNvSpPr/>
              <p:nvPr/>
            </p:nvSpPr>
            <p:spPr>
              <a:xfrm>
                <a:off x="6466529" y="3976550"/>
                <a:ext cx="34364" cy="245050"/>
              </a:xfrm>
              <a:custGeom>
                <a:avLst/>
                <a:gdLst/>
                <a:ahLst/>
                <a:cxnLst/>
                <a:rect l="l" t="t" r="r" b="b"/>
                <a:pathLst>
                  <a:path w="822" h="9802" extrusionOk="0">
                    <a:moveTo>
                      <a:pt x="1" y="9801"/>
                    </a:moveTo>
                    <a:lnTo>
                      <a:pt x="822" y="9801"/>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1577;p36">
                <a:extLst>
                  <a:ext uri="{FF2B5EF4-FFF2-40B4-BE49-F238E27FC236}">
                    <a16:creationId xmlns:a16="http://schemas.microsoft.com/office/drawing/2014/main" id="{015A2890-5B00-8FC0-FAB1-12F96BFD4AAF}"/>
                  </a:ext>
                </a:extLst>
              </p:cNvPr>
              <p:cNvSpPr/>
              <p:nvPr/>
            </p:nvSpPr>
            <p:spPr>
              <a:xfrm>
                <a:off x="6678029" y="3969550"/>
                <a:ext cx="34364" cy="245050"/>
              </a:xfrm>
              <a:custGeom>
                <a:avLst/>
                <a:gdLst/>
                <a:ahLst/>
                <a:cxnLst/>
                <a:rect l="l" t="t" r="r" b="b"/>
                <a:pathLst>
                  <a:path w="822" h="9802" extrusionOk="0">
                    <a:moveTo>
                      <a:pt x="1" y="9801"/>
                    </a:moveTo>
                    <a:lnTo>
                      <a:pt x="822" y="9801"/>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1578;p36">
                <a:extLst>
                  <a:ext uri="{FF2B5EF4-FFF2-40B4-BE49-F238E27FC236}">
                    <a16:creationId xmlns:a16="http://schemas.microsoft.com/office/drawing/2014/main" id="{B746C29D-2422-BCF3-8FA7-52B1434B55E0}"/>
                  </a:ext>
                </a:extLst>
              </p:cNvPr>
              <p:cNvSpPr/>
              <p:nvPr/>
            </p:nvSpPr>
            <p:spPr>
              <a:xfrm>
                <a:off x="6889528" y="3963025"/>
                <a:ext cx="34364" cy="244575"/>
              </a:xfrm>
              <a:custGeom>
                <a:avLst/>
                <a:gdLst/>
                <a:ahLst/>
                <a:cxnLst/>
                <a:rect l="l" t="t" r="r" b="b"/>
                <a:pathLst>
                  <a:path w="822" h="9783" extrusionOk="0">
                    <a:moveTo>
                      <a:pt x="1" y="9782"/>
                    </a:moveTo>
                    <a:lnTo>
                      <a:pt x="822" y="9782"/>
                    </a:lnTo>
                    <a:lnTo>
                      <a:pt x="822" y="0"/>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1579;p36">
                <a:extLst>
                  <a:ext uri="{FF2B5EF4-FFF2-40B4-BE49-F238E27FC236}">
                    <a16:creationId xmlns:a16="http://schemas.microsoft.com/office/drawing/2014/main" id="{58589DE5-3828-B67F-32D1-4FFBAE797550}"/>
                  </a:ext>
                </a:extLst>
              </p:cNvPr>
              <p:cNvSpPr/>
              <p:nvPr/>
            </p:nvSpPr>
            <p:spPr>
              <a:xfrm>
                <a:off x="7101028" y="3956025"/>
                <a:ext cx="33611" cy="245050"/>
              </a:xfrm>
              <a:custGeom>
                <a:avLst/>
                <a:gdLst/>
                <a:ahLst/>
                <a:cxnLst/>
                <a:rect l="l" t="t" r="r" b="b"/>
                <a:pathLst>
                  <a:path w="804" h="9802" extrusionOk="0">
                    <a:moveTo>
                      <a:pt x="1" y="9801"/>
                    </a:moveTo>
                    <a:lnTo>
                      <a:pt x="803" y="9801"/>
                    </a:lnTo>
                    <a:lnTo>
                      <a:pt x="803" y="0"/>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1580;p36">
                <a:extLst>
                  <a:ext uri="{FF2B5EF4-FFF2-40B4-BE49-F238E27FC236}">
                    <a16:creationId xmlns:a16="http://schemas.microsoft.com/office/drawing/2014/main" id="{AF54A099-F59F-BFFA-8F1A-151B512738FA}"/>
                  </a:ext>
                </a:extLst>
              </p:cNvPr>
              <p:cNvSpPr/>
              <p:nvPr/>
            </p:nvSpPr>
            <p:spPr>
              <a:xfrm>
                <a:off x="7311733" y="3949025"/>
                <a:ext cx="34406" cy="245050"/>
              </a:xfrm>
              <a:custGeom>
                <a:avLst/>
                <a:gdLst/>
                <a:ahLst/>
                <a:cxnLst/>
                <a:rect l="l" t="t" r="r" b="b"/>
                <a:pathLst>
                  <a:path w="823" h="9802" extrusionOk="0">
                    <a:moveTo>
                      <a:pt x="1" y="9801"/>
                    </a:moveTo>
                    <a:lnTo>
                      <a:pt x="822" y="9801"/>
                    </a:lnTo>
                    <a:lnTo>
                      <a:pt x="822" y="0"/>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1581;p36">
                <a:extLst>
                  <a:ext uri="{FF2B5EF4-FFF2-40B4-BE49-F238E27FC236}">
                    <a16:creationId xmlns:a16="http://schemas.microsoft.com/office/drawing/2014/main" id="{622AC911-DA3D-B31E-E4CB-F18DB2DFFE78}"/>
                  </a:ext>
                </a:extLst>
              </p:cNvPr>
              <p:cNvSpPr/>
              <p:nvPr/>
            </p:nvSpPr>
            <p:spPr>
              <a:xfrm>
                <a:off x="7523233" y="3942025"/>
                <a:ext cx="34406" cy="245025"/>
              </a:xfrm>
              <a:custGeom>
                <a:avLst/>
                <a:gdLst/>
                <a:ahLst/>
                <a:cxnLst/>
                <a:rect l="l" t="t" r="r" b="b"/>
                <a:pathLst>
                  <a:path w="823" h="9801" extrusionOk="0">
                    <a:moveTo>
                      <a:pt x="1" y="9801"/>
                    </a:moveTo>
                    <a:lnTo>
                      <a:pt x="822" y="9801"/>
                    </a:lnTo>
                    <a:lnTo>
                      <a:pt x="822" y="0"/>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1582;p36">
                <a:extLst>
                  <a:ext uri="{FF2B5EF4-FFF2-40B4-BE49-F238E27FC236}">
                    <a16:creationId xmlns:a16="http://schemas.microsoft.com/office/drawing/2014/main" id="{119CA331-106D-EE9D-22B6-05DAF5237054}"/>
                  </a:ext>
                </a:extLst>
              </p:cNvPr>
              <p:cNvSpPr/>
              <p:nvPr/>
            </p:nvSpPr>
            <p:spPr>
              <a:xfrm>
                <a:off x="7734733" y="3935475"/>
                <a:ext cx="34406" cy="244575"/>
              </a:xfrm>
              <a:custGeom>
                <a:avLst/>
                <a:gdLst/>
                <a:ahLst/>
                <a:cxnLst/>
                <a:rect l="l" t="t" r="r" b="b"/>
                <a:pathLst>
                  <a:path w="823" h="9783" extrusionOk="0">
                    <a:moveTo>
                      <a:pt x="1" y="9783"/>
                    </a:moveTo>
                    <a:lnTo>
                      <a:pt x="822" y="9783"/>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1583;p36">
                <a:extLst>
                  <a:ext uri="{FF2B5EF4-FFF2-40B4-BE49-F238E27FC236}">
                    <a16:creationId xmlns:a16="http://schemas.microsoft.com/office/drawing/2014/main" id="{20DBB625-0D7A-C5BC-656B-54985E937942}"/>
                  </a:ext>
                </a:extLst>
              </p:cNvPr>
              <p:cNvSpPr/>
              <p:nvPr/>
            </p:nvSpPr>
            <p:spPr>
              <a:xfrm>
                <a:off x="7946232" y="3928475"/>
                <a:ext cx="34406" cy="245050"/>
              </a:xfrm>
              <a:custGeom>
                <a:avLst/>
                <a:gdLst/>
                <a:ahLst/>
                <a:cxnLst/>
                <a:rect l="l" t="t" r="r" b="b"/>
                <a:pathLst>
                  <a:path w="823" h="9802" extrusionOk="0">
                    <a:moveTo>
                      <a:pt x="1" y="9802"/>
                    </a:moveTo>
                    <a:lnTo>
                      <a:pt x="822" y="9802"/>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1584;p36">
                <a:extLst>
                  <a:ext uri="{FF2B5EF4-FFF2-40B4-BE49-F238E27FC236}">
                    <a16:creationId xmlns:a16="http://schemas.microsoft.com/office/drawing/2014/main" id="{A85001E0-C7A0-41B3-02C9-C8E6C8C8CACD}"/>
                  </a:ext>
                </a:extLst>
              </p:cNvPr>
              <p:cNvSpPr/>
              <p:nvPr/>
            </p:nvSpPr>
            <p:spPr>
              <a:xfrm>
                <a:off x="8157732" y="3921475"/>
                <a:ext cx="34406" cy="245050"/>
              </a:xfrm>
              <a:custGeom>
                <a:avLst/>
                <a:gdLst/>
                <a:ahLst/>
                <a:cxnLst/>
                <a:rect l="l" t="t" r="r" b="b"/>
                <a:pathLst>
                  <a:path w="823" h="9802" extrusionOk="0">
                    <a:moveTo>
                      <a:pt x="1" y="9802"/>
                    </a:moveTo>
                    <a:lnTo>
                      <a:pt x="822" y="9802"/>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1585;p36">
                <a:extLst>
                  <a:ext uri="{FF2B5EF4-FFF2-40B4-BE49-F238E27FC236}">
                    <a16:creationId xmlns:a16="http://schemas.microsoft.com/office/drawing/2014/main" id="{8694BE50-6CCE-FC56-4A1F-D91FB472002A}"/>
                  </a:ext>
                </a:extLst>
              </p:cNvPr>
              <p:cNvSpPr/>
              <p:nvPr/>
            </p:nvSpPr>
            <p:spPr>
              <a:xfrm>
                <a:off x="8369232" y="3914475"/>
                <a:ext cx="33611" cy="245050"/>
              </a:xfrm>
              <a:custGeom>
                <a:avLst/>
                <a:gdLst/>
                <a:ahLst/>
                <a:cxnLst/>
                <a:rect l="l" t="t" r="r" b="b"/>
                <a:pathLst>
                  <a:path w="804" h="9802" extrusionOk="0">
                    <a:moveTo>
                      <a:pt x="1" y="9802"/>
                    </a:moveTo>
                    <a:lnTo>
                      <a:pt x="804" y="9802"/>
                    </a:lnTo>
                    <a:lnTo>
                      <a:pt x="804"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1586;p36">
                <a:extLst>
                  <a:ext uri="{FF2B5EF4-FFF2-40B4-BE49-F238E27FC236}">
                    <a16:creationId xmlns:a16="http://schemas.microsoft.com/office/drawing/2014/main" id="{832547ED-E639-099B-74BD-5D535B337BDB}"/>
                  </a:ext>
                </a:extLst>
              </p:cNvPr>
              <p:cNvSpPr/>
              <p:nvPr/>
            </p:nvSpPr>
            <p:spPr>
              <a:xfrm>
                <a:off x="8580773" y="3907950"/>
                <a:ext cx="33569" cy="244575"/>
              </a:xfrm>
              <a:custGeom>
                <a:avLst/>
                <a:gdLst/>
                <a:ahLst/>
                <a:cxnLst/>
                <a:rect l="l" t="t" r="r" b="b"/>
                <a:pathLst>
                  <a:path w="803" h="9783" extrusionOk="0">
                    <a:moveTo>
                      <a:pt x="0" y="9783"/>
                    </a:moveTo>
                    <a:lnTo>
                      <a:pt x="803" y="9783"/>
                    </a:lnTo>
                    <a:lnTo>
                      <a:pt x="803"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1587;p36">
                <a:extLst>
                  <a:ext uri="{FF2B5EF4-FFF2-40B4-BE49-F238E27FC236}">
                    <a16:creationId xmlns:a16="http://schemas.microsoft.com/office/drawing/2014/main" id="{BF163634-97CA-199E-C385-D04F8380AE18}"/>
                  </a:ext>
                </a:extLst>
              </p:cNvPr>
              <p:cNvSpPr/>
              <p:nvPr/>
            </p:nvSpPr>
            <p:spPr>
              <a:xfrm>
                <a:off x="8791478" y="3900950"/>
                <a:ext cx="34364" cy="245050"/>
              </a:xfrm>
              <a:custGeom>
                <a:avLst/>
                <a:gdLst/>
                <a:ahLst/>
                <a:cxnLst/>
                <a:rect l="l" t="t" r="r" b="b"/>
                <a:pathLst>
                  <a:path w="822" h="9802" extrusionOk="0">
                    <a:moveTo>
                      <a:pt x="0" y="9801"/>
                    </a:moveTo>
                    <a:lnTo>
                      <a:pt x="822" y="9801"/>
                    </a:lnTo>
                    <a:lnTo>
                      <a:pt x="822"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 name="Google Shape;1588;p36">
              <a:extLst>
                <a:ext uri="{FF2B5EF4-FFF2-40B4-BE49-F238E27FC236}">
                  <a16:creationId xmlns:a16="http://schemas.microsoft.com/office/drawing/2014/main" id="{D4E0E8B3-D0FE-0B0F-8124-70E48E9E83A3}"/>
                </a:ext>
              </a:extLst>
            </p:cNvPr>
            <p:cNvGrpSpPr/>
            <p:nvPr/>
          </p:nvGrpSpPr>
          <p:grpSpPr>
            <a:xfrm flipH="1">
              <a:off x="5406861" y="4293100"/>
              <a:ext cx="3484400" cy="973847"/>
              <a:chOff x="3379075" y="4293100"/>
              <a:chExt cx="3484400" cy="973847"/>
            </a:xfrm>
            <a:grpFill/>
          </p:grpSpPr>
          <p:sp>
            <p:nvSpPr>
              <p:cNvPr id="37" name="Google Shape;1589;p36">
                <a:extLst>
                  <a:ext uri="{FF2B5EF4-FFF2-40B4-BE49-F238E27FC236}">
                    <a16:creationId xmlns:a16="http://schemas.microsoft.com/office/drawing/2014/main" id="{4B65A2E6-99CC-233E-89B1-570887D8CFF6}"/>
                  </a:ext>
                </a:extLst>
              </p:cNvPr>
              <p:cNvSpPr/>
              <p:nvPr/>
            </p:nvSpPr>
            <p:spPr>
              <a:xfrm>
                <a:off x="6638025" y="4293100"/>
                <a:ext cx="225450" cy="266525"/>
              </a:xfrm>
              <a:custGeom>
                <a:avLst/>
                <a:gdLst/>
                <a:ahLst/>
                <a:cxnLst/>
                <a:rect l="l" t="t" r="r" b="b"/>
                <a:pathLst>
                  <a:path w="9018" h="10661" extrusionOk="0">
                    <a:moveTo>
                      <a:pt x="1" y="10660"/>
                    </a:moveTo>
                    <a:lnTo>
                      <a:pt x="9017" y="10660"/>
                    </a:lnTo>
                    <a:lnTo>
                      <a:pt x="9017"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1590;p36">
                <a:extLst>
                  <a:ext uri="{FF2B5EF4-FFF2-40B4-BE49-F238E27FC236}">
                    <a16:creationId xmlns:a16="http://schemas.microsoft.com/office/drawing/2014/main" id="{73881EA7-2037-9C35-2D49-E1E3E56D3BF0}"/>
                  </a:ext>
                </a:extLst>
              </p:cNvPr>
              <p:cNvSpPr/>
              <p:nvPr/>
            </p:nvSpPr>
            <p:spPr>
              <a:xfrm>
                <a:off x="5628575" y="4369300"/>
                <a:ext cx="225425" cy="266525"/>
              </a:xfrm>
              <a:custGeom>
                <a:avLst/>
                <a:gdLst/>
                <a:ahLst/>
                <a:cxnLst/>
                <a:rect l="l" t="t" r="r" b="b"/>
                <a:pathLst>
                  <a:path w="9017" h="10661" extrusionOk="0">
                    <a:moveTo>
                      <a:pt x="0" y="10660"/>
                    </a:moveTo>
                    <a:lnTo>
                      <a:pt x="9017" y="10660"/>
                    </a:lnTo>
                    <a:lnTo>
                      <a:pt x="9017"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1591;p36">
                <a:extLst>
                  <a:ext uri="{FF2B5EF4-FFF2-40B4-BE49-F238E27FC236}">
                    <a16:creationId xmlns:a16="http://schemas.microsoft.com/office/drawing/2014/main" id="{5906597F-259E-77AB-4774-C6A121FBFC3A}"/>
                  </a:ext>
                </a:extLst>
              </p:cNvPr>
              <p:cNvSpPr/>
              <p:nvPr/>
            </p:nvSpPr>
            <p:spPr>
              <a:xfrm>
                <a:off x="5700425" y="4473175"/>
                <a:ext cx="72850" cy="792553"/>
              </a:xfrm>
              <a:custGeom>
                <a:avLst/>
                <a:gdLst/>
                <a:ahLst/>
                <a:cxnLst/>
                <a:rect l="l" t="t" r="r" b="b"/>
                <a:pathLst>
                  <a:path w="2914" h="48780" extrusionOk="0">
                    <a:moveTo>
                      <a:pt x="1" y="48780"/>
                    </a:moveTo>
                    <a:lnTo>
                      <a:pt x="2913" y="48780"/>
                    </a:lnTo>
                    <a:lnTo>
                      <a:pt x="291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1592;p36">
                <a:extLst>
                  <a:ext uri="{FF2B5EF4-FFF2-40B4-BE49-F238E27FC236}">
                    <a16:creationId xmlns:a16="http://schemas.microsoft.com/office/drawing/2014/main" id="{716BB5B2-6607-4370-CF60-A199906CE384}"/>
                  </a:ext>
                </a:extLst>
              </p:cNvPr>
              <p:cNvSpPr/>
              <p:nvPr/>
            </p:nvSpPr>
            <p:spPr>
              <a:xfrm>
                <a:off x="4520150" y="4369300"/>
                <a:ext cx="225450" cy="266525"/>
              </a:xfrm>
              <a:custGeom>
                <a:avLst/>
                <a:gdLst/>
                <a:ahLst/>
                <a:cxnLst/>
                <a:rect l="l" t="t" r="r" b="b"/>
                <a:pathLst>
                  <a:path w="9018" h="10661" extrusionOk="0">
                    <a:moveTo>
                      <a:pt x="1" y="10660"/>
                    </a:moveTo>
                    <a:lnTo>
                      <a:pt x="9017" y="10660"/>
                    </a:lnTo>
                    <a:lnTo>
                      <a:pt x="9017"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1593;p36">
                <a:extLst>
                  <a:ext uri="{FF2B5EF4-FFF2-40B4-BE49-F238E27FC236}">
                    <a16:creationId xmlns:a16="http://schemas.microsoft.com/office/drawing/2014/main" id="{F7B7641B-A3D1-7493-357F-C2B56B795949}"/>
                  </a:ext>
                </a:extLst>
              </p:cNvPr>
              <p:cNvSpPr/>
              <p:nvPr/>
            </p:nvSpPr>
            <p:spPr>
              <a:xfrm>
                <a:off x="4592025" y="4473175"/>
                <a:ext cx="72825" cy="792553"/>
              </a:xfrm>
              <a:custGeom>
                <a:avLst/>
                <a:gdLst/>
                <a:ahLst/>
                <a:cxnLst/>
                <a:rect l="l" t="t" r="r" b="b"/>
                <a:pathLst>
                  <a:path w="2913" h="48780" extrusionOk="0">
                    <a:moveTo>
                      <a:pt x="1" y="48780"/>
                    </a:moveTo>
                    <a:lnTo>
                      <a:pt x="2913" y="48780"/>
                    </a:lnTo>
                    <a:lnTo>
                      <a:pt x="291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1594;p36">
                <a:extLst>
                  <a:ext uri="{FF2B5EF4-FFF2-40B4-BE49-F238E27FC236}">
                    <a16:creationId xmlns:a16="http://schemas.microsoft.com/office/drawing/2014/main" id="{237C0917-4C1F-3CB7-9009-B65020D7C625}"/>
                  </a:ext>
                </a:extLst>
              </p:cNvPr>
              <p:cNvSpPr/>
              <p:nvPr/>
            </p:nvSpPr>
            <p:spPr>
              <a:xfrm>
                <a:off x="3379075" y="4403850"/>
                <a:ext cx="225450" cy="262300"/>
              </a:xfrm>
              <a:custGeom>
                <a:avLst/>
                <a:gdLst/>
                <a:ahLst/>
                <a:cxnLst/>
                <a:rect l="l" t="t" r="r" b="b"/>
                <a:pathLst>
                  <a:path w="9018" h="10492" extrusionOk="0">
                    <a:moveTo>
                      <a:pt x="1" y="10492"/>
                    </a:moveTo>
                    <a:lnTo>
                      <a:pt x="9017" y="10492"/>
                    </a:lnTo>
                    <a:lnTo>
                      <a:pt x="9017" y="0"/>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1595;p36">
                <a:extLst>
                  <a:ext uri="{FF2B5EF4-FFF2-40B4-BE49-F238E27FC236}">
                    <a16:creationId xmlns:a16="http://schemas.microsoft.com/office/drawing/2014/main" id="{ADD9C7FE-1E1D-2183-835E-978789667CDE}"/>
                  </a:ext>
                </a:extLst>
              </p:cNvPr>
              <p:cNvSpPr/>
              <p:nvPr/>
            </p:nvSpPr>
            <p:spPr>
              <a:xfrm>
                <a:off x="3450950" y="4494102"/>
                <a:ext cx="72825" cy="772845"/>
              </a:xfrm>
              <a:custGeom>
                <a:avLst/>
                <a:gdLst/>
                <a:ahLst/>
                <a:cxnLst/>
                <a:rect l="l" t="t" r="r" b="b"/>
                <a:pathLst>
                  <a:path w="2913" h="47567" extrusionOk="0">
                    <a:moveTo>
                      <a:pt x="1" y="47567"/>
                    </a:moveTo>
                    <a:lnTo>
                      <a:pt x="2913" y="47567"/>
                    </a:lnTo>
                    <a:lnTo>
                      <a:pt x="291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 name="Google Shape;1596;p36">
              <a:extLst>
                <a:ext uri="{FF2B5EF4-FFF2-40B4-BE49-F238E27FC236}">
                  <a16:creationId xmlns:a16="http://schemas.microsoft.com/office/drawing/2014/main" id="{363E7CD6-0655-7712-F188-D4A1892F1A79}"/>
                </a:ext>
              </a:extLst>
            </p:cNvPr>
            <p:cNvGrpSpPr/>
            <p:nvPr/>
          </p:nvGrpSpPr>
          <p:grpSpPr>
            <a:xfrm flipH="1">
              <a:off x="-109714" y="4175950"/>
              <a:ext cx="2474925" cy="1050047"/>
              <a:chOff x="3379075" y="4216900"/>
              <a:chExt cx="2474925" cy="1050047"/>
            </a:xfrm>
            <a:grpFill/>
          </p:grpSpPr>
          <p:sp>
            <p:nvSpPr>
              <p:cNvPr id="31" name="Google Shape;1597;p36">
                <a:extLst>
                  <a:ext uri="{FF2B5EF4-FFF2-40B4-BE49-F238E27FC236}">
                    <a16:creationId xmlns:a16="http://schemas.microsoft.com/office/drawing/2014/main" id="{F3148BB1-74BB-E3AA-0F4B-C21D4AC4EB37}"/>
                  </a:ext>
                </a:extLst>
              </p:cNvPr>
              <p:cNvSpPr/>
              <p:nvPr/>
            </p:nvSpPr>
            <p:spPr>
              <a:xfrm>
                <a:off x="5628575" y="4216900"/>
                <a:ext cx="225425" cy="266525"/>
              </a:xfrm>
              <a:custGeom>
                <a:avLst/>
                <a:gdLst/>
                <a:ahLst/>
                <a:cxnLst/>
                <a:rect l="l" t="t" r="r" b="b"/>
                <a:pathLst>
                  <a:path w="9017" h="10661" extrusionOk="0">
                    <a:moveTo>
                      <a:pt x="0" y="10660"/>
                    </a:moveTo>
                    <a:lnTo>
                      <a:pt x="9017" y="10660"/>
                    </a:lnTo>
                    <a:lnTo>
                      <a:pt x="9017"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1598;p36">
                <a:extLst>
                  <a:ext uri="{FF2B5EF4-FFF2-40B4-BE49-F238E27FC236}">
                    <a16:creationId xmlns:a16="http://schemas.microsoft.com/office/drawing/2014/main" id="{D9908424-AB83-2E5A-7E1B-4F05BF8A7D8C}"/>
                  </a:ext>
                </a:extLst>
              </p:cNvPr>
              <p:cNvSpPr/>
              <p:nvPr/>
            </p:nvSpPr>
            <p:spPr>
              <a:xfrm>
                <a:off x="5700425" y="4473175"/>
                <a:ext cx="72850" cy="792553"/>
              </a:xfrm>
              <a:custGeom>
                <a:avLst/>
                <a:gdLst/>
                <a:ahLst/>
                <a:cxnLst/>
                <a:rect l="l" t="t" r="r" b="b"/>
                <a:pathLst>
                  <a:path w="2914" h="48780" extrusionOk="0">
                    <a:moveTo>
                      <a:pt x="1" y="48780"/>
                    </a:moveTo>
                    <a:lnTo>
                      <a:pt x="2913" y="48780"/>
                    </a:lnTo>
                    <a:lnTo>
                      <a:pt x="291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1599;p36">
                <a:extLst>
                  <a:ext uri="{FF2B5EF4-FFF2-40B4-BE49-F238E27FC236}">
                    <a16:creationId xmlns:a16="http://schemas.microsoft.com/office/drawing/2014/main" id="{75784BB2-2247-526C-246D-94643E0186E7}"/>
                  </a:ext>
                </a:extLst>
              </p:cNvPr>
              <p:cNvSpPr/>
              <p:nvPr/>
            </p:nvSpPr>
            <p:spPr>
              <a:xfrm>
                <a:off x="4520150" y="4216900"/>
                <a:ext cx="225450" cy="266525"/>
              </a:xfrm>
              <a:custGeom>
                <a:avLst/>
                <a:gdLst/>
                <a:ahLst/>
                <a:cxnLst/>
                <a:rect l="l" t="t" r="r" b="b"/>
                <a:pathLst>
                  <a:path w="9018" h="10661" extrusionOk="0">
                    <a:moveTo>
                      <a:pt x="1" y="10660"/>
                    </a:moveTo>
                    <a:lnTo>
                      <a:pt x="9017" y="10660"/>
                    </a:lnTo>
                    <a:lnTo>
                      <a:pt x="9017"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1600;p36">
                <a:extLst>
                  <a:ext uri="{FF2B5EF4-FFF2-40B4-BE49-F238E27FC236}">
                    <a16:creationId xmlns:a16="http://schemas.microsoft.com/office/drawing/2014/main" id="{D446ADCA-3583-B3F1-CBA3-E3DED1818624}"/>
                  </a:ext>
                </a:extLst>
              </p:cNvPr>
              <p:cNvSpPr/>
              <p:nvPr/>
            </p:nvSpPr>
            <p:spPr>
              <a:xfrm>
                <a:off x="4592025" y="4473175"/>
                <a:ext cx="72825" cy="792553"/>
              </a:xfrm>
              <a:custGeom>
                <a:avLst/>
                <a:gdLst/>
                <a:ahLst/>
                <a:cxnLst/>
                <a:rect l="l" t="t" r="r" b="b"/>
                <a:pathLst>
                  <a:path w="2913" h="48780" extrusionOk="0">
                    <a:moveTo>
                      <a:pt x="1" y="48780"/>
                    </a:moveTo>
                    <a:lnTo>
                      <a:pt x="2913" y="48780"/>
                    </a:lnTo>
                    <a:lnTo>
                      <a:pt x="291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1601;p36">
                <a:extLst>
                  <a:ext uri="{FF2B5EF4-FFF2-40B4-BE49-F238E27FC236}">
                    <a16:creationId xmlns:a16="http://schemas.microsoft.com/office/drawing/2014/main" id="{A833F2CE-8D6D-E98A-AC55-BE507902349D}"/>
                  </a:ext>
                </a:extLst>
              </p:cNvPr>
              <p:cNvSpPr/>
              <p:nvPr/>
            </p:nvSpPr>
            <p:spPr>
              <a:xfrm>
                <a:off x="3379075" y="4251450"/>
                <a:ext cx="225450" cy="262300"/>
              </a:xfrm>
              <a:custGeom>
                <a:avLst/>
                <a:gdLst/>
                <a:ahLst/>
                <a:cxnLst/>
                <a:rect l="l" t="t" r="r" b="b"/>
                <a:pathLst>
                  <a:path w="9018" h="10492" extrusionOk="0">
                    <a:moveTo>
                      <a:pt x="1" y="10492"/>
                    </a:moveTo>
                    <a:lnTo>
                      <a:pt x="9017" y="10492"/>
                    </a:lnTo>
                    <a:lnTo>
                      <a:pt x="9017" y="0"/>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1602;p36">
                <a:extLst>
                  <a:ext uri="{FF2B5EF4-FFF2-40B4-BE49-F238E27FC236}">
                    <a16:creationId xmlns:a16="http://schemas.microsoft.com/office/drawing/2014/main" id="{7B13F487-589B-FDB6-B7CE-8A0273FBA9DC}"/>
                  </a:ext>
                </a:extLst>
              </p:cNvPr>
              <p:cNvSpPr/>
              <p:nvPr/>
            </p:nvSpPr>
            <p:spPr>
              <a:xfrm>
                <a:off x="3450950" y="4494102"/>
                <a:ext cx="72825" cy="772845"/>
              </a:xfrm>
              <a:custGeom>
                <a:avLst/>
                <a:gdLst/>
                <a:ahLst/>
                <a:cxnLst/>
                <a:rect l="l" t="t" r="r" b="b"/>
                <a:pathLst>
                  <a:path w="2913" h="47567" extrusionOk="0">
                    <a:moveTo>
                      <a:pt x="1" y="47567"/>
                    </a:moveTo>
                    <a:lnTo>
                      <a:pt x="2913" y="47567"/>
                    </a:lnTo>
                    <a:lnTo>
                      <a:pt x="291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94" name="Google Shape;1117;p30">
            <a:extLst>
              <a:ext uri="{FF2B5EF4-FFF2-40B4-BE49-F238E27FC236}">
                <a16:creationId xmlns:a16="http://schemas.microsoft.com/office/drawing/2014/main" id="{FA997088-CA70-B023-942C-0192DD5FCABF}"/>
              </a:ext>
            </a:extLst>
          </p:cNvPr>
          <p:cNvGrpSpPr/>
          <p:nvPr/>
        </p:nvGrpSpPr>
        <p:grpSpPr>
          <a:xfrm rot="150140">
            <a:off x="187283" y="3952909"/>
            <a:ext cx="2580526" cy="685136"/>
            <a:chOff x="3962175" y="2631750"/>
            <a:chExt cx="3075700" cy="952625"/>
          </a:xfrm>
        </p:grpSpPr>
        <p:sp>
          <p:nvSpPr>
            <p:cNvPr id="95" name="Google Shape;1118;p30">
              <a:extLst>
                <a:ext uri="{FF2B5EF4-FFF2-40B4-BE49-F238E27FC236}">
                  <a16:creationId xmlns:a16="http://schemas.microsoft.com/office/drawing/2014/main" id="{E765CE14-B34A-4541-590C-F15871B9B99F}"/>
                </a:ext>
              </a:extLst>
            </p:cNvPr>
            <p:cNvSpPr/>
            <p:nvPr/>
          </p:nvSpPr>
          <p:spPr>
            <a:xfrm>
              <a:off x="3962175" y="3227750"/>
              <a:ext cx="3075700" cy="356625"/>
            </a:xfrm>
            <a:custGeom>
              <a:avLst/>
              <a:gdLst/>
              <a:ahLst/>
              <a:cxnLst/>
              <a:rect l="l" t="t" r="r" b="b"/>
              <a:pathLst>
                <a:path w="123028" h="14265" extrusionOk="0">
                  <a:moveTo>
                    <a:pt x="114046" y="1"/>
                  </a:moveTo>
                  <a:lnTo>
                    <a:pt x="114046" y="1239"/>
                  </a:lnTo>
                  <a:lnTo>
                    <a:pt x="114579" y="1239"/>
                  </a:lnTo>
                  <a:lnTo>
                    <a:pt x="114579" y="3167"/>
                  </a:lnTo>
                  <a:lnTo>
                    <a:pt x="109877" y="3167"/>
                  </a:lnTo>
                  <a:lnTo>
                    <a:pt x="109877" y="2728"/>
                  </a:lnTo>
                  <a:lnTo>
                    <a:pt x="108984" y="2728"/>
                  </a:lnTo>
                  <a:lnTo>
                    <a:pt x="108984" y="1913"/>
                  </a:lnTo>
                  <a:cubicBezTo>
                    <a:pt x="108984" y="1411"/>
                    <a:pt x="108513" y="1004"/>
                    <a:pt x="107980" y="1098"/>
                  </a:cubicBezTo>
                  <a:lnTo>
                    <a:pt x="107980" y="1098"/>
                  </a:lnTo>
                  <a:cubicBezTo>
                    <a:pt x="107573" y="1161"/>
                    <a:pt x="107291" y="1553"/>
                    <a:pt x="107291" y="1960"/>
                  </a:cubicBezTo>
                  <a:lnTo>
                    <a:pt x="107291" y="1960"/>
                  </a:lnTo>
                  <a:lnTo>
                    <a:pt x="107291" y="2728"/>
                  </a:lnTo>
                  <a:lnTo>
                    <a:pt x="106397" y="2728"/>
                  </a:lnTo>
                  <a:lnTo>
                    <a:pt x="106397" y="3167"/>
                  </a:lnTo>
                  <a:lnTo>
                    <a:pt x="105237" y="3167"/>
                  </a:lnTo>
                  <a:lnTo>
                    <a:pt x="105237" y="1615"/>
                  </a:lnTo>
                  <a:lnTo>
                    <a:pt x="103921" y="1615"/>
                  </a:lnTo>
                  <a:lnTo>
                    <a:pt x="103921" y="3167"/>
                  </a:lnTo>
                  <a:lnTo>
                    <a:pt x="100112" y="3167"/>
                  </a:lnTo>
                  <a:lnTo>
                    <a:pt x="100112" y="1521"/>
                  </a:lnTo>
                  <a:cubicBezTo>
                    <a:pt x="100112" y="675"/>
                    <a:pt x="99438" y="1"/>
                    <a:pt x="98591" y="1"/>
                  </a:cubicBezTo>
                  <a:lnTo>
                    <a:pt x="98591" y="1"/>
                  </a:lnTo>
                  <a:lnTo>
                    <a:pt x="88403" y="1"/>
                  </a:lnTo>
                  <a:cubicBezTo>
                    <a:pt x="87870" y="1"/>
                    <a:pt x="87431" y="440"/>
                    <a:pt x="87463" y="988"/>
                  </a:cubicBezTo>
                  <a:lnTo>
                    <a:pt x="87463" y="988"/>
                  </a:lnTo>
                  <a:cubicBezTo>
                    <a:pt x="87494" y="1490"/>
                    <a:pt x="87949" y="1882"/>
                    <a:pt x="88466" y="1882"/>
                  </a:cubicBezTo>
                  <a:lnTo>
                    <a:pt x="88466" y="1882"/>
                  </a:lnTo>
                  <a:lnTo>
                    <a:pt x="92149" y="1882"/>
                  </a:lnTo>
                  <a:cubicBezTo>
                    <a:pt x="92964" y="1882"/>
                    <a:pt x="93638" y="2540"/>
                    <a:pt x="93638" y="3355"/>
                  </a:cubicBezTo>
                  <a:lnTo>
                    <a:pt x="93638" y="3355"/>
                  </a:lnTo>
                  <a:lnTo>
                    <a:pt x="93638" y="5785"/>
                  </a:lnTo>
                  <a:cubicBezTo>
                    <a:pt x="93638" y="5988"/>
                    <a:pt x="93466" y="6161"/>
                    <a:pt x="93247" y="6161"/>
                  </a:cubicBezTo>
                  <a:lnTo>
                    <a:pt x="93247" y="6161"/>
                  </a:lnTo>
                  <a:lnTo>
                    <a:pt x="88293" y="6161"/>
                  </a:lnTo>
                  <a:cubicBezTo>
                    <a:pt x="87839" y="6161"/>
                    <a:pt x="87463" y="6537"/>
                    <a:pt x="87463" y="6992"/>
                  </a:cubicBezTo>
                  <a:lnTo>
                    <a:pt x="87463" y="6992"/>
                  </a:lnTo>
                  <a:lnTo>
                    <a:pt x="87463" y="9468"/>
                  </a:lnTo>
                  <a:cubicBezTo>
                    <a:pt x="87463" y="10299"/>
                    <a:pt x="87823" y="11036"/>
                    <a:pt x="88403" y="11537"/>
                  </a:cubicBezTo>
                  <a:lnTo>
                    <a:pt x="88403" y="11537"/>
                  </a:lnTo>
                  <a:cubicBezTo>
                    <a:pt x="88388" y="11615"/>
                    <a:pt x="88388" y="11678"/>
                    <a:pt x="88372" y="11741"/>
                  </a:cubicBezTo>
                  <a:lnTo>
                    <a:pt x="88372" y="11741"/>
                  </a:lnTo>
                  <a:lnTo>
                    <a:pt x="85221" y="11741"/>
                  </a:lnTo>
                  <a:lnTo>
                    <a:pt x="85221" y="3512"/>
                  </a:lnTo>
                  <a:cubicBezTo>
                    <a:pt x="85221" y="2430"/>
                    <a:pt x="84359" y="1553"/>
                    <a:pt x="83278" y="1553"/>
                  </a:cubicBezTo>
                  <a:lnTo>
                    <a:pt x="83278" y="1553"/>
                  </a:lnTo>
                  <a:lnTo>
                    <a:pt x="46083" y="1553"/>
                  </a:lnTo>
                  <a:cubicBezTo>
                    <a:pt x="45017" y="1553"/>
                    <a:pt x="44139" y="2430"/>
                    <a:pt x="44139" y="3512"/>
                  </a:cubicBezTo>
                  <a:lnTo>
                    <a:pt x="44139" y="3512"/>
                  </a:lnTo>
                  <a:lnTo>
                    <a:pt x="44139" y="10330"/>
                  </a:lnTo>
                  <a:lnTo>
                    <a:pt x="42211" y="10330"/>
                  </a:lnTo>
                  <a:lnTo>
                    <a:pt x="42211" y="3512"/>
                  </a:lnTo>
                  <a:cubicBezTo>
                    <a:pt x="42211" y="2430"/>
                    <a:pt x="41333" y="1553"/>
                    <a:pt x="40267" y="1553"/>
                  </a:cubicBezTo>
                  <a:lnTo>
                    <a:pt x="40267" y="1553"/>
                  </a:lnTo>
                  <a:lnTo>
                    <a:pt x="3072" y="1553"/>
                  </a:lnTo>
                  <a:cubicBezTo>
                    <a:pt x="2006" y="1553"/>
                    <a:pt x="1129" y="2430"/>
                    <a:pt x="1129" y="3512"/>
                  </a:cubicBezTo>
                  <a:lnTo>
                    <a:pt x="1129" y="3512"/>
                  </a:lnTo>
                  <a:lnTo>
                    <a:pt x="1129" y="10330"/>
                  </a:lnTo>
                  <a:lnTo>
                    <a:pt x="0" y="10330"/>
                  </a:lnTo>
                  <a:lnTo>
                    <a:pt x="0" y="11130"/>
                  </a:lnTo>
                  <a:lnTo>
                    <a:pt x="1129" y="11130"/>
                  </a:lnTo>
                  <a:lnTo>
                    <a:pt x="1129" y="12650"/>
                  </a:lnTo>
                  <a:lnTo>
                    <a:pt x="1865" y="12650"/>
                  </a:lnTo>
                  <a:cubicBezTo>
                    <a:pt x="1865" y="13481"/>
                    <a:pt x="2555" y="14170"/>
                    <a:pt x="3386" y="14170"/>
                  </a:cubicBezTo>
                  <a:lnTo>
                    <a:pt x="3386" y="14170"/>
                  </a:lnTo>
                  <a:cubicBezTo>
                    <a:pt x="4232" y="14170"/>
                    <a:pt x="4906" y="13481"/>
                    <a:pt x="4906" y="12650"/>
                  </a:cubicBezTo>
                  <a:lnTo>
                    <a:pt x="4906" y="12650"/>
                  </a:lnTo>
                  <a:lnTo>
                    <a:pt x="6113" y="12650"/>
                  </a:lnTo>
                  <a:cubicBezTo>
                    <a:pt x="6113" y="13481"/>
                    <a:pt x="6803" y="14170"/>
                    <a:pt x="7633" y="14170"/>
                  </a:cubicBezTo>
                  <a:lnTo>
                    <a:pt x="7633" y="14170"/>
                  </a:lnTo>
                  <a:cubicBezTo>
                    <a:pt x="8480" y="14170"/>
                    <a:pt x="9154" y="13481"/>
                    <a:pt x="9154" y="12650"/>
                  </a:cubicBezTo>
                  <a:lnTo>
                    <a:pt x="9154" y="12650"/>
                  </a:lnTo>
                  <a:lnTo>
                    <a:pt x="33966" y="12650"/>
                  </a:lnTo>
                  <a:cubicBezTo>
                    <a:pt x="33966" y="13481"/>
                    <a:pt x="34640" y="14170"/>
                    <a:pt x="35487" y="14170"/>
                  </a:cubicBezTo>
                  <a:lnTo>
                    <a:pt x="35487" y="14170"/>
                  </a:lnTo>
                  <a:cubicBezTo>
                    <a:pt x="36317" y="14170"/>
                    <a:pt x="37007" y="13481"/>
                    <a:pt x="37007" y="12650"/>
                  </a:cubicBezTo>
                  <a:lnTo>
                    <a:pt x="37007" y="12650"/>
                  </a:lnTo>
                  <a:lnTo>
                    <a:pt x="38198" y="12650"/>
                  </a:lnTo>
                  <a:cubicBezTo>
                    <a:pt x="38198" y="13481"/>
                    <a:pt x="38888" y="14170"/>
                    <a:pt x="39734" y="14170"/>
                  </a:cubicBezTo>
                  <a:lnTo>
                    <a:pt x="39734" y="14170"/>
                  </a:lnTo>
                  <a:cubicBezTo>
                    <a:pt x="40565" y="14170"/>
                    <a:pt x="41255" y="13481"/>
                    <a:pt x="41255" y="12650"/>
                  </a:cubicBezTo>
                  <a:lnTo>
                    <a:pt x="41255" y="12650"/>
                  </a:lnTo>
                  <a:lnTo>
                    <a:pt x="42211" y="12650"/>
                  </a:lnTo>
                  <a:lnTo>
                    <a:pt x="42211" y="11130"/>
                  </a:lnTo>
                  <a:lnTo>
                    <a:pt x="44139" y="11130"/>
                  </a:lnTo>
                  <a:lnTo>
                    <a:pt x="44139" y="12650"/>
                  </a:lnTo>
                  <a:lnTo>
                    <a:pt x="44876" y="12650"/>
                  </a:lnTo>
                  <a:cubicBezTo>
                    <a:pt x="44876" y="13481"/>
                    <a:pt x="45565" y="14170"/>
                    <a:pt x="46412" y="14170"/>
                  </a:cubicBezTo>
                  <a:lnTo>
                    <a:pt x="46412" y="14170"/>
                  </a:lnTo>
                  <a:cubicBezTo>
                    <a:pt x="47242" y="14170"/>
                    <a:pt x="47932" y="13481"/>
                    <a:pt x="47932" y="12650"/>
                  </a:cubicBezTo>
                  <a:lnTo>
                    <a:pt x="47932" y="12650"/>
                  </a:lnTo>
                  <a:lnTo>
                    <a:pt x="49123" y="12650"/>
                  </a:lnTo>
                  <a:cubicBezTo>
                    <a:pt x="49123" y="13481"/>
                    <a:pt x="49813" y="14170"/>
                    <a:pt x="50644" y="14170"/>
                  </a:cubicBezTo>
                  <a:lnTo>
                    <a:pt x="50644" y="14170"/>
                  </a:lnTo>
                  <a:cubicBezTo>
                    <a:pt x="51490" y="14170"/>
                    <a:pt x="52164" y="13481"/>
                    <a:pt x="52164" y="12650"/>
                  </a:cubicBezTo>
                  <a:lnTo>
                    <a:pt x="52164" y="12650"/>
                  </a:lnTo>
                  <a:lnTo>
                    <a:pt x="76977" y="12650"/>
                  </a:lnTo>
                  <a:cubicBezTo>
                    <a:pt x="76977" y="13481"/>
                    <a:pt x="77651" y="14170"/>
                    <a:pt x="78497" y="14170"/>
                  </a:cubicBezTo>
                  <a:lnTo>
                    <a:pt x="78497" y="14170"/>
                  </a:lnTo>
                  <a:cubicBezTo>
                    <a:pt x="79343" y="14170"/>
                    <a:pt x="80017" y="13481"/>
                    <a:pt x="80017" y="12650"/>
                  </a:cubicBezTo>
                  <a:lnTo>
                    <a:pt x="80017" y="12650"/>
                  </a:lnTo>
                  <a:lnTo>
                    <a:pt x="81224" y="12650"/>
                  </a:lnTo>
                  <a:cubicBezTo>
                    <a:pt x="81224" y="13481"/>
                    <a:pt x="81898" y="14170"/>
                    <a:pt x="82745" y="14170"/>
                  </a:cubicBezTo>
                  <a:lnTo>
                    <a:pt x="82745" y="14170"/>
                  </a:lnTo>
                  <a:cubicBezTo>
                    <a:pt x="83575" y="14170"/>
                    <a:pt x="84265" y="13481"/>
                    <a:pt x="84265" y="12650"/>
                  </a:cubicBezTo>
                  <a:lnTo>
                    <a:pt x="84265" y="12650"/>
                  </a:lnTo>
                  <a:lnTo>
                    <a:pt x="88497" y="12650"/>
                  </a:lnTo>
                  <a:cubicBezTo>
                    <a:pt x="88811" y="13528"/>
                    <a:pt x="89657" y="14170"/>
                    <a:pt x="90645" y="14170"/>
                  </a:cubicBezTo>
                  <a:lnTo>
                    <a:pt x="90645" y="14170"/>
                  </a:lnTo>
                  <a:cubicBezTo>
                    <a:pt x="91789" y="14170"/>
                    <a:pt x="92729" y="13340"/>
                    <a:pt x="92902" y="12258"/>
                  </a:cubicBezTo>
                  <a:lnTo>
                    <a:pt x="92902" y="12258"/>
                  </a:lnTo>
                  <a:lnTo>
                    <a:pt x="94939" y="12258"/>
                  </a:lnTo>
                  <a:cubicBezTo>
                    <a:pt x="95174" y="13340"/>
                    <a:pt x="96146" y="14170"/>
                    <a:pt x="97322" y="14170"/>
                  </a:cubicBezTo>
                  <a:lnTo>
                    <a:pt x="97322" y="14170"/>
                  </a:lnTo>
                  <a:cubicBezTo>
                    <a:pt x="98482" y="14170"/>
                    <a:pt x="99454" y="13340"/>
                    <a:pt x="99704" y="12258"/>
                  </a:cubicBezTo>
                  <a:lnTo>
                    <a:pt x="99704" y="12258"/>
                  </a:lnTo>
                  <a:lnTo>
                    <a:pt x="100535" y="12258"/>
                  </a:lnTo>
                  <a:cubicBezTo>
                    <a:pt x="100770" y="13340"/>
                    <a:pt x="101758" y="14170"/>
                    <a:pt x="102918" y="14170"/>
                  </a:cubicBezTo>
                  <a:lnTo>
                    <a:pt x="102918" y="14170"/>
                  </a:lnTo>
                  <a:cubicBezTo>
                    <a:pt x="104093" y="14170"/>
                    <a:pt x="105065" y="13340"/>
                    <a:pt x="105300" y="12258"/>
                  </a:cubicBezTo>
                  <a:lnTo>
                    <a:pt x="105300" y="12258"/>
                  </a:lnTo>
                  <a:lnTo>
                    <a:pt x="106601" y="12258"/>
                  </a:lnTo>
                  <a:cubicBezTo>
                    <a:pt x="106836" y="13340"/>
                    <a:pt x="107808" y="14170"/>
                    <a:pt x="108984" y="14170"/>
                  </a:cubicBezTo>
                  <a:lnTo>
                    <a:pt x="108984" y="14170"/>
                  </a:lnTo>
                  <a:cubicBezTo>
                    <a:pt x="110143" y="14170"/>
                    <a:pt x="111115" y="13340"/>
                    <a:pt x="111366" y="12258"/>
                  </a:cubicBezTo>
                  <a:lnTo>
                    <a:pt x="111366" y="12258"/>
                  </a:lnTo>
                  <a:lnTo>
                    <a:pt x="112197" y="12258"/>
                  </a:lnTo>
                  <a:cubicBezTo>
                    <a:pt x="112448" y="13340"/>
                    <a:pt x="113419" y="14170"/>
                    <a:pt x="114579" y="14170"/>
                  </a:cubicBezTo>
                  <a:lnTo>
                    <a:pt x="114579" y="14170"/>
                  </a:lnTo>
                  <a:cubicBezTo>
                    <a:pt x="115755" y="14170"/>
                    <a:pt x="116727" y="13340"/>
                    <a:pt x="116962" y="12258"/>
                  </a:cubicBezTo>
                  <a:lnTo>
                    <a:pt x="116962" y="12258"/>
                  </a:lnTo>
                  <a:lnTo>
                    <a:pt x="117244" y="12258"/>
                  </a:lnTo>
                  <a:cubicBezTo>
                    <a:pt x="117056" y="12525"/>
                    <a:pt x="116977" y="12854"/>
                    <a:pt x="117056" y="13230"/>
                  </a:cubicBezTo>
                  <a:lnTo>
                    <a:pt x="117056" y="13230"/>
                  </a:lnTo>
                  <a:cubicBezTo>
                    <a:pt x="117166" y="13684"/>
                    <a:pt x="117542" y="14061"/>
                    <a:pt x="118012" y="14139"/>
                  </a:cubicBezTo>
                  <a:lnTo>
                    <a:pt x="118012" y="14139"/>
                  </a:lnTo>
                  <a:cubicBezTo>
                    <a:pt x="118655" y="14264"/>
                    <a:pt x="119219" y="13888"/>
                    <a:pt x="119391" y="13324"/>
                  </a:cubicBezTo>
                  <a:lnTo>
                    <a:pt x="119391" y="13324"/>
                  </a:lnTo>
                  <a:cubicBezTo>
                    <a:pt x="122369" y="13308"/>
                    <a:pt x="123028" y="12556"/>
                    <a:pt x="123028" y="12556"/>
                  </a:cubicBezTo>
                  <a:lnTo>
                    <a:pt x="123028" y="12556"/>
                  </a:lnTo>
                  <a:lnTo>
                    <a:pt x="119783" y="9108"/>
                  </a:lnTo>
                  <a:lnTo>
                    <a:pt x="118749" y="9108"/>
                  </a:lnTo>
                  <a:cubicBezTo>
                    <a:pt x="120128" y="8841"/>
                    <a:pt x="121178" y="7619"/>
                    <a:pt x="121178" y="6161"/>
                  </a:cubicBezTo>
                  <a:lnTo>
                    <a:pt x="121178" y="6161"/>
                  </a:lnTo>
                  <a:cubicBezTo>
                    <a:pt x="121178" y="5330"/>
                    <a:pt x="120849" y="4578"/>
                    <a:pt x="120300" y="4045"/>
                  </a:cubicBezTo>
                  <a:lnTo>
                    <a:pt x="120300" y="4045"/>
                  </a:lnTo>
                  <a:cubicBezTo>
                    <a:pt x="119752" y="3496"/>
                    <a:pt x="118999" y="3167"/>
                    <a:pt x="118184" y="3167"/>
                  </a:cubicBezTo>
                  <a:lnTo>
                    <a:pt x="118184" y="3167"/>
                  </a:lnTo>
                  <a:lnTo>
                    <a:pt x="116068" y="3167"/>
                  </a:lnTo>
                  <a:lnTo>
                    <a:pt x="116068" y="1239"/>
                  </a:lnTo>
                  <a:lnTo>
                    <a:pt x="116601" y="1239"/>
                  </a:lnTo>
                  <a:lnTo>
                    <a:pt x="116601" y="1"/>
                  </a:lnTo>
                  <a:close/>
                  <a:moveTo>
                    <a:pt x="58214" y="11130"/>
                  </a:moveTo>
                  <a:lnTo>
                    <a:pt x="71146" y="11130"/>
                  </a:lnTo>
                  <a:lnTo>
                    <a:pt x="71146" y="11741"/>
                  </a:lnTo>
                  <a:lnTo>
                    <a:pt x="58214" y="11741"/>
                  </a:lnTo>
                  <a:close/>
                  <a:moveTo>
                    <a:pt x="15204" y="11130"/>
                  </a:moveTo>
                  <a:lnTo>
                    <a:pt x="28135" y="11130"/>
                  </a:lnTo>
                  <a:lnTo>
                    <a:pt x="28135" y="11741"/>
                  </a:lnTo>
                  <a:lnTo>
                    <a:pt x="15204" y="11741"/>
                  </a:lnTo>
                  <a:close/>
                </a:path>
              </a:pathLst>
            </a:custGeom>
            <a:solidFill>
              <a:srgbClr val="0913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6" name="Google Shape;1119;p30">
              <a:extLst>
                <a:ext uri="{FF2B5EF4-FFF2-40B4-BE49-F238E27FC236}">
                  <a16:creationId xmlns:a16="http://schemas.microsoft.com/office/drawing/2014/main" id="{10368EF2-FEA5-0E57-1760-8662F20CDB5B}"/>
                </a:ext>
              </a:extLst>
            </p:cNvPr>
            <p:cNvSpPr/>
            <p:nvPr/>
          </p:nvSpPr>
          <p:spPr>
            <a:xfrm>
              <a:off x="6345450" y="3293600"/>
              <a:ext cx="84275" cy="84275"/>
            </a:xfrm>
            <a:custGeom>
              <a:avLst/>
              <a:gdLst/>
              <a:ahLst/>
              <a:cxnLst/>
              <a:rect l="l" t="t" r="r" b="b"/>
              <a:pathLst>
                <a:path w="3371" h="3371" extrusionOk="0">
                  <a:moveTo>
                    <a:pt x="1050" y="0"/>
                  </a:moveTo>
                  <a:cubicBezTo>
                    <a:pt x="470" y="0"/>
                    <a:pt x="0" y="470"/>
                    <a:pt x="0" y="1050"/>
                  </a:cubicBezTo>
                  <a:lnTo>
                    <a:pt x="0" y="2320"/>
                  </a:lnTo>
                  <a:cubicBezTo>
                    <a:pt x="0" y="2900"/>
                    <a:pt x="470" y="3370"/>
                    <a:pt x="1050" y="3370"/>
                  </a:cubicBezTo>
                  <a:lnTo>
                    <a:pt x="2320" y="3370"/>
                  </a:lnTo>
                  <a:cubicBezTo>
                    <a:pt x="2900" y="3370"/>
                    <a:pt x="3370" y="2900"/>
                    <a:pt x="3370" y="2320"/>
                  </a:cubicBezTo>
                  <a:lnTo>
                    <a:pt x="3370" y="1050"/>
                  </a:lnTo>
                  <a:cubicBezTo>
                    <a:pt x="3370" y="470"/>
                    <a:pt x="2900" y="0"/>
                    <a:pt x="232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1120;p30">
              <a:extLst>
                <a:ext uri="{FF2B5EF4-FFF2-40B4-BE49-F238E27FC236}">
                  <a16:creationId xmlns:a16="http://schemas.microsoft.com/office/drawing/2014/main" id="{F56CAABB-7CB8-E8FA-2FB4-91F2135669B0}"/>
                </a:ext>
              </a:extLst>
            </p:cNvPr>
            <p:cNvSpPr/>
            <p:nvPr/>
          </p:nvSpPr>
          <p:spPr>
            <a:xfrm>
              <a:off x="5924600" y="3351575"/>
              <a:ext cx="74475" cy="70575"/>
            </a:xfrm>
            <a:custGeom>
              <a:avLst/>
              <a:gdLst/>
              <a:ahLst/>
              <a:cxnLst/>
              <a:rect l="l" t="t" r="r" b="b"/>
              <a:pathLst>
                <a:path w="2979" h="2823" extrusionOk="0">
                  <a:moveTo>
                    <a:pt x="1050" y="1"/>
                  </a:moveTo>
                  <a:cubicBezTo>
                    <a:pt x="470" y="1"/>
                    <a:pt x="0" y="471"/>
                    <a:pt x="0" y="1051"/>
                  </a:cubicBezTo>
                  <a:lnTo>
                    <a:pt x="0" y="1788"/>
                  </a:lnTo>
                  <a:cubicBezTo>
                    <a:pt x="0" y="2368"/>
                    <a:pt x="470" y="2822"/>
                    <a:pt x="1050" y="2822"/>
                  </a:cubicBezTo>
                  <a:lnTo>
                    <a:pt x="1944" y="2822"/>
                  </a:lnTo>
                  <a:cubicBezTo>
                    <a:pt x="2508" y="2822"/>
                    <a:pt x="2978" y="2368"/>
                    <a:pt x="2978" y="1788"/>
                  </a:cubicBezTo>
                  <a:lnTo>
                    <a:pt x="2978" y="1051"/>
                  </a:lnTo>
                  <a:cubicBezTo>
                    <a:pt x="2978" y="471"/>
                    <a:pt x="2508"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1121;p30">
              <a:extLst>
                <a:ext uri="{FF2B5EF4-FFF2-40B4-BE49-F238E27FC236}">
                  <a16:creationId xmlns:a16="http://schemas.microsoft.com/office/drawing/2014/main" id="{C343B642-8B6B-0F0C-994D-576085753168}"/>
                </a:ext>
              </a:extLst>
            </p:cNvPr>
            <p:cNvSpPr/>
            <p:nvPr/>
          </p:nvSpPr>
          <p:spPr>
            <a:xfrm>
              <a:off x="5812125" y="3351575"/>
              <a:ext cx="74475" cy="70575"/>
            </a:xfrm>
            <a:custGeom>
              <a:avLst/>
              <a:gdLst/>
              <a:ahLst/>
              <a:cxnLst/>
              <a:rect l="l" t="t" r="r" b="b"/>
              <a:pathLst>
                <a:path w="2979" h="2823" extrusionOk="0">
                  <a:moveTo>
                    <a:pt x="1035" y="1"/>
                  </a:moveTo>
                  <a:cubicBezTo>
                    <a:pt x="455" y="1"/>
                    <a:pt x="0" y="471"/>
                    <a:pt x="0" y="1051"/>
                  </a:cubicBezTo>
                  <a:lnTo>
                    <a:pt x="0" y="1788"/>
                  </a:lnTo>
                  <a:cubicBezTo>
                    <a:pt x="0" y="2368"/>
                    <a:pt x="455" y="2822"/>
                    <a:pt x="1035" y="2822"/>
                  </a:cubicBezTo>
                  <a:lnTo>
                    <a:pt x="1928" y="2822"/>
                  </a:lnTo>
                  <a:cubicBezTo>
                    <a:pt x="2508" y="2822"/>
                    <a:pt x="2979" y="2368"/>
                    <a:pt x="2979" y="1788"/>
                  </a:cubicBezTo>
                  <a:lnTo>
                    <a:pt x="2979" y="1051"/>
                  </a:lnTo>
                  <a:cubicBezTo>
                    <a:pt x="2979" y="471"/>
                    <a:pt x="2508" y="1"/>
                    <a:pt x="192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1122;p30">
              <a:extLst>
                <a:ext uri="{FF2B5EF4-FFF2-40B4-BE49-F238E27FC236}">
                  <a16:creationId xmlns:a16="http://schemas.microsoft.com/office/drawing/2014/main" id="{59ACB365-CC84-3DC0-12DD-A09997BC5CA7}"/>
                </a:ext>
              </a:extLst>
            </p:cNvPr>
            <p:cNvSpPr/>
            <p:nvPr/>
          </p:nvSpPr>
          <p:spPr>
            <a:xfrm>
              <a:off x="5703575" y="3351575"/>
              <a:ext cx="74475" cy="70575"/>
            </a:xfrm>
            <a:custGeom>
              <a:avLst/>
              <a:gdLst/>
              <a:ahLst/>
              <a:cxnLst/>
              <a:rect l="l" t="t" r="r" b="b"/>
              <a:pathLst>
                <a:path w="2979" h="2823" extrusionOk="0">
                  <a:moveTo>
                    <a:pt x="1051" y="1"/>
                  </a:moveTo>
                  <a:cubicBezTo>
                    <a:pt x="471" y="1"/>
                    <a:pt x="1" y="471"/>
                    <a:pt x="1" y="1051"/>
                  </a:cubicBezTo>
                  <a:lnTo>
                    <a:pt x="1" y="1788"/>
                  </a:lnTo>
                  <a:cubicBezTo>
                    <a:pt x="1" y="2368"/>
                    <a:pt x="471" y="2822"/>
                    <a:pt x="1051" y="2822"/>
                  </a:cubicBezTo>
                  <a:lnTo>
                    <a:pt x="1944" y="2822"/>
                  </a:lnTo>
                  <a:cubicBezTo>
                    <a:pt x="2524" y="2822"/>
                    <a:pt x="2979" y="2368"/>
                    <a:pt x="2979" y="1788"/>
                  </a:cubicBezTo>
                  <a:lnTo>
                    <a:pt x="2979" y="1051"/>
                  </a:lnTo>
                  <a:cubicBezTo>
                    <a:pt x="2979"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123;p30">
              <a:extLst>
                <a:ext uri="{FF2B5EF4-FFF2-40B4-BE49-F238E27FC236}">
                  <a16:creationId xmlns:a16="http://schemas.microsoft.com/office/drawing/2014/main" id="{519AEB82-4C55-050F-6F36-88F201B8310E}"/>
                </a:ext>
              </a:extLst>
            </p:cNvPr>
            <p:cNvSpPr/>
            <p:nvPr/>
          </p:nvSpPr>
          <p:spPr>
            <a:xfrm>
              <a:off x="5595425" y="3351575"/>
              <a:ext cx="74475" cy="70575"/>
            </a:xfrm>
            <a:custGeom>
              <a:avLst/>
              <a:gdLst/>
              <a:ahLst/>
              <a:cxnLst/>
              <a:rect l="l" t="t" r="r" b="b"/>
              <a:pathLst>
                <a:path w="2979" h="2823" extrusionOk="0">
                  <a:moveTo>
                    <a:pt x="1035" y="1"/>
                  </a:moveTo>
                  <a:cubicBezTo>
                    <a:pt x="455" y="1"/>
                    <a:pt x="1" y="471"/>
                    <a:pt x="1" y="1051"/>
                  </a:cubicBezTo>
                  <a:lnTo>
                    <a:pt x="1" y="1788"/>
                  </a:lnTo>
                  <a:cubicBezTo>
                    <a:pt x="1" y="2368"/>
                    <a:pt x="455" y="2822"/>
                    <a:pt x="1035" y="2822"/>
                  </a:cubicBezTo>
                  <a:lnTo>
                    <a:pt x="1929" y="2822"/>
                  </a:lnTo>
                  <a:cubicBezTo>
                    <a:pt x="2508" y="2822"/>
                    <a:pt x="2979" y="2368"/>
                    <a:pt x="2979" y="1788"/>
                  </a:cubicBezTo>
                  <a:lnTo>
                    <a:pt x="2979" y="1051"/>
                  </a:lnTo>
                  <a:cubicBezTo>
                    <a:pt x="2979" y="471"/>
                    <a:pt x="2508" y="1"/>
                    <a:pt x="19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124;p30">
              <a:extLst>
                <a:ext uri="{FF2B5EF4-FFF2-40B4-BE49-F238E27FC236}">
                  <a16:creationId xmlns:a16="http://schemas.microsoft.com/office/drawing/2014/main" id="{98F2C447-2DD5-DBCB-394D-A997A508A2BB}"/>
                </a:ext>
              </a:extLst>
            </p:cNvPr>
            <p:cNvSpPr/>
            <p:nvPr/>
          </p:nvSpPr>
          <p:spPr>
            <a:xfrm>
              <a:off x="5486875" y="3351575"/>
              <a:ext cx="74475" cy="70575"/>
            </a:xfrm>
            <a:custGeom>
              <a:avLst/>
              <a:gdLst/>
              <a:ahLst/>
              <a:cxnLst/>
              <a:rect l="l" t="t" r="r" b="b"/>
              <a:pathLst>
                <a:path w="2979" h="2823" extrusionOk="0">
                  <a:moveTo>
                    <a:pt x="1051" y="1"/>
                  </a:moveTo>
                  <a:cubicBezTo>
                    <a:pt x="471" y="1"/>
                    <a:pt x="1" y="471"/>
                    <a:pt x="1" y="1051"/>
                  </a:cubicBezTo>
                  <a:lnTo>
                    <a:pt x="1" y="1788"/>
                  </a:lnTo>
                  <a:cubicBezTo>
                    <a:pt x="1" y="2368"/>
                    <a:pt x="471" y="2822"/>
                    <a:pt x="1051" y="2822"/>
                  </a:cubicBezTo>
                  <a:lnTo>
                    <a:pt x="1944" y="2822"/>
                  </a:lnTo>
                  <a:cubicBezTo>
                    <a:pt x="2509" y="2822"/>
                    <a:pt x="2979" y="2368"/>
                    <a:pt x="2979" y="1788"/>
                  </a:cubicBezTo>
                  <a:lnTo>
                    <a:pt x="2979" y="1051"/>
                  </a:lnTo>
                  <a:cubicBezTo>
                    <a:pt x="2979" y="471"/>
                    <a:pt x="2509"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125;p30">
              <a:extLst>
                <a:ext uri="{FF2B5EF4-FFF2-40B4-BE49-F238E27FC236}">
                  <a16:creationId xmlns:a16="http://schemas.microsoft.com/office/drawing/2014/main" id="{F328EDF1-32B6-5C9F-7F4A-26E51D40B170}"/>
                </a:ext>
              </a:extLst>
            </p:cNvPr>
            <p:cNvSpPr/>
            <p:nvPr/>
          </p:nvSpPr>
          <p:spPr>
            <a:xfrm>
              <a:off x="5378350" y="3351575"/>
              <a:ext cx="74850" cy="70575"/>
            </a:xfrm>
            <a:custGeom>
              <a:avLst/>
              <a:gdLst/>
              <a:ahLst/>
              <a:cxnLst/>
              <a:rect l="l" t="t" r="r" b="b"/>
              <a:pathLst>
                <a:path w="2994" h="2823" extrusionOk="0">
                  <a:moveTo>
                    <a:pt x="1050" y="1"/>
                  </a:moveTo>
                  <a:cubicBezTo>
                    <a:pt x="470" y="1"/>
                    <a:pt x="0" y="471"/>
                    <a:pt x="0" y="1051"/>
                  </a:cubicBezTo>
                  <a:lnTo>
                    <a:pt x="0" y="1788"/>
                  </a:lnTo>
                  <a:cubicBezTo>
                    <a:pt x="0" y="2368"/>
                    <a:pt x="470" y="2822"/>
                    <a:pt x="1050"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126;p30">
              <a:extLst>
                <a:ext uri="{FF2B5EF4-FFF2-40B4-BE49-F238E27FC236}">
                  <a16:creationId xmlns:a16="http://schemas.microsoft.com/office/drawing/2014/main" id="{0ECBE1C0-CE0B-BF76-4BD8-B22CC9328352}"/>
                </a:ext>
              </a:extLst>
            </p:cNvPr>
            <p:cNvSpPr/>
            <p:nvPr/>
          </p:nvSpPr>
          <p:spPr>
            <a:xfrm>
              <a:off x="5270175" y="3351575"/>
              <a:ext cx="74500" cy="70575"/>
            </a:xfrm>
            <a:custGeom>
              <a:avLst/>
              <a:gdLst/>
              <a:ahLst/>
              <a:cxnLst/>
              <a:rect l="l" t="t" r="r" b="b"/>
              <a:pathLst>
                <a:path w="2980" h="2823" extrusionOk="0">
                  <a:moveTo>
                    <a:pt x="1051" y="1"/>
                  </a:moveTo>
                  <a:cubicBezTo>
                    <a:pt x="471" y="1"/>
                    <a:pt x="1" y="471"/>
                    <a:pt x="1" y="1051"/>
                  </a:cubicBezTo>
                  <a:lnTo>
                    <a:pt x="1" y="1788"/>
                  </a:lnTo>
                  <a:cubicBezTo>
                    <a:pt x="1" y="2368"/>
                    <a:pt x="471" y="2822"/>
                    <a:pt x="1051" y="2822"/>
                  </a:cubicBezTo>
                  <a:lnTo>
                    <a:pt x="1945" y="2822"/>
                  </a:lnTo>
                  <a:cubicBezTo>
                    <a:pt x="2509" y="2822"/>
                    <a:pt x="2979" y="2368"/>
                    <a:pt x="2979" y="1788"/>
                  </a:cubicBezTo>
                  <a:lnTo>
                    <a:pt x="2979" y="1051"/>
                  </a:lnTo>
                  <a:cubicBezTo>
                    <a:pt x="2979" y="471"/>
                    <a:pt x="2509" y="1"/>
                    <a:pt x="194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127;p30">
              <a:extLst>
                <a:ext uri="{FF2B5EF4-FFF2-40B4-BE49-F238E27FC236}">
                  <a16:creationId xmlns:a16="http://schemas.microsoft.com/office/drawing/2014/main" id="{6C1507D3-FC6D-0738-C6F5-23484DFBA441}"/>
                </a:ext>
              </a:extLst>
            </p:cNvPr>
            <p:cNvSpPr/>
            <p:nvPr/>
          </p:nvSpPr>
          <p:spPr>
            <a:xfrm>
              <a:off x="5161650" y="3351575"/>
              <a:ext cx="74850" cy="70575"/>
            </a:xfrm>
            <a:custGeom>
              <a:avLst/>
              <a:gdLst/>
              <a:ahLst/>
              <a:cxnLst/>
              <a:rect l="l" t="t" r="r" b="b"/>
              <a:pathLst>
                <a:path w="2994" h="2823" extrusionOk="0">
                  <a:moveTo>
                    <a:pt x="1050" y="1"/>
                  </a:moveTo>
                  <a:cubicBezTo>
                    <a:pt x="470" y="1"/>
                    <a:pt x="0" y="471"/>
                    <a:pt x="0" y="1051"/>
                  </a:cubicBezTo>
                  <a:lnTo>
                    <a:pt x="0" y="1788"/>
                  </a:lnTo>
                  <a:cubicBezTo>
                    <a:pt x="0" y="2368"/>
                    <a:pt x="470" y="2822"/>
                    <a:pt x="1050"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128;p30">
              <a:extLst>
                <a:ext uri="{FF2B5EF4-FFF2-40B4-BE49-F238E27FC236}">
                  <a16:creationId xmlns:a16="http://schemas.microsoft.com/office/drawing/2014/main" id="{04793CD7-0601-BFA2-EC26-AE49EC5928D0}"/>
                </a:ext>
              </a:extLst>
            </p:cNvPr>
            <p:cNvSpPr/>
            <p:nvPr/>
          </p:nvSpPr>
          <p:spPr>
            <a:xfrm>
              <a:off x="4849325" y="3351575"/>
              <a:ext cx="74475" cy="70575"/>
            </a:xfrm>
            <a:custGeom>
              <a:avLst/>
              <a:gdLst/>
              <a:ahLst/>
              <a:cxnLst/>
              <a:rect l="l" t="t" r="r" b="b"/>
              <a:pathLst>
                <a:path w="2979" h="2823" extrusionOk="0">
                  <a:moveTo>
                    <a:pt x="1035" y="1"/>
                  </a:moveTo>
                  <a:cubicBezTo>
                    <a:pt x="471" y="1"/>
                    <a:pt x="1" y="471"/>
                    <a:pt x="1" y="1051"/>
                  </a:cubicBezTo>
                  <a:lnTo>
                    <a:pt x="1" y="1788"/>
                  </a:lnTo>
                  <a:cubicBezTo>
                    <a:pt x="1" y="2368"/>
                    <a:pt x="471" y="2822"/>
                    <a:pt x="1035" y="2822"/>
                  </a:cubicBezTo>
                  <a:lnTo>
                    <a:pt x="1929" y="2822"/>
                  </a:lnTo>
                  <a:cubicBezTo>
                    <a:pt x="2509" y="2822"/>
                    <a:pt x="2979" y="2368"/>
                    <a:pt x="2979" y="1788"/>
                  </a:cubicBezTo>
                  <a:lnTo>
                    <a:pt x="2979" y="1051"/>
                  </a:lnTo>
                  <a:cubicBezTo>
                    <a:pt x="2979" y="471"/>
                    <a:pt x="2509" y="1"/>
                    <a:pt x="19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129;p30">
              <a:extLst>
                <a:ext uri="{FF2B5EF4-FFF2-40B4-BE49-F238E27FC236}">
                  <a16:creationId xmlns:a16="http://schemas.microsoft.com/office/drawing/2014/main" id="{C74294A8-B9D5-8CB1-682D-15D286F9604A}"/>
                </a:ext>
              </a:extLst>
            </p:cNvPr>
            <p:cNvSpPr/>
            <p:nvPr/>
          </p:nvSpPr>
          <p:spPr>
            <a:xfrm>
              <a:off x="4736475" y="3351575"/>
              <a:ext cx="74875" cy="70575"/>
            </a:xfrm>
            <a:custGeom>
              <a:avLst/>
              <a:gdLst/>
              <a:ahLst/>
              <a:cxnLst/>
              <a:rect l="l" t="t" r="r" b="b"/>
              <a:pathLst>
                <a:path w="2995" h="2823" extrusionOk="0">
                  <a:moveTo>
                    <a:pt x="1051" y="1"/>
                  </a:moveTo>
                  <a:cubicBezTo>
                    <a:pt x="471" y="1"/>
                    <a:pt x="0" y="471"/>
                    <a:pt x="0" y="1051"/>
                  </a:cubicBezTo>
                  <a:lnTo>
                    <a:pt x="0" y="1788"/>
                  </a:lnTo>
                  <a:cubicBezTo>
                    <a:pt x="0" y="2368"/>
                    <a:pt x="471" y="2822"/>
                    <a:pt x="1051"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130;p30">
              <a:extLst>
                <a:ext uri="{FF2B5EF4-FFF2-40B4-BE49-F238E27FC236}">
                  <a16:creationId xmlns:a16="http://schemas.microsoft.com/office/drawing/2014/main" id="{3511A421-8692-52CE-FEF0-E5896B636D5B}"/>
                </a:ext>
              </a:extLst>
            </p:cNvPr>
            <p:cNvSpPr/>
            <p:nvPr/>
          </p:nvSpPr>
          <p:spPr>
            <a:xfrm>
              <a:off x="4628325" y="3351575"/>
              <a:ext cx="74475" cy="70575"/>
            </a:xfrm>
            <a:custGeom>
              <a:avLst/>
              <a:gdLst/>
              <a:ahLst/>
              <a:cxnLst/>
              <a:rect l="l" t="t" r="r" b="b"/>
              <a:pathLst>
                <a:path w="2979" h="2823" extrusionOk="0">
                  <a:moveTo>
                    <a:pt x="1051" y="1"/>
                  </a:moveTo>
                  <a:cubicBezTo>
                    <a:pt x="471" y="1"/>
                    <a:pt x="0" y="471"/>
                    <a:pt x="0" y="1051"/>
                  </a:cubicBezTo>
                  <a:lnTo>
                    <a:pt x="0" y="1788"/>
                  </a:lnTo>
                  <a:cubicBezTo>
                    <a:pt x="0" y="2368"/>
                    <a:pt x="471" y="2822"/>
                    <a:pt x="1051" y="2822"/>
                  </a:cubicBezTo>
                  <a:lnTo>
                    <a:pt x="1944" y="2822"/>
                  </a:lnTo>
                  <a:cubicBezTo>
                    <a:pt x="2508" y="2822"/>
                    <a:pt x="2978" y="2368"/>
                    <a:pt x="2978" y="1788"/>
                  </a:cubicBezTo>
                  <a:lnTo>
                    <a:pt x="2978" y="1051"/>
                  </a:lnTo>
                  <a:cubicBezTo>
                    <a:pt x="2978" y="471"/>
                    <a:pt x="2508"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131;p30">
              <a:extLst>
                <a:ext uri="{FF2B5EF4-FFF2-40B4-BE49-F238E27FC236}">
                  <a16:creationId xmlns:a16="http://schemas.microsoft.com/office/drawing/2014/main" id="{540D14EC-34A7-C31E-40C3-CB2F173F8E9B}"/>
                </a:ext>
              </a:extLst>
            </p:cNvPr>
            <p:cNvSpPr/>
            <p:nvPr/>
          </p:nvSpPr>
          <p:spPr>
            <a:xfrm>
              <a:off x="4519775" y="3351575"/>
              <a:ext cx="74875" cy="70575"/>
            </a:xfrm>
            <a:custGeom>
              <a:avLst/>
              <a:gdLst/>
              <a:ahLst/>
              <a:cxnLst/>
              <a:rect l="l" t="t" r="r" b="b"/>
              <a:pathLst>
                <a:path w="2995" h="2823" extrusionOk="0">
                  <a:moveTo>
                    <a:pt x="1051" y="1"/>
                  </a:moveTo>
                  <a:cubicBezTo>
                    <a:pt x="471" y="1"/>
                    <a:pt x="1" y="471"/>
                    <a:pt x="1" y="1051"/>
                  </a:cubicBezTo>
                  <a:lnTo>
                    <a:pt x="1" y="1788"/>
                  </a:lnTo>
                  <a:cubicBezTo>
                    <a:pt x="1" y="2368"/>
                    <a:pt x="471" y="2822"/>
                    <a:pt x="1051"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132;p30">
              <a:extLst>
                <a:ext uri="{FF2B5EF4-FFF2-40B4-BE49-F238E27FC236}">
                  <a16:creationId xmlns:a16="http://schemas.microsoft.com/office/drawing/2014/main" id="{16A82A2B-EA0A-BDE4-F1F5-36807A01F282}"/>
                </a:ext>
              </a:extLst>
            </p:cNvPr>
            <p:cNvSpPr/>
            <p:nvPr/>
          </p:nvSpPr>
          <p:spPr>
            <a:xfrm>
              <a:off x="4411625" y="3351575"/>
              <a:ext cx="74475" cy="70575"/>
            </a:xfrm>
            <a:custGeom>
              <a:avLst/>
              <a:gdLst/>
              <a:ahLst/>
              <a:cxnLst/>
              <a:rect l="l" t="t" r="r" b="b"/>
              <a:pathLst>
                <a:path w="2979" h="2823" extrusionOk="0">
                  <a:moveTo>
                    <a:pt x="1035" y="1"/>
                  </a:moveTo>
                  <a:cubicBezTo>
                    <a:pt x="471" y="1"/>
                    <a:pt x="0" y="471"/>
                    <a:pt x="0" y="1051"/>
                  </a:cubicBezTo>
                  <a:lnTo>
                    <a:pt x="0" y="1788"/>
                  </a:lnTo>
                  <a:cubicBezTo>
                    <a:pt x="0" y="2368"/>
                    <a:pt x="471" y="2822"/>
                    <a:pt x="1035" y="2822"/>
                  </a:cubicBezTo>
                  <a:lnTo>
                    <a:pt x="1928" y="2822"/>
                  </a:lnTo>
                  <a:cubicBezTo>
                    <a:pt x="2508" y="2822"/>
                    <a:pt x="2979" y="2368"/>
                    <a:pt x="2979" y="1788"/>
                  </a:cubicBezTo>
                  <a:lnTo>
                    <a:pt x="2979" y="1051"/>
                  </a:lnTo>
                  <a:cubicBezTo>
                    <a:pt x="2979" y="471"/>
                    <a:pt x="2508" y="1"/>
                    <a:pt x="192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33;p30">
              <a:extLst>
                <a:ext uri="{FF2B5EF4-FFF2-40B4-BE49-F238E27FC236}">
                  <a16:creationId xmlns:a16="http://schemas.microsoft.com/office/drawing/2014/main" id="{9A17B1FA-4B3F-D9D9-3F80-27AD64E5B946}"/>
                </a:ext>
              </a:extLst>
            </p:cNvPr>
            <p:cNvSpPr/>
            <p:nvPr/>
          </p:nvSpPr>
          <p:spPr>
            <a:xfrm>
              <a:off x="4303075" y="3351575"/>
              <a:ext cx="74875" cy="70575"/>
            </a:xfrm>
            <a:custGeom>
              <a:avLst/>
              <a:gdLst/>
              <a:ahLst/>
              <a:cxnLst/>
              <a:rect l="l" t="t" r="r" b="b"/>
              <a:pathLst>
                <a:path w="2995" h="2823" extrusionOk="0">
                  <a:moveTo>
                    <a:pt x="1051" y="1"/>
                  </a:moveTo>
                  <a:cubicBezTo>
                    <a:pt x="471" y="1"/>
                    <a:pt x="1" y="471"/>
                    <a:pt x="1" y="1051"/>
                  </a:cubicBezTo>
                  <a:lnTo>
                    <a:pt x="1" y="1788"/>
                  </a:lnTo>
                  <a:cubicBezTo>
                    <a:pt x="1" y="2368"/>
                    <a:pt x="471" y="2822"/>
                    <a:pt x="1051"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34;p30">
              <a:extLst>
                <a:ext uri="{FF2B5EF4-FFF2-40B4-BE49-F238E27FC236}">
                  <a16:creationId xmlns:a16="http://schemas.microsoft.com/office/drawing/2014/main" id="{6205D456-9F12-4274-0EF2-0C29AA7996F4}"/>
                </a:ext>
              </a:extLst>
            </p:cNvPr>
            <p:cNvSpPr/>
            <p:nvPr/>
          </p:nvSpPr>
          <p:spPr>
            <a:xfrm>
              <a:off x="4194925" y="3351575"/>
              <a:ext cx="74475" cy="70575"/>
            </a:xfrm>
            <a:custGeom>
              <a:avLst/>
              <a:gdLst/>
              <a:ahLst/>
              <a:cxnLst/>
              <a:rect l="l" t="t" r="r" b="b"/>
              <a:pathLst>
                <a:path w="2979" h="2823" extrusionOk="0">
                  <a:moveTo>
                    <a:pt x="1035" y="1"/>
                  </a:moveTo>
                  <a:cubicBezTo>
                    <a:pt x="471" y="1"/>
                    <a:pt x="1" y="471"/>
                    <a:pt x="1" y="1051"/>
                  </a:cubicBezTo>
                  <a:lnTo>
                    <a:pt x="1" y="1788"/>
                  </a:lnTo>
                  <a:cubicBezTo>
                    <a:pt x="1" y="2368"/>
                    <a:pt x="471" y="2822"/>
                    <a:pt x="1035" y="2822"/>
                  </a:cubicBezTo>
                  <a:lnTo>
                    <a:pt x="1928" y="2822"/>
                  </a:lnTo>
                  <a:cubicBezTo>
                    <a:pt x="2508" y="2822"/>
                    <a:pt x="2979" y="2368"/>
                    <a:pt x="2979" y="1788"/>
                  </a:cubicBezTo>
                  <a:lnTo>
                    <a:pt x="2979" y="1051"/>
                  </a:lnTo>
                  <a:cubicBezTo>
                    <a:pt x="2979" y="471"/>
                    <a:pt x="2508" y="1"/>
                    <a:pt x="192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35;p30">
              <a:extLst>
                <a:ext uri="{FF2B5EF4-FFF2-40B4-BE49-F238E27FC236}">
                  <a16:creationId xmlns:a16="http://schemas.microsoft.com/office/drawing/2014/main" id="{3AF1B2ED-756C-D9C1-B4B7-A97E3045B75F}"/>
                </a:ext>
              </a:extLst>
            </p:cNvPr>
            <p:cNvSpPr/>
            <p:nvPr/>
          </p:nvSpPr>
          <p:spPr>
            <a:xfrm>
              <a:off x="4086375" y="3351575"/>
              <a:ext cx="74875" cy="70575"/>
            </a:xfrm>
            <a:custGeom>
              <a:avLst/>
              <a:gdLst/>
              <a:ahLst/>
              <a:cxnLst/>
              <a:rect l="l" t="t" r="r" b="b"/>
              <a:pathLst>
                <a:path w="2995" h="2823" extrusionOk="0">
                  <a:moveTo>
                    <a:pt x="1051" y="1"/>
                  </a:moveTo>
                  <a:cubicBezTo>
                    <a:pt x="471" y="1"/>
                    <a:pt x="1" y="471"/>
                    <a:pt x="1" y="1051"/>
                  </a:cubicBezTo>
                  <a:lnTo>
                    <a:pt x="1" y="1788"/>
                  </a:lnTo>
                  <a:cubicBezTo>
                    <a:pt x="1" y="2368"/>
                    <a:pt x="471" y="2822"/>
                    <a:pt x="1051" y="2822"/>
                  </a:cubicBezTo>
                  <a:lnTo>
                    <a:pt x="1944" y="2822"/>
                  </a:lnTo>
                  <a:cubicBezTo>
                    <a:pt x="2524" y="2822"/>
                    <a:pt x="2995" y="2368"/>
                    <a:pt x="2995" y="1788"/>
                  </a:cubicBezTo>
                  <a:lnTo>
                    <a:pt x="2995" y="1051"/>
                  </a:lnTo>
                  <a:cubicBezTo>
                    <a:pt x="2995"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6;p30">
              <a:extLst>
                <a:ext uri="{FF2B5EF4-FFF2-40B4-BE49-F238E27FC236}">
                  <a16:creationId xmlns:a16="http://schemas.microsoft.com/office/drawing/2014/main" id="{1253B75C-63F3-D23F-BB57-1CC08015EAAD}"/>
                </a:ext>
              </a:extLst>
            </p:cNvPr>
            <p:cNvSpPr/>
            <p:nvPr/>
          </p:nvSpPr>
          <p:spPr>
            <a:xfrm>
              <a:off x="4570325" y="2631750"/>
              <a:ext cx="2293575" cy="582700"/>
            </a:xfrm>
            <a:custGeom>
              <a:avLst/>
              <a:gdLst/>
              <a:ahLst/>
              <a:cxnLst/>
              <a:rect l="l" t="t" r="r" b="b"/>
              <a:pathLst>
                <a:path w="91743" h="23308" extrusionOk="0">
                  <a:moveTo>
                    <a:pt x="23857" y="188"/>
                  </a:moveTo>
                  <a:cubicBezTo>
                    <a:pt x="21694" y="658"/>
                    <a:pt x="19813" y="1944"/>
                    <a:pt x="17854" y="2947"/>
                  </a:cubicBezTo>
                  <a:lnTo>
                    <a:pt x="17854" y="2947"/>
                  </a:lnTo>
                  <a:cubicBezTo>
                    <a:pt x="15001" y="4420"/>
                    <a:pt x="11835" y="5376"/>
                    <a:pt x="8637" y="5282"/>
                  </a:cubicBezTo>
                  <a:lnTo>
                    <a:pt x="8637" y="5282"/>
                  </a:lnTo>
                  <a:cubicBezTo>
                    <a:pt x="5440" y="5204"/>
                    <a:pt x="2211" y="4013"/>
                    <a:pt x="1" y="1709"/>
                  </a:cubicBezTo>
                  <a:lnTo>
                    <a:pt x="1" y="1709"/>
                  </a:lnTo>
                  <a:cubicBezTo>
                    <a:pt x="251" y="3339"/>
                    <a:pt x="1458" y="4467"/>
                    <a:pt x="2963" y="5173"/>
                  </a:cubicBezTo>
                  <a:lnTo>
                    <a:pt x="2963" y="5173"/>
                  </a:lnTo>
                  <a:cubicBezTo>
                    <a:pt x="6082" y="6615"/>
                    <a:pt x="9672" y="7022"/>
                    <a:pt x="13026" y="6286"/>
                  </a:cubicBezTo>
                  <a:lnTo>
                    <a:pt x="13026" y="6286"/>
                  </a:lnTo>
                  <a:cubicBezTo>
                    <a:pt x="15910" y="5643"/>
                    <a:pt x="18559" y="4232"/>
                    <a:pt x="21365" y="3323"/>
                  </a:cubicBezTo>
                  <a:lnTo>
                    <a:pt x="21365" y="3323"/>
                  </a:lnTo>
                  <a:cubicBezTo>
                    <a:pt x="24170" y="2414"/>
                    <a:pt x="27384" y="2069"/>
                    <a:pt x="29954" y="3511"/>
                  </a:cubicBezTo>
                  <a:lnTo>
                    <a:pt x="29954" y="3511"/>
                  </a:lnTo>
                  <a:cubicBezTo>
                    <a:pt x="31804" y="4546"/>
                    <a:pt x="33058" y="6364"/>
                    <a:pt x="34735" y="7649"/>
                  </a:cubicBezTo>
                  <a:lnTo>
                    <a:pt x="34735" y="7649"/>
                  </a:lnTo>
                  <a:cubicBezTo>
                    <a:pt x="39108" y="11051"/>
                    <a:pt x="45440" y="10330"/>
                    <a:pt x="50629" y="8386"/>
                  </a:cubicBezTo>
                  <a:lnTo>
                    <a:pt x="50629" y="8386"/>
                  </a:lnTo>
                  <a:cubicBezTo>
                    <a:pt x="52274" y="7775"/>
                    <a:pt x="53905" y="7038"/>
                    <a:pt x="55644" y="6803"/>
                  </a:cubicBezTo>
                  <a:lnTo>
                    <a:pt x="55644" y="6803"/>
                  </a:lnTo>
                  <a:cubicBezTo>
                    <a:pt x="57384" y="6552"/>
                    <a:pt x="59312" y="6897"/>
                    <a:pt x="60550" y="8135"/>
                  </a:cubicBezTo>
                  <a:lnTo>
                    <a:pt x="60550" y="8135"/>
                  </a:lnTo>
                  <a:cubicBezTo>
                    <a:pt x="61851" y="9452"/>
                    <a:pt x="62149" y="11489"/>
                    <a:pt x="63340" y="12916"/>
                  </a:cubicBezTo>
                  <a:lnTo>
                    <a:pt x="63340" y="12916"/>
                  </a:lnTo>
                  <a:cubicBezTo>
                    <a:pt x="64516" y="14326"/>
                    <a:pt x="66413" y="14922"/>
                    <a:pt x="68231" y="15126"/>
                  </a:cubicBezTo>
                  <a:lnTo>
                    <a:pt x="68231" y="15126"/>
                  </a:lnTo>
                  <a:cubicBezTo>
                    <a:pt x="73215" y="15690"/>
                    <a:pt x="76648" y="12571"/>
                    <a:pt x="81397" y="12383"/>
                  </a:cubicBezTo>
                  <a:lnTo>
                    <a:pt x="81397" y="12383"/>
                  </a:lnTo>
                  <a:cubicBezTo>
                    <a:pt x="83200" y="12305"/>
                    <a:pt x="85081" y="12712"/>
                    <a:pt x="86476" y="13841"/>
                  </a:cubicBezTo>
                  <a:lnTo>
                    <a:pt x="86476" y="13841"/>
                  </a:lnTo>
                  <a:cubicBezTo>
                    <a:pt x="87479" y="14656"/>
                    <a:pt x="88169" y="15800"/>
                    <a:pt x="88796" y="16944"/>
                  </a:cubicBezTo>
                  <a:lnTo>
                    <a:pt x="88796" y="16944"/>
                  </a:lnTo>
                  <a:cubicBezTo>
                    <a:pt x="89877" y="18935"/>
                    <a:pt x="90833" y="21051"/>
                    <a:pt x="91225" y="23292"/>
                  </a:cubicBezTo>
                  <a:lnTo>
                    <a:pt x="91225" y="23292"/>
                  </a:lnTo>
                  <a:lnTo>
                    <a:pt x="91398" y="23308"/>
                  </a:lnTo>
                  <a:cubicBezTo>
                    <a:pt x="91742" y="20048"/>
                    <a:pt x="91492" y="16631"/>
                    <a:pt x="89940" y="13747"/>
                  </a:cubicBezTo>
                  <a:lnTo>
                    <a:pt x="89940" y="13747"/>
                  </a:lnTo>
                  <a:cubicBezTo>
                    <a:pt x="88388" y="10862"/>
                    <a:pt x="85332" y="8637"/>
                    <a:pt x="82056" y="8746"/>
                  </a:cubicBezTo>
                  <a:lnTo>
                    <a:pt x="82056" y="8746"/>
                  </a:lnTo>
                  <a:cubicBezTo>
                    <a:pt x="79846" y="8809"/>
                    <a:pt x="77808" y="9891"/>
                    <a:pt x="75723" y="10643"/>
                  </a:cubicBezTo>
                  <a:lnTo>
                    <a:pt x="75723" y="10643"/>
                  </a:lnTo>
                  <a:cubicBezTo>
                    <a:pt x="73544" y="11411"/>
                    <a:pt x="71240" y="11819"/>
                    <a:pt x="68936" y="11850"/>
                  </a:cubicBezTo>
                  <a:lnTo>
                    <a:pt x="68936" y="11850"/>
                  </a:lnTo>
                  <a:cubicBezTo>
                    <a:pt x="67745" y="11881"/>
                    <a:pt x="66491" y="11787"/>
                    <a:pt x="65425" y="11223"/>
                  </a:cubicBezTo>
                  <a:lnTo>
                    <a:pt x="65425" y="11223"/>
                  </a:lnTo>
                  <a:cubicBezTo>
                    <a:pt x="63654" y="10314"/>
                    <a:pt x="62714" y="8370"/>
                    <a:pt x="61334" y="6944"/>
                  </a:cubicBezTo>
                  <a:lnTo>
                    <a:pt x="61334" y="6944"/>
                  </a:lnTo>
                  <a:cubicBezTo>
                    <a:pt x="57839" y="3370"/>
                    <a:pt x="51977" y="3574"/>
                    <a:pt x="47243" y="5188"/>
                  </a:cubicBezTo>
                  <a:lnTo>
                    <a:pt x="47243" y="5188"/>
                  </a:lnTo>
                  <a:cubicBezTo>
                    <a:pt x="45064" y="5925"/>
                    <a:pt x="42838" y="6913"/>
                    <a:pt x="40581" y="6521"/>
                  </a:cubicBezTo>
                  <a:lnTo>
                    <a:pt x="40581" y="6521"/>
                  </a:lnTo>
                  <a:cubicBezTo>
                    <a:pt x="39030" y="6239"/>
                    <a:pt x="37682" y="5345"/>
                    <a:pt x="36381" y="4452"/>
                  </a:cubicBezTo>
                  <a:lnTo>
                    <a:pt x="36381" y="4452"/>
                  </a:lnTo>
                  <a:cubicBezTo>
                    <a:pt x="33152" y="2273"/>
                    <a:pt x="29515" y="0"/>
                    <a:pt x="25738" y="0"/>
                  </a:cubicBezTo>
                  <a:lnTo>
                    <a:pt x="25738" y="0"/>
                  </a:lnTo>
                  <a:cubicBezTo>
                    <a:pt x="25111" y="0"/>
                    <a:pt x="24484" y="63"/>
                    <a:pt x="23857" y="188"/>
                  </a:cubicBezTo>
                </a:path>
              </a:pathLst>
            </a:custGeom>
            <a:solidFill>
              <a:srgbClr val="FFFFFF">
                <a:alpha val="410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3" name="Google Shape;397;p38">
            <a:extLst>
              <a:ext uri="{FF2B5EF4-FFF2-40B4-BE49-F238E27FC236}">
                <a16:creationId xmlns:a16="http://schemas.microsoft.com/office/drawing/2014/main" id="{04399BA9-1F0C-8174-BC9C-99AF97591CAB}"/>
              </a:ext>
            </a:extLst>
          </p:cNvPr>
          <p:cNvSpPr txBox="1">
            <a:spLocks/>
          </p:cNvSpPr>
          <p:nvPr/>
        </p:nvSpPr>
        <p:spPr>
          <a:xfrm>
            <a:off x="2559529" y="106920"/>
            <a:ext cx="4416489" cy="8400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6000"/>
              <a:buFont typeface="Montserrat ExtraBold"/>
              <a:buNone/>
              <a:defRPr sz="4000" b="0" i="0" u="none" strike="noStrike" cap="none">
                <a:solidFill>
                  <a:schemeClr val="dk2"/>
                </a:solidFill>
                <a:latin typeface="Montserrat ExtraBold"/>
                <a:ea typeface="Montserrat ExtraBold"/>
                <a:cs typeface="Montserrat ExtraBold"/>
                <a:sym typeface="Montserrat ExtraBold"/>
              </a:defRPr>
            </a:lvl1pPr>
            <a:lvl2pPr marR="0" lvl="1"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2pPr>
            <a:lvl3pPr marR="0" lvl="2"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3pPr>
            <a:lvl4pPr marR="0" lvl="3"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4pPr>
            <a:lvl5pPr marR="0" lvl="4"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5pPr>
            <a:lvl6pPr marR="0" lvl="5"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6pPr>
            <a:lvl7pPr marR="0" lvl="6"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7pPr>
            <a:lvl8pPr marR="0" lvl="7"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8pPr>
            <a:lvl9pPr marR="0" lvl="8"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9pPr>
          </a:lstStyle>
          <a:p>
            <a:pPr lvl="0"/>
            <a:r>
              <a:rPr lang="en-US" sz="3600" dirty="0">
                <a:solidFill>
                  <a:srgbClr val="002060"/>
                </a:solidFill>
              </a:rPr>
              <a:t>troublesome City</a:t>
            </a:r>
          </a:p>
        </p:txBody>
      </p:sp>
      <p:sp>
        <p:nvSpPr>
          <p:cNvPr id="131" name="Rectangle: Rounded Corners 130">
            <a:extLst>
              <a:ext uri="{FF2B5EF4-FFF2-40B4-BE49-F238E27FC236}">
                <a16:creationId xmlns:a16="http://schemas.microsoft.com/office/drawing/2014/main" id="{7B0AB098-5041-963B-CFB2-352E52A4919B}"/>
              </a:ext>
            </a:extLst>
          </p:cNvPr>
          <p:cNvSpPr/>
          <p:nvPr/>
        </p:nvSpPr>
        <p:spPr>
          <a:xfrm>
            <a:off x="298428" y="1198093"/>
            <a:ext cx="2077414" cy="2878787"/>
          </a:xfrm>
          <a:prstGeom prst="roundRect">
            <a:avLst/>
          </a:prstGeom>
          <a:solidFill>
            <a:srgbClr val="002060"/>
          </a:solidFill>
          <a:ln>
            <a:solidFill>
              <a:srgbClr val="3A729A"/>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dirty="0">
              <a:solidFill>
                <a:srgbClr val="FFFFFF"/>
              </a:solidFill>
            </a:endParaRPr>
          </a:p>
        </p:txBody>
      </p:sp>
      <p:sp>
        <p:nvSpPr>
          <p:cNvPr id="132" name="Google Shape;397;p38">
            <a:extLst>
              <a:ext uri="{FF2B5EF4-FFF2-40B4-BE49-F238E27FC236}">
                <a16:creationId xmlns:a16="http://schemas.microsoft.com/office/drawing/2014/main" id="{083F59E3-CD0D-34D2-EE18-0526EC21F312}"/>
              </a:ext>
            </a:extLst>
          </p:cNvPr>
          <p:cNvSpPr txBox="1">
            <a:spLocks/>
          </p:cNvSpPr>
          <p:nvPr/>
        </p:nvSpPr>
        <p:spPr>
          <a:xfrm>
            <a:off x="493838" y="2397589"/>
            <a:ext cx="1875955" cy="595205"/>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r>
              <a:rPr lang="en-US" sz="1200" dirty="0">
                <a:solidFill>
                  <a:srgbClr val="FFFFFF"/>
                </a:solidFill>
              </a:rPr>
              <a:t>Refund percentage</a:t>
            </a:r>
          </a:p>
        </p:txBody>
      </p:sp>
      <p:sp>
        <p:nvSpPr>
          <p:cNvPr id="133" name="Google Shape;397;p38">
            <a:extLst>
              <a:ext uri="{FF2B5EF4-FFF2-40B4-BE49-F238E27FC236}">
                <a16:creationId xmlns:a16="http://schemas.microsoft.com/office/drawing/2014/main" id="{E9EE759A-334E-421B-CC97-5A974339A9FC}"/>
              </a:ext>
            </a:extLst>
          </p:cNvPr>
          <p:cNvSpPr txBox="1">
            <a:spLocks/>
          </p:cNvSpPr>
          <p:nvPr/>
        </p:nvSpPr>
        <p:spPr>
          <a:xfrm>
            <a:off x="459745" y="3106944"/>
            <a:ext cx="1875955" cy="595205"/>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r>
              <a:rPr lang="en-US" sz="1200" dirty="0">
                <a:solidFill>
                  <a:srgbClr val="FFFFFF"/>
                </a:solidFill>
              </a:rPr>
              <a:t>Reason of delay</a:t>
            </a:r>
          </a:p>
        </p:txBody>
      </p:sp>
      <p:grpSp>
        <p:nvGrpSpPr>
          <p:cNvPr id="2" name="Group 1">
            <a:extLst>
              <a:ext uri="{FF2B5EF4-FFF2-40B4-BE49-F238E27FC236}">
                <a16:creationId xmlns:a16="http://schemas.microsoft.com/office/drawing/2014/main" id="{A030832F-64F7-EBE7-7943-CAE37873B100}"/>
              </a:ext>
            </a:extLst>
          </p:cNvPr>
          <p:cNvGrpSpPr/>
          <p:nvPr/>
        </p:nvGrpSpPr>
        <p:grpSpPr>
          <a:xfrm>
            <a:off x="2866640" y="1547831"/>
            <a:ext cx="5759245" cy="840000"/>
            <a:chOff x="2882253" y="1434468"/>
            <a:chExt cx="4227652" cy="840000"/>
          </a:xfrm>
        </p:grpSpPr>
        <p:sp>
          <p:nvSpPr>
            <p:cNvPr id="3" name="Arrow: Pentagon 2">
              <a:extLst>
                <a:ext uri="{FF2B5EF4-FFF2-40B4-BE49-F238E27FC236}">
                  <a16:creationId xmlns:a16="http://schemas.microsoft.com/office/drawing/2014/main" id="{69D52ACF-6076-FC0B-E302-FFEB29AF2953}"/>
                </a:ext>
              </a:extLst>
            </p:cNvPr>
            <p:cNvSpPr/>
            <p:nvPr/>
          </p:nvSpPr>
          <p:spPr>
            <a:xfrm flipH="1">
              <a:off x="2882253" y="1537783"/>
              <a:ext cx="4227652" cy="656924"/>
            </a:xfrm>
            <a:prstGeom prst="homePlate">
              <a:avLst/>
            </a:prstGeom>
            <a:solidFill>
              <a:srgbClr val="3A729A"/>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Google Shape;397;p38">
              <a:extLst>
                <a:ext uri="{FF2B5EF4-FFF2-40B4-BE49-F238E27FC236}">
                  <a16:creationId xmlns:a16="http://schemas.microsoft.com/office/drawing/2014/main" id="{053FF2E5-843D-7E32-C6A7-0D35593100BB}"/>
                </a:ext>
              </a:extLst>
            </p:cNvPr>
            <p:cNvSpPr txBox="1">
              <a:spLocks/>
            </p:cNvSpPr>
            <p:nvPr/>
          </p:nvSpPr>
          <p:spPr>
            <a:xfrm>
              <a:off x="3301105" y="1434468"/>
              <a:ext cx="3757222" cy="8400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b="1" dirty="0">
                  <a:solidFill>
                    <a:srgbClr val="00B0F0"/>
                  </a:solidFill>
                </a:rPr>
                <a:t>491</a:t>
              </a:r>
              <a:r>
                <a:rPr lang="en-US" sz="1200" dirty="0">
                  <a:solidFill>
                    <a:srgbClr val="FFFFFF"/>
                  </a:solidFill>
                </a:rPr>
                <a:t> of </a:t>
              </a:r>
              <a:r>
                <a:rPr lang="en-US" b="1" dirty="0">
                  <a:solidFill>
                    <a:srgbClr val="00B0F0"/>
                  </a:solidFill>
                </a:rPr>
                <a:t>1602 </a:t>
              </a:r>
              <a:r>
                <a:rPr lang="en-US" dirty="0">
                  <a:solidFill>
                    <a:srgbClr val="FFFFFF"/>
                  </a:solidFill>
                </a:rPr>
                <a:t>delay in London city with 31% delay percentage</a:t>
              </a:r>
            </a:p>
          </p:txBody>
        </p:sp>
      </p:grpSp>
      <p:sp>
        <p:nvSpPr>
          <p:cNvPr id="5" name="Flowchart: Alternate Process 4">
            <a:extLst>
              <a:ext uri="{FF2B5EF4-FFF2-40B4-BE49-F238E27FC236}">
                <a16:creationId xmlns:a16="http://schemas.microsoft.com/office/drawing/2014/main" id="{EECFE4CD-C0C3-38ED-0CB8-AD2A2AEAAC60}"/>
              </a:ext>
            </a:extLst>
          </p:cNvPr>
          <p:cNvSpPr/>
          <p:nvPr/>
        </p:nvSpPr>
        <p:spPr>
          <a:xfrm>
            <a:off x="487788" y="1683746"/>
            <a:ext cx="2183341" cy="554753"/>
          </a:xfrm>
          <a:prstGeom prst="flowChartAlternateProcess">
            <a:avLst/>
          </a:prstGeom>
          <a:solidFill>
            <a:srgbClr val="0070C0"/>
          </a:solidFill>
          <a:ln>
            <a:solidFill>
              <a:srgbClr val="69ABD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 name="Google Shape;397;p38">
            <a:extLst>
              <a:ext uri="{FF2B5EF4-FFF2-40B4-BE49-F238E27FC236}">
                <a16:creationId xmlns:a16="http://schemas.microsoft.com/office/drawing/2014/main" id="{149E5BDB-9B06-B62D-B2B1-BEB3DAE139B0}"/>
              </a:ext>
            </a:extLst>
          </p:cNvPr>
          <p:cNvSpPr txBox="1">
            <a:spLocks/>
          </p:cNvSpPr>
          <p:nvPr/>
        </p:nvSpPr>
        <p:spPr>
          <a:xfrm>
            <a:off x="525531" y="1653037"/>
            <a:ext cx="1907152" cy="595205"/>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r>
              <a:rPr lang="en-US" sz="1600" b="1" dirty="0">
                <a:solidFill>
                  <a:srgbClr val="FFFFFF"/>
                </a:solidFill>
              </a:rPr>
              <a:t>Delay percentage</a:t>
            </a:r>
          </a:p>
        </p:txBody>
      </p:sp>
    </p:spTree>
    <p:extLst>
      <p:ext uri="{BB962C8B-B14F-4D97-AF65-F5344CB8AC3E}">
        <p14:creationId xmlns:p14="http://schemas.microsoft.com/office/powerpoint/2010/main" val="2846826597"/>
      </p:ext>
    </p:extLst>
  </p:cSld>
  <p:clrMapOvr>
    <a:masterClrMapping/>
  </p:clrMapOvr>
  <mc:AlternateContent xmlns:mc="http://schemas.openxmlformats.org/markup-compatibility/2006">
    <mc:Choice xmlns:p159="http://schemas.microsoft.com/office/powerpoint/2015/09/main" Requires="p159">
      <p:transition spd="slow" advTm="1000">
        <p159:morph option="byObject"/>
      </p:transition>
    </mc:Choice>
    <mc:Fallback>
      <p:transition spd="slow" advTm="1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250"/>
                                        <p:tgtEl>
                                          <p:spTgt spid="5"/>
                                        </p:tgtEl>
                                      </p:cBhvr>
                                    </p:animEffect>
                                  </p:childTnLst>
                                </p:cTn>
                              </p:par>
                            </p:childTnLst>
                          </p:cTn>
                        </p:par>
                        <p:par>
                          <p:cTn id="8" fill="hold">
                            <p:stCondLst>
                              <p:cond delay="250"/>
                            </p:stCondLst>
                            <p:childTnLst>
                              <p:par>
                                <p:cTn id="9" presetID="12" presetClass="entr" presetSubtype="8"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250"/>
                                        <p:tgtEl>
                                          <p:spTgt spid="2"/>
                                        </p:tgtEl>
                                        <p:attrNameLst>
                                          <p:attrName>ppt_x</p:attrName>
                                        </p:attrNameLst>
                                      </p:cBhvr>
                                      <p:tavLst>
                                        <p:tav tm="0">
                                          <p:val>
                                            <p:strVal val="#ppt_x-#ppt_w*1.125000"/>
                                          </p:val>
                                        </p:tav>
                                        <p:tav tm="100000">
                                          <p:val>
                                            <p:strVal val="#ppt_x"/>
                                          </p:val>
                                        </p:tav>
                                      </p:tavLst>
                                    </p:anim>
                                    <p:animEffect transition="in" filter="wipe(right)">
                                      <p:cBhvr>
                                        <p:cTn id="12" dur="25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 name="Google Shape;1534;p36">
            <a:extLst>
              <a:ext uri="{FF2B5EF4-FFF2-40B4-BE49-F238E27FC236}">
                <a16:creationId xmlns:a16="http://schemas.microsoft.com/office/drawing/2014/main" id="{69C0E481-1A7C-8DFF-E143-F58CFD321E08}"/>
              </a:ext>
            </a:extLst>
          </p:cNvPr>
          <p:cNvGrpSpPr/>
          <p:nvPr/>
        </p:nvGrpSpPr>
        <p:grpSpPr>
          <a:xfrm>
            <a:off x="0" y="4421430"/>
            <a:ext cx="9276783" cy="1398672"/>
            <a:chOff x="-139347" y="3868275"/>
            <a:chExt cx="9276783" cy="1398672"/>
          </a:xfrm>
          <a:solidFill>
            <a:srgbClr val="091359"/>
          </a:solidFill>
        </p:grpSpPr>
        <p:sp>
          <p:nvSpPr>
            <p:cNvPr id="26" name="Google Shape;1535;p36">
              <a:extLst>
                <a:ext uri="{FF2B5EF4-FFF2-40B4-BE49-F238E27FC236}">
                  <a16:creationId xmlns:a16="http://schemas.microsoft.com/office/drawing/2014/main" id="{89AF1B9C-9B87-9AF0-0C2B-D6FDEF03DF0B}"/>
                </a:ext>
              </a:extLst>
            </p:cNvPr>
            <p:cNvSpPr/>
            <p:nvPr/>
          </p:nvSpPr>
          <p:spPr>
            <a:xfrm flipH="1">
              <a:off x="-139347" y="4015425"/>
              <a:ext cx="9276772" cy="548850"/>
            </a:xfrm>
            <a:custGeom>
              <a:avLst/>
              <a:gdLst/>
              <a:ahLst/>
              <a:cxnLst/>
              <a:rect l="l" t="t" r="r" b="b"/>
              <a:pathLst>
                <a:path w="219946" h="21954" extrusionOk="0">
                  <a:moveTo>
                    <a:pt x="0" y="12956"/>
                  </a:moveTo>
                  <a:lnTo>
                    <a:pt x="0" y="21954"/>
                  </a:lnTo>
                  <a:lnTo>
                    <a:pt x="219946" y="8998"/>
                  </a:lnTo>
                  <a:lnTo>
                    <a:pt x="219946"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7" name="Google Shape;1536;p36">
              <a:extLst>
                <a:ext uri="{FF2B5EF4-FFF2-40B4-BE49-F238E27FC236}">
                  <a16:creationId xmlns:a16="http://schemas.microsoft.com/office/drawing/2014/main" id="{C962049F-7EAE-45FF-9475-2EE4F0DF3B4E}"/>
                </a:ext>
              </a:extLst>
            </p:cNvPr>
            <p:cNvGrpSpPr/>
            <p:nvPr/>
          </p:nvGrpSpPr>
          <p:grpSpPr>
            <a:xfrm flipH="1">
              <a:off x="2134836" y="4216900"/>
              <a:ext cx="3484400" cy="1050047"/>
              <a:chOff x="3379075" y="4216900"/>
              <a:chExt cx="3484400" cy="1050047"/>
            </a:xfrm>
            <a:grpFill/>
          </p:grpSpPr>
          <p:sp>
            <p:nvSpPr>
              <p:cNvPr id="87" name="Google Shape;1537;p36">
                <a:extLst>
                  <a:ext uri="{FF2B5EF4-FFF2-40B4-BE49-F238E27FC236}">
                    <a16:creationId xmlns:a16="http://schemas.microsoft.com/office/drawing/2014/main" id="{5713E945-E397-67EA-EAF1-D77279F6DC33}"/>
                  </a:ext>
                </a:extLst>
              </p:cNvPr>
              <p:cNvSpPr/>
              <p:nvPr/>
            </p:nvSpPr>
            <p:spPr>
              <a:xfrm>
                <a:off x="6638025" y="4216900"/>
                <a:ext cx="225450" cy="266525"/>
              </a:xfrm>
              <a:custGeom>
                <a:avLst/>
                <a:gdLst/>
                <a:ahLst/>
                <a:cxnLst/>
                <a:rect l="l" t="t" r="r" b="b"/>
                <a:pathLst>
                  <a:path w="9018" h="10661" extrusionOk="0">
                    <a:moveTo>
                      <a:pt x="1" y="10660"/>
                    </a:moveTo>
                    <a:lnTo>
                      <a:pt x="9017" y="10660"/>
                    </a:lnTo>
                    <a:lnTo>
                      <a:pt x="9017"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1538;p36">
                <a:extLst>
                  <a:ext uri="{FF2B5EF4-FFF2-40B4-BE49-F238E27FC236}">
                    <a16:creationId xmlns:a16="http://schemas.microsoft.com/office/drawing/2014/main" id="{D3BFE6C1-A617-DD21-1BCA-EA4A8EBDF3CD}"/>
                  </a:ext>
                </a:extLst>
              </p:cNvPr>
              <p:cNvSpPr/>
              <p:nvPr/>
            </p:nvSpPr>
            <p:spPr>
              <a:xfrm>
                <a:off x="5628575" y="4216900"/>
                <a:ext cx="225425" cy="266525"/>
              </a:xfrm>
              <a:custGeom>
                <a:avLst/>
                <a:gdLst/>
                <a:ahLst/>
                <a:cxnLst/>
                <a:rect l="l" t="t" r="r" b="b"/>
                <a:pathLst>
                  <a:path w="9017" h="10661" extrusionOk="0">
                    <a:moveTo>
                      <a:pt x="0" y="10660"/>
                    </a:moveTo>
                    <a:lnTo>
                      <a:pt x="9017" y="10660"/>
                    </a:lnTo>
                    <a:lnTo>
                      <a:pt x="9017"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1539;p36">
                <a:extLst>
                  <a:ext uri="{FF2B5EF4-FFF2-40B4-BE49-F238E27FC236}">
                    <a16:creationId xmlns:a16="http://schemas.microsoft.com/office/drawing/2014/main" id="{93BE9C1F-C27E-6192-934F-EF6F41DF4331}"/>
                  </a:ext>
                </a:extLst>
              </p:cNvPr>
              <p:cNvSpPr/>
              <p:nvPr/>
            </p:nvSpPr>
            <p:spPr>
              <a:xfrm>
                <a:off x="5700425" y="4473175"/>
                <a:ext cx="72850" cy="792553"/>
              </a:xfrm>
              <a:custGeom>
                <a:avLst/>
                <a:gdLst/>
                <a:ahLst/>
                <a:cxnLst/>
                <a:rect l="l" t="t" r="r" b="b"/>
                <a:pathLst>
                  <a:path w="2914" h="48780" extrusionOk="0">
                    <a:moveTo>
                      <a:pt x="1" y="48780"/>
                    </a:moveTo>
                    <a:lnTo>
                      <a:pt x="2913" y="48780"/>
                    </a:lnTo>
                    <a:lnTo>
                      <a:pt x="291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1540;p36">
                <a:extLst>
                  <a:ext uri="{FF2B5EF4-FFF2-40B4-BE49-F238E27FC236}">
                    <a16:creationId xmlns:a16="http://schemas.microsoft.com/office/drawing/2014/main" id="{1CD70B06-D350-3926-587D-A2E3E780A67D}"/>
                  </a:ext>
                </a:extLst>
              </p:cNvPr>
              <p:cNvSpPr/>
              <p:nvPr/>
            </p:nvSpPr>
            <p:spPr>
              <a:xfrm>
                <a:off x="4520150" y="4293100"/>
                <a:ext cx="225450" cy="266525"/>
              </a:xfrm>
              <a:custGeom>
                <a:avLst/>
                <a:gdLst/>
                <a:ahLst/>
                <a:cxnLst/>
                <a:rect l="l" t="t" r="r" b="b"/>
                <a:pathLst>
                  <a:path w="9018" h="10661" extrusionOk="0">
                    <a:moveTo>
                      <a:pt x="1" y="10660"/>
                    </a:moveTo>
                    <a:lnTo>
                      <a:pt x="9017" y="10660"/>
                    </a:lnTo>
                    <a:lnTo>
                      <a:pt x="9017"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1541;p36">
                <a:extLst>
                  <a:ext uri="{FF2B5EF4-FFF2-40B4-BE49-F238E27FC236}">
                    <a16:creationId xmlns:a16="http://schemas.microsoft.com/office/drawing/2014/main" id="{88763C1F-FEE5-43B9-D18F-6EE0FC4AFF5D}"/>
                  </a:ext>
                </a:extLst>
              </p:cNvPr>
              <p:cNvSpPr/>
              <p:nvPr/>
            </p:nvSpPr>
            <p:spPr>
              <a:xfrm>
                <a:off x="4592025" y="4473175"/>
                <a:ext cx="72825" cy="792553"/>
              </a:xfrm>
              <a:custGeom>
                <a:avLst/>
                <a:gdLst/>
                <a:ahLst/>
                <a:cxnLst/>
                <a:rect l="l" t="t" r="r" b="b"/>
                <a:pathLst>
                  <a:path w="2913" h="48780" extrusionOk="0">
                    <a:moveTo>
                      <a:pt x="1" y="48780"/>
                    </a:moveTo>
                    <a:lnTo>
                      <a:pt x="2913" y="48780"/>
                    </a:lnTo>
                    <a:lnTo>
                      <a:pt x="291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1542;p36">
                <a:extLst>
                  <a:ext uri="{FF2B5EF4-FFF2-40B4-BE49-F238E27FC236}">
                    <a16:creationId xmlns:a16="http://schemas.microsoft.com/office/drawing/2014/main" id="{D06B1159-567A-3EB8-69E6-8C4C3671E48A}"/>
                  </a:ext>
                </a:extLst>
              </p:cNvPr>
              <p:cNvSpPr/>
              <p:nvPr/>
            </p:nvSpPr>
            <p:spPr>
              <a:xfrm>
                <a:off x="3379075" y="4327650"/>
                <a:ext cx="225450" cy="262300"/>
              </a:xfrm>
              <a:custGeom>
                <a:avLst/>
                <a:gdLst/>
                <a:ahLst/>
                <a:cxnLst/>
                <a:rect l="l" t="t" r="r" b="b"/>
                <a:pathLst>
                  <a:path w="9018" h="10492" extrusionOk="0">
                    <a:moveTo>
                      <a:pt x="1" y="10492"/>
                    </a:moveTo>
                    <a:lnTo>
                      <a:pt x="9017" y="10492"/>
                    </a:lnTo>
                    <a:lnTo>
                      <a:pt x="9017" y="0"/>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1543;p36">
                <a:extLst>
                  <a:ext uri="{FF2B5EF4-FFF2-40B4-BE49-F238E27FC236}">
                    <a16:creationId xmlns:a16="http://schemas.microsoft.com/office/drawing/2014/main" id="{BD98C59D-D6EF-491D-AA53-ABD76B4A2623}"/>
                  </a:ext>
                </a:extLst>
              </p:cNvPr>
              <p:cNvSpPr/>
              <p:nvPr/>
            </p:nvSpPr>
            <p:spPr>
              <a:xfrm>
                <a:off x="3450950" y="4494102"/>
                <a:ext cx="72825" cy="772845"/>
              </a:xfrm>
              <a:custGeom>
                <a:avLst/>
                <a:gdLst/>
                <a:ahLst/>
                <a:cxnLst/>
                <a:rect l="l" t="t" r="r" b="b"/>
                <a:pathLst>
                  <a:path w="2913" h="47567" extrusionOk="0">
                    <a:moveTo>
                      <a:pt x="1" y="47567"/>
                    </a:moveTo>
                    <a:lnTo>
                      <a:pt x="2913" y="47567"/>
                    </a:lnTo>
                    <a:lnTo>
                      <a:pt x="291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 name="Google Shape;1544;p36">
              <a:extLst>
                <a:ext uri="{FF2B5EF4-FFF2-40B4-BE49-F238E27FC236}">
                  <a16:creationId xmlns:a16="http://schemas.microsoft.com/office/drawing/2014/main" id="{54A9CCB7-B41C-4B06-F9A7-0B48C2839929}"/>
                </a:ext>
              </a:extLst>
            </p:cNvPr>
            <p:cNvGrpSpPr/>
            <p:nvPr/>
          </p:nvGrpSpPr>
          <p:grpSpPr>
            <a:xfrm flipH="1">
              <a:off x="-57406" y="3868275"/>
              <a:ext cx="9194843" cy="559600"/>
              <a:chOff x="-139125" y="3868275"/>
              <a:chExt cx="9194843" cy="559600"/>
            </a:xfrm>
            <a:grpFill/>
          </p:grpSpPr>
          <p:sp>
            <p:nvSpPr>
              <p:cNvPr id="44" name="Google Shape;1545;p36">
                <a:extLst>
                  <a:ext uri="{FF2B5EF4-FFF2-40B4-BE49-F238E27FC236}">
                    <a16:creationId xmlns:a16="http://schemas.microsoft.com/office/drawing/2014/main" id="{90E6CAF2-DA24-9C35-0554-7F758E89AB02}"/>
                  </a:ext>
                </a:extLst>
              </p:cNvPr>
              <p:cNvSpPr/>
              <p:nvPr/>
            </p:nvSpPr>
            <p:spPr>
              <a:xfrm>
                <a:off x="-139125" y="3868275"/>
                <a:ext cx="9194843" cy="351450"/>
              </a:xfrm>
              <a:custGeom>
                <a:avLst/>
                <a:gdLst/>
                <a:ahLst/>
                <a:cxnLst/>
                <a:rect l="l" t="t" r="r" b="b"/>
                <a:pathLst>
                  <a:path w="219946" h="14058" extrusionOk="0">
                    <a:moveTo>
                      <a:pt x="0" y="12956"/>
                    </a:moveTo>
                    <a:lnTo>
                      <a:pt x="0" y="14058"/>
                    </a:lnTo>
                    <a:lnTo>
                      <a:pt x="219946" y="1102"/>
                    </a:lnTo>
                    <a:lnTo>
                      <a:pt x="219946"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1546;p36">
                <a:extLst>
                  <a:ext uri="{FF2B5EF4-FFF2-40B4-BE49-F238E27FC236}">
                    <a16:creationId xmlns:a16="http://schemas.microsoft.com/office/drawing/2014/main" id="{48260650-71E9-85AC-38EF-BEAD638C4D54}"/>
                  </a:ext>
                </a:extLst>
              </p:cNvPr>
              <p:cNvSpPr/>
              <p:nvPr/>
            </p:nvSpPr>
            <p:spPr>
              <a:xfrm>
                <a:off x="125427" y="4182825"/>
                <a:ext cx="34406" cy="245050"/>
              </a:xfrm>
              <a:custGeom>
                <a:avLst/>
                <a:gdLst/>
                <a:ahLst/>
                <a:cxnLst/>
                <a:rect l="l" t="t" r="r" b="b"/>
                <a:pathLst>
                  <a:path w="823" h="9802" extrusionOk="0">
                    <a:moveTo>
                      <a:pt x="1" y="9802"/>
                    </a:moveTo>
                    <a:lnTo>
                      <a:pt x="822" y="9802"/>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1547;p36">
                <a:extLst>
                  <a:ext uri="{FF2B5EF4-FFF2-40B4-BE49-F238E27FC236}">
                    <a16:creationId xmlns:a16="http://schemas.microsoft.com/office/drawing/2014/main" id="{CB4D4D1C-E62E-F434-4382-9070971E9FA0}"/>
                  </a:ext>
                </a:extLst>
              </p:cNvPr>
              <p:cNvSpPr/>
              <p:nvPr/>
            </p:nvSpPr>
            <p:spPr>
              <a:xfrm>
                <a:off x="336927" y="4176300"/>
                <a:ext cx="34406" cy="244575"/>
              </a:xfrm>
              <a:custGeom>
                <a:avLst/>
                <a:gdLst/>
                <a:ahLst/>
                <a:cxnLst/>
                <a:rect l="l" t="t" r="r" b="b"/>
                <a:pathLst>
                  <a:path w="823" h="9783" extrusionOk="0">
                    <a:moveTo>
                      <a:pt x="1" y="9783"/>
                    </a:moveTo>
                    <a:lnTo>
                      <a:pt x="822" y="9783"/>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1548;p36">
                <a:extLst>
                  <a:ext uri="{FF2B5EF4-FFF2-40B4-BE49-F238E27FC236}">
                    <a16:creationId xmlns:a16="http://schemas.microsoft.com/office/drawing/2014/main" id="{E23E5D9F-AD63-A544-ADB3-7C1291583BAA}"/>
                  </a:ext>
                </a:extLst>
              </p:cNvPr>
              <p:cNvSpPr/>
              <p:nvPr/>
            </p:nvSpPr>
            <p:spPr>
              <a:xfrm>
                <a:off x="548427" y="4169300"/>
                <a:ext cx="33611" cy="245050"/>
              </a:xfrm>
              <a:custGeom>
                <a:avLst/>
                <a:gdLst/>
                <a:ahLst/>
                <a:cxnLst/>
                <a:rect l="l" t="t" r="r" b="b"/>
                <a:pathLst>
                  <a:path w="804" h="9802" extrusionOk="0">
                    <a:moveTo>
                      <a:pt x="1" y="9801"/>
                    </a:moveTo>
                    <a:lnTo>
                      <a:pt x="803" y="9801"/>
                    </a:lnTo>
                    <a:lnTo>
                      <a:pt x="80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1549;p36">
                <a:extLst>
                  <a:ext uri="{FF2B5EF4-FFF2-40B4-BE49-F238E27FC236}">
                    <a16:creationId xmlns:a16="http://schemas.microsoft.com/office/drawing/2014/main" id="{183717F5-A57F-B829-65C5-89B280725CFE}"/>
                  </a:ext>
                </a:extLst>
              </p:cNvPr>
              <p:cNvSpPr/>
              <p:nvPr/>
            </p:nvSpPr>
            <p:spPr>
              <a:xfrm>
                <a:off x="759174" y="4162300"/>
                <a:ext cx="34364" cy="245050"/>
              </a:xfrm>
              <a:custGeom>
                <a:avLst/>
                <a:gdLst/>
                <a:ahLst/>
                <a:cxnLst/>
                <a:rect l="l" t="t" r="r" b="b"/>
                <a:pathLst>
                  <a:path w="822" h="9802" extrusionOk="0">
                    <a:moveTo>
                      <a:pt x="0" y="9801"/>
                    </a:moveTo>
                    <a:lnTo>
                      <a:pt x="821" y="9801"/>
                    </a:lnTo>
                    <a:lnTo>
                      <a:pt x="821"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1550;p36">
                <a:extLst>
                  <a:ext uri="{FF2B5EF4-FFF2-40B4-BE49-F238E27FC236}">
                    <a16:creationId xmlns:a16="http://schemas.microsoft.com/office/drawing/2014/main" id="{640904B9-2E93-328F-9ACA-E0D5450B4F01}"/>
                  </a:ext>
                </a:extLst>
              </p:cNvPr>
              <p:cNvSpPr/>
              <p:nvPr/>
            </p:nvSpPr>
            <p:spPr>
              <a:xfrm>
                <a:off x="970673" y="4155300"/>
                <a:ext cx="34364" cy="245050"/>
              </a:xfrm>
              <a:custGeom>
                <a:avLst/>
                <a:gdLst/>
                <a:ahLst/>
                <a:cxnLst/>
                <a:rect l="l" t="t" r="r" b="b"/>
                <a:pathLst>
                  <a:path w="822" h="9802" extrusionOk="0">
                    <a:moveTo>
                      <a:pt x="0" y="9801"/>
                    </a:moveTo>
                    <a:lnTo>
                      <a:pt x="821" y="9801"/>
                    </a:lnTo>
                    <a:lnTo>
                      <a:pt x="821"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1551;p36">
                <a:extLst>
                  <a:ext uri="{FF2B5EF4-FFF2-40B4-BE49-F238E27FC236}">
                    <a16:creationId xmlns:a16="http://schemas.microsoft.com/office/drawing/2014/main" id="{ABF15E2D-83BA-120A-F493-5B454ECBF85C}"/>
                  </a:ext>
                </a:extLst>
              </p:cNvPr>
              <p:cNvSpPr/>
              <p:nvPr/>
            </p:nvSpPr>
            <p:spPr>
              <a:xfrm>
                <a:off x="1182173" y="4148775"/>
                <a:ext cx="34364" cy="244575"/>
              </a:xfrm>
              <a:custGeom>
                <a:avLst/>
                <a:gdLst/>
                <a:ahLst/>
                <a:cxnLst/>
                <a:rect l="l" t="t" r="r" b="b"/>
                <a:pathLst>
                  <a:path w="822" h="9783" extrusionOk="0">
                    <a:moveTo>
                      <a:pt x="0" y="9782"/>
                    </a:moveTo>
                    <a:lnTo>
                      <a:pt x="821" y="9782"/>
                    </a:lnTo>
                    <a:lnTo>
                      <a:pt x="821"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1552;p36">
                <a:extLst>
                  <a:ext uri="{FF2B5EF4-FFF2-40B4-BE49-F238E27FC236}">
                    <a16:creationId xmlns:a16="http://schemas.microsoft.com/office/drawing/2014/main" id="{E955D1FF-80A1-8623-F4A6-AAC5F0A4B521}"/>
                  </a:ext>
                </a:extLst>
              </p:cNvPr>
              <p:cNvSpPr/>
              <p:nvPr/>
            </p:nvSpPr>
            <p:spPr>
              <a:xfrm>
                <a:off x="1393673" y="4141775"/>
                <a:ext cx="34364" cy="245025"/>
              </a:xfrm>
              <a:custGeom>
                <a:avLst/>
                <a:gdLst/>
                <a:ahLst/>
                <a:cxnLst/>
                <a:rect l="l" t="t" r="r" b="b"/>
                <a:pathLst>
                  <a:path w="822" h="9801" extrusionOk="0">
                    <a:moveTo>
                      <a:pt x="0" y="9801"/>
                    </a:moveTo>
                    <a:lnTo>
                      <a:pt x="821" y="9801"/>
                    </a:lnTo>
                    <a:lnTo>
                      <a:pt x="821"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1553;p36">
                <a:extLst>
                  <a:ext uri="{FF2B5EF4-FFF2-40B4-BE49-F238E27FC236}">
                    <a16:creationId xmlns:a16="http://schemas.microsoft.com/office/drawing/2014/main" id="{9FC08D44-AB53-513C-0F67-24176A3D431E}"/>
                  </a:ext>
                </a:extLst>
              </p:cNvPr>
              <p:cNvSpPr/>
              <p:nvPr/>
            </p:nvSpPr>
            <p:spPr>
              <a:xfrm>
                <a:off x="1605172" y="4134775"/>
                <a:ext cx="34364" cy="245025"/>
              </a:xfrm>
              <a:custGeom>
                <a:avLst/>
                <a:gdLst/>
                <a:ahLst/>
                <a:cxnLst/>
                <a:rect l="l" t="t" r="r" b="b"/>
                <a:pathLst>
                  <a:path w="822" h="9801" extrusionOk="0">
                    <a:moveTo>
                      <a:pt x="0" y="9801"/>
                    </a:moveTo>
                    <a:lnTo>
                      <a:pt x="821" y="9801"/>
                    </a:lnTo>
                    <a:lnTo>
                      <a:pt x="821"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1554;p36">
                <a:extLst>
                  <a:ext uri="{FF2B5EF4-FFF2-40B4-BE49-F238E27FC236}">
                    <a16:creationId xmlns:a16="http://schemas.microsoft.com/office/drawing/2014/main" id="{821CEC93-45C0-6A25-1AFC-F687C7AA66A6}"/>
                  </a:ext>
                </a:extLst>
              </p:cNvPr>
              <p:cNvSpPr/>
              <p:nvPr/>
            </p:nvSpPr>
            <p:spPr>
              <a:xfrm>
                <a:off x="1816672" y="4127775"/>
                <a:ext cx="33569" cy="245025"/>
              </a:xfrm>
              <a:custGeom>
                <a:avLst/>
                <a:gdLst/>
                <a:ahLst/>
                <a:cxnLst/>
                <a:rect l="l" t="t" r="r" b="b"/>
                <a:pathLst>
                  <a:path w="803" h="9801" extrusionOk="0">
                    <a:moveTo>
                      <a:pt x="0" y="9801"/>
                    </a:moveTo>
                    <a:lnTo>
                      <a:pt x="803" y="9801"/>
                    </a:lnTo>
                    <a:lnTo>
                      <a:pt x="803"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1555;p36">
                <a:extLst>
                  <a:ext uri="{FF2B5EF4-FFF2-40B4-BE49-F238E27FC236}">
                    <a16:creationId xmlns:a16="http://schemas.microsoft.com/office/drawing/2014/main" id="{17F48074-A7B8-B7E4-9965-00271F503D4E}"/>
                  </a:ext>
                </a:extLst>
              </p:cNvPr>
              <p:cNvSpPr/>
              <p:nvPr/>
            </p:nvSpPr>
            <p:spPr>
              <a:xfrm>
                <a:off x="2027377" y="4121225"/>
                <a:ext cx="34364" cy="244575"/>
              </a:xfrm>
              <a:custGeom>
                <a:avLst/>
                <a:gdLst/>
                <a:ahLst/>
                <a:cxnLst/>
                <a:rect l="l" t="t" r="r" b="b"/>
                <a:pathLst>
                  <a:path w="822" h="9783" extrusionOk="0">
                    <a:moveTo>
                      <a:pt x="0" y="9783"/>
                    </a:moveTo>
                    <a:lnTo>
                      <a:pt x="822" y="9783"/>
                    </a:lnTo>
                    <a:lnTo>
                      <a:pt x="822"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1556;p36">
                <a:extLst>
                  <a:ext uri="{FF2B5EF4-FFF2-40B4-BE49-F238E27FC236}">
                    <a16:creationId xmlns:a16="http://schemas.microsoft.com/office/drawing/2014/main" id="{52C0F10A-12FB-E6F4-E6A1-534E17EF31E1}"/>
                  </a:ext>
                </a:extLst>
              </p:cNvPr>
              <p:cNvSpPr/>
              <p:nvPr/>
            </p:nvSpPr>
            <p:spPr>
              <a:xfrm>
                <a:off x="2238877" y="4114225"/>
                <a:ext cx="34364" cy="245050"/>
              </a:xfrm>
              <a:custGeom>
                <a:avLst/>
                <a:gdLst/>
                <a:ahLst/>
                <a:cxnLst/>
                <a:rect l="l" t="t" r="r" b="b"/>
                <a:pathLst>
                  <a:path w="822" h="9802" extrusionOk="0">
                    <a:moveTo>
                      <a:pt x="0" y="9801"/>
                    </a:moveTo>
                    <a:lnTo>
                      <a:pt x="822" y="9801"/>
                    </a:lnTo>
                    <a:lnTo>
                      <a:pt x="822"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1557;p36">
                <a:extLst>
                  <a:ext uri="{FF2B5EF4-FFF2-40B4-BE49-F238E27FC236}">
                    <a16:creationId xmlns:a16="http://schemas.microsoft.com/office/drawing/2014/main" id="{13607C2D-15B6-2269-701A-421DD1927134}"/>
                  </a:ext>
                </a:extLst>
              </p:cNvPr>
              <p:cNvSpPr/>
              <p:nvPr/>
            </p:nvSpPr>
            <p:spPr>
              <a:xfrm>
                <a:off x="2450377" y="4107225"/>
                <a:ext cx="34364" cy="245050"/>
              </a:xfrm>
              <a:custGeom>
                <a:avLst/>
                <a:gdLst/>
                <a:ahLst/>
                <a:cxnLst/>
                <a:rect l="l" t="t" r="r" b="b"/>
                <a:pathLst>
                  <a:path w="822" h="9802" extrusionOk="0">
                    <a:moveTo>
                      <a:pt x="0" y="9801"/>
                    </a:moveTo>
                    <a:lnTo>
                      <a:pt x="822" y="9801"/>
                    </a:lnTo>
                    <a:lnTo>
                      <a:pt x="822"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1558;p36">
                <a:extLst>
                  <a:ext uri="{FF2B5EF4-FFF2-40B4-BE49-F238E27FC236}">
                    <a16:creationId xmlns:a16="http://schemas.microsoft.com/office/drawing/2014/main" id="{EAD57549-8981-6B50-6A9F-1397E63C8317}"/>
                  </a:ext>
                </a:extLst>
              </p:cNvPr>
              <p:cNvSpPr/>
              <p:nvPr/>
            </p:nvSpPr>
            <p:spPr>
              <a:xfrm>
                <a:off x="2661876" y="4100225"/>
                <a:ext cx="34364" cy="245050"/>
              </a:xfrm>
              <a:custGeom>
                <a:avLst/>
                <a:gdLst/>
                <a:ahLst/>
                <a:cxnLst/>
                <a:rect l="l" t="t" r="r" b="b"/>
                <a:pathLst>
                  <a:path w="822" h="9802" extrusionOk="0">
                    <a:moveTo>
                      <a:pt x="0" y="9801"/>
                    </a:moveTo>
                    <a:lnTo>
                      <a:pt x="822" y="9801"/>
                    </a:lnTo>
                    <a:lnTo>
                      <a:pt x="822"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1559;p36">
                <a:extLst>
                  <a:ext uri="{FF2B5EF4-FFF2-40B4-BE49-F238E27FC236}">
                    <a16:creationId xmlns:a16="http://schemas.microsoft.com/office/drawing/2014/main" id="{D13F7B01-F709-6164-5BFB-F31D4454ED29}"/>
                  </a:ext>
                </a:extLst>
              </p:cNvPr>
              <p:cNvSpPr/>
              <p:nvPr/>
            </p:nvSpPr>
            <p:spPr>
              <a:xfrm>
                <a:off x="2873376" y="4093700"/>
                <a:ext cx="34364" cy="244575"/>
              </a:xfrm>
              <a:custGeom>
                <a:avLst/>
                <a:gdLst/>
                <a:ahLst/>
                <a:cxnLst/>
                <a:rect l="l" t="t" r="r" b="b"/>
                <a:pathLst>
                  <a:path w="822" h="9783" extrusionOk="0">
                    <a:moveTo>
                      <a:pt x="0" y="9782"/>
                    </a:moveTo>
                    <a:lnTo>
                      <a:pt x="822" y="9782"/>
                    </a:lnTo>
                    <a:lnTo>
                      <a:pt x="822"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1560;p36">
                <a:extLst>
                  <a:ext uri="{FF2B5EF4-FFF2-40B4-BE49-F238E27FC236}">
                    <a16:creationId xmlns:a16="http://schemas.microsoft.com/office/drawing/2014/main" id="{629235BD-D406-38DA-0108-41AE1E2A7883}"/>
                  </a:ext>
                </a:extLst>
              </p:cNvPr>
              <p:cNvSpPr/>
              <p:nvPr/>
            </p:nvSpPr>
            <p:spPr>
              <a:xfrm>
                <a:off x="3084876" y="4086700"/>
                <a:ext cx="33611" cy="245050"/>
              </a:xfrm>
              <a:custGeom>
                <a:avLst/>
                <a:gdLst/>
                <a:ahLst/>
                <a:cxnLst/>
                <a:rect l="l" t="t" r="r" b="b"/>
                <a:pathLst>
                  <a:path w="804" h="9802" extrusionOk="0">
                    <a:moveTo>
                      <a:pt x="0" y="9801"/>
                    </a:moveTo>
                    <a:lnTo>
                      <a:pt x="803" y="9801"/>
                    </a:lnTo>
                    <a:lnTo>
                      <a:pt x="803"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1561;p36">
                <a:extLst>
                  <a:ext uri="{FF2B5EF4-FFF2-40B4-BE49-F238E27FC236}">
                    <a16:creationId xmlns:a16="http://schemas.microsoft.com/office/drawing/2014/main" id="{508D0919-FB4B-B97F-2D0F-3F1060A372EA}"/>
                  </a:ext>
                </a:extLst>
              </p:cNvPr>
              <p:cNvSpPr/>
              <p:nvPr/>
            </p:nvSpPr>
            <p:spPr>
              <a:xfrm>
                <a:off x="3296375" y="4079700"/>
                <a:ext cx="33611" cy="245050"/>
              </a:xfrm>
              <a:custGeom>
                <a:avLst/>
                <a:gdLst/>
                <a:ahLst/>
                <a:cxnLst/>
                <a:rect l="l" t="t" r="r" b="b"/>
                <a:pathLst>
                  <a:path w="804" h="9802" extrusionOk="0">
                    <a:moveTo>
                      <a:pt x="0" y="9801"/>
                    </a:moveTo>
                    <a:lnTo>
                      <a:pt x="803" y="9801"/>
                    </a:lnTo>
                    <a:lnTo>
                      <a:pt x="803"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1562;p36">
                <a:extLst>
                  <a:ext uri="{FF2B5EF4-FFF2-40B4-BE49-F238E27FC236}">
                    <a16:creationId xmlns:a16="http://schemas.microsoft.com/office/drawing/2014/main" id="{0630A504-6226-C0AD-2AEF-87DF59999BB3}"/>
                  </a:ext>
                </a:extLst>
              </p:cNvPr>
              <p:cNvSpPr/>
              <p:nvPr/>
            </p:nvSpPr>
            <p:spPr>
              <a:xfrm>
                <a:off x="3507081" y="4072700"/>
                <a:ext cx="34406" cy="245025"/>
              </a:xfrm>
              <a:custGeom>
                <a:avLst/>
                <a:gdLst/>
                <a:ahLst/>
                <a:cxnLst/>
                <a:rect l="l" t="t" r="r" b="b"/>
                <a:pathLst>
                  <a:path w="823" h="9801" extrusionOk="0">
                    <a:moveTo>
                      <a:pt x="1" y="9801"/>
                    </a:moveTo>
                    <a:lnTo>
                      <a:pt x="822" y="9801"/>
                    </a:lnTo>
                    <a:lnTo>
                      <a:pt x="822" y="0"/>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1563;p36">
                <a:extLst>
                  <a:ext uri="{FF2B5EF4-FFF2-40B4-BE49-F238E27FC236}">
                    <a16:creationId xmlns:a16="http://schemas.microsoft.com/office/drawing/2014/main" id="{674B3B94-EC8B-089E-3AB5-1D0512CBD38E}"/>
                  </a:ext>
                </a:extLst>
              </p:cNvPr>
              <p:cNvSpPr/>
              <p:nvPr/>
            </p:nvSpPr>
            <p:spPr>
              <a:xfrm>
                <a:off x="3718580" y="4066175"/>
                <a:ext cx="34406" cy="244550"/>
              </a:xfrm>
              <a:custGeom>
                <a:avLst/>
                <a:gdLst/>
                <a:ahLst/>
                <a:cxnLst/>
                <a:rect l="l" t="t" r="r" b="b"/>
                <a:pathLst>
                  <a:path w="823" h="9782" extrusionOk="0">
                    <a:moveTo>
                      <a:pt x="1" y="9782"/>
                    </a:moveTo>
                    <a:lnTo>
                      <a:pt x="822" y="9782"/>
                    </a:lnTo>
                    <a:lnTo>
                      <a:pt x="822" y="0"/>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1564;p36">
                <a:extLst>
                  <a:ext uri="{FF2B5EF4-FFF2-40B4-BE49-F238E27FC236}">
                    <a16:creationId xmlns:a16="http://schemas.microsoft.com/office/drawing/2014/main" id="{37255BB0-0EFE-2FF9-24F4-9B4351C6DA55}"/>
                  </a:ext>
                </a:extLst>
              </p:cNvPr>
              <p:cNvSpPr/>
              <p:nvPr/>
            </p:nvSpPr>
            <p:spPr>
              <a:xfrm>
                <a:off x="3930080" y="4059150"/>
                <a:ext cx="34406" cy="245050"/>
              </a:xfrm>
              <a:custGeom>
                <a:avLst/>
                <a:gdLst/>
                <a:ahLst/>
                <a:cxnLst/>
                <a:rect l="l" t="t" r="r" b="b"/>
                <a:pathLst>
                  <a:path w="823" h="9802" extrusionOk="0">
                    <a:moveTo>
                      <a:pt x="1" y="9802"/>
                    </a:moveTo>
                    <a:lnTo>
                      <a:pt x="822" y="9802"/>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1565;p36">
                <a:extLst>
                  <a:ext uri="{FF2B5EF4-FFF2-40B4-BE49-F238E27FC236}">
                    <a16:creationId xmlns:a16="http://schemas.microsoft.com/office/drawing/2014/main" id="{D3E8D6F9-0F4F-66E4-0BAA-AED624483F46}"/>
                  </a:ext>
                </a:extLst>
              </p:cNvPr>
              <p:cNvSpPr/>
              <p:nvPr/>
            </p:nvSpPr>
            <p:spPr>
              <a:xfrm>
                <a:off x="4141580" y="4052150"/>
                <a:ext cx="34406" cy="245050"/>
              </a:xfrm>
              <a:custGeom>
                <a:avLst/>
                <a:gdLst/>
                <a:ahLst/>
                <a:cxnLst/>
                <a:rect l="l" t="t" r="r" b="b"/>
                <a:pathLst>
                  <a:path w="823" h="9802" extrusionOk="0">
                    <a:moveTo>
                      <a:pt x="1" y="9802"/>
                    </a:moveTo>
                    <a:lnTo>
                      <a:pt x="822" y="9802"/>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1566;p36">
                <a:extLst>
                  <a:ext uri="{FF2B5EF4-FFF2-40B4-BE49-F238E27FC236}">
                    <a16:creationId xmlns:a16="http://schemas.microsoft.com/office/drawing/2014/main" id="{A0F64FCE-F14A-595A-3649-EA9ACABCC7CD}"/>
                  </a:ext>
                </a:extLst>
              </p:cNvPr>
              <p:cNvSpPr/>
              <p:nvPr/>
            </p:nvSpPr>
            <p:spPr>
              <a:xfrm>
                <a:off x="4353079" y="4045625"/>
                <a:ext cx="33611" cy="244575"/>
              </a:xfrm>
              <a:custGeom>
                <a:avLst/>
                <a:gdLst/>
                <a:ahLst/>
                <a:cxnLst/>
                <a:rect l="l" t="t" r="r" b="b"/>
                <a:pathLst>
                  <a:path w="804" h="9783" extrusionOk="0">
                    <a:moveTo>
                      <a:pt x="1" y="9783"/>
                    </a:moveTo>
                    <a:lnTo>
                      <a:pt x="804" y="9783"/>
                    </a:lnTo>
                    <a:lnTo>
                      <a:pt x="804"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1567;p36">
                <a:extLst>
                  <a:ext uri="{FF2B5EF4-FFF2-40B4-BE49-F238E27FC236}">
                    <a16:creationId xmlns:a16="http://schemas.microsoft.com/office/drawing/2014/main" id="{A0A93F4B-B717-5CE1-95BF-FE883BDD1637}"/>
                  </a:ext>
                </a:extLst>
              </p:cNvPr>
              <p:cNvSpPr/>
              <p:nvPr/>
            </p:nvSpPr>
            <p:spPr>
              <a:xfrm>
                <a:off x="4564579" y="4038625"/>
                <a:ext cx="33611" cy="244575"/>
              </a:xfrm>
              <a:custGeom>
                <a:avLst/>
                <a:gdLst/>
                <a:ahLst/>
                <a:cxnLst/>
                <a:rect l="l" t="t" r="r" b="b"/>
                <a:pathLst>
                  <a:path w="804" h="9783" extrusionOk="0">
                    <a:moveTo>
                      <a:pt x="1" y="9783"/>
                    </a:moveTo>
                    <a:lnTo>
                      <a:pt x="804" y="9783"/>
                    </a:lnTo>
                    <a:lnTo>
                      <a:pt x="804"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1568;p36">
                <a:extLst>
                  <a:ext uri="{FF2B5EF4-FFF2-40B4-BE49-F238E27FC236}">
                    <a16:creationId xmlns:a16="http://schemas.microsoft.com/office/drawing/2014/main" id="{80B9A5F1-9CFD-253E-40E3-CB3182A9EFA1}"/>
                  </a:ext>
                </a:extLst>
              </p:cNvPr>
              <p:cNvSpPr/>
              <p:nvPr/>
            </p:nvSpPr>
            <p:spPr>
              <a:xfrm>
                <a:off x="4775326" y="4031625"/>
                <a:ext cx="34364" cy="245050"/>
              </a:xfrm>
              <a:custGeom>
                <a:avLst/>
                <a:gdLst/>
                <a:ahLst/>
                <a:cxnLst/>
                <a:rect l="l" t="t" r="r" b="b"/>
                <a:pathLst>
                  <a:path w="822" h="9802" extrusionOk="0">
                    <a:moveTo>
                      <a:pt x="0" y="9801"/>
                    </a:moveTo>
                    <a:lnTo>
                      <a:pt x="822" y="9801"/>
                    </a:lnTo>
                    <a:lnTo>
                      <a:pt x="822"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1569;p36">
                <a:extLst>
                  <a:ext uri="{FF2B5EF4-FFF2-40B4-BE49-F238E27FC236}">
                    <a16:creationId xmlns:a16="http://schemas.microsoft.com/office/drawing/2014/main" id="{80AFE46F-70AB-3B41-E4B9-4785604ABD46}"/>
                  </a:ext>
                </a:extLst>
              </p:cNvPr>
              <p:cNvSpPr/>
              <p:nvPr/>
            </p:nvSpPr>
            <p:spPr>
              <a:xfrm>
                <a:off x="4986826" y="4024625"/>
                <a:ext cx="34364" cy="245050"/>
              </a:xfrm>
              <a:custGeom>
                <a:avLst/>
                <a:gdLst/>
                <a:ahLst/>
                <a:cxnLst/>
                <a:rect l="l" t="t" r="r" b="b"/>
                <a:pathLst>
                  <a:path w="822" h="9802" extrusionOk="0">
                    <a:moveTo>
                      <a:pt x="0" y="9801"/>
                    </a:moveTo>
                    <a:lnTo>
                      <a:pt x="822" y="9801"/>
                    </a:lnTo>
                    <a:lnTo>
                      <a:pt x="822"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1570;p36">
                <a:extLst>
                  <a:ext uri="{FF2B5EF4-FFF2-40B4-BE49-F238E27FC236}">
                    <a16:creationId xmlns:a16="http://schemas.microsoft.com/office/drawing/2014/main" id="{E152E664-9E28-F0EE-0629-5A309BBA778A}"/>
                  </a:ext>
                </a:extLst>
              </p:cNvPr>
              <p:cNvSpPr/>
              <p:nvPr/>
            </p:nvSpPr>
            <p:spPr>
              <a:xfrm>
                <a:off x="5198325" y="4018100"/>
                <a:ext cx="34364" cy="244575"/>
              </a:xfrm>
              <a:custGeom>
                <a:avLst/>
                <a:gdLst/>
                <a:ahLst/>
                <a:cxnLst/>
                <a:rect l="l" t="t" r="r" b="b"/>
                <a:pathLst>
                  <a:path w="822" h="9783" extrusionOk="0">
                    <a:moveTo>
                      <a:pt x="0" y="9782"/>
                    </a:moveTo>
                    <a:lnTo>
                      <a:pt x="822" y="9782"/>
                    </a:lnTo>
                    <a:lnTo>
                      <a:pt x="822"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1571;p36">
                <a:extLst>
                  <a:ext uri="{FF2B5EF4-FFF2-40B4-BE49-F238E27FC236}">
                    <a16:creationId xmlns:a16="http://schemas.microsoft.com/office/drawing/2014/main" id="{7B7FE93C-AAD0-3DF4-0AD6-75F0B1E55A4C}"/>
                  </a:ext>
                </a:extLst>
              </p:cNvPr>
              <p:cNvSpPr/>
              <p:nvPr/>
            </p:nvSpPr>
            <p:spPr>
              <a:xfrm>
                <a:off x="5409825" y="4011100"/>
                <a:ext cx="34364" cy="245025"/>
              </a:xfrm>
              <a:custGeom>
                <a:avLst/>
                <a:gdLst/>
                <a:ahLst/>
                <a:cxnLst/>
                <a:rect l="l" t="t" r="r" b="b"/>
                <a:pathLst>
                  <a:path w="822" h="9801" extrusionOk="0">
                    <a:moveTo>
                      <a:pt x="0" y="9801"/>
                    </a:moveTo>
                    <a:lnTo>
                      <a:pt x="822" y="9801"/>
                    </a:lnTo>
                    <a:lnTo>
                      <a:pt x="822"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1572;p36">
                <a:extLst>
                  <a:ext uri="{FF2B5EF4-FFF2-40B4-BE49-F238E27FC236}">
                    <a16:creationId xmlns:a16="http://schemas.microsoft.com/office/drawing/2014/main" id="{9C8806CA-6DB7-3A2B-AEBE-89036BEE2125}"/>
                  </a:ext>
                </a:extLst>
              </p:cNvPr>
              <p:cNvSpPr/>
              <p:nvPr/>
            </p:nvSpPr>
            <p:spPr>
              <a:xfrm>
                <a:off x="5621325" y="4004100"/>
                <a:ext cx="34364" cy="245025"/>
              </a:xfrm>
              <a:custGeom>
                <a:avLst/>
                <a:gdLst/>
                <a:ahLst/>
                <a:cxnLst/>
                <a:rect l="l" t="t" r="r" b="b"/>
                <a:pathLst>
                  <a:path w="822" h="9801" extrusionOk="0">
                    <a:moveTo>
                      <a:pt x="0" y="9801"/>
                    </a:moveTo>
                    <a:lnTo>
                      <a:pt x="822" y="9801"/>
                    </a:lnTo>
                    <a:lnTo>
                      <a:pt x="822"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1573;p36">
                <a:extLst>
                  <a:ext uri="{FF2B5EF4-FFF2-40B4-BE49-F238E27FC236}">
                    <a16:creationId xmlns:a16="http://schemas.microsoft.com/office/drawing/2014/main" id="{1F812F73-75FC-56CF-B1BC-EEBDE508F871}"/>
                  </a:ext>
                </a:extLst>
              </p:cNvPr>
              <p:cNvSpPr/>
              <p:nvPr/>
            </p:nvSpPr>
            <p:spPr>
              <a:xfrm>
                <a:off x="5832824" y="3997100"/>
                <a:ext cx="33569" cy="245025"/>
              </a:xfrm>
              <a:custGeom>
                <a:avLst/>
                <a:gdLst/>
                <a:ahLst/>
                <a:cxnLst/>
                <a:rect l="l" t="t" r="r" b="b"/>
                <a:pathLst>
                  <a:path w="803" h="9801" extrusionOk="0">
                    <a:moveTo>
                      <a:pt x="0" y="9801"/>
                    </a:moveTo>
                    <a:lnTo>
                      <a:pt x="803" y="9801"/>
                    </a:lnTo>
                    <a:lnTo>
                      <a:pt x="803"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1574;p36">
                <a:extLst>
                  <a:ext uri="{FF2B5EF4-FFF2-40B4-BE49-F238E27FC236}">
                    <a16:creationId xmlns:a16="http://schemas.microsoft.com/office/drawing/2014/main" id="{970D8F09-9616-FD8C-163A-07B551854C90}"/>
                  </a:ext>
                </a:extLst>
              </p:cNvPr>
              <p:cNvSpPr/>
              <p:nvPr/>
            </p:nvSpPr>
            <p:spPr>
              <a:xfrm>
                <a:off x="6043530" y="3990550"/>
                <a:ext cx="34364" cy="244575"/>
              </a:xfrm>
              <a:custGeom>
                <a:avLst/>
                <a:gdLst/>
                <a:ahLst/>
                <a:cxnLst/>
                <a:rect l="l" t="t" r="r" b="b"/>
                <a:pathLst>
                  <a:path w="822" h="9783" extrusionOk="0">
                    <a:moveTo>
                      <a:pt x="1" y="9783"/>
                    </a:moveTo>
                    <a:lnTo>
                      <a:pt x="822" y="9783"/>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1575;p36">
                <a:extLst>
                  <a:ext uri="{FF2B5EF4-FFF2-40B4-BE49-F238E27FC236}">
                    <a16:creationId xmlns:a16="http://schemas.microsoft.com/office/drawing/2014/main" id="{8065F89C-19FC-46AB-0FD9-6845F426B129}"/>
                  </a:ext>
                </a:extLst>
              </p:cNvPr>
              <p:cNvSpPr/>
              <p:nvPr/>
            </p:nvSpPr>
            <p:spPr>
              <a:xfrm>
                <a:off x="6255029" y="3983550"/>
                <a:ext cx="34364" cy="245050"/>
              </a:xfrm>
              <a:custGeom>
                <a:avLst/>
                <a:gdLst/>
                <a:ahLst/>
                <a:cxnLst/>
                <a:rect l="l" t="t" r="r" b="b"/>
                <a:pathLst>
                  <a:path w="822" h="9802" extrusionOk="0">
                    <a:moveTo>
                      <a:pt x="1" y="9801"/>
                    </a:moveTo>
                    <a:lnTo>
                      <a:pt x="822" y="9801"/>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1576;p36">
                <a:extLst>
                  <a:ext uri="{FF2B5EF4-FFF2-40B4-BE49-F238E27FC236}">
                    <a16:creationId xmlns:a16="http://schemas.microsoft.com/office/drawing/2014/main" id="{CA4FC64A-807B-AA7E-598D-9AC737203AA9}"/>
                  </a:ext>
                </a:extLst>
              </p:cNvPr>
              <p:cNvSpPr/>
              <p:nvPr/>
            </p:nvSpPr>
            <p:spPr>
              <a:xfrm>
                <a:off x="6466529" y="3976550"/>
                <a:ext cx="34364" cy="245050"/>
              </a:xfrm>
              <a:custGeom>
                <a:avLst/>
                <a:gdLst/>
                <a:ahLst/>
                <a:cxnLst/>
                <a:rect l="l" t="t" r="r" b="b"/>
                <a:pathLst>
                  <a:path w="822" h="9802" extrusionOk="0">
                    <a:moveTo>
                      <a:pt x="1" y="9801"/>
                    </a:moveTo>
                    <a:lnTo>
                      <a:pt x="822" y="9801"/>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1577;p36">
                <a:extLst>
                  <a:ext uri="{FF2B5EF4-FFF2-40B4-BE49-F238E27FC236}">
                    <a16:creationId xmlns:a16="http://schemas.microsoft.com/office/drawing/2014/main" id="{015A2890-5B00-8FC0-FAB1-12F96BFD4AAF}"/>
                  </a:ext>
                </a:extLst>
              </p:cNvPr>
              <p:cNvSpPr/>
              <p:nvPr/>
            </p:nvSpPr>
            <p:spPr>
              <a:xfrm>
                <a:off x="6678029" y="3969550"/>
                <a:ext cx="34364" cy="245050"/>
              </a:xfrm>
              <a:custGeom>
                <a:avLst/>
                <a:gdLst/>
                <a:ahLst/>
                <a:cxnLst/>
                <a:rect l="l" t="t" r="r" b="b"/>
                <a:pathLst>
                  <a:path w="822" h="9802" extrusionOk="0">
                    <a:moveTo>
                      <a:pt x="1" y="9801"/>
                    </a:moveTo>
                    <a:lnTo>
                      <a:pt x="822" y="9801"/>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1578;p36">
                <a:extLst>
                  <a:ext uri="{FF2B5EF4-FFF2-40B4-BE49-F238E27FC236}">
                    <a16:creationId xmlns:a16="http://schemas.microsoft.com/office/drawing/2014/main" id="{B746C29D-2422-BCF3-8FA7-52B1434B55E0}"/>
                  </a:ext>
                </a:extLst>
              </p:cNvPr>
              <p:cNvSpPr/>
              <p:nvPr/>
            </p:nvSpPr>
            <p:spPr>
              <a:xfrm>
                <a:off x="6889528" y="3963025"/>
                <a:ext cx="34364" cy="244575"/>
              </a:xfrm>
              <a:custGeom>
                <a:avLst/>
                <a:gdLst/>
                <a:ahLst/>
                <a:cxnLst/>
                <a:rect l="l" t="t" r="r" b="b"/>
                <a:pathLst>
                  <a:path w="822" h="9783" extrusionOk="0">
                    <a:moveTo>
                      <a:pt x="1" y="9782"/>
                    </a:moveTo>
                    <a:lnTo>
                      <a:pt x="822" y="9782"/>
                    </a:lnTo>
                    <a:lnTo>
                      <a:pt x="822" y="0"/>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1579;p36">
                <a:extLst>
                  <a:ext uri="{FF2B5EF4-FFF2-40B4-BE49-F238E27FC236}">
                    <a16:creationId xmlns:a16="http://schemas.microsoft.com/office/drawing/2014/main" id="{58589DE5-3828-B67F-32D1-4FFBAE797550}"/>
                  </a:ext>
                </a:extLst>
              </p:cNvPr>
              <p:cNvSpPr/>
              <p:nvPr/>
            </p:nvSpPr>
            <p:spPr>
              <a:xfrm>
                <a:off x="7101028" y="3956025"/>
                <a:ext cx="33611" cy="245050"/>
              </a:xfrm>
              <a:custGeom>
                <a:avLst/>
                <a:gdLst/>
                <a:ahLst/>
                <a:cxnLst/>
                <a:rect l="l" t="t" r="r" b="b"/>
                <a:pathLst>
                  <a:path w="804" h="9802" extrusionOk="0">
                    <a:moveTo>
                      <a:pt x="1" y="9801"/>
                    </a:moveTo>
                    <a:lnTo>
                      <a:pt x="803" y="9801"/>
                    </a:lnTo>
                    <a:lnTo>
                      <a:pt x="803" y="0"/>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1580;p36">
                <a:extLst>
                  <a:ext uri="{FF2B5EF4-FFF2-40B4-BE49-F238E27FC236}">
                    <a16:creationId xmlns:a16="http://schemas.microsoft.com/office/drawing/2014/main" id="{AF54A099-F59F-BFFA-8F1A-151B512738FA}"/>
                  </a:ext>
                </a:extLst>
              </p:cNvPr>
              <p:cNvSpPr/>
              <p:nvPr/>
            </p:nvSpPr>
            <p:spPr>
              <a:xfrm>
                <a:off x="7311733" y="3949025"/>
                <a:ext cx="34406" cy="245050"/>
              </a:xfrm>
              <a:custGeom>
                <a:avLst/>
                <a:gdLst/>
                <a:ahLst/>
                <a:cxnLst/>
                <a:rect l="l" t="t" r="r" b="b"/>
                <a:pathLst>
                  <a:path w="823" h="9802" extrusionOk="0">
                    <a:moveTo>
                      <a:pt x="1" y="9801"/>
                    </a:moveTo>
                    <a:lnTo>
                      <a:pt x="822" y="9801"/>
                    </a:lnTo>
                    <a:lnTo>
                      <a:pt x="822" y="0"/>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1581;p36">
                <a:extLst>
                  <a:ext uri="{FF2B5EF4-FFF2-40B4-BE49-F238E27FC236}">
                    <a16:creationId xmlns:a16="http://schemas.microsoft.com/office/drawing/2014/main" id="{622AC911-DA3D-B31E-E4CB-F18DB2DFFE78}"/>
                  </a:ext>
                </a:extLst>
              </p:cNvPr>
              <p:cNvSpPr/>
              <p:nvPr/>
            </p:nvSpPr>
            <p:spPr>
              <a:xfrm>
                <a:off x="7523233" y="3942025"/>
                <a:ext cx="34406" cy="245025"/>
              </a:xfrm>
              <a:custGeom>
                <a:avLst/>
                <a:gdLst/>
                <a:ahLst/>
                <a:cxnLst/>
                <a:rect l="l" t="t" r="r" b="b"/>
                <a:pathLst>
                  <a:path w="823" h="9801" extrusionOk="0">
                    <a:moveTo>
                      <a:pt x="1" y="9801"/>
                    </a:moveTo>
                    <a:lnTo>
                      <a:pt x="822" y="9801"/>
                    </a:lnTo>
                    <a:lnTo>
                      <a:pt x="822" y="0"/>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1582;p36">
                <a:extLst>
                  <a:ext uri="{FF2B5EF4-FFF2-40B4-BE49-F238E27FC236}">
                    <a16:creationId xmlns:a16="http://schemas.microsoft.com/office/drawing/2014/main" id="{119CA331-106D-EE9D-22B6-05DAF5237054}"/>
                  </a:ext>
                </a:extLst>
              </p:cNvPr>
              <p:cNvSpPr/>
              <p:nvPr/>
            </p:nvSpPr>
            <p:spPr>
              <a:xfrm>
                <a:off x="7734733" y="3935475"/>
                <a:ext cx="34406" cy="244575"/>
              </a:xfrm>
              <a:custGeom>
                <a:avLst/>
                <a:gdLst/>
                <a:ahLst/>
                <a:cxnLst/>
                <a:rect l="l" t="t" r="r" b="b"/>
                <a:pathLst>
                  <a:path w="823" h="9783" extrusionOk="0">
                    <a:moveTo>
                      <a:pt x="1" y="9783"/>
                    </a:moveTo>
                    <a:lnTo>
                      <a:pt x="822" y="9783"/>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1583;p36">
                <a:extLst>
                  <a:ext uri="{FF2B5EF4-FFF2-40B4-BE49-F238E27FC236}">
                    <a16:creationId xmlns:a16="http://schemas.microsoft.com/office/drawing/2014/main" id="{20DBB625-0D7A-C5BC-656B-54985E937942}"/>
                  </a:ext>
                </a:extLst>
              </p:cNvPr>
              <p:cNvSpPr/>
              <p:nvPr/>
            </p:nvSpPr>
            <p:spPr>
              <a:xfrm>
                <a:off x="7946232" y="3928475"/>
                <a:ext cx="34406" cy="245050"/>
              </a:xfrm>
              <a:custGeom>
                <a:avLst/>
                <a:gdLst/>
                <a:ahLst/>
                <a:cxnLst/>
                <a:rect l="l" t="t" r="r" b="b"/>
                <a:pathLst>
                  <a:path w="823" h="9802" extrusionOk="0">
                    <a:moveTo>
                      <a:pt x="1" y="9802"/>
                    </a:moveTo>
                    <a:lnTo>
                      <a:pt x="822" y="9802"/>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1584;p36">
                <a:extLst>
                  <a:ext uri="{FF2B5EF4-FFF2-40B4-BE49-F238E27FC236}">
                    <a16:creationId xmlns:a16="http://schemas.microsoft.com/office/drawing/2014/main" id="{A85001E0-C7A0-41B3-02C9-C8E6C8C8CACD}"/>
                  </a:ext>
                </a:extLst>
              </p:cNvPr>
              <p:cNvSpPr/>
              <p:nvPr/>
            </p:nvSpPr>
            <p:spPr>
              <a:xfrm>
                <a:off x="8157732" y="3921475"/>
                <a:ext cx="34406" cy="245050"/>
              </a:xfrm>
              <a:custGeom>
                <a:avLst/>
                <a:gdLst/>
                <a:ahLst/>
                <a:cxnLst/>
                <a:rect l="l" t="t" r="r" b="b"/>
                <a:pathLst>
                  <a:path w="823" h="9802" extrusionOk="0">
                    <a:moveTo>
                      <a:pt x="1" y="9802"/>
                    </a:moveTo>
                    <a:lnTo>
                      <a:pt x="822" y="9802"/>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1585;p36">
                <a:extLst>
                  <a:ext uri="{FF2B5EF4-FFF2-40B4-BE49-F238E27FC236}">
                    <a16:creationId xmlns:a16="http://schemas.microsoft.com/office/drawing/2014/main" id="{8694BE50-6CCE-FC56-4A1F-D91FB472002A}"/>
                  </a:ext>
                </a:extLst>
              </p:cNvPr>
              <p:cNvSpPr/>
              <p:nvPr/>
            </p:nvSpPr>
            <p:spPr>
              <a:xfrm>
                <a:off x="8369232" y="3914475"/>
                <a:ext cx="33611" cy="245050"/>
              </a:xfrm>
              <a:custGeom>
                <a:avLst/>
                <a:gdLst/>
                <a:ahLst/>
                <a:cxnLst/>
                <a:rect l="l" t="t" r="r" b="b"/>
                <a:pathLst>
                  <a:path w="804" h="9802" extrusionOk="0">
                    <a:moveTo>
                      <a:pt x="1" y="9802"/>
                    </a:moveTo>
                    <a:lnTo>
                      <a:pt x="804" y="9802"/>
                    </a:lnTo>
                    <a:lnTo>
                      <a:pt x="804"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1586;p36">
                <a:extLst>
                  <a:ext uri="{FF2B5EF4-FFF2-40B4-BE49-F238E27FC236}">
                    <a16:creationId xmlns:a16="http://schemas.microsoft.com/office/drawing/2014/main" id="{832547ED-E639-099B-74BD-5D535B337BDB}"/>
                  </a:ext>
                </a:extLst>
              </p:cNvPr>
              <p:cNvSpPr/>
              <p:nvPr/>
            </p:nvSpPr>
            <p:spPr>
              <a:xfrm>
                <a:off x="8580773" y="3907950"/>
                <a:ext cx="33569" cy="244575"/>
              </a:xfrm>
              <a:custGeom>
                <a:avLst/>
                <a:gdLst/>
                <a:ahLst/>
                <a:cxnLst/>
                <a:rect l="l" t="t" r="r" b="b"/>
                <a:pathLst>
                  <a:path w="803" h="9783" extrusionOk="0">
                    <a:moveTo>
                      <a:pt x="0" y="9783"/>
                    </a:moveTo>
                    <a:lnTo>
                      <a:pt x="803" y="9783"/>
                    </a:lnTo>
                    <a:lnTo>
                      <a:pt x="803"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1587;p36">
                <a:extLst>
                  <a:ext uri="{FF2B5EF4-FFF2-40B4-BE49-F238E27FC236}">
                    <a16:creationId xmlns:a16="http://schemas.microsoft.com/office/drawing/2014/main" id="{BF163634-97CA-199E-C385-D04F8380AE18}"/>
                  </a:ext>
                </a:extLst>
              </p:cNvPr>
              <p:cNvSpPr/>
              <p:nvPr/>
            </p:nvSpPr>
            <p:spPr>
              <a:xfrm>
                <a:off x="8791478" y="3900950"/>
                <a:ext cx="34364" cy="245050"/>
              </a:xfrm>
              <a:custGeom>
                <a:avLst/>
                <a:gdLst/>
                <a:ahLst/>
                <a:cxnLst/>
                <a:rect l="l" t="t" r="r" b="b"/>
                <a:pathLst>
                  <a:path w="822" h="9802" extrusionOk="0">
                    <a:moveTo>
                      <a:pt x="0" y="9801"/>
                    </a:moveTo>
                    <a:lnTo>
                      <a:pt x="822" y="9801"/>
                    </a:lnTo>
                    <a:lnTo>
                      <a:pt x="822"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 name="Google Shape;1588;p36">
              <a:extLst>
                <a:ext uri="{FF2B5EF4-FFF2-40B4-BE49-F238E27FC236}">
                  <a16:creationId xmlns:a16="http://schemas.microsoft.com/office/drawing/2014/main" id="{D4E0E8B3-D0FE-0B0F-8124-70E48E9E83A3}"/>
                </a:ext>
              </a:extLst>
            </p:cNvPr>
            <p:cNvGrpSpPr/>
            <p:nvPr/>
          </p:nvGrpSpPr>
          <p:grpSpPr>
            <a:xfrm flipH="1">
              <a:off x="5406861" y="4293100"/>
              <a:ext cx="3484400" cy="973847"/>
              <a:chOff x="3379075" y="4293100"/>
              <a:chExt cx="3484400" cy="973847"/>
            </a:xfrm>
            <a:grpFill/>
          </p:grpSpPr>
          <p:sp>
            <p:nvSpPr>
              <p:cNvPr id="37" name="Google Shape;1589;p36">
                <a:extLst>
                  <a:ext uri="{FF2B5EF4-FFF2-40B4-BE49-F238E27FC236}">
                    <a16:creationId xmlns:a16="http://schemas.microsoft.com/office/drawing/2014/main" id="{4B65A2E6-99CC-233E-89B1-570887D8CFF6}"/>
                  </a:ext>
                </a:extLst>
              </p:cNvPr>
              <p:cNvSpPr/>
              <p:nvPr/>
            </p:nvSpPr>
            <p:spPr>
              <a:xfrm>
                <a:off x="6638025" y="4293100"/>
                <a:ext cx="225450" cy="266525"/>
              </a:xfrm>
              <a:custGeom>
                <a:avLst/>
                <a:gdLst/>
                <a:ahLst/>
                <a:cxnLst/>
                <a:rect l="l" t="t" r="r" b="b"/>
                <a:pathLst>
                  <a:path w="9018" h="10661" extrusionOk="0">
                    <a:moveTo>
                      <a:pt x="1" y="10660"/>
                    </a:moveTo>
                    <a:lnTo>
                      <a:pt x="9017" y="10660"/>
                    </a:lnTo>
                    <a:lnTo>
                      <a:pt x="9017"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1590;p36">
                <a:extLst>
                  <a:ext uri="{FF2B5EF4-FFF2-40B4-BE49-F238E27FC236}">
                    <a16:creationId xmlns:a16="http://schemas.microsoft.com/office/drawing/2014/main" id="{73881EA7-2037-9C35-2D49-E1E3E56D3BF0}"/>
                  </a:ext>
                </a:extLst>
              </p:cNvPr>
              <p:cNvSpPr/>
              <p:nvPr/>
            </p:nvSpPr>
            <p:spPr>
              <a:xfrm>
                <a:off x="5628575" y="4369300"/>
                <a:ext cx="225425" cy="266525"/>
              </a:xfrm>
              <a:custGeom>
                <a:avLst/>
                <a:gdLst/>
                <a:ahLst/>
                <a:cxnLst/>
                <a:rect l="l" t="t" r="r" b="b"/>
                <a:pathLst>
                  <a:path w="9017" h="10661" extrusionOk="0">
                    <a:moveTo>
                      <a:pt x="0" y="10660"/>
                    </a:moveTo>
                    <a:lnTo>
                      <a:pt x="9017" y="10660"/>
                    </a:lnTo>
                    <a:lnTo>
                      <a:pt x="9017"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1591;p36">
                <a:extLst>
                  <a:ext uri="{FF2B5EF4-FFF2-40B4-BE49-F238E27FC236}">
                    <a16:creationId xmlns:a16="http://schemas.microsoft.com/office/drawing/2014/main" id="{5906597F-259E-77AB-4774-C6A121FBFC3A}"/>
                  </a:ext>
                </a:extLst>
              </p:cNvPr>
              <p:cNvSpPr/>
              <p:nvPr/>
            </p:nvSpPr>
            <p:spPr>
              <a:xfrm>
                <a:off x="5700425" y="4473175"/>
                <a:ext cx="72850" cy="792553"/>
              </a:xfrm>
              <a:custGeom>
                <a:avLst/>
                <a:gdLst/>
                <a:ahLst/>
                <a:cxnLst/>
                <a:rect l="l" t="t" r="r" b="b"/>
                <a:pathLst>
                  <a:path w="2914" h="48780" extrusionOk="0">
                    <a:moveTo>
                      <a:pt x="1" y="48780"/>
                    </a:moveTo>
                    <a:lnTo>
                      <a:pt x="2913" y="48780"/>
                    </a:lnTo>
                    <a:lnTo>
                      <a:pt x="291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1592;p36">
                <a:extLst>
                  <a:ext uri="{FF2B5EF4-FFF2-40B4-BE49-F238E27FC236}">
                    <a16:creationId xmlns:a16="http://schemas.microsoft.com/office/drawing/2014/main" id="{716BB5B2-6607-4370-CF60-A199906CE384}"/>
                  </a:ext>
                </a:extLst>
              </p:cNvPr>
              <p:cNvSpPr/>
              <p:nvPr/>
            </p:nvSpPr>
            <p:spPr>
              <a:xfrm>
                <a:off x="4520150" y="4369300"/>
                <a:ext cx="225450" cy="266525"/>
              </a:xfrm>
              <a:custGeom>
                <a:avLst/>
                <a:gdLst/>
                <a:ahLst/>
                <a:cxnLst/>
                <a:rect l="l" t="t" r="r" b="b"/>
                <a:pathLst>
                  <a:path w="9018" h="10661" extrusionOk="0">
                    <a:moveTo>
                      <a:pt x="1" y="10660"/>
                    </a:moveTo>
                    <a:lnTo>
                      <a:pt x="9017" y="10660"/>
                    </a:lnTo>
                    <a:lnTo>
                      <a:pt x="9017"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1593;p36">
                <a:extLst>
                  <a:ext uri="{FF2B5EF4-FFF2-40B4-BE49-F238E27FC236}">
                    <a16:creationId xmlns:a16="http://schemas.microsoft.com/office/drawing/2014/main" id="{F7B7641B-A3D1-7493-357F-C2B56B795949}"/>
                  </a:ext>
                </a:extLst>
              </p:cNvPr>
              <p:cNvSpPr/>
              <p:nvPr/>
            </p:nvSpPr>
            <p:spPr>
              <a:xfrm>
                <a:off x="4592025" y="4473175"/>
                <a:ext cx="72825" cy="792553"/>
              </a:xfrm>
              <a:custGeom>
                <a:avLst/>
                <a:gdLst/>
                <a:ahLst/>
                <a:cxnLst/>
                <a:rect l="l" t="t" r="r" b="b"/>
                <a:pathLst>
                  <a:path w="2913" h="48780" extrusionOk="0">
                    <a:moveTo>
                      <a:pt x="1" y="48780"/>
                    </a:moveTo>
                    <a:lnTo>
                      <a:pt x="2913" y="48780"/>
                    </a:lnTo>
                    <a:lnTo>
                      <a:pt x="291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1594;p36">
                <a:extLst>
                  <a:ext uri="{FF2B5EF4-FFF2-40B4-BE49-F238E27FC236}">
                    <a16:creationId xmlns:a16="http://schemas.microsoft.com/office/drawing/2014/main" id="{237C0917-4C1F-3CB7-9009-B65020D7C625}"/>
                  </a:ext>
                </a:extLst>
              </p:cNvPr>
              <p:cNvSpPr/>
              <p:nvPr/>
            </p:nvSpPr>
            <p:spPr>
              <a:xfrm>
                <a:off x="3379075" y="4403850"/>
                <a:ext cx="225450" cy="262300"/>
              </a:xfrm>
              <a:custGeom>
                <a:avLst/>
                <a:gdLst/>
                <a:ahLst/>
                <a:cxnLst/>
                <a:rect l="l" t="t" r="r" b="b"/>
                <a:pathLst>
                  <a:path w="9018" h="10492" extrusionOk="0">
                    <a:moveTo>
                      <a:pt x="1" y="10492"/>
                    </a:moveTo>
                    <a:lnTo>
                      <a:pt x="9017" y="10492"/>
                    </a:lnTo>
                    <a:lnTo>
                      <a:pt x="9017" y="0"/>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1595;p36">
                <a:extLst>
                  <a:ext uri="{FF2B5EF4-FFF2-40B4-BE49-F238E27FC236}">
                    <a16:creationId xmlns:a16="http://schemas.microsoft.com/office/drawing/2014/main" id="{ADD9C7FE-1E1D-2183-835E-978789667CDE}"/>
                  </a:ext>
                </a:extLst>
              </p:cNvPr>
              <p:cNvSpPr/>
              <p:nvPr/>
            </p:nvSpPr>
            <p:spPr>
              <a:xfrm>
                <a:off x="3450950" y="4494102"/>
                <a:ext cx="72825" cy="772845"/>
              </a:xfrm>
              <a:custGeom>
                <a:avLst/>
                <a:gdLst/>
                <a:ahLst/>
                <a:cxnLst/>
                <a:rect l="l" t="t" r="r" b="b"/>
                <a:pathLst>
                  <a:path w="2913" h="47567" extrusionOk="0">
                    <a:moveTo>
                      <a:pt x="1" y="47567"/>
                    </a:moveTo>
                    <a:lnTo>
                      <a:pt x="2913" y="47567"/>
                    </a:lnTo>
                    <a:lnTo>
                      <a:pt x="291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 name="Google Shape;1596;p36">
              <a:extLst>
                <a:ext uri="{FF2B5EF4-FFF2-40B4-BE49-F238E27FC236}">
                  <a16:creationId xmlns:a16="http://schemas.microsoft.com/office/drawing/2014/main" id="{363E7CD6-0655-7712-F188-D4A1892F1A79}"/>
                </a:ext>
              </a:extLst>
            </p:cNvPr>
            <p:cNvGrpSpPr/>
            <p:nvPr/>
          </p:nvGrpSpPr>
          <p:grpSpPr>
            <a:xfrm flipH="1">
              <a:off x="-109714" y="4175950"/>
              <a:ext cx="2474925" cy="1050047"/>
              <a:chOff x="3379075" y="4216900"/>
              <a:chExt cx="2474925" cy="1050047"/>
            </a:xfrm>
            <a:grpFill/>
          </p:grpSpPr>
          <p:sp>
            <p:nvSpPr>
              <p:cNvPr id="31" name="Google Shape;1597;p36">
                <a:extLst>
                  <a:ext uri="{FF2B5EF4-FFF2-40B4-BE49-F238E27FC236}">
                    <a16:creationId xmlns:a16="http://schemas.microsoft.com/office/drawing/2014/main" id="{F3148BB1-74BB-E3AA-0F4B-C21D4AC4EB37}"/>
                  </a:ext>
                </a:extLst>
              </p:cNvPr>
              <p:cNvSpPr/>
              <p:nvPr/>
            </p:nvSpPr>
            <p:spPr>
              <a:xfrm>
                <a:off x="5628575" y="4216900"/>
                <a:ext cx="225425" cy="266525"/>
              </a:xfrm>
              <a:custGeom>
                <a:avLst/>
                <a:gdLst/>
                <a:ahLst/>
                <a:cxnLst/>
                <a:rect l="l" t="t" r="r" b="b"/>
                <a:pathLst>
                  <a:path w="9017" h="10661" extrusionOk="0">
                    <a:moveTo>
                      <a:pt x="0" y="10660"/>
                    </a:moveTo>
                    <a:lnTo>
                      <a:pt x="9017" y="10660"/>
                    </a:lnTo>
                    <a:lnTo>
                      <a:pt x="9017"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1598;p36">
                <a:extLst>
                  <a:ext uri="{FF2B5EF4-FFF2-40B4-BE49-F238E27FC236}">
                    <a16:creationId xmlns:a16="http://schemas.microsoft.com/office/drawing/2014/main" id="{D9908424-AB83-2E5A-7E1B-4F05BF8A7D8C}"/>
                  </a:ext>
                </a:extLst>
              </p:cNvPr>
              <p:cNvSpPr/>
              <p:nvPr/>
            </p:nvSpPr>
            <p:spPr>
              <a:xfrm>
                <a:off x="5700425" y="4473175"/>
                <a:ext cx="72850" cy="792553"/>
              </a:xfrm>
              <a:custGeom>
                <a:avLst/>
                <a:gdLst/>
                <a:ahLst/>
                <a:cxnLst/>
                <a:rect l="l" t="t" r="r" b="b"/>
                <a:pathLst>
                  <a:path w="2914" h="48780" extrusionOk="0">
                    <a:moveTo>
                      <a:pt x="1" y="48780"/>
                    </a:moveTo>
                    <a:lnTo>
                      <a:pt x="2913" y="48780"/>
                    </a:lnTo>
                    <a:lnTo>
                      <a:pt x="291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1599;p36">
                <a:extLst>
                  <a:ext uri="{FF2B5EF4-FFF2-40B4-BE49-F238E27FC236}">
                    <a16:creationId xmlns:a16="http://schemas.microsoft.com/office/drawing/2014/main" id="{75784BB2-2247-526C-246D-94643E0186E7}"/>
                  </a:ext>
                </a:extLst>
              </p:cNvPr>
              <p:cNvSpPr/>
              <p:nvPr/>
            </p:nvSpPr>
            <p:spPr>
              <a:xfrm>
                <a:off x="4520150" y="4216900"/>
                <a:ext cx="225450" cy="266525"/>
              </a:xfrm>
              <a:custGeom>
                <a:avLst/>
                <a:gdLst/>
                <a:ahLst/>
                <a:cxnLst/>
                <a:rect l="l" t="t" r="r" b="b"/>
                <a:pathLst>
                  <a:path w="9018" h="10661" extrusionOk="0">
                    <a:moveTo>
                      <a:pt x="1" y="10660"/>
                    </a:moveTo>
                    <a:lnTo>
                      <a:pt x="9017" y="10660"/>
                    </a:lnTo>
                    <a:lnTo>
                      <a:pt x="9017"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1600;p36">
                <a:extLst>
                  <a:ext uri="{FF2B5EF4-FFF2-40B4-BE49-F238E27FC236}">
                    <a16:creationId xmlns:a16="http://schemas.microsoft.com/office/drawing/2014/main" id="{D446ADCA-3583-B3F1-CBA3-E3DED1818624}"/>
                  </a:ext>
                </a:extLst>
              </p:cNvPr>
              <p:cNvSpPr/>
              <p:nvPr/>
            </p:nvSpPr>
            <p:spPr>
              <a:xfrm>
                <a:off x="4592025" y="4473175"/>
                <a:ext cx="72825" cy="792553"/>
              </a:xfrm>
              <a:custGeom>
                <a:avLst/>
                <a:gdLst/>
                <a:ahLst/>
                <a:cxnLst/>
                <a:rect l="l" t="t" r="r" b="b"/>
                <a:pathLst>
                  <a:path w="2913" h="48780" extrusionOk="0">
                    <a:moveTo>
                      <a:pt x="1" y="48780"/>
                    </a:moveTo>
                    <a:lnTo>
                      <a:pt x="2913" y="48780"/>
                    </a:lnTo>
                    <a:lnTo>
                      <a:pt x="291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1601;p36">
                <a:extLst>
                  <a:ext uri="{FF2B5EF4-FFF2-40B4-BE49-F238E27FC236}">
                    <a16:creationId xmlns:a16="http://schemas.microsoft.com/office/drawing/2014/main" id="{A833F2CE-8D6D-E98A-AC55-BE507902349D}"/>
                  </a:ext>
                </a:extLst>
              </p:cNvPr>
              <p:cNvSpPr/>
              <p:nvPr/>
            </p:nvSpPr>
            <p:spPr>
              <a:xfrm>
                <a:off x="3379075" y="4251450"/>
                <a:ext cx="225450" cy="262300"/>
              </a:xfrm>
              <a:custGeom>
                <a:avLst/>
                <a:gdLst/>
                <a:ahLst/>
                <a:cxnLst/>
                <a:rect l="l" t="t" r="r" b="b"/>
                <a:pathLst>
                  <a:path w="9018" h="10492" extrusionOk="0">
                    <a:moveTo>
                      <a:pt x="1" y="10492"/>
                    </a:moveTo>
                    <a:lnTo>
                      <a:pt x="9017" y="10492"/>
                    </a:lnTo>
                    <a:lnTo>
                      <a:pt x="9017" y="0"/>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1602;p36">
                <a:extLst>
                  <a:ext uri="{FF2B5EF4-FFF2-40B4-BE49-F238E27FC236}">
                    <a16:creationId xmlns:a16="http://schemas.microsoft.com/office/drawing/2014/main" id="{7B13F487-589B-FDB6-B7CE-8A0273FBA9DC}"/>
                  </a:ext>
                </a:extLst>
              </p:cNvPr>
              <p:cNvSpPr/>
              <p:nvPr/>
            </p:nvSpPr>
            <p:spPr>
              <a:xfrm>
                <a:off x="3450950" y="4494102"/>
                <a:ext cx="72825" cy="772845"/>
              </a:xfrm>
              <a:custGeom>
                <a:avLst/>
                <a:gdLst/>
                <a:ahLst/>
                <a:cxnLst/>
                <a:rect l="l" t="t" r="r" b="b"/>
                <a:pathLst>
                  <a:path w="2913" h="47567" extrusionOk="0">
                    <a:moveTo>
                      <a:pt x="1" y="47567"/>
                    </a:moveTo>
                    <a:lnTo>
                      <a:pt x="2913" y="47567"/>
                    </a:lnTo>
                    <a:lnTo>
                      <a:pt x="291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94" name="Google Shape;1117;p30">
            <a:extLst>
              <a:ext uri="{FF2B5EF4-FFF2-40B4-BE49-F238E27FC236}">
                <a16:creationId xmlns:a16="http://schemas.microsoft.com/office/drawing/2014/main" id="{FA997088-CA70-B023-942C-0192DD5FCABF}"/>
              </a:ext>
            </a:extLst>
          </p:cNvPr>
          <p:cNvGrpSpPr/>
          <p:nvPr/>
        </p:nvGrpSpPr>
        <p:grpSpPr>
          <a:xfrm rot="150140">
            <a:off x="3374122" y="4065137"/>
            <a:ext cx="2580526" cy="685136"/>
            <a:chOff x="3962175" y="2631750"/>
            <a:chExt cx="3075700" cy="952625"/>
          </a:xfrm>
        </p:grpSpPr>
        <p:sp>
          <p:nvSpPr>
            <p:cNvPr id="95" name="Google Shape;1118;p30">
              <a:extLst>
                <a:ext uri="{FF2B5EF4-FFF2-40B4-BE49-F238E27FC236}">
                  <a16:creationId xmlns:a16="http://schemas.microsoft.com/office/drawing/2014/main" id="{E765CE14-B34A-4541-590C-F15871B9B99F}"/>
                </a:ext>
              </a:extLst>
            </p:cNvPr>
            <p:cNvSpPr/>
            <p:nvPr/>
          </p:nvSpPr>
          <p:spPr>
            <a:xfrm>
              <a:off x="3962175" y="3227750"/>
              <a:ext cx="3075700" cy="356625"/>
            </a:xfrm>
            <a:custGeom>
              <a:avLst/>
              <a:gdLst/>
              <a:ahLst/>
              <a:cxnLst/>
              <a:rect l="l" t="t" r="r" b="b"/>
              <a:pathLst>
                <a:path w="123028" h="14265" extrusionOk="0">
                  <a:moveTo>
                    <a:pt x="114046" y="1"/>
                  </a:moveTo>
                  <a:lnTo>
                    <a:pt x="114046" y="1239"/>
                  </a:lnTo>
                  <a:lnTo>
                    <a:pt x="114579" y="1239"/>
                  </a:lnTo>
                  <a:lnTo>
                    <a:pt x="114579" y="3167"/>
                  </a:lnTo>
                  <a:lnTo>
                    <a:pt x="109877" y="3167"/>
                  </a:lnTo>
                  <a:lnTo>
                    <a:pt x="109877" y="2728"/>
                  </a:lnTo>
                  <a:lnTo>
                    <a:pt x="108984" y="2728"/>
                  </a:lnTo>
                  <a:lnTo>
                    <a:pt x="108984" y="1913"/>
                  </a:lnTo>
                  <a:cubicBezTo>
                    <a:pt x="108984" y="1411"/>
                    <a:pt x="108513" y="1004"/>
                    <a:pt x="107980" y="1098"/>
                  </a:cubicBezTo>
                  <a:lnTo>
                    <a:pt x="107980" y="1098"/>
                  </a:lnTo>
                  <a:cubicBezTo>
                    <a:pt x="107573" y="1161"/>
                    <a:pt x="107291" y="1553"/>
                    <a:pt x="107291" y="1960"/>
                  </a:cubicBezTo>
                  <a:lnTo>
                    <a:pt x="107291" y="1960"/>
                  </a:lnTo>
                  <a:lnTo>
                    <a:pt x="107291" y="2728"/>
                  </a:lnTo>
                  <a:lnTo>
                    <a:pt x="106397" y="2728"/>
                  </a:lnTo>
                  <a:lnTo>
                    <a:pt x="106397" y="3167"/>
                  </a:lnTo>
                  <a:lnTo>
                    <a:pt x="105237" y="3167"/>
                  </a:lnTo>
                  <a:lnTo>
                    <a:pt x="105237" y="1615"/>
                  </a:lnTo>
                  <a:lnTo>
                    <a:pt x="103921" y="1615"/>
                  </a:lnTo>
                  <a:lnTo>
                    <a:pt x="103921" y="3167"/>
                  </a:lnTo>
                  <a:lnTo>
                    <a:pt x="100112" y="3167"/>
                  </a:lnTo>
                  <a:lnTo>
                    <a:pt x="100112" y="1521"/>
                  </a:lnTo>
                  <a:cubicBezTo>
                    <a:pt x="100112" y="675"/>
                    <a:pt x="99438" y="1"/>
                    <a:pt x="98591" y="1"/>
                  </a:cubicBezTo>
                  <a:lnTo>
                    <a:pt x="98591" y="1"/>
                  </a:lnTo>
                  <a:lnTo>
                    <a:pt x="88403" y="1"/>
                  </a:lnTo>
                  <a:cubicBezTo>
                    <a:pt x="87870" y="1"/>
                    <a:pt x="87431" y="440"/>
                    <a:pt x="87463" y="988"/>
                  </a:cubicBezTo>
                  <a:lnTo>
                    <a:pt x="87463" y="988"/>
                  </a:lnTo>
                  <a:cubicBezTo>
                    <a:pt x="87494" y="1490"/>
                    <a:pt x="87949" y="1882"/>
                    <a:pt x="88466" y="1882"/>
                  </a:cubicBezTo>
                  <a:lnTo>
                    <a:pt x="88466" y="1882"/>
                  </a:lnTo>
                  <a:lnTo>
                    <a:pt x="92149" y="1882"/>
                  </a:lnTo>
                  <a:cubicBezTo>
                    <a:pt x="92964" y="1882"/>
                    <a:pt x="93638" y="2540"/>
                    <a:pt x="93638" y="3355"/>
                  </a:cubicBezTo>
                  <a:lnTo>
                    <a:pt x="93638" y="3355"/>
                  </a:lnTo>
                  <a:lnTo>
                    <a:pt x="93638" y="5785"/>
                  </a:lnTo>
                  <a:cubicBezTo>
                    <a:pt x="93638" y="5988"/>
                    <a:pt x="93466" y="6161"/>
                    <a:pt x="93247" y="6161"/>
                  </a:cubicBezTo>
                  <a:lnTo>
                    <a:pt x="93247" y="6161"/>
                  </a:lnTo>
                  <a:lnTo>
                    <a:pt x="88293" y="6161"/>
                  </a:lnTo>
                  <a:cubicBezTo>
                    <a:pt x="87839" y="6161"/>
                    <a:pt x="87463" y="6537"/>
                    <a:pt x="87463" y="6992"/>
                  </a:cubicBezTo>
                  <a:lnTo>
                    <a:pt x="87463" y="6992"/>
                  </a:lnTo>
                  <a:lnTo>
                    <a:pt x="87463" y="9468"/>
                  </a:lnTo>
                  <a:cubicBezTo>
                    <a:pt x="87463" y="10299"/>
                    <a:pt x="87823" y="11036"/>
                    <a:pt x="88403" y="11537"/>
                  </a:cubicBezTo>
                  <a:lnTo>
                    <a:pt x="88403" y="11537"/>
                  </a:lnTo>
                  <a:cubicBezTo>
                    <a:pt x="88388" y="11615"/>
                    <a:pt x="88388" y="11678"/>
                    <a:pt x="88372" y="11741"/>
                  </a:cubicBezTo>
                  <a:lnTo>
                    <a:pt x="88372" y="11741"/>
                  </a:lnTo>
                  <a:lnTo>
                    <a:pt x="85221" y="11741"/>
                  </a:lnTo>
                  <a:lnTo>
                    <a:pt x="85221" y="3512"/>
                  </a:lnTo>
                  <a:cubicBezTo>
                    <a:pt x="85221" y="2430"/>
                    <a:pt x="84359" y="1553"/>
                    <a:pt x="83278" y="1553"/>
                  </a:cubicBezTo>
                  <a:lnTo>
                    <a:pt x="83278" y="1553"/>
                  </a:lnTo>
                  <a:lnTo>
                    <a:pt x="46083" y="1553"/>
                  </a:lnTo>
                  <a:cubicBezTo>
                    <a:pt x="45017" y="1553"/>
                    <a:pt x="44139" y="2430"/>
                    <a:pt x="44139" y="3512"/>
                  </a:cubicBezTo>
                  <a:lnTo>
                    <a:pt x="44139" y="3512"/>
                  </a:lnTo>
                  <a:lnTo>
                    <a:pt x="44139" y="10330"/>
                  </a:lnTo>
                  <a:lnTo>
                    <a:pt x="42211" y="10330"/>
                  </a:lnTo>
                  <a:lnTo>
                    <a:pt x="42211" y="3512"/>
                  </a:lnTo>
                  <a:cubicBezTo>
                    <a:pt x="42211" y="2430"/>
                    <a:pt x="41333" y="1553"/>
                    <a:pt x="40267" y="1553"/>
                  </a:cubicBezTo>
                  <a:lnTo>
                    <a:pt x="40267" y="1553"/>
                  </a:lnTo>
                  <a:lnTo>
                    <a:pt x="3072" y="1553"/>
                  </a:lnTo>
                  <a:cubicBezTo>
                    <a:pt x="2006" y="1553"/>
                    <a:pt x="1129" y="2430"/>
                    <a:pt x="1129" y="3512"/>
                  </a:cubicBezTo>
                  <a:lnTo>
                    <a:pt x="1129" y="3512"/>
                  </a:lnTo>
                  <a:lnTo>
                    <a:pt x="1129" y="10330"/>
                  </a:lnTo>
                  <a:lnTo>
                    <a:pt x="0" y="10330"/>
                  </a:lnTo>
                  <a:lnTo>
                    <a:pt x="0" y="11130"/>
                  </a:lnTo>
                  <a:lnTo>
                    <a:pt x="1129" y="11130"/>
                  </a:lnTo>
                  <a:lnTo>
                    <a:pt x="1129" y="12650"/>
                  </a:lnTo>
                  <a:lnTo>
                    <a:pt x="1865" y="12650"/>
                  </a:lnTo>
                  <a:cubicBezTo>
                    <a:pt x="1865" y="13481"/>
                    <a:pt x="2555" y="14170"/>
                    <a:pt x="3386" y="14170"/>
                  </a:cubicBezTo>
                  <a:lnTo>
                    <a:pt x="3386" y="14170"/>
                  </a:lnTo>
                  <a:cubicBezTo>
                    <a:pt x="4232" y="14170"/>
                    <a:pt x="4906" y="13481"/>
                    <a:pt x="4906" y="12650"/>
                  </a:cubicBezTo>
                  <a:lnTo>
                    <a:pt x="4906" y="12650"/>
                  </a:lnTo>
                  <a:lnTo>
                    <a:pt x="6113" y="12650"/>
                  </a:lnTo>
                  <a:cubicBezTo>
                    <a:pt x="6113" y="13481"/>
                    <a:pt x="6803" y="14170"/>
                    <a:pt x="7633" y="14170"/>
                  </a:cubicBezTo>
                  <a:lnTo>
                    <a:pt x="7633" y="14170"/>
                  </a:lnTo>
                  <a:cubicBezTo>
                    <a:pt x="8480" y="14170"/>
                    <a:pt x="9154" y="13481"/>
                    <a:pt x="9154" y="12650"/>
                  </a:cubicBezTo>
                  <a:lnTo>
                    <a:pt x="9154" y="12650"/>
                  </a:lnTo>
                  <a:lnTo>
                    <a:pt x="33966" y="12650"/>
                  </a:lnTo>
                  <a:cubicBezTo>
                    <a:pt x="33966" y="13481"/>
                    <a:pt x="34640" y="14170"/>
                    <a:pt x="35487" y="14170"/>
                  </a:cubicBezTo>
                  <a:lnTo>
                    <a:pt x="35487" y="14170"/>
                  </a:lnTo>
                  <a:cubicBezTo>
                    <a:pt x="36317" y="14170"/>
                    <a:pt x="37007" y="13481"/>
                    <a:pt x="37007" y="12650"/>
                  </a:cubicBezTo>
                  <a:lnTo>
                    <a:pt x="37007" y="12650"/>
                  </a:lnTo>
                  <a:lnTo>
                    <a:pt x="38198" y="12650"/>
                  </a:lnTo>
                  <a:cubicBezTo>
                    <a:pt x="38198" y="13481"/>
                    <a:pt x="38888" y="14170"/>
                    <a:pt x="39734" y="14170"/>
                  </a:cubicBezTo>
                  <a:lnTo>
                    <a:pt x="39734" y="14170"/>
                  </a:lnTo>
                  <a:cubicBezTo>
                    <a:pt x="40565" y="14170"/>
                    <a:pt x="41255" y="13481"/>
                    <a:pt x="41255" y="12650"/>
                  </a:cubicBezTo>
                  <a:lnTo>
                    <a:pt x="41255" y="12650"/>
                  </a:lnTo>
                  <a:lnTo>
                    <a:pt x="42211" y="12650"/>
                  </a:lnTo>
                  <a:lnTo>
                    <a:pt x="42211" y="11130"/>
                  </a:lnTo>
                  <a:lnTo>
                    <a:pt x="44139" y="11130"/>
                  </a:lnTo>
                  <a:lnTo>
                    <a:pt x="44139" y="12650"/>
                  </a:lnTo>
                  <a:lnTo>
                    <a:pt x="44876" y="12650"/>
                  </a:lnTo>
                  <a:cubicBezTo>
                    <a:pt x="44876" y="13481"/>
                    <a:pt x="45565" y="14170"/>
                    <a:pt x="46412" y="14170"/>
                  </a:cubicBezTo>
                  <a:lnTo>
                    <a:pt x="46412" y="14170"/>
                  </a:lnTo>
                  <a:cubicBezTo>
                    <a:pt x="47242" y="14170"/>
                    <a:pt x="47932" y="13481"/>
                    <a:pt x="47932" y="12650"/>
                  </a:cubicBezTo>
                  <a:lnTo>
                    <a:pt x="47932" y="12650"/>
                  </a:lnTo>
                  <a:lnTo>
                    <a:pt x="49123" y="12650"/>
                  </a:lnTo>
                  <a:cubicBezTo>
                    <a:pt x="49123" y="13481"/>
                    <a:pt x="49813" y="14170"/>
                    <a:pt x="50644" y="14170"/>
                  </a:cubicBezTo>
                  <a:lnTo>
                    <a:pt x="50644" y="14170"/>
                  </a:lnTo>
                  <a:cubicBezTo>
                    <a:pt x="51490" y="14170"/>
                    <a:pt x="52164" y="13481"/>
                    <a:pt x="52164" y="12650"/>
                  </a:cubicBezTo>
                  <a:lnTo>
                    <a:pt x="52164" y="12650"/>
                  </a:lnTo>
                  <a:lnTo>
                    <a:pt x="76977" y="12650"/>
                  </a:lnTo>
                  <a:cubicBezTo>
                    <a:pt x="76977" y="13481"/>
                    <a:pt x="77651" y="14170"/>
                    <a:pt x="78497" y="14170"/>
                  </a:cubicBezTo>
                  <a:lnTo>
                    <a:pt x="78497" y="14170"/>
                  </a:lnTo>
                  <a:cubicBezTo>
                    <a:pt x="79343" y="14170"/>
                    <a:pt x="80017" y="13481"/>
                    <a:pt x="80017" y="12650"/>
                  </a:cubicBezTo>
                  <a:lnTo>
                    <a:pt x="80017" y="12650"/>
                  </a:lnTo>
                  <a:lnTo>
                    <a:pt x="81224" y="12650"/>
                  </a:lnTo>
                  <a:cubicBezTo>
                    <a:pt x="81224" y="13481"/>
                    <a:pt x="81898" y="14170"/>
                    <a:pt x="82745" y="14170"/>
                  </a:cubicBezTo>
                  <a:lnTo>
                    <a:pt x="82745" y="14170"/>
                  </a:lnTo>
                  <a:cubicBezTo>
                    <a:pt x="83575" y="14170"/>
                    <a:pt x="84265" y="13481"/>
                    <a:pt x="84265" y="12650"/>
                  </a:cubicBezTo>
                  <a:lnTo>
                    <a:pt x="84265" y="12650"/>
                  </a:lnTo>
                  <a:lnTo>
                    <a:pt x="88497" y="12650"/>
                  </a:lnTo>
                  <a:cubicBezTo>
                    <a:pt x="88811" y="13528"/>
                    <a:pt x="89657" y="14170"/>
                    <a:pt x="90645" y="14170"/>
                  </a:cubicBezTo>
                  <a:lnTo>
                    <a:pt x="90645" y="14170"/>
                  </a:lnTo>
                  <a:cubicBezTo>
                    <a:pt x="91789" y="14170"/>
                    <a:pt x="92729" y="13340"/>
                    <a:pt x="92902" y="12258"/>
                  </a:cubicBezTo>
                  <a:lnTo>
                    <a:pt x="92902" y="12258"/>
                  </a:lnTo>
                  <a:lnTo>
                    <a:pt x="94939" y="12258"/>
                  </a:lnTo>
                  <a:cubicBezTo>
                    <a:pt x="95174" y="13340"/>
                    <a:pt x="96146" y="14170"/>
                    <a:pt x="97322" y="14170"/>
                  </a:cubicBezTo>
                  <a:lnTo>
                    <a:pt x="97322" y="14170"/>
                  </a:lnTo>
                  <a:cubicBezTo>
                    <a:pt x="98482" y="14170"/>
                    <a:pt x="99454" y="13340"/>
                    <a:pt x="99704" y="12258"/>
                  </a:cubicBezTo>
                  <a:lnTo>
                    <a:pt x="99704" y="12258"/>
                  </a:lnTo>
                  <a:lnTo>
                    <a:pt x="100535" y="12258"/>
                  </a:lnTo>
                  <a:cubicBezTo>
                    <a:pt x="100770" y="13340"/>
                    <a:pt x="101758" y="14170"/>
                    <a:pt x="102918" y="14170"/>
                  </a:cubicBezTo>
                  <a:lnTo>
                    <a:pt x="102918" y="14170"/>
                  </a:lnTo>
                  <a:cubicBezTo>
                    <a:pt x="104093" y="14170"/>
                    <a:pt x="105065" y="13340"/>
                    <a:pt x="105300" y="12258"/>
                  </a:cubicBezTo>
                  <a:lnTo>
                    <a:pt x="105300" y="12258"/>
                  </a:lnTo>
                  <a:lnTo>
                    <a:pt x="106601" y="12258"/>
                  </a:lnTo>
                  <a:cubicBezTo>
                    <a:pt x="106836" y="13340"/>
                    <a:pt x="107808" y="14170"/>
                    <a:pt x="108984" y="14170"/>
                  </a:cubicBezTo>
                  <a:lnTo>
                    <a:pt x="108984" y="14170"/>
                  </a:lnTo>
                  <a:cubicBezTo>
                    <a:pt x="110143" y="14170"/>
                    <a:pt x="111115" y="13340"/>
                    <a:pt x="111366" y="12258"/>
                  </a:cubicBezTo>
                  <a:lnTo>
                    <a:pt x="111366" y="12258"/>
                  </a:lnTo>
                  <a:lnTo>
                    <a:pt x="112197" y="12258"/>
                  </a:lnTo>
                  <a:cubicBezTo>
                    <a:pt x="112448" y="13340"/>
                    <a:pt x="113419" y="14170"/>
                    <a:pt x="114579" y="14170"/>
                  </a:cubicBezTo>
                  <a:lnTo>
                    <a:pt x="114579" y="14170"/>
                  </a:lnTo>
                  <a:cubicBezTo>
                    <a:pt x="115755" y="14170"/>
                    <a:pt x="116727" y="13340"/>
                    <a:pt x="116962" y="12258"/>
                  </a:cubicBezTo>
                  <a:lnTo>
                    <a:pt x="116962" y="12258"/>
                  </a:lnTo>
                  <a:lnTo>
                    <a:pt x="117244" y="12258"/>
                  </a:lnTo>
                  <a:cubicBezTo>
                    <a:pt x="117056" y="12525"/>
                    <a:pt x="116977" y="12854"/>
                    <a:pt x="117056" y="13230"/>
                  </a:cubicBezTo>
                  <a:lnTo>
                    <a:pt x="117056" y="13230"/>
                  </a:lnTo>
                  <a:cubicBezTo>
                    <a:pt x="117166" y="13684"/>
                    <a:pt x="117542" y="14061"/>
                    <a:pt x="118012" y="14139"/>
                  </a:cubicBezTo>
                  <a:lnTo>
                    <a:pt x="118012" y="14139"/>
                  </a:lnTo>
                  <a:cubicBezTo>
                    <a:pt x="118655" y="14264"/>
                    <a:pt x="119219" y="13888"/>
                    <a:pt x="119391" y="13324"/>
                  </a:cubicBezTo>
                  <a:lnTo>
                    <a:pt x="119391" y="13324"/>
                  </a:lnTo>
                  <a:cubicBezTo>
                    <a:pt x="122369" y="13308"/>
                    <a:pt x="123028" y="12556"/>
                    <a:pt x="123028" y="12556"/>
                  </a:cubicBezTo>
                  <a:lnTo>
                    <a:pt x="123028" y="12556"/>
                  </a:lnTo>
                  <a:lnTo>
                    <a:pt x="119783" y="9108"/>
                  </a:lnTo>
                  <a:lnTo>
                    <a:pt x="118749" y="9108"/>
                  </a:lnTo>
                  <a:cubicBezTo>
                    <a:pt x="120128" y="8841"/>
                    <a:pt x="121178" y="7619"/>
                    <a:pt x="121178" y="6161"/>
                  </a:cubicBezTo>
                  <a:lnTo>
                    <a:pt x="121178" y="6161"/>
                  </a:lnTo>
                  <a:cubicBezTo>
                    <a:pt x="121178" y="5330"/>
                    <a:pt x="120849" y="4578"/>
                    <a:pt x="120300" y="4045"/>
                  </a:cubicBezTo>
                  <a:lnTo>
                    <a:pt x="120300" y="4045"/>
                  </a:lnTo>
                  <a:cubicBezTo>
                    <a:pt x="119752" y="3496"/>
                    <a:pt x="118999" y="3167"/>
                    <a:pt x="118184" y="3167"/>
                  </a:cubicBezTo>
                  <a:lnTo>
                    <a:pt x="118184" y="3167"/>
                  </a:lnTo>
                  <a:lnTo>
                    <a:pt x="116068" y="3167"/>
                  </a:lnTo>
                  <a:lnTo>
                    <a:pt x="116068" y="1239"/>
                  </a:lnTo>
                  <a:lnTo>
                    <a:pt x="116601" y="1239"/>
                  </a:lnTo>
                  <a:lnTo>
                    <a:pt x="116601" y="1"/>
                  </a:lnTo>
                  <a:close/>
                  <a:moveTo>
                    <a:pt x="58214" y="11130"/>
                  </a:moveTo>
                  <a:lnTo>
                    <a:pt x="71146" y="11130"/>
                  </a:lnTo>
                  <a:lnTo>
                    <a:pt x="71146" y="11741"/>
                  </a:lnTo>
                  <a:lnTo>
                    <a:pt x="58214" y="11741"/>
                  </a:lnTo>
                  <a:close/>
                  <a:moveTo>
                    <a:pt x="15204" y="11130"/>
                  </a:moveTo>
                  <a:lnTo>
                    <a:pt x="28135" y="11130"/>
                  </a:lnTo>
                  <a:lnTo>
                    <a:pt x="28135" y="11741"/>
                  </a:lnTo>
                  <a:lnTo>
                    <a:pt x="15204" y="11741"/>
                  </a:lnTo>
                  <a:close/>
                </a:path>
              </a:pathLst>
            </a:custGeom>
            <a:solidFill>
              <a:srgbClr val="0913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6" name="Google Shape;1119;p30">
              <a:extLst>
                <a:ext uri="{FF2B5EF4-FFF2-40B4-BE49-F238E27FC236}">
                  <a16:creationId xmlns:a16="http://schemas.microsoft.com/office/drawing/2014/main" id="{10368EF2-FEA5-0E57-1760-8662F20CDB5B}"/>
                </a:ext>
              </a:extLst>
            </p:cNvPr>
            <p:cNvSpPr/>
            <p:nvPr/>
          </p:nvSpPr>
          <p:spPr>
            <a:xfrm>
              <a:off x="6345450" y="3293600"/>
              <a:ext cx="84275" cy="84275"/>
            </a:xfrm>
            <a:custGeom>
              <a:avLst/>
              <a:gdLst/>
              <a:ahLst/>
              <a:cxnLst/>
              <a:rect l="l" t="t" r="r" b="b"/>
              <a:pathLst>
                <a:path w="3371" h="3371" extrusionOk="0">
                  <a:moveTo>
                    <a:pt x="1050" y="0"/>
                  </a:moveTo>
                  <a:cubicBezTo>
                    <a:pt x="470" y="0"/>
                    <a:pt x="0" y="470"/>
                    <a:pt x="0" y="1050"/>
                  </a:cubicBezTo>
                  <a:lnTo>
                    <a:pt x="0" y="2320"/>
                  </a:lnTo>
                  <a:cubicBezTo>
                    <a:pt x="0" y="2900"/>
                    <a:pt x="470" y="3370"/>
                    <a:pt x="1050" y="3370"/>
                  </a:cubicBezTo>
                  <a:lnTo>
                    <a:pt x="2320" y="3370"/>
                  </a:lnTo>
                  <a:cubicBezTo>
                    <a:pt x="2900" y="3370"/>
                    <a:pt x="3370" y="2900"/>
                    <a:pt x="3370" y="2320"/>
                  </a:cubicBezTo>
                  <a:lnTo>
                    <a:pt x="3370" y="1050"/>
                  </a:lnTo>
                  <a:cubicBezTo>
                    <a:pt x="3370" y="470"/>
                    <a:pt x="2900" y="0"/>
                    <a:pt x="232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1120;p30">
              <a:extLst>
                <a:ext uri="{FF2B5EF4-FFF2-40B4-BE49-F238E27FC236}">
                  <a16:creationId xmlns:a16="http://schemas.microsoft.com/office/drawing/2014/main" id="{F56CAABB-7CB8-E8FA-2FB4-91F2135669B0}"/>
                </a:ext>
              </a:extLst>
            </p:cNvPr>
            <p:cNvSpPr/>
            <p:nvPr/>
          </p:nvSpPr>
          <p:spPr>
            <a:xfrm>
              <a:off x="5924600" y="3351575"/>
              <a:ext cx="74475" cy="70575"/>
            </a:xfrm>
            <a:custGeom>
              <a:avLst/>
              <a:gdLst/>
              <a:ahLst/>
              <a:cxnLst/>
              <a:rect l="l" t="t" r="r" b="b"/>
              <a:pathLst>
                <a:path w="2979" h="2823" extrusionOk="0">
                  <a:moveTo>
                    <a:pt x="1050" y="1"/>
                  </a:moveTo>
                  <a:cubicBezTo>
                    <a:pt x="470" y="1"/>
                    <a:pt x="0" y="471"/>
                    <a:pt x="0" y="1051"/>
                  </a:cubicBezTo>
                  <a:lnTo>
                    <a:pt x="0" y="1788"/>
                  </a:lnTo>
                  <a:cubicBezTo>
                    <a:pt x="0" y="2368"/>
                    <a:pt x="470" y="2822"/>
                    <a:pt x="1050" y="2822"/>
                  </a:cubicBezTo>
                  <a:lnTo>
                    <a:pt x="1944" y="2822"/>
                  </a:lnTo>
                  <a:cubicBezTo>
                    <a:pt x="2508" y="2822"/>
                    <a:pt x="2978" y="2368"/>
                    <a:pt x="2978" y="1788"/>
                  </a:cubicBezTo>
                  <a:lnTo>
                    <a:pt x="2978" y="1051"/>
                  </a:lnTo>
                  <a:cubicBezTo>
                    <a:pt x="2978" y="471"/>
                    <a:pt x="2508"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1121;p30">
              <a:extLst>
                <a:ext uri="{FF2B5EF4-FFF2-40B4-BE49-F238E27FC236}">
                  <a16:creationId xmlns:a16="http://schemas.microsoft.com/office/drawing/2014/main" id="{C343B642-8B6B-0F0C-994D-576085753168}"/>
                </a:ext>
              </a:extLst>
            </p:cNvPr>
            <p:cNvSpPr/>
            <p:nvPr/>
          </p:nvSpPr>
          <p:spPr>
            <a:xfrm>
              <a:off x="5812125" y="3351575"/>
              <a:ext cx="74475" cy="70575"/>
            </a:xfrm>
            <a:custGeom>
              <a:avLst/>
              <a:gdLst/>
              <a:ahLst/>
              <a:cxnLst/>
              <a:rect l="l" t="t" r="r" b="b"/>
              <a:pathLst>
                <a:path w="2979" h="2823" extrusionOk="0">
                  <a:moveTo>
                    <a:pt x="1035" y="1"/>
                  </a:moveTo>
                  <a:cubicBezTo>
                    <a:pt x="455" y="1"/>
                    <a:pt x="0" y="471"/>
                    <a:pt x="0" y="1051"/>
                  </a:cubicBezTo>
                  <a:lnTo>
                    <a:pt x="0" y="1788"/>
                  </a:lnTo>
                  <a:cubicBezTo>
                    <a:pt x="0" y="2368"/>
                    <a:pt x="455" y="2822"/>
                    <a:pt x="1035" y="2822"/>
                  </a:cubicBezTo>
                  <a:lnTo>
                    <a:pt x="1928" y="2822"/>
                  </a:lnTo>
                  <a:cubicBezTo>
                    <a:pt x="2508" y="2822"/>
                    <a:pt x="2979" y="2368"/>
                    <a:pt x="2979" y="1788"/>
                  </a:cubicBezTo>
                  <a:lnTo>
                    <a:pt x="2979" y="1051"/>
                  </a:lnTo>
                  <a:cubicBezTo>
                    <a:pt x="2979" y="471"/>
                    <a:pt x="2508" y="1"/>
                    <a:pt x="192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1122;p30">
              <a:extLst>
                <a:ext uri="{FF2B5EF4-FFF2-40B4-BE49-F238E27FC236}">
                  <a16:creationId xmlns:a16="http://schemas.microsoft.com/office/drawing/2014/main" id="{59ACB365-CC84-3DC0-12DD-A09997BC5CA7}"/>
                </a:ext>
              </a:extLst>
            </p:cNvPr>
            <p:cNvSpPr/>
            <p:nvPr/>
          </p:nvSpPr>
          <p:spPr>
            <a:xfrm>
              <a:off x="5703575" y="3351575"/>
              <a:ext cx="74475" cy="70575"/>
            </a:xfrm>
            <a:custGeom>
              <a:avLst/>
              <a:gdLst/>
              <a:ahLst/>
              <a:cxnLst/>
              <a:rect l="l" t="t" r="r" b="b"/>
              <a:pathLst>
                <a:path w="2979" h="2823" extrusionOk="0">
                  <a:moveTo>
                    <a:pt x="1051" y="1"/>
                  </a:moveTo>
                  <a:cubicBezTo>
                    <a:pt x="471" y="1"/>
                    <a:pt x="1" y="471"/>
                    <a:pt x="1" y="1051"/>
                  </a:cubicBezTo>
                  <a:lnTo>
                    <a:pt x="1" y="1788"/>
                  </a:lnTo>
                  <a:cubicBezTo>
                    <a:pt x="1" y="2368"/>
                    <a:pt x="471" y="2822"/>
                    <a:pt x="1051" y="2822"/>
                  </a:cubicBezTo>
                  <a:lnTo>
                    <a:pt x="1944" y="2822"/>
                  </a:lnTo>
                  <a:cubicBezTo>
                    <a:pt x="2524" y="2822"/>
                    <a:pt x="2979" y="2368"/>
                    <a:pt x="2979" y="1788"/>
                  </a:cubicBezTo>
                  <a:lnTo>
                    <a:pt x="2979" y="1051"/>
                  </a:lnTo>
                  <a:cubicBezTo>
                    <a:pt x="2979"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123;p30">
              <a:extLst>
                <a:ext uri="{FF2B5EF4-FFF2-40B4-BE49-F238E27FC236}">
                  <a16:creationId xmlns:a16="http://schemas.microsoft.com/office/drawing/2014/main" id="{519AEB82-4C55-050F-6F36-88F201B8310E}"/>
                </a:ext>
              </a:extLst>
            </p:cNvPr>
            <p:cNvSpPr/>
            <p:nvPr/>
          </p:nvSpPr>
          <p:spPr>
            <a:xfrm>
              <a:off x="5595425" y="3351575"/>
              <a:ext cx="74475" cy="70575"/>
            </a:xfrm>
            <a:custGeom>
              <a:avLst/>
              <a:gdLst/>
              <a:ahLst/>
              <a:cxnLst/>
              <a:rect l="l" t="t" r="r" b="b"/>
              <a:pathLst>
                <a:path w="2979" h="2823" extrusionOk="0">
                  <a:moveTo>
                    <a:pt x="1035" y="1"/>
                  </a:moveTo>
                  <a:cubicBezTo>
                    <a:pt x="455" y="1"/>
                    <a:pt x="1" y="471"/>
                    <a:pt x="1" y="1051"/>
                  </a:cubicBezTo>
                  <a:lnTo>
                    <a:pt x="1" y="1788"/>
                  </a:lnTo>
                  <a:cubicBezTo>
                    <a:pt x="1" y="2368"/>
                    <a:pt x="455" y="2822"/>
                    <a:pt x="1035" y="2822"/>
                  </a:cubicBezTo>
                  <a:lnTo>
                    <a:pt x="1929" y="2822"/>
                  </a:lnTo>
                  <a:cubicBezTo>
                    <a:pt x="2508" y="2822"/>
                    <a:pt x="2979" y="2368"/>
                    <a:pt x="2979" y="1788"/>
                  </a:cubicBezTo>
                  <a:lnTo>
                    <a:pt x="2979" y="1051"/>
                  </a:lnTo>
                  <a:cubicBezTo>
                    <a:pt x="2979" y="471"/>
                    <a:pt x="2508" y="1"/>
                    <a:pt x="19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124;p30">
              <a:extLst>
                <a:ext uri="{FF2B5EF4-FFF2-40B4-BE49-F238E27FC236}">
                  <a16:creationId xmlns:a16="http://schemas.microsoft.com/office/drawing/2014/main" id="{98F2C447-2DD5-DBCB-394D-A997A508A2BB}"/>
                </a:ext>
              </a:extLst>
            </p:cNvPr>
            <p:cNvSpPr/>
            <p:nvPr/>
          </p:nvSpPr>
          <p:spPr>
            <a:xfrm>
              <a:off x="5486875" y="3351575"/>
              <a:ext cx="74475" cy="70575"/>
            </a:xfrm>
            <a:custGeom>
              <a:avLst/>
              <a:gdLst/>
              <a:ahLst/>
              <a:cxnLst/>
              <a:rect l="l" t="t" r="r" b="b"/>
              <a:pathLst>
                <a:path w="2979" h="2823" extrusionOk="0">
                  <a:moveTo>
                    <a:pt x="1051" y="1"/>
                  </a:moveTo>
                  <a:cubicBezTo>
                    <a:pt x="471" y="1"/>
                    <a:pt x="1" y="471"/>
                    <a:pt x="1" y="1051"/>
                  </a:cubicBezTo>
                  <a:lnTo>
                    <a:pt x="1" y="1788"/>
                  </a:lnTo>
                  <a:cubicBezTo>
                    <a:pt x="1" y="2368"/>
                    <a:pt x="471" y="2822"/>
                    <a:pt x="1051" y="2822"/>
                  </a:cubicBezTo>
                  <a:lnTo>
                    <a:pt x="1944" y="2822"/>
                  </a:lnTo>
                  <a:cubicBezTo>
                    <a:pt x="2509" y="2822"/>
                    <a:pt x="2979" y="2368"/>
                    <a:pt x="2979" y="1788"/>
                  </a:cubicBezTo>
                  <a:lnTo>
                    <a:pt x="2979" y="1051"/>
                  </a:lnTo>
                  <a:cubicBezTo>
                    <a:pt x="2979" y="471"/>
                    <a:pt x="2509"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125;p30">
              <a:extLst>
                <a:ext uri="{FF2B5EF4-FFF2-40B4-BE49-F238E27FC236}">
                  <a16:creationId xmlns:a16="http://schemas.microsoft.com/office/drawing/2014/main" id="{F328EDF1-32B6-5C9F-7F4A-26E51D40B170}"/>
                </a:ext>
              </a:extLst>
            </p:cNvPr>
            <p:cNvSpPr/>
            <p:nvPr/>
          </p:nvSpPr>
          <p:spPr>
            <a:xfrm>
              <a:off x="5378350" y="3351575"/>
              <a:ext cx="74850" cy="70575"/>
            </a:xfrm>
            <a:custGeom>
              <a:avLst/>
              <a:gdLst/>
              <a:ahLst/>
              <a:cxnLst/>
              <a:rect l="l" t="t" r="r" b="b"/>
              <a:pathLst>
                <a:path w="2994" h="2823" extrusionOk="0">
                  <a:moveTo>
                    <a:pt x="1050" y="1"/>
                  </a:moveTo>
                  <a:cubicBezTo>
                    <a:pt x="470" y="1"/>
                    <a:pt x="0" y="471"/>
                    <a:pt x="0" y="1051"/>
                  </a:cubicBezTo>
                  <a:lnTo>
                    <a:pt x="0" y="1788"/>
                  </a:lnTo>
                  <a:cubicBezTo>
                    <a:pt x="0" y="2368"/>
                    <a:pt x="470" y="2822"/>
                    <a:pt x="1050"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126;p30">
              <a:extLst>
                <a:ext uri="{FF2B5EF4-FFF2-40B4-BE49-F238E27FC236}">
                  <a16:creationId xmlns:a16="http://schemas.microsoft.com/office/drawing/2014/main" id="{0ECBE1C0-CE0B-BF76-4BD8-B22CC9328352}"/>
                </a:ext>
              </a:extLst>
            </p:cNvPr>
            <p:cNvSpPr/>
            <p:nvPr/>
          </p:nvSpPr>
          <p:spPr>
            <a:xfrm>
              <a:off x="5270175" y="3351575"/>
              <a:ext cx="74500" cy="70575"/>
            </a:xfrm>
            <a:custGeom>
              <a:avLst/>
              <a:gdLst/>
              <a:ahLst/>
              <a:cxnLst/>
              <a:rect l="l" t="t" r="r" b="b"/>
              <a:pathLst>
                <a:path w="2980" h="2823" extrusionOk="0">
                  <a:moveTo>
                    <a:pt x="1051" y="1"/>
                  </a:moveTo>
                  <a:cubicBezTo>
                    <a:pt x="471" y="1"/>
                    <a:pt x="1" y="471"/>
                    <a:pt x="1" y="1051"/>
                  </a:cubicBezTo>
                  <a:lnTo>
                    <a:pt x="1" y="1788"/>
                  </a:lnTo>
                  <a:cubicBezTo>
                    <a:pt x="1" y="2368"/>
                    <a:pt x="471" y="2822"/>
                    <a:pt x="1051" y="2822"/>
                  </a:cubicBezTo>
                  <a:lnTo>
                    <a:pt x="1945" y="2822"/>
                  </a:lnTo>
                  <a:cubicBezTo>
                    <a:pt x="2509" y="2822"/>
                    <a:pt x="2979" y="2368"/>
                    <a:pt x="2979" y="1788"/>
                  </a:cubicBezTo>
                  <a:lnTo>
                    <a:pt x="2979" y="1051"/>
                  </a:lnTo>
                  <a:cubicBezTo>
                    <a:pt x="2979" y="471"/>
                    <a:pt x="2509" y="1"/>
                    <a:pt x="194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127;p30">
              <a:extLst>
                <a:ext uri="{FF2B5EF4-FFF2-40B4-BE49-F238E27FC236}">
                  <a16:creationId xmlns:a16="http://schemas.microsoft.com/office/drawing/2014/main" id="{6C1507D3-FC6D-0738-C6F5-23484DFBA441}"/>
                </a:ext>
              </a:extLst>
            </p:cNvPr>
            <p:cNvSpPr/>
            <p:nvPr/>
          </p:nvSpPr>
          <p:spPr>
            <a:xfrm>
              <a:off x="5161650" y="3351575"/>
              <a:ext cx="74850" cy="70575"/>
            </a:xfrm>
            <a:custGeom>
              <a:avLst/>
              <a:gdLst/>
              <a:ahLst/>
              <a:cxnLst/>
              <a:rect l="l" t="t" r="r" b="b"/>
              <a:pathLst>
                <a:path w="2994" h="2823" extrusionOk="0">
                  <a:moveTo>
                    <a:pt x="1050" y="1"/>
                  </a:moveTo>
                  <a:cubicBezTo>
                    <a:pt x="470" y="1"/>
                    <a:pt x="0" y="471"/>
                    <a:pt x="0" y="1051"/>
                  </a:cubicBezTo>
                  <a:lnTo>
                    <a:pt x="0" y="1788"/>
                  </a:lnTo>
                  <a:cubicBezTo>
                    <a:pt x="0" y="2368"/>
                    <a:pt x="470" y="2822"/>
                    <a:pt x="1050"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128;p30">
              <a:extLst>
                <a:ext uri="{FF2B5EF4-FFF2-40B4-BE49-F238E27FC236}">
                  <a16:creationId xmlns:a16="http://schemas.microsoft.com/office/drawing/2014/main" id="{04793CD7-0601-BFA2-EC26-AE49EC5928D0}"/>
                </a:ext>
              </a:extLst>
            </p:cNvPr>
            <p:cNvSpPr/>
            <p:nvPr/>
          </p:nvSpPr>
          <p:spPr>
            <a:xfrm>
              <a:off x="4849325" y="3351575"/>
              <a:ext cx="74475" cy="70575"/>
            </a:xfrm>
            <a:custGeom>
              <a:avLst/>
              <a:gdLst/>
              <a:ahLst/>
              <a:cxnLst/>
              <a:rect l="l" t="t" r="r" b="b"/>
              <a:pathLst>
                <a:path w="2979" h="2823" extrusionOk="0">
                  <a:moveTo>
                    <a:pt x="1035" y="1"/>
                  </a:moveTo>
                  <a:cubicBezTo>
                    <a:pt x="471" y="1"/>
                    <a:pt x="1" y="471"/>
                    <a:pt x="1" y="1051"/>
                  </a:cubicBezTo>
                  <a:lnTo>
                    <a:pt x="1" y="1788"/>
                  </a:lnTo>
                  <a:cubicBezTo>
                    <a:pt x="1" y="2368"/>
                    <a:pt x="471" y="2822"/>
                    <a:pt x="1035" y="2822"/>
                  </a:cubicBezTo>
                  <a:lnTo>
                    <a:pt x="1929" y="2822"/>
                  </a:lnTo>
                  <a:cubicBezTo>
                    <a:pt x="2509" y="2822"/>
                    <a:pt x="2979" y="2368"/>
                    <a:pt x="2979" y="1788"/>
                  </a:cubicBezTo>
                  <a:lnTo>
                    <a:pt x="2979" y="1051"/>
                  </a:lnTo>
                  <a:cubicBezTo>
                    <a:pt x="2979" y="471"/>
                    <a:pt x="2509" y="1"/>
                    <a:pt x="19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129;p30">
              <a:extLst>
                <a:ext uri="{FF2B5EF4-FFF2-40B4-BE49-F238E27FC236}">
                  <a16:creationId xmlns:a16="http://schemas.microsoft.com/office/drawing/2014/main" id="{C74294A8-B9D5-8CB1-682D-15D286F9604A}"/>
                </a:ext>
              </a:extLst>
            </p:cNvPr>
            <p:cNvSpPr/>
            <p:nvPr/>
          </p:nvSpPr>
          <p:spPr>
            <a:xfrm>
              <a:off x="4736475" y="3351575"/>
              <a:ext cx="74875" cy="70575"/>
            </a:xfrm>
            <a:custGeom>
              <a:avLst/>
              <a:gdLst/>
              <a:ahLst/>
              <a:cxnLst/>
              <a:rect l="l" t="t" r="r" b="b"/>
              <a:pathLst>
                <a:path w="2995" h="2823" extrusionOk="0">
                  <a:moveTo>
                    <a:pt x="1051" y="1"/>
                  </a:moveTo>
                  <a:cubicBezTo>
                    <a:pt x="471" y="1"/>
                    <a:pt x="0" y="471"/>
                    <a:pt x="0" y="1051"/>
                  </a:cubicBezTo>
                  <a:lnTo>
                    <a:pt x="0" y="1788"/>
                  </a:lnTo>
                  <a:cubicBezTo>
                    <a:pt x="0" y="2368"/>
                    <a:pt x="471" y="2822"/>
                    <a:pt x="1051"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130;p30">
              <a:extLst>
                <a:ext uri="{FF2B5EF4-FFF2-40B4-BE49-F238E27FC236}">
                  <a16:creationId xmlns:a16="http://schemas.microsoft.com/office/drawing/2014/main" id="{3511A421-8692-52CE-FEF0-E5896B636D5B}"/>
                </a:ext>
              </a:extLst>
            </p:cNvPr>
            <p:cNvSpPr/>
            <p:nvPr/>
          </p:nvSpPr>
          <p:spPr>
            <a:xfrm>
              <a:off x="4628325" y="3351575"/>
              <a:ext cx="74475" cy="70575"/>
            </a:xfrm>
            <a:custGeom>
              <a:avLst/>
              <a:gdLst/>
              <a:ahLst/>
              <a:cxnLst/>
              <a:rect l="l" t="t" r="r" b="b"/>
              <a:pathLst>
                <a:path w="2979" h="2823" extrusionOk="0">
                  <a:moveTo>
                    <a:pt x="1051" y="1"/>
                  </a:moveTo>
                  <a:cubicBezTo>
                    <a:pt x="471" y="1"/>
                    <a:pt x="0" y="471"/>
                    <a:pt x="0" y="1051"/>
                  </a:cubicBezTo>
                  <a:lnTo>
                    <a:pt x="0" y="1788"/>
                  </a:lnTo>
                  <a:cubicBezTo>
                    <a:pt x="0" y="2368"/>
                    <a:pt x="471" y="2822"/>
                    <a:pt x="1051" y="2822"/>
                  </a:cubicBezTo>
                  <a:lnTo>
                    <a:pt x="1944" y="2822"/>
                  </a:lnTo>
                  <a:cubicBezTo>
                    <a:pt x="2508" y="2822"/>
                    <a:pt x="2978" y="2368"/>
                    <a:pt x="2978" y="1788"/>
                  </a:cubicBezTo>
                  <a:lnTo>
                    <a:pt x="2978" y="1051"/>
                  </a:lnTo>
                  <a:cubicBezTo>
                    <a:pt x="2978" y="471"/>
                    <a:pt x="2508"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131;p30">
              <a:extLst>
                <a:ext uri="{FF2B5EF4-FFF2-40B4-BE49-F238E27FC236}">
                  <a16:creationId xmlns:a16="http://schemas.microsoft.com/office/drawing/2014/main" id="{540D14EC-34A7-C31E-40C3-CB2F173F8E9B}"/>
                </a:ext>
              </a:extLst>
            </p:cNvPr>
            <p:cNvSpPr/>
            <p:nvPr/>
          </p:nvSpPr>
          <p:spPr>
            <a:xfrm>
              <a:off x="4519775" y="3351575"/>
              <a:ext cx="74875" cy="70575"/>
            </a:xfrm>
            <a:custGeom>
              <a:avLst/>
              <a:gdLst/>
              <a:ahLst/>
              <a:cxnLst/>
              <a:rect l="l" t="t" r="r" b="b"/>
              <a:pathLst>
                <a:path w="2995" h="2823" extrusionOk="0">
                  <a:moveTo>
                    <a:pt x="1051" y="1"/>
                  </a:moveTo>
                  <a:cubicBezTo>
                    <a:pt x="471" y="1"/>
                    <a:pt x="1" y="471"/>
                    <a:pt x="1" y="1051"/>
                  </a:cubicBezTo>
                  <a:lnTo>
                    <a:pt x="1" y="1788"/>
                  </a:lnTo>
                  <a:cubicBezTo>
                    <a:pt x="1" y="2368"/>
                    <a:pt x="471" y="2822"/>
                    <a:pt x="1051"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132;p30">
              <a:extLst>
                <a:ext uri="{FF2B5EF4-FFF2-40B4-BE49-F238E27FC236}">
                  <a16:creationId xmlns:a16="http://schemas.microsoft.com/office/drawing/2014/main" id="{16A82A2B-EA0A-BDE4-F1F5-36807A01F282}"/>
                </a:ext>
              </a:extLst>
            </p:cNvPr>
            <p:cNvSpPr/>
            <p:nvPr/>
          </p:nvSpPr>
          <p:spPr>
            <a:xfrm>
              <a:off x="4411625" y="3351575"/>
              <a:ext cx="74475" cy="70575"/>
            </a:xfrm>
            <a:custGeom>
              <a:avLst/>
              <a:gdLst/>
              <a:ahLst/>
              <a:cxnLst/>
              <a:rect l="l" t="t" r="r" b="b"/>
              <a:pathLst>
                <a:path w="2979" h="2823" extrusionOk="0">
                  <a:moveTo>
                    <a:pt x="1035" y="1"/>
                  </a:moveTo>
                  <a:cubicBezTo>
                    <a:pt x="471" y="1"/>
                    <a:pt x="0" y="471"/>
                    <a:pt x="0" y="1051"/>
                  </a:cubicBezTo>
                  <a:lnTo>
                    <a:pt x="0" y="1788"/>
                  </a:lnTo>
                  <a:cubicBezTo>
                    <a:pt x="0" y="2368"/>
                    <a:pt x="471" y="2822"/>
                    <a:pt x="1035" y="2822"/>
                  </a:cubicBezTo>
                  <a:lnTo>
                    <a:pt x="1928" y="2822"/>
                  </a:lnTo>
                  <a:cubicBezTo>
                    <a:pt x="2508" y="2822"/>
                    <a:pt x="2979" y="2368"/>
                    <a:pt x="2979" y="1788"/>
                  </a:cubicBezTo>
                  <a:lnTo>
                    <a:pt x="2979" y="1051"/>
                  </a:lnTo>
                  <a:cubicBezTo>
                    <a:pt x="2979" y="471"/>
                    <a:pt x="2508" y="1"/>
                    <a:pt x="192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33;p30">
              <a:extLst>
                <a:ext uri="{FF2B5EF4-FFF2-40B4-BE49-F238E27FC236}">
                  <a16:creationId xmlns:a16="http://schemas.microsoft.com/office/drawing/2014/main" id="{9A17B1FA-4B3F-D9D9-3F80-27AD64E5B946}"/>
                </a:ext>
              </a:extLst>
            </p:cNvPr>
            <p:cNvSpPr/>
            <p:nvPr/>
          </p:nvSpPr>
          <p:spPr>
            <a:xfrm>
              <a:off x="4303075" y="3351575"/>
              <a:ext cx="74875" cy="70575"/>
            </a:xfrm>
            <a:custGeom>
              <a:avLst/>
              <a:gdLst/>
              <a:ahLst/>
              <a:cxnLst/>
              <a:rect l="l" t="t" r="r" b="b"/>
              <a:pathLst>
                <a:path w="2995" h="2823" extrusionOk="0">
                  <a:moveTo>
                    <a:pt x="1051" y="1"/>
                  </a:moveTo>
                  <a:cubicBezTo>
                    <a:pt x="471" y="1"/>
                    <a:pt x="1" y="471"/>
                    <a:pt x="1" y="1051"/>
                  </a:cubicBezTo>
                  <a:lnTo>
                    <a:pt x="1" y="1788"/>
                  </a:lnTo>
                  <a:cubicBezTo>
                    <a:pt x="1" y="2368"/>
                    <a:pt x="471" y="2822"/>
                    <a:pt x="1051"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34;p30">
              <a:extLst>
                <a:ext uri="{FF2B5EF4-FFF2-40B4-BE49-F238E27FC236}">
                  <a16:creationId xmlns:a16="http://schemas.microsoft.com/office/drawing/2014/main" id="{6205D456-9F12-4274-0EF2-0C29AA7996F4}"/>
                </a:ext>
              </a:extLst>
            </p:cNvPr>
            <p:cNvSpPr/>
            <p:nvPr/>
          </p:nvSpPr>
          <p:spPr>
            <a:xfrm>
              <a:off x="4194925" y="3351575"/>
              <a:ext cx="74475" cy="70575"/>
            </a:xfrm>
            <a:custGeom>
              <a:avLst/>
              <a:gdLst/>
              <a:ahLst/>
              <a:cxnLst/>
              <a:rect l="l" t="t" r="r" b="b"/>
              <a:pathLst>
                <a:path w="2979" h="2823" extrusionOk="0">
                  <a:moveTo>
                    <a:pt x="1035" y="1"/>
                  </a:moveTo>
                  <a:cubicBezTo>
                    <a:pt x="471" y="1"/>
                    <a:pt x="1" y="471"/>
                    <a:pt x="1" y="1051"/>
                  </a:cubicBezTo>
                  <a:lnTo>
                    <a:pt x="1" y="1788"/>
                  </a:lnTo>
                  <a:cubicBezTo>
                    <a:pt x="1" y="2368"/>
                    <a:pt x="471" y="2822"/>
                    <a:pt x="1035" y="2822"/>
                  </a:cubicBezTo>
                  <a:lnTo>
                    <a:pt x="1928" y="2822"/>
                  </a:lnTo>
                  <a:cubicBezTo>
                    <a:pt x="2508" y="2822"/>
                    <a:pt x="2979" y="2368"/>
                    <a:pt x="2979" y="1788"/>
                  </a:cubicBezTo>
                  <a:lnTo>
                    <a:pt x="2979" y="1051"/>
                  </a:lnTo>
                  <a:cubicBezTo>
                    <a:pt x="2979" y="471"/>
                    <a:pt x="2508" y="1"/>
                    <a:pt x="192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35;p30">
              <a:extLst>
                <a:ext uri="{FF2B5EF4-FFF2-40B4-BE49-F238E27FC236}">
                  <a16:creationId xmlns:a16="http://schemas.microsoft.com/office/drawing/2014/main" id="{3AF1B2ED-756C-D9C1-B4B7-A97E3045B75F}"/>
                </a:ext>
              </a:extLst>
            </p:cNvPr>
            <p:cNvSpPr/>
            <p:nvPr/>
          </p:nvSpPr>
          <p:spPr>
            <a:xfrm>
              <a:off x="4086375" y="3351575"/>
              <a:ext cx="74875" cy="70575"/>
            </a:xfrm>
            <a:custGeom>
              <a:avLst/>
              <a:gdLst/>
              <a:ahLst/>
              <a:cxnLst/>
              <a:rect l="l" t="t" r="r" b="b"/>
              <a:pathLst>
                <a:path w="2995" h="2823" extrusionOk="0">
                  <a:moveTo>
                    <a:pt x="1051" y="1"/>
                  </a:moveTo>
                  <a:cubicBezTo>
                    <a:pt x="471" y="1"/>
                    <a:pt x="1" y="471"/>
                    <a:pt x="1" y="1051"/>
                  </a:cubicBezTo>
                  <a:lnTo>
                    <a:pt x="1" y="1788"/>
                  </a:lnTo>
                  <a:cubicBezTo>
                    <a:pt x="1" y="2368"/>
                    <a:pt x="471" y="2822"/>
                    <a:pt x="1051" y="2822"/>
                  </a:cubicBezTo>
                  <a:lnTo>
                    <a:pt x="1944" y="2822"/>
                  </a:lnTo>
                  <a:cubicBezTo>
                    <a:pt x="2524" y="2822"/>
                    <a:pt x="2995" y="2368"/>
                    <a:pt x="2995" y="1788"/>
                  </a:cubicBezTo>
                  <a:lnTo>
                    <a:pt x="2995" y="1051"/>
                  </a:lnTo>
                  <a:cubicBezTo>
                    <a:pt x="2995"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6;p30">
              <a:extLst>
                <a:ext uri="{FF2B5EF4-FFF2-40B4-BE49-F238E27FC236}">
                  <a16:creationId xmlns:a16="http://schemas.microsoft.com/office/drawing/2014/main" id="{1253B75C-63F3-D23F-BB57-1CC08015EAAD}"/>
                </a:ext>
              </a:extLst>
            </p:cNvPr>
            <p:cNvSpPr/>
            <p:nvPr/>
          </p:nvSpPr>
          <p:spPr>
            <a:xfrm>
              <a:off x="4570325" y="2631750"/>
              <a:ext cx="2293575" cy="582700"/>
            </a:xfrm>
            <a:custGeom>
              <a:avLst/>
              <a:gdLst/>
              <a:ahLst/>
              <a:cxnLst/>
              <a:rect l="l" t="t" r="r" b="b"/>
              <a:pathLst>
                <a:path w="91743" h="23308" extrusionOk="0">
                  <a:moveTo>
                    <a:pt x="23857" y="188"/>
                  </a:moveTo>
                  <a:cubicBezTo>
                    <a:pt x="21694" y="658"/>
                    <a:pt x="19813" y="1944"/>
                    <a:pt x="17854" y="2947"/>
                  </a:cubicBezTo>
                  <a:lnTo>
                    <a:pt x="17854" y="2947"/>
                  </a:lnTo>
                  <a:cubicBezTo>
                    <a:pt x="15001" y="4420"/>
                    <a:pt x="11835" y="5376"/>
                    <a:pt x="8637" y="5282"/>
                  </a:cubicBezTo>
                  <a:lnTo>
                    <a:pt x="8637" y="5282"/>
                  </a:lnTo>
                  <a:cubicBezTo>
                    <a:pt x="5440" y="5204"/>
                    <a:pt x="2211" y="4013"/>
                    <a:pt x="1" y="1709"/>
                  </a:cubicBezTo>
                  <a:lnTo>
                    <a:pt x="1" y="1709"/>
                  </a:lnTo>
                  <a:cubicBezTo>
                    <a:pt x="251" y="3339"/>
                    <a:pt x="1458" y="4467"/>
                    <a:pt x="2963" y="5173"/>
                  </a:cubicBezTo>
                  <a:lnTo>
                    <a:pt x="2963" y="5173"/>
                  </a:lnTo>
                  <a:cubicBezTo>
                    <a:pt x="6082" y="6615"/>
                    <a:pt x="9672" y="7022"/>
                    <a:pt x="13026" y="6286"/>
                  </a:cubicBezTo>
                  <a:lnTo>
                    <a:pt x="13026" y="6286"/>
                  </a:lnTo>
                  <a:cubicBezTo>
                    <a:pt x="15910" y="5643"/>
                    <a:pt x="18559" y="4232"/>
                    <a:pt x="21365" y="3323"/>
                  </a:cubicBezTo>
                  <a:lnTo>
                    <a:pt x="21365" y="3323"/>
                  </a:lnTo>
                  <a:cubicBezTo>
                    <a:pt x="24170" y="2414"/>
                    <a:pt x="27384" y="2069"/>
                    <a:pt x="29954" y="3511"/>
                  </a:cubicBezTo>
                  <a:lnTo>
                    <a:pt x="29954" y="3511"/>
                  </a:lnTo>
                  <a:cubicBezTo>
                    <a:pt x="31804" y="4546"/>
                    <a:pt x="33058" y="6364"/>
                    <a:pt x="34735" y="7649"/>
                  </a:cubicBezTo>
                  <a:lnTo>
                    <a:pt x="34735" y="7649"/>
                  </a:lnTo>
                  <a:cubicBezTo>
                    <a:pt x="39108" y="11051"/>
                    <a:pt x="45440" y="10330"/>
                    <a:pt x="50629" y="8386"/>
                  </a:cubicBezTo>
                  <a:lnTo>
                    <a:pt x="50629" y="8386"/>
                  </a:lnTo>
                  <a:cubicBezTo>
                    <a:pt x="52274" y="7775"/>
                    <a:pt x="53905" y="7038"/>
                    <a:pt x="55644" y="6803"/>
                  </a:cubicBezTo>
                  <a:lnTo>
                    <a:pt x="55644" y="6803"/>
                  </a:lnTo>
                  <a:cubicBezTo>
                    <a:pt x="57384" y="6552"/>
                    <a:pt x="59312" y="6897"/>
                    <a:pt x="60550" y="8135"/>
                  </a:cubicBezTo>
                  <a:lnTo>
                    <a:pt x="60550" y="8135"/>
                  </a:lnTo>
                  <a:cubicBezTo>
                    <a:pt x="61851" y="9452"/>
                    <a:pt x="62149" y="11489"/>
                    <a:pt x="63340" y="12916"/>
                  </a:cubicBezTo>
                  <a:lnTo>
                    <a:pt x="63340" y="12916"/>
                  </a:lnTo>
                  <a:cubicBezTo>
                    <a:pt x="64516" y="14326"/>
                    <a:pt x="66413" y="14922"/>
                    <a:pt x="68231" y="15126"/>
                  </a:cubicBezTo>
                  <a:lnTo>
                    <a:pt x="68231" y="15126"/>
                  </a:lnTo>
                  <a:cubicBezTo>
                    <a:pt x="73215" y="15690"/>
                    <a:pt x="76648" y="12571"/>
                    <a:pt x="81397" y="12383"/>
                  </a:cubicBezTo>
                  <a:lnTo>
                    <a:pt x="81397" y="12383"/>
                  </a:lnTo>
                  <a:cubicBezTo>
                    <a:pt x="83200" y="12305"/>
                    <a:pt x="85081" y="12712"/>
                    <a:pt x="86476" y="13841"/>
                  </a:cubicBezTo>
                  <a:lnTo>
                    <a:pt x="86476" y="13841"/>
                  </a:lnTo>
                  <a:cubicBezTo>
                    <a:pt x="87479" y="14656"/>
                    <a:pt x="88169" y="15800"/>
                    <a:pt x="88796" y="16944"/>
                  </a:cubicBezTo>
                  <a:lnTo>
                    <a:pt x="88796" y="16944"/>
                  </a:lnTo>
                  <a:cubicBezTo>
                    <a:pt x="89877" y="18935"/>
                    <a:pt x="90833" y="21051"/>
                    <a:pt x="91225" y="23292"/>
                  </a:cubicBezTo>
                  <a:lnTo>
                    <a:pt x="91225" y="23292"/>
                  </a:lnTo>
                  <a:lnTo>
                    <a:pt x="91398" y="23308"/>
                  </a:lnTo>
                  <a:cubicBezTo>
                    <a:pt x="91742" y="20048"/>
                    <a:pt x="91492" y="16631"/>
                    <a:pt x="89940" y="13747"/>
                  </a:cubicBezTo>
                  <a:lnTo>
                    <a:pt x="89940" y="13747"/>
                  </a:lnTo>
                  <a:cubicBezTo>
                    <a:pt x="88388" y="10862"/>
                    <a:pt x="85332" y="8637"/>
                    <a:pt x="82056" y="8746"/>
                  </a:cubicBezTo>
                  <a:lnTo>
                    <a:pt x="82056" y="8746"/>
                  </a:lnTo>
                  <a:cubicBezTo>
                    <a:pt x="79846" y="8809"/>
                    <a:pt x="77808" y="9891"/>
                    <a:pt x="75723" y="10643"/>
                  </a:cubicBezTo>
                  <a:lnTo>
                    <a:pt x="75723" y="10643"/>
                  </a:lnTo>
                  <a:cubicBezTo>
                    <a:pt x="73544" y="11411"/>
                    <a:pt x="71240" y="11819"/>
                    <a:pt x="68936" y="11850"/>
                  </a:cubicBezTo>
                  <a:lnTo>
                    <a:pt x="68936" y="11850"/>
                  </a:lnTo>
                  <a:cubicBezTo>
                    <a:pt x="67745" y="11881"/>
                    <a:pt x="66491" y="11787"/>
                    <a:pt x="65425" y="11223"/>
                  </a:cubicBezTo>
                  <a:lnTo>
                    <a:pt x="65425" y="11223"/>
                  </a:lnTo>
                  <a:cubicBezTo>
                    <a:pt x="63654" y="10314"/>
                    <a:pt x="62714" y="8370"/>
                    <a:pt x="61334" y="6944"/>
                  </a:cubicBezTo>
                  <a:lnTo>
                    <a:pt x="61334" y="6944"/>
                  </a:lnTo>
                  <a:cubicBezTo>
                    <a:pt x="57839" y="3370"/>
                    <a:pt x="51977" y="3574"/>
                    <a:pt x="47243" y="5188"/>
                  </a:cubicBezTo>
                  <a:lnTo>
                    <a:pt x="47243" y="5188"/>
                  </a:lnTo>
                  <a:cubicBezTo>
                    <a:pt x="45064" y="5925"/>
                    <a:pt x="42838" y="6913"/>
                    <a:pt x="40581" y="6521"/>
                  </a:cubicBezTo>
                  <a:lnTo>
                    <a:pt x="40581" y="6521"/>
                  </a:lnTo>
                  <a:cubicBezTo>
                    <a:pt x="39030" y="6239"/>
                    <a:pt x="37682" y="5345"/>
                    <a:pt x="36381" y="4452"/>
                  </a:cubicBezTo>
                  <a:lnTo>
                    <a:pt x="36381" y="4452"/>
                  </a:lnTo>
                  <a:cubicBezTo>
                    <a:pt x="33152" y="2273"/>
                    <a:pt x="29515" y="0"/>
                    <a:pt x="25738" y="0"/>
                  </a:cubicBezTo>
                  <a:lnTo>
                    <a:pt x="25738" y="0"/>
                  </a:lnTo>
                  <a:cubicBezTo>
                    <a:pt x="25111" y="0"/>
                    <a:pt x="24484" y="63"/>
                    <a:pt x="23857" y="188"/>
                  </a:cubicBezTo>
                </a:path>
              </a:pathLst>
            </a:custGeom>
            <a:solidFill>
              <a:srgbClr val="FFFFFF">
                <a:alpha val="410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3" name="Google Shape;397;p38">
            <a:extLst>
              <a:ext uri="{FF2B5EF4-FFF2-40B4-BE49-F238E27FC236}">
                <a16:creationId xmlns:a16="http://schemas.microsoft.com/office/drawing/2014/main" id="{04399BA9-1F0C-8174-BC9C-99AF97591CAB}"/>
              </a:ext>
            </a:extLst>
          </p:cNvPr>
          <p:cNvSpPr txBox="1">
            <a:spLocks/>
          </p:cNvSpPr>
          <p:nvPr/>
        </p:nvSpPr>
        <p:spPr>
          <a:xfrm>
            <a:off x="2559529" y="106920"/>
            <a:ext cx="4416489" cy="8400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6000"/>
              <a:buFont typeface="Montserrat ExtraBold"/>
              <a:buNone/>
              <a:defRPr sz="4000" b="0" i="0" u="none" strike="noStrike" cap="none">
                <a:solidFill>
                  <a:schemeClr val="dk2"/>
                </a:solidFill>
                <a:latin typeface="Montserrat ExtraBold"/>
                <a:ea typeface="Montserrat ExtraBold"/>
                <a:cs typeface="Montserrat ExtraBold"/>
                <a:sym typeface="Montserrat ExtraBold"/>
              </a:defRPr>
            </a:lvl1pPr>
            <a:lvl2pPr marR="0" lvl="1"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2pPr>
            <a:lvl3pPr marR="0" lvl="2"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3pPr>
            <a:lvl4pPr marR="0" lvl="3"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4pPr>
            <a:lvl5pPr marR="0" lvl="4"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5pPr>
            <a:lvl6pPr marR="0" lvl="5"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6pPr>
            <a:lvl7pPr marR="0" lvl="6"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7pPr>
            <a:lvl8pPr marR="0" lvl="7"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8pPr>
            <a:lvl9pPr marR="0" lvl="8"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9pPr>
          </a:lstStyle>
          <a:p>
            <a:pPr lvl="0"/>
            <a:r>
              <a:rPr lang="en-US" sz="3600" dirty="0">
                <a:solidFill>
                  <a:srgbClr val="002060"/>
                </a:solidFill>
              </a:rPr>
              <a:t>troublesome City</a:t>
            </a:r>
          </a:p>
        </p:txBody>
      </p:sp>
      <p:sp>
        <p:nvSpPr>
          <p:cNvPr id="131" name="Rectangle: Rounded Corners 130">
            <a:extLst>
              <a:ext uri="{FF2B5EF4-FFF2-40B4-BE49-F238E27FC236}">
                <a16:creationId xmlns:a16="http://schemas.microsoft.com/office/drawing/2014/main" id="{7B0AB098-5041-963B-CFB2-352E52A4919B}"/>
              </a:ext>
            </a:extLst>
          </p:cNvPr>
          <p:cNvSpPr/>
          <p:nvPr/>
        </p:nvSpPr>
        <p:spPr>
          <a:xfrm>
            <a:off x="298428" y="1198093"/>
            <a:ext cx="2077414" cy="2878787"/>
          </a:xfrm>
          <a:prstGeom prst="roundRect">
            <a:avLst/>
          </a:prstGeom>
          <a:solidFill>
            <a:srgbClr val="002060"/>
          </a:solidFill>
          <a:ln>
            <a:solidFill>
              <a:srgbClr val="3A729A"/>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dirty="0">
              <a:solidFill>
                <a:srgbClr val="FFFFFF"/>
              </a:solidFill>
            </a:endParaRPr>
          </a:p>
        </p:txBody>
      </p:sp>
      <p:sp>
        <p:nvSpPr>
          <p:cNvPr id="133" name="Google Shape;397;p38">
            <a:extLst>
              <a:ext uri="{FF2B5EF4-FFF2-40B4-BE49-F238E27FC236}">
                <a16:creationId xmlns:a16="http://schemas.microsoft.com/office/drawing/2014/main" id="{E9EE759A-334E-421B-CC97-5A974339A9FC}"/>
              </a:ext>
            </a:extLst>
          </p:cNvPr>
          <p:cNvSpPr txBox="1">
            <a:spLocks/>
          </p:cNvSpPr>
          <p:nvPr/>
        </p:nvSpPr>
        <p:spPr>
          <a:xfrm>
            <a:off x="459745" y="3106944"/>
            <a:ext cx="1875955" cy="595205"/>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r>
              <a:rPr lang="en-US" sz="1200" dirty="0">
                <a:solidFill>
                  <a:srgbClr val="FFFFFF"/>
                </a:solidFill>
              </a:rPr>
              <a:t>Reason of delay</a:t>
            </a:r>
          </a:p>
        </p:txBody>
      </p:sp>
      <p:grpSp>
        <p:nvGrpSpPr>
          <p:cNvPr id="2" name="Group 1">
            <a:extLst>
              <a:ext uri="{FF2B5EF4-FFF2-40B4-BE49-F238E27FC236}">
                <a16:creationId xmlns:a16="http://schemas.microsoft.com/office/drawing/2014/main" id="{A030832F-64F7-EBE7-7943-CAE37873B100}"/>
              </a:ext>
            </a:extLst>
          </p:cNvPr>
          <p:cNvGrpSpPr/>
          <p:nvPr/>
        </p:nvGrpSpPr>
        <p:grpSpPr>
          <a:xfrm>
            <a:off x="2866640" y="1547831"/>
            <a:ext cx="5759245" cy="840000"/>
            <a:chOff x="2882253" y="1434468"/>
            <a:chExt cx="4227652" cy="840000"/>
          </a:xfrm>
        </p:grpSpPr>
        <p:sp>
          <p:nvSpPr>
            <p:cNvPr id="3" name="Arrow: Pentagon 2">
              <a:extLst>
                <a:ext uri="{FF2B5EF4-FFF2-40B4-BE49-F238E27FC236}">
                  <a16:creationId xmlns:a16="http://schemas.microsoft.com/office/drawing/2014/main" id="{69D52ACF-6076-FC0B-E302-FFEB29AF2953}"/>
                </a:ext>
              </a:extLst>
            </p:cNvPr>
            <p:cNvSpPr/>
            <p:nvPr/>
          </p:nvSpPr>
          <p:spPr>
            <a:xfrm flipH="1">
              <a:off x="2882253" y="1537783"/>
              <a:ext cx="4227652" cy="656924"/>
            </a:xfrm>
            <a:prstGeom prst="homePlate">
              <a:avLst/>
            </a:prstGeom>
            <a:solidFill>
              <a:srgbClr val="3A729A"/>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Google Shape;397;p38">
              <a:extLst>
                <a:ext uri="{FF2B5EF4-FFF2-40B4-BE49-F238E27FC236}">
                  <a16:creationId xmlns:a16="http://schemas.microsoft.com/office/drawing/2014/main" id="{053FF2E5-843D-7E32-C6A7-0D35593100BB}"/>
                </a:ext>
              </a:extLst>
            </p:cNvPr>
            <p:cNvSpPr txBox="1">
              <a:spLocks/>
            </p:cNvSpPr>
            <p:nvPr/>
          </p:nvSpPr>
          <p:spPr>
            <a:xfrm>
              <a:off x="3301105" y="1434468"/>
              <a:ext cx="3757222" cy="8400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b="1" dirty="0">
                  <a:solidFill>
                    <a:srgbClr val="00B0F0"/>
                  </a:solidFill>
                </a:rPr>
                <a:t>491</a:t>
              </a:r>
              <a:r>
                <a:rPr lang="en-US" sz="1200" dirty="0">
                  <a:solidFill>
                    <a:srgbClr val="FFFFFF"/>
                  </a:solidFill>
                </a:rPr>
                <a:t> of </a:t>
              </a:r>
              <a:r>
                <a:rPr lang="en-US" b="1" dirty="0">
                  <a:solidFill>
                    <a:srgbClr val="00B0F0"/>
                  </a:solidFill>
                </a:rPr>
                <a:t>1602 </a:t>
              </a:r>
              <a:r>
                <a:rPr lang="en-US" dirty="0">
                  <a:solidFill>
                    <a:srgbClr val="FFFFFF"/>
                  </a:solidFill>
                </a:rPr>
                <a:t>delay in London city with </a:t>
              </a:r>
              <a:r>
                <a:rPr lang="en-US" b="1" dirty="0">
                  <a:solidFill>
                    <a:srgbClr val="00B0F0"/>
                  </a:solidFill>
                </a:rPr>
                <a:t>31%</a:t>
              </a:r>
              <a:r>
                <a:rPr lang="en-US" dirty="0">
                  <a:solidFill>
                    <a:srgbClr val="FFFFFF"/>
                  </a:solidFill>
                </a:rPr>
                <a:t> delay percentage</a:t>
              </a:r>
            </a:p>
          </p:txBody>
        </p:sp>
      </p:grpSp>
      <p:sp>
        <p:nvSpPr>
          <p:cNvPr id="5" name="Flowchart: Alternate Process 4">
            <a:extLst>
              <a:ext uri="{FF2B5EF4-FFF2-40B4-BE49-F238E27FC236}">
                <a16:creationId xmlns:a16="http://schemas.microsoft.com/office/drawing/2014/main" id="{EECFE4CD-C0C3-38ED-0CB8-AD2A2AEAAC60}"/>
              </a:ext>
            </a:extLst>
          </p:cNvPr>
          <p:cNvSpPr/>
          <p:nvPr/>
        </p:nvSpPr>
        <p:spPr>
          <a:xfrm>
            <a:off x="487788" y="2410572"/>
            <a:ext cx="2183341" cy="554753"/>
          </a:xfrm>
          <a:prstGeom prst="flowChartAlternateProcess">
            <a:avLst/>
          </a:prstGeom>
          <a:solidFill>
            <a:srgbClr val="0070C0"/>
          </a:solidFill>
          <a:ln>
            <a:solidFill>
              <a:srgbClr val="69ABD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 name="Google Shape;397;p38">
            <a:extLst>
              <a:ext uri="{FF2B5EF4-FFF2-40B4-BE49-F238E27FC236}">
                <a16:creationId xmlns:a16="http://schemas.microsoft.com/office/drawing/2014/main" id="{083F59E3-CD0D-34D2-EE18-0526EC21F312}"/>
              </a:ext>
            </a:extLst>
          </p:cNvPr>
          <p:cNvSpPr txBox="1">
            <a:spLocks/>
          </p:cNvSpPr>
          <p:nvPr/>
        </p:nvSpPr>
        <p:spPr>
          <a:xfrm>
            <a:off x="493838" y="2397589"/>
            <a:ext cx="2077414" cy="595205"/>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r>
              <a:rPr lang="en-US" sz="1600" b="1" dirty="0">
                <a:solidFill>
                  <a:srgbClr val="FFFFFF"/>
                </a:solidFill>
              </a:rPr>
              <a:t>Refund percentage</a:t>
            </a:r>
          </a:p>
        </p:txBody>
      </p:sp>
      <p:sp>
        <p:nvSpPr>
          <p:cNvPr id="6" name="Google Shape;397;p38">
            <a:extLst>
              <a:ext uri="{FF2B5EF4-FFF2-40B4-BE49-F238E27FC236}">
                <a16:creationId xmlns:a16="http://schemas.microsoft.com/office/drawing/2014/main" id="{B99A9BC4-7369-11B9-55DE-277154E95ECD}"/>
              </a:ext>
            </a:extLst>
          </p:cNvPr>
          <p:cNvSpPr txBox="1">
            <a:spLocks/>
          </p:cNvSpPr>
          <p:nvPr/>
        </p:nvSpPr>
        <p:spPr>
          <a:xfrm>
            <a:off x="518114" y="1640227"/>
            <a:ext cx="1695653" cy="595205"/>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r>
              <a:rPr lang="en-US" sz="1200" dirty="0">
                <a:solidFill>
                  <a:srgbClr val="FFFFFF"/>
                </a:solidFill>
              </a:rPr>
              <a:t>Delay percentage</a:t>
            </a:r>
          </a:p>
        </p:txBody>
      </p:sp>
      <p:grpSp>
        <p:nvGrpSpPr>
          <p:cNvPr id="7" name="Group 6">
            <a:extLst>
              <a:ext uri="{FF2B5EF4-FFF2-40B4-BE49-F238E27FC236}">
                <a16:creationId xmlns:a16="http://schemas.microsoft.com/office/drawing/2014/main" id="{98914811-A660-513D-05FE-D93680200546}"/>
              </a:ext>
            </a:extLst>
          </p:cNvPr>
          <p:cNvGrpSpPr/>
          <p:nvPr/>
        </p:nvGrpSpPr>
        <p:grpSpPr>
          <a:xfrm>
            <a:off x="2878364" y="2298104"/>
            <a:ext cx="5759245" cy="840000"/>
            <a:chOff x="2882253" y="1434468"/>
            <a:chExt cx="4227652" cy="840000"/>
          </a:xfrm>
        </p:grpSpPr>
        <p:sp>
          <p:nvSpPr>
            <p:cNvPr id="8" name="Arrow: Pentagon 7">
              <a:extLst>
                <a:ext uri="{FF2B5EF4-FFF2-40B4-BE49-F238E27FC236}">
                  <a16:creationId xmlns:a16="http://schemas.microsoft.com/office/drawing/2014/main" id="{D2503B3E-9579-3C64-C47D-2FFB5EF12B4B}"/>
                </a:ext>
              </a:extLst>
            </p:cNvPr>
            <p:cNvSpPr/>
            <p:nvPr/>
          </p:nvSpPr>
          <p:spPr>
            <a:xfrm flipH="1">
              <a:off x="2882253" y="1537783"/>
              <a:ext cx="4227652" cy="656924"/>
            </a:xfrm>
            <a:prstGeom prst="homePlate">
              <a:avLst/>
            </a:prstGeom>
            <a:solidFill>
              <a:srgbClr val="3A729A"/>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Google Shape;397;p38">
              <a:extLst>
                <a:ext uri="{FF2B5EF4-FFF2-40B4-BE49-F238E27FC236}">
                  <a16:creationId xmlns:a16="http://schemas.microsoft.com/office/drawing/2014/main" id="{FC51478D-11E1-2534-431E-C82577DCB534}"/>
                </a:ext>
              </a:extLst>
            </p:cNvPr>
            <p:cNvSpPr txBox="1">
              <a:spLocks/>
            </p:cNvSpPr>
            <p:nvPr/>
          </p:nvSpPr>
          <p:spPr>
            <a:xfrm>
              <a:off x="3301105" y="1434468"/>
              <a:ext cx="3757222" cy="8400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b="1" dirty="0">
                  <a:solidFill>
                    <a:srgbClr val="00B0F0"/>
                  </a:solidFill>
                </a:rPr>
                <a:t>$26K</a:t>
              </a:r>
              <a:r>
                <a:rPr lang="en-US" sz="1200" dirty="0">
                  <a:solidFill>
                    <a:srgbClr val="FFFFFF"/>
                  </a:solidFill>
                </a:rPr>
                <a:t> out of </a:t>
              </a:r>
              <a:r>
                <a:rPr lang="en-US" sz="1200" b="1" dirty="0">
                  <a:solidFill>
                    <a:srgbClr val="00B0F0"/>
                  </a:solidFill>
                </a:rPr>
                <a:t>$200K</a:t>
              </a:r>
              <a:r>
                <a:rPr lang="en-US" b="1" dirty="0">
                  <a:solidFill>
                    <a:srgbClr val="00B0F0"/>
                  </a:solidFill>
                </a:rPr>
                <a:t> </a:t>
              </a:r>
              <a:r>
                <a:rPr lang="en-US" dirty="0">
                  <a:solidFill>
                    <a:srgbClr val="FFFFFF"/>
                  </a:solidFill>
                </a:rPr>
                <a:t>revenues with </a:t>
              </a:r>
              <a:r>
                <a:rPr lang="en-US" b="1" dirty="0">
                  <a:solidFill>
                    <a:srgbClr val="00B0F0"/>
                  </a:solidFill>
                </a:rPr>
                <a:t>13.2%</a:t>
              </a:r>
              <a:r>
                <a:rPr lang="en-US" dirty="0">
                  <a:solidFill>
                    <a:srgbClr val="FFFFFF"/>
                  </a:solidFill>
                </a:rPr>
                <a:t> refund percentage</a:t>
              </a:r>
            </a:p>
          </p:txBody>
        </p:sp>
      </p:grpSp>
    </p:spTree>
    <p:extLst>
      <p:ext uri="{BB962C8B-B14F-4D97-AF65-F5344CB8AC3E}">
        <p14:creationId xmlns:p14="http://schemas.microsoft.com/office/powerpoint/2010/main" val="3372795123"/>
      </p:ext>
    </p:extLst>
  </p:cSld>
  <p:clrMapOvr>
    <a:masterClrMapping/>
  </p:clrMapOvr>
  <mc:AlternateContent xmlns:mc="http://schemas.openxmlformats.org/markup-compatibility/2006">
    <mc:Choice xmlns:p159="http://schemas.microsoft.com/office/powerpoint/2015/09/main" Requires="p159">
      <p:transition spd="slow" advTm="1000">
        <p159:morph option="byObject"/>
      </p:transition>
    </mc:Choice>
    <mc:Fallback>
      <p:transition spd="slow" advTm="1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250"/>
                                        <p:tgtEl>
                                          <p:spTgt spid="7"/>
                                        </p:tgtEl>
                                        <p:attrNameLst>
                                          <p:attrName>ppt_x</p:attrName>
                                        </p:attrNameLst>
                                      </p:cBhvr>
                                      <p:tavLst>
                                        <p:tav tm="0">
                                          <p:val>
                                            <p:strVal val="#ppt_x-#ppt_w*1.125000"/>
                                          </p:val>
                                        </p:tav>
                                        <p:tav tm="100000">
                                          <p:val>
                                            <p:strVal val="#ppt_x"/>
                                          </p:val>
                                        </p:tav>
                                      </p:tavLst>
                                    </p:anim>
                                    <p:animEffect transition="in" filter="wipe(right)">
                                      <p:cBhvr>
                                        <p:cTn id="8" dur="25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 name="Google Shape;1534;p36">
            <a:extLst>
              <a:ext uri="{FF2B5EF4-FFF2-40B4-BE49-F238E27FC236}">
                <a16:creationId xmlns:a16="http://schemas.microsoft.com/office/drawing/2014/main" id="{69C0E481-1A7C-8DFF-E143-F58CFD321E08}"/>
              </a:ext>
            </a:extLst>
          </p:cNvPr>
          <p:cNvGrpSpPr/>
          <p:nvPr/>
        </p:nvGrpSpPr>
        <p:grpSpPr>
          <a:xfrm>
            <a:off x="0" y="4421430"/>
            <a:ext cx="9276783" cy="1398672"/>
            <a:chOff x="-139347" y="3868275"/>
            <a:chExt cx="9276783" cy="1398672"/>
          </a:xfrm>
          <a:solidFill>
            <a:srgbClr val="091359"/>
          </a:solidFill>
        </p:grpSpPr>
        <p:sp>
          <p:nvSpPr>
            <p:cNvPr id="26" name="Google Shape;1535;p36">
              <a:extLst>
                <a:ext uri="{FF2B5EF4-FFF2-40B4-BE49-F238E27FC236}">
                  <a16:creationId xmlns:a16="http://schemas.microsoft.com/office/drawing/2014/main" id="{89AF1B9C-9B87-9AF0-0C2B-D6FDEF03DF0B}"/>
                </a:ext>
              </a:extLst>
            </p:cNvPr>
            <p:cNvSpPr/>
            <p:nvPr/>
          </p:nvSpPr>
          <p:spPr>
            <a:xfrm flipH="1">
              <a:off x="-139347" y="4015425"/>
              <a:ext cx="9276772" cy="548850"/>
            </a:xfrm>
            <a:custGeom>
              <a:avLst/>
              <a:gdLst/>
              <a:ahLst/>
              <a:cxnLst/>
              <a:rect l="l" t="t" r="r" b="b"/>
              <a:pathLst>
                <a:path w="219946" h="21954" extrusionOk="0">
                  <a:moveTo>
                    <a:pt x="0" y="12956"/>
                  </a:moveTo>
                  <a:lnTo>
                    <a:pt x="0" y="21954"/>
                  </a:lnTo>
                  <a:lnTo>
                    <a:pt x="219946" y="8998"/>
                  </a:lnTo>
                  <a:lnTo>
                    <a:pt x="219946"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7" name="Google Shape;1536;p36">
              <a:extLst>
                <a:ext uri="{FF2B5EF4-FFF2-40B4-BE49-F238E27FC236}">
                  <a16:creationId xmlns:a16="http://schemas.microsoft.com/office/drawing/2014/main" id="{C962049F-7EAE-45FF-9475-2EE4F0DF3B4E}"/>
                </a:ext>
              </a:extLst>
            </p:cNvPr>
            <p:cNvGrpSpPr/>
            <p:nvPr/>
          </p:nvGrpSpPr>
          <p:grpSpPr>
            <a:xfrm flipH="1">
              <a:off x="2134836" y="4216900"/>
              <a:ext cx="3484400" cy="1050047"/>
              <a:chOff x="3379075" y="4216900"/>
              <a:chExt cx="3484400" cy="1050047"/>
            </a:xfrm>
            <a:grpFill/>
          </p:grpSpPr>
          <p:sp>
            <p:nvSpPr>
              <p:cNvPr id="87" name="Google Shape;1537;p36">
                <a:extLst>
                  <a:ext uri="{FF2B5EF4-FFF2-40B4-BE49-F238E27FC236}">
                    <a16:creationId xmlns:a16="http://schemas.microsoft.com/office/drawing/2014/main" id="{5713E945-E397-67EA-EAF1-D77279F6DC33}"/>
                  </a:ext>
                </a:extLst>
              </p:cNvPr>
              <p:cNvSpPr/>
              <p:nvPr/>
            </p:nvSpPr>
            <p:spPr>
              <a:xfrm>
                <a:off x="6638025" y="4216900"/>
                <a:ext cx="225450" cy="266525"/>
              </a:xfrm>
              <a:custGeom>
                <a:avLst/>
                <a:gdLst/>
                <a:ahLst/>
                <a:cxnLst/>
                <a:rect l="l" t="t" r="r" b="b"/>
                <a:pathLst>
                  <a:path w="9018" h="10661" extrusionOk="0">
                    <a:moveTo>
                      <a:pt x="1" y="10660"/>
                    </a:moveTo>
                    <a:lnTo>
                      <a:pt x="9017" y="10660"/>
                    </a:lnTo>
                    <a:lnTo>
                      <a:pt x="9017"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1538;p36">
                <a:extLst>
                  <a:ext uri="{FF2B5EF4-FFF2-40B4-BE49-F238E27FC236}">
                    <a16:creationId xmlns:a16="http://schemas.microsoft.com/office/drawing/2014/main" id="{D3BFE6C1-A617-DD21-1BCA-EA4A8EBDF3CD}"/>
                  </a:ext>
                </a:extLst>
              </p:cNvPr>
              <p:cNvSpPr/>
              <p:nvPr/>
            </p:nvSpPr>
            <p:spPr>
              <a:xfrm>
                <a:off x="5628575" y="4216900"/>
                <a:ext cx="225425" cy="266525"/>
              </a:xfrm>
              <a:custGeom>
                <a:avLst/>
                <a:gdLst/>
                <a:ahLst/>
                <a:cxnLst/>
                <a:rect l="l" t="t" r="r" b="b"/>
                <a:pathLst>
                  <a:path w="9017" h="10661" extrusionOk="0">
                    <a:moveTo>
                      <a:pt x="0" y="10660"/>
                    </a:moveTo>
                    <a:lnTo>
                      <a:pt x="9017" y="10660"/>
                    </a:lnTo>
                    <a:lnTo>
                      <a:pt x="9017"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1539;p36">
                <a:extLst>
                  <a:ext uri="{FF2B5EF4-FFF2-40B4-BE49-F238E27FC236}">
                    <a16:creationId xmlns:a16="http://schemas.microsoft.com/office/drawing/2014/main" id="{93BE9C1F-C27E-6192-934F-EF6F41DF4331}"/>
                  </a:ext>
                </a:extLst>
              </p:cNvPr>
              <p:cNvSpPr/>
              <p:nvPr/>
            </p:nvSpPr>
            <p:spPr>
              <a:xfrm>
                <a:off x="5700425" y="4473175"/>
                <a:ext cx="72850" cy="792553"/>
              </a:xfrm>
              <a:custGeom>
                <a:avLst/>
                <a:gdLst/>
                <a:ahLst/>
                <a:cxnLst/>
                <a:rect l="l" t="t" r="r" b="b"/>
                <a:pathLst>
                  <a:path w="2914" h="48780" extrusionOk="0">
                    <a:moveTo>
                      <a:pt x="1" y="48780"/>
                    </a:moveTo>
                    <a:lnTo>
                      <a:pt x="2913" y="48780"/>
                    </a:lnTo>
                    <a:lnTo>
                      <a:pt x="291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1540;p36">
                <a:extLst>
                  <a:ext uri="{FF2B5EF4-FFF2-40B4-BE49-F238E27FC236}">
                    <a16:creationId xmlns:a16="http://schemas.microsoft.com/office/drawing/2014/main" id="{1CD70B06-D350-3926-587D-A2E3E780A67D}"/>
                  </a:ext>
                </a:extLst>
              </p:cNvPr>
              <p:cNvSpPr/>
              <p:nvPr/>
            </p:nvSpPr>
            <p:spPr>
              <a:xfrm>
                <a:off x="4520150" y="4293100"/>
                <a:ext cx="225450" cy="266525"/>
              </a:xfrm>
              <a:custGeom>
                <a:avLst/>
                <a:gdLst/>
                <a:ahLst/>
                <a:cxnLst/>
                <a:rect l="l" t="t" r="r" b="b"/>
                <a:pathLst>
                  <a:path w="9018" h="10661" extrusionOk="0">
                    <a:moveTo>
                      <a:pt x="1" y="10660"/>
                    </a:moveTo>
                    <a:lnTo>
                      <a:pt x="9017" y="10660"/>
                    </a:lnTo>
                    <a:lnTo>
                      <a:pt x="9017"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1541;p36">
                <a:extLst>
                  <a:ext uri="{FF2B5EF4-FFF2-40B4-BE49-F238E27FC236}">
                    <a16:creationId xmlns:a16="http://schemas.microsoft.com/office/drawing/2014/main" id="{88763C1F-FEE5-43B9-D18F-6EE0FC4AFF5D}"/>
                  </a:ext>
                </a:extLst>
              </p:cNvPr>
              <p:cNvSpPr/>
              <p:nvPr/>
            </p:nvSpPr>
            <p:spPr>
              <a:xfrm>
                <a:off x="4592025" y="4473175"/>
                <a:ext cx="72825" cy="792553"/>
              </a:xfrm>
              <a:custGeom>
                <a:avLst/>
                <a:gdLst/>
                <a:ahLst/>
                <a:cxnLst/>
                <a:rect l="l" t="t" r="r" b="b"/>
                <a:pathLst>
                  <a:path w="2913" h="48780" extrusionOk="0">
                    <a:moveTo>
                      <a:pt x="1" y="48780"/>
                    </a:moveTo>
                    <a:lnTo>
                      <a:pt x="2913" y="48780"/>
                    </a:lnTo>
                    <a:lnTo>
                      <a:pt x="291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1542;p36">
                <a:extLst>
                  <a:ext uri="{FF2B5EF4-FFF2-40B4-BE49-F238E27FC236}">
                    <a16:creationId xmlns:a16="http://schemas.microsoft.com/office/drawing/2014/main" id="{D06B1159-567A-3EB8-69E6-8C4C3671E48A}"/>
                  </a:ext>
                </a:extLst>
              </p:cNvPr>
              <p:cNvSpPr/>
              <p:nvPr/>
            </p:nvSpPr>
            <p:spPr>
              <a:xfrm>
                <a:off x="3379075" y="4327650"/>
                <a:ext cx="225450" cy="262300"/>
              </a:xfrm>
              <a:custGeom>
                <a:avLst/>
                <a:gdLst/>
                <a:ahLst/>
                <a:cxnLst/>
                <a:rect l="l" t="t" r="r" b="b"/>
                <a:pathLst>
                  <a:path w="9018" h="10492" extrusionOk="0">
                    <a:moveTo>
                      <a:pt x="1" y="10492"/>
                    </a:moveTo>
                    <a:lnTo>
                      <a:pt x="9017" y="10492"/>
                    </a:lnTo>
                    <a:lnTo>
                      <a:pt x="9017" y="0"/>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1543;p36">
                <a:extLst>
                  <a:ext uri="{FF2B5EF4-FFF2-40B4-BE49-F238E27FC236}">
                    <a16:creationId xmlns:a16="http://schemas.microsoft.com/office/drawing/2014/main" id="{BD98C59D-D6EF-491D-AA53-ABD76B4A2623}"/>
                  </a:ext>
                </a:extLst>
              </p:cNvPr>
              <p:cNvSpPr/>
              <p:nvPr/>
            </p:nvSpPr>
            <p:spPr>
              <a:xfrm>
                <a:off x="3450950" y="4494102"/>
                <a:ext cx="72825" cy="772845"/>
              </a:xfrm>
              <a:custGeom>
                <a:avLst/>
                <a:gdLst/>
                <a:ahLst/>
                <a:cxnLst/>
                <a:rect l="l" t="t" r="r" b="b"/>
                <a:pathLst>
                  <a:path w="2913" h="47567" extrusionOk="0">
                    <a:moveTo>
                      <a:pt x="1" y="47567"/>
                    </a:moveTo>
                    <a:lnTo>
                      <a:pt x="2913" y="47567"/>
                    </a:lnTo>
                    <a:lnTo>
                      <a:pt x="291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 name="Google Shape;1544;p36">
              <a:extLst>
                <a:ext uri="{FF2B5EF4-FFF2-40B4-BE49-F238E27FC236}">
                  <a16:creationId xmlns:a16="http://schemas.microsoft.com/office/drawing/2014/main" id="{54A9CCB7-B41C-4B06-F9A7-0B48C2839929}"/>
                </a:ext>
              </a:extLst>
            </p:cNvPr>
            <p:cNvGrpSpPr/>
            <p:nvPr/>
          </p:nvGrpSpPr>
          <p:grpSpPr>
            <a:xfrm flipH="1">
              <a:off x="-57406" y="3868275"/>
              <a:ext cx="9194843" cy="559600"/>
              <a:chOff x="-139125" y="3868275"/>
              <a:chExt cx="9194843" cy="559600"/>
            </a:xfrm>
            <a:grpFill/>
          </p:grpSpPr>
          <p:sp>
            <p:nvSpPr>
              <p:cNvPr id="44" name="Google Shape;1545;p36">
                <a:extLst>
                  <a:ext uri="{FF2B5EF4-FFF2-40B4-BE49-F238E27FC236}">
                    <a16:creationId xmlns:a16="http://schemas.microsoft.com/office/drawing/2014/main" id="{90E6CAF2-DA24-9C35-0554-7F758E89AB02}"/>
                  </a:ext>
                </a:extLst>
              </p:cNvPr>
              <p:cNvSpPr/>
              <p:nvPr/>
            </p:nvSpPr>
            <p:spPr>
              <a:xfrm>
                <a:off x="-139125" y="3868275"/>
                <a:ext cx="9194843" cy="351450"/>
              </a:xfrm>
              <a:custGeom>
                <a:avLst/>
                <a:gdLst/>
                <a:ahLst/>
                <a:cxnLst/>
                <a:rect l="l" t="t" r="r" b="b"/>
                <a:pathLst>
                  <a:path w="219946" h="14058" extrusionOk="0">
                    <a:moveTo>
                      <a:pt x="0" y="12956"/>
                    </a:moveTo>
                    <a:lnTo>
                      <a:pt x="0" y="14058"/>
                    </a:lnTo>
                    <a:lnTo>
                      <a:pt x="219946" y="1102"/>
                    </a:lnTo>
                    <a:lnTo>
                      <a:pt x="219946"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1546;p36">
                <a:extLst>
                  <a:ext uri="{FF2B5EF4-FFF2-40B4-BE49-F238E27FC236}">
                    <a16:creationId xmlns:a16="http://schemas.microsoft.com/office/drawing/2014/main" id="{48260650-71E9-85AC-38EF-BEAD638C4D54}"/>
                  </a:ext>
                </a:extLst>
              </p:cNvPr>
              <p:cNvSpPr/>
              <p:nvPr/>
            </p:nvSpPr>
            <p:spPr>
              <a:xfrm>
                <a:off x="125427" y="4182825"/>
                <a:ext cx="34406" cy="245050"/>
              </a:xfrm>
              <a:custGeom>
                <a:avLst/>
                <a:gdLst/>
                <a:ahLst/>
                <a:cxnLst/>
                <a:rect l="l" t="t" r="r" b="b"/>
                <a:pathLst>
                  <a:path w="823" h="9802" extrusionOk="0">
                    <a:moveTo>
                      <a:pt x="1" y="9802"/>
                    </a:moveTo>
                    <a:lnTo>
                      <a:pt x="822" y="9802"/>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1547;p36">
                <a:extLst>
                  <a:ext uri="{FF2B5EF4-FFF2-40B4-BE49-F238E27FC236}">
                    <a16:creationId xmlns:a16="http://schemas.microsoft.com/office/drawing/2014/main" id="{CB4D4D1C-E62E-F434-4382-9070971E9FA0}"/>
                  </a:ext>
                </a:extLst>
              </p:cNvPr>
              <p:cNvSpPr/>
              <p:nvPr/>
            </p:nvSpPr>
            <p:spPr>
              <a:xfrm>
                <a:off x="336927" y="4176300"/>
                <a:ext cx="34406" cy="244575"/>
              </a:xfrm>
              <a:custGeom>
                <a:avLst/>
                <a:gdLst/>
                <a:ahLst/>
                <a:cxnLst/>
                <a:rect l="l" t="t" r="r" b="b"/>
                <a:pathLst>
                  <a:path w="823" h="9783" extrusionOk="0">
                    <a:moveTo>
                      <a:pt x="1" y="9783"/>
                    </a:moveTo>
                    <a:lnTo>
                      <a:pt x="822" y="9783"/>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1548;p36">
                <a:extLst>
                  <a:ext uri="{FF2B5EF4-FFF2-40B4-BE49-F238E27FC236}">
                    <a16:creationId xmlns:a16="http://schemas.microsoft.com/office/drawing/2014/main" id="{E23E5D9F-AD63-A544-ADB3-7C1291583BAA}"/>
                  </a:ext>
                </a:extLst>
              </p:cNvPr>
              <p:cNvSpPr/>
              <p:nvPr/>
            </p:nvSpPr>
            <p:spPr>
              <a:xfrm>
                <a:off x="548427" y="4169300"/>
                <a:ext cx="33611" cy="245050"/>
              </a:xfrm>
              <a:custGeom>
                <a:avLst/>
                <a:gdLst/>
                <a:ahLst/>
                <a:cxnLst/>
                <a:rect l="l" t="t" r="r" b="b"/>
                <a:pathLst>
                  <a:path w="804" h="9802" extrusionOk="0">
                    <a:moveTo>
                      <a:pt x="1" y="9801"/>
                    </a:moveTo>
                    <a:lnTo>
                      <a:pt x="803" y="9801"/>
                    </a:lnTo>
                    <a:lnTo>
                      <a:pt x="80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1549;p36">
                <a:extLst>
                  <a:ext uri="{FF2B5EF4-FFF2-40B4-BE49-F238E27FC236}">
                    <a16:creationId xmlns:a16="http://schemas.microsoft.com/office/drawing/2014/main" id="{183717F5-A57F-B829-65C5-89B280725CFE}"/>
                  </a:ext>
                </a:extLst>
              </p:cNvPr>
              <p:cNvSpPr/>
              <p:nvPr/>
            </p:nvSpPr>
            <p:spPr>
              <a:xfrm>
                <a:off x="759174" y="4162300"/>
                <a:ext cx="34364" cy="245050"/>
              </a:xfrm>
              <a:custGeom>
                <a:avLst/>
                <a:gdLst/>
                <a:ahLst/>
                <a:cxnLst/>
                <a:rect l="l" t="t" r="r" b="b"/>
                <a:pathLst>
                  <a:path w="822" h="9802" extrusionOk="0">
                    <a:moveTo>
                      <a:pt x="0" y="9801"/>
                    </a:moveTo>
                    <a:lnTo>
                      <a:pt x="821" y="9801"/>
                    </a:lnTo>
                    <a:lnTo>
                      <a:pt x="821"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1550;p36">
                <a:extLst>
                  <a:ext uri="{FF2B5EF4-FFF2-40B4-BE49-F238E27FC236}">
                    <a16:creationId xmlns:a16="http://schemas.microsoft.com/office/drawing/2014/main" id="{640904B9-2E93-328F-9ACA-E0D5450B4F01}"/>
                  </a:ext>
                </a:extLst>
              </p:cNvPr>
              <p:cNvSpPr/>
              <p:nvPr/>
            </p:nvSpPr>
            <p:spPr>
              <a:xfrm>
                <a:off x="970673" y="4155300"/>
                <a:ext cx="34364" cy="245050"/>
              </a:xfrm>
              <a:custGeom>
                <a:avLst/>
                <a:gdLst/>
                <a:ahLst/>
                <a:cxnLst/>
                <a:rect l="l" t="t" r="r" b="b"/>
                <a:pathLst>
                  <a:path w="822" h="9802" extrusionOk="0">
                    <a:moveTo>
                      <a:pt x="0" y="9801"/>
                    </a:moveTo>
                    <a:lnTo>
                      <a:pt x="821" y="9801"/>
                    </a:lnTo>
                    <a:lnTo>
                      <a:pt x="821"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1551;p36">
                <a:extLst>
                  <a:ext uri="{FF2B5EF4-FFF2-40B4-BE49-F238E27FC236}">
                    <a16:creationId xmlns:a16="http://schemas.microsoft.com/office/drawing/2014/main" id="{ABF15E2D-83BA-120A-F493-5B454ECBF85C}"/>
                  </a:ext>
                </a:extLst>
              </p:cNvPr>
              <p:cNvSpPr/>
              <p:nvPr/>
            </p:nvSpPr>
            <p:spPr>
              <a:xfrm>
                <a:off x="1182173" y="4148775"/>
                <a:ext cx="34364" cy="244575"/>
              </a:xfrm>
              <a:custGeom>
                <a:avLst/>
                <a:gdLst/>
                <a:ahLst/>
                <a:cxnLst/>
                <a:rect l="l" t="t" r="r" b="b"/>
                <a:pathLst>
                  <a:path w="822" h="9783" extrusionOk="0">
                    <a:moveTo>
                      <a:pt x="0" y="9782"/>
                    </a:moveTo>
                    <a:lnTo>
                      <a:pt x="821" y="9782"/>
                    </a:lnTo>
                    <a:lnTo>
                      <a:pt x="821"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1552;p36">
                <a:extLst>
                  <a:ext uri="{FF2B5EF4-FFF2-40B4-BE49-F238E27FC236}">
                    <a16:creationId xmlns:a16="http://schemas.microsoft.com/office/drawing/2014/main" id="{E955D1FF-80A1-8623-F4A6-AAC5F0A4B521}"/>
                  </a:ext>
                </a:extLst>
              </p:cNvPr>
              <p:cNvSpPr/>
              <p:nvPr/>
            </p:nvSpPr>
            <p:spPr>
              <a:xfrm>
                <a:off x="1393673" y="4141775"/>
                <a:ext cx="34364" cy="245025"/>
              </a:xfrm>
              <a:custGeom>
                <a:avLst/>
                <a:gdLst/>
                <a:ahLst/>
                <a:cxnLst/>
                <a:rect l="l" t="t" r="r" b="b"/>
                <a:pathLst>
                  <a:path w="822" h="9801" extrusionOk="0">
                    <a:moveTo>
                      <a:pt x="0" y="9801"/>
                    </a:moveTo>
                    <a:lnTo>
                      <a:pt x="821" y="9801"/>
                    </a:lnTo>
                    <a:lnTo>
                      <a:pt x="821"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1553;p36">
                <a:extLst>
                  <a:ext uri="{FF2B5EF4-FFF2-40B4-BE49-F238E27FC236}">
                    <a16:creationId xmlns:a16="http://schemas.microsoft.com/office/drawing/2014/main" id="{9FC08D44-AB53-513C-0F67-24176A3D431E}"/>
                  </a:ext>
                </a:extLst>
              </p:cNvPr>
              <p:cNvSpPr/>
              <p:nvPr/>
            </p:nvSpPr>
            <p:spPr>
              <a:xfrm>
                <a:off x="1605172" y="4134775"/>
                <a:ext cx="34364" cy="245025"/>
              </a:xfrm>
              <a:custGeom>
                <a:avLst/>
                <a:gdLst/>
                <a:ahLst/>
                <a:cxnLst/>
                <a:rect l="l" t="t" r="r" b="b"/>
                <a:pathLst>
                  <a:path w="822" h="9801" extrusionOk="0">
                    <a:moveTo>
                      <a:pt x="0" y="9801"/>
                    </a:moveTo>
                    <a:lnTo>
                      <a:pt x="821" y="9801"/>
                    </a:lnTo>
                    <a:lnTo>
                      <a:pt x="821"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1554;p36">
                <a:extLst>
                  <a:ext uri="{FF2B5EF4-FFF2-40B4-BE49-F238E27FC236}">
                    <a16:creationId xmlns:a16="http://schemas.microsoft.com/office/drawing/2014/main" id="{821CEC93-45C0-6A25-1AFC-F687C7AA66A6}"/>
                  </a:ext>
                </a:extLst>
              </p:cNvPr>
              <p:cNvSpPr/>
              <p:nvPr/>
            </p:nvSpPr>
            <p:spPr>
              <a:xfrm>
                <a:off x="1816672" y="4127775"/>
                <a:ext cx="33569" cy="245025"/>
              </a:xfrm>
              <a:custGeom>
                <a:avLst/>
                <a:gdLst/>
                <a:ahLst/>
                <a:cxnLst/>
                <a:rect l="l" t="t" r="r" b="b"/>
                <a:pathLst>
                  <a:path w="803" h="9801" extrusionOk="0">
                    <a:moveTo>
                      <a:pt x="0" y="9801"/>
                    </a:moveTo>
                    <a:lnTo>
                      <a:pt x="803" y="9801"/>
                    </a:lnTo>
                    <a:lnTo>
                      <a:pt x="803"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1555;p36">
                <a:extLst>
                  <a:ext uri="{FF2B5EF4-FFF2-40B4-BE49-F238E27FC236}">
                    <a16:creationId xmlns:a16="http://schemas.microsoft.com/office/drawing/2014/main" id="{17F48074-A7B8-B7E4-9965-00271F503D4E}"/>
                  </a:ext>
                </a:extLst>
              </p:cNvPr>
              <p:cNvSpPr/>
              <p:nvPr/>
            </p:nvSpPr>
            <p:spPr>
              <a:xfrm>
                <a:off x="2027377" y="4121225"/>
                <a:ext cx="34364" cy="244575"/>
              </a:xfrm>
              <a:custGeom>
                <a:avLst/>
                <a:gdLst/>
                <a:ahLst/>
                <a:cxnLst/>
                <a:rect l="l" t="t" r="r" b="b"/>
                <a:pathLst>
                  <a:path w="822" h="9783" extrusionOk="0">
                    <a:moveTo>
                      <a:pt x="0" y="9783"/>
                    </a:moveTo>
                    <a:lnTo>
                      <a:pt x="822" y="9783"/>
                    </a:lnTo>
                    <a:lnTo>
                      <a:pt x="822"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1556;p36">
                <a:extLst>
                  <a:ext uri="{FF2B5EF4-FFF2-40B4-BE49-F238E27FC236}">
                    <a16:creationId xmlns:a16="http://schemas.microsoft.com/office/drawing/2014/main" id="{52C0F10A-12FB-E6F4-E6A1-534E17EF31E1}"/>
                  </a:ext>
                </a:extLst>
              </p:cNvPr>
              <p:cNvSpPr/>
              <p:nvPr/>
            </p:nvSpPr>
            <p:spPr>
              <a:xfrm>
                <a:off x="2238877" y="4114225"/>
                <a:ext cx="34364" cy="245050"/>
              </a:xfrm>
              <a:custGeom>
                <a:avLst/>
                <a:gdLst/>
                <a:ahLst/>
                <a:cxnLst/>
                <a:rect l="l" t="t" r="r" b="b"/>
                <a:pathLst>
                  <a:path w="822" h="9802" extrusionOk="0">
                    <a:moveTo>
                      <a:pt x="0" y="9801"/>
                    </a:moveTo>
                    <a:lnTo>
                      <a:pt x="822" y="9801"/>
                    </a:lnTo>
                    <a:lnTo>
                      <a:pt x="822"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1557;p36">
                <a:extLst>
                  <a:ext uri="{FF2B5EF4-FFF2-40B4-BE49-F238E27FC236}">
                    <a16:creationId xmlns:a16="http://schemas.microsoft.com/office/drawing/2014/main" id="{13607C2D-15B6-2269-701A-421DD1927134}"/>
                  </a:ext>
                </a:extLst>
              </p:cNvPr>
              <p:cNvSpPr/>
              <p:nvPr/>
            </p:nvSpPr>
            <p:spPr>
              <a:xfrm>
                <a:off x="2450377" y="4107225"/>
                <a:ext cx="34364" cy="245050"/>
              </a:xfrm>
              <a:custGeom>
                <a:avLst/>
                <a:gdLst/>
                <a:ahLst/>
                <a:cxnLst/>
                <a:rect l="l" t="t" r="r" b="b"/>
                <a:pathLst>
                  <a:path w="822" h="9802" extrusionOk="0">
                    <a:moveTo>
                      <a:pt x="0" y="9801"/>
                    </a:moveTo>
                    <a:lnTo>
                      <a:pt x="822" y="9801"/>
                    </a:lnTo>
                    <a:lnTo>
                      <a:pt x="822"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1558;p36">
                <a:extLst>
                  <a:ext uri="{FF2B5EF4-FFF2-40B4-BE49-F238E27FC236}">
                    <a16:creationId xmlns:a16="http://schemas.microsoft.com/office/drawing/2014/main" id="{EAD57549-8981-6B50-6A9F-1397E63C8317}"/>
                  </a:ext>
                </a:extLst>
              </p:cNvPr>
              <p:cNvSpPr/>
              <p:nvPr/>
            </p:nvSpPr>
            <p:spPr>
              <a:xfrm>
                <a:off x="2661876" y="4100225"/>
                <a:ext cx="34364" cy="245050"/>
              </a:xfrm>
              <a:custGeom>
                <a:avLst/>
                <a:gdLst/>
                <a:ahLst/>
                <a:cxnLst/>
                <a:rect l="l" t="t" r="r" b="b"/>
                <a:pathLst>
                  <a:path w="822" h="9802" extrusionOk="0">
                    <a:moveTo>
                      <a:pt x="0" y="9801"/>
                    </a:moveTo>
                    <a:lnTo>
                      <a:pt x="822" y="9801"/>
                    </a:lnTo>
                    <a:lnTo>
                      <a:pt x="822"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1559;p36">
                <a:extLst>
                  <a:ext uri="{FF2B5EF4-FFF2-40B4-BE49-F238E27FC236}">
                    <a16:creationId xmlns:a16="http://schemas.microsoft.com/office/drawing/2014/main" id="{D13F7B01-F709-6164-5BFB-F31D4454ED29}"/>
                  </a:ext>
                </a:extLst>
              </p:cNvPr>
              <p:cNvSpPr/>
              <p:nvPr/>
            </p:nvSpPr>
            <p:spPr>
              <a:xfrm>
                <a:off x="2873376" y="4093700"/>
                <a:ext cx="34364" cy="244575"/>
              </a:xfrm>
              <a:custGeom>
                <a:avLst/>
                <a:gdLst/>
                <a:ahLst/>
                <a:cxnLst/>
                <a:rect l="l" t="t" r="r" b="b"/>
                <a:pathLst>
                  <a:path w="822" h="9783" extrusionOk="0">
                    <a:moveTo>
                      <a:pt x="0" y="9782"/>
                    </a:moveTo>
                    <a:lnTo>
                      <a:pt x="822" y="9782"/>
                    </a:lnTo>
                    <a:lnTo>
                      <a:pt x="822"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1560;p36">
                <a:extLst>
                  <a:ext uri="{FF2B5EF4-FFF2-40B4-BE49-F238E27FC236}">
                    <a16:creationId xmlns:a16="http://schemas.microsoft.com/office/drawing/2014/main" id="{629235BD-D406-38DA-0108-41AE1E2A7883}"/>
                  </a:ext>
                </a:extLst>
              </p:cNvPr>
              <p:cNvSpPr/>
              <p:nvPr/>
            </p:nvSpPr>
            <p:spPr>
              <a:xfrm>
                <a:off x="3084876" y="4086700"/>
                <a:ext cx="33611" cy="245050"/>
              </a:xfrm>
              <a:custGeom>
                <a:avLst/>
                <a:gdLst/>
                <a:ahLst/>
                <a:cxnLst/>
                <a:rect l="l" t="t" r="r" b="b"/>
                <a:pathLst>
                  <a:path w="804" h="9802" extrusionOk="0">
                    <a:moveTo>
                      <a:pt x="0" y="9801"/>
                    </a:moveTo>
                    <a:lnTo>
                      <a:pt x="803" y="9801"/>
                    </a:lnTo>
                    <a:lnTo>
                      <a:pt x="803"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1561;p36">
                <a:extLst>
                  <a:ext uri="{FF2B5EF4-FFF2-40B4-BE49-F238E27FC236}">
                    <a16:creationId xmlns:a16="http://schemas.microsoft.com/office/drawing/2014/main" id="{508D0919-FB4B-B97F-2D0F-3F1060A372EA}"/>
                  </a:ext>
                </a:extLst>
              </p:cNvPr>
              <p:cNvSpPr/>
              <p:nvPr/>
            </p:nvSpPr>
            <p:spPr>
              <a:xfrm>
                <a:off x="3296375" y="4079700"/>
                <a:ext cx="33611" cy="245050"/>
              </a:xfrm>
              <a:custGeom>
                <a:avLst/>
                <a:gdLst/>
                <a:ahLst/>
                <a:cxnLst/>
                <a:rect l="l" t="t" r="r" b="b"/>
                <a:pathLst>
                  <a:path w="804" h="9802" extrusionOk="0">
                    <a:moveTo>
                      <a:pt x="0" y="9801"/>
                    </a:moveTo>
                    <a:lnTo>
                      <a:pt x="803" y="9801"/>
                    </a:lnTo>
                    <a:lnTo>
                      <a:pt x="803"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1562;p36">
                <a:extLst>
                  <a:ext uri="{FF2B5EF4-FFF2-40B4-BE49-F238E27FC236}">
                    <a16:creationId xmlns:a16="http://schemas.microsoft.com/office/drawing/2014/main" id="{0630A504-6226-C0AD-2AEF-87DF59999BB3}"/>
                  </a:ext>
                </a:extLst>
              </p:cNvPr>
              <p:cNvSpPr/>
              <p:nvPr/>
            </p:nvSpPr>
            <p:spPr>
              <a:xfrm>
                <a:off x="3507081" y="4072700"/>
                <a:ext cx="34406" cy="245025"/>
              </a:xfrm>
              <a:custGeom>
                <a:avLst/>
                <a:gdLst/>
                <a:ahLst/>
                <a:cxnLst/>
                <a:rect l="l" t="t" r="r" b="b"/>
                <a:pathLst>
                  <a:path w="823" h="9801" extrusionOk="0">
                    <a:moveTo>
                      <a:pt x="1" y="9801"/>
                    </a:moveTo>
                    <a:lnTo>
                      <a:pt x="822" y="9801"/>
                    </a:lnTo>
                    <a:lnTo>
                      <a:pt x="822" y="0"/>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1563;p36">
                <a:extLst>
                  <a:ext uri="{FF2B5EF4-FFF2-40B4-BE49-F238E27FC236}">
                    <a16:creationId xmlns:a16="http://schemas.microsoft.com/office/drawing/2014/main" id="{674B3B94-EC8B-089E-3AB5-1D0512CBD38E}"/>
                  </a:ext>
                </a:extLst>
              </p:cNvPr>
              <p:cNvSpPr/>
              <p:nvPr/>
            </p:nvSpPr>
            <p:spPr>
              <a:xfrm>
                <a:off x="3718580" y="4066175"/>
                <a:ext cx="34406" cy="244550"/>
              </a:xfrm>
              <a:custGeom>
                <a:avLst/>
                <a:gdLst/>
                <a:ahLst/>
                <a:cxnLst/>
                <a:rect l="l" t="t" r="r" b="b"/>
                <a:pathLst>
                  <a:path w="823" h="9782" extrusionOk="0">
                    <a:moveTo>
                      <a:pt x="1" y="9782"/>
                    </a:moveTo>
                    <a:lnTo>
                      <a:pt x="822" y="9782"/>
                    </a:lnTo>
                    <a:lnTo>
                      <a:pt x="822" y="0"/>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1564;p36">
                <a:extLst>
                  <a:ext uri="{FF2B5EF4-FFF2-40B4-BE49-F238E27FC236}">
                    <a16:creationId xmlns:a16="http://schemas.microsoft.com/office/drawing/2014/main" id="{37255BB0-0EFE-2FF9-24F4-9B4351C6DA55}"/>
                  </a:ext>
                </a:extLst>
              </p:cNvPr>
              <p:cNvSpPr/>
              <p:nvPr/>
            </p:nvSpPr>
            <p:spPr>
              <a:xfrm>
                <a:off x="3930080" y="4059150"/>
                <a:ext cx="34406" cy="245050"/>
              </a:xfrm>
              <a:custGeom>
                <a:avLst/>
                <a:gdLst/>
                <a:ahLst/>
                <a:cxnLst/>
                <a:rect l="l" t="t" r="r" b="b"/>
                <a:pathLst>
                  <a:path w="823" h="9802" extrusionOk="0">
                    <a:moveTo>
                      <a:pt x="1" y="9802"/>
                    </a:moveTo>
                    <a:lnTo>
                      <a:pt x="822" y="9802"/>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1565;p36">
                <a:extLst>
                  <a:ext uri="{FF2B5EF4-FFF2-40B4-BE49-F238E27FC236}">
                    <a16:creationId xmlns:a16="http://schemas.microsoft.com/office/drawing/2014/main" id="{D3E8D6F9-0F4F-66E4-0BAA-AED624483F46}"/>
                  </a:ext>
                </a:extLst>
              </p:cNvPr>
              <p:cNvSpPr/>
              <p:nvPr/>
            </p:nvSpPr>
            <p:spPr>
              <a:xfrm>
                <a:off x="4141580" y="4052150"/>
                <a:ext cx="34406" cy="245050"/>
              </a:xfrm>
              <a:custGeom>
                <a:avLst/>
                <a:gdLst/>
                <a:ahLst/>
                <a:cxnLst/>
                <a:rect l="l" t="t" r="r" b="b"/>
                <a:pathLst>
                  <a:path w="823" h="9802" extrusionOk="0">
                    <a:moveTo>
                      <a:pt x="1" y="9802"/>
                    </a:moveTo>
                    <a:lnTo>
                      <a:pt x="822" y="9802"/>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1566;p36">
                <a:extLst>
                  <a:ext uri="{FF2B5EF4-FFF2-40B4-BE49-F238E27FC236}">
                    <a16:creationId xmlns:a16="http://schemas.microsoft.com/office/drawing/2014/main" id="{A0F64FCE-F14A-595A-3649-EA9ACABCC7CD}"/>
                  </a:ext>
                </a:extLst>
              </p:cNvPr>
              <p:cNvSpPr/>
              <p:nvPr/>
            </p:nvSpPr>
            <p:spPr>
              <a:xfrm>
                <a:off x="4353079" y="4045625"/>
                <a:ext cx="33611" cy="244575"/>
              </a:xfrm>
              <a:custGeom>
                <a:avLst/>
                <a:gdLst/>
                <a:ahLst/>
                <a:cxnLst/>
                <a:rect l="l" t="t" r="r" b="b"/>
                <a:pathLst>
                  <a:path w="804" h="9783" extrusionOk="0">
                    <a:moveTo>
                      <a:pt x="1" y="9783"/>
                    </a:moveTo>
                    <a:lnTo>
                      <a:pt x="804" y="9783"/>
                    </a:lnTo>
                    <a:lnTo>
                      <a:pt x="804"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1567;p36">
                <a:extLst>
                  <a:ext uri="{FF2B5EF4-FFF2-40B4-BE49-F238E27FC236}">
                    <a16:creationId xmlns:a16="http://schemas.microsoft.com/office/drawing/2014/main" id="{A0A93F4B-B717-5CE1-95BF-FE883BDD1637}"/>
                  </a:ext>
                </a:extLst>
              </p:cNvPr>
              <p:cNvSpPr/>
              <p:nvPr/>
            </p:nvSpPr>
            <p:spPr>
              <a:xfrm>
                <a:off x="4564579" y="4038625"/>
                <a:ext cx="33611" cy="244575"/>
              </a:xfrm>
              <a:custGeom>
                <a:avLst/>
                <a:gdLst/>
                <a:ahLst/>
                <a:cxnLst/>
                <a:rect l="l" t="t" r="r" b="b"/>
                <a:pathLst>
                  <a:path w="804" h="9783" extrusionOk="0">
                    <a:moveTo>
                      <a:pt x="1" y="9783"/>
                    </a:moveTo>
                    <a:lnTo>
                      <a:pt x="804" y="9783"/>
                    </a:lnTo>
                    <a:lnTo>
                      <a:pt x="804"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1568;p36">
                <a:extLst>
                  <a:ext uri="{FF2B5EF4-FFF2-40B4-BE49-F238E27FC236}">
                    <a16:creationId xmlns:a16="http://schemas.microsoft.com/office/drawing/2014/main" id="{80B9A5F1-9CFD-253E-40E3-CB3182A9EFA1}"/>
                  </a:ext>
                </a:extLst>
              </p:cNvPr>
              <p:cNvSpPr/>
              <p:nvPr/>
            </p:nvSpPr>
            <p:spPr>
              <a:xfrm>
                <a:off x="4775326" y="4031625"/>
                <a:ext cx="34364" cy="245050"/>
              </a:xfrm>
              <a:custGeom>
                <a:avLst/>
                <a:gdLst/>
                <a:ahLst/>
                <a:cxnLst/>
                <a:rect l="l" t="t" r="r" b="b"/>
                <a:pathLst>
                  <a:path w="822" h="9802" extrusionOk="0">
                    <a:moveTo>
                      <a:pt x="0" y="9801"/>
                    </a:moveTo>
                    <a:lnTo>
                      <a:pt x="822" y="9801"/>
                    </a:lnTo>
                    <a:lnTo>
                      <a:pt x="822"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1569;p36">
                <a:extLst>
                  <a:ext uri="{FF2B5EF4-FFF2-40B4-BE49-F238E27FC236}">
                    <a16:creationId xmlns:a16="http://schemas.microsoft.com/office/drawing/2014/main" id="{80AFE46F-70AB-3B41-E4B9-4785604ABD46}"/>
                  </a:ext>
                </a:extLst>
              </p:cNvPr>
              <p:cNvSpPr/>
              <p:nvPr/>
            </p:nvSpPr>
            <p:spPr>
              <a:xfrm>
                <a:off x="4986826" y="4024625"/>
                <a:ext cx="34364" cy="245050"/>
              </a:xfrm>
              <a:custGeom>
                <a:avLst/>
                <a:gdLst/>
                <a:ahLst/>
                <a:cxnLst/>
                <a:rect l="l" t="t" r="r" b="b"/>
                <a:pathLst>
                  <a:path w="822" h="9802" extrusionOk="0">
                    <a:moveTo>
                      <a:pt x="0" y="9801"/>
                    </a:moveTo>
                    <a:lnTo>
                      <a:pt x="822" y="9801"/>
                    </a:lnTo>
                    <a:lnTo>
                      <a:pt x="822"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1570;p36">
                <a:extLst>
                  <a:ext uri="{FF2B5EF4-FFF2-40B4-BE49-F238E27FC236}">
                    <a16:creationId xmlns:a16="http://schemas.microsoft.com/office/drawing/2014/main" id="{E152E664-9E28-F0EE-0629-5A309BBA778A}"/>
                  </a:ext>
                </a:extLst>
              </p:cNvPr>
              <p:cNvSpPr/>
              <p:nvPr/>
            </p:nvSpPr>
            <p:spPr>
              <a:xfrm>
                <a:off x="5198325" y="4018100"/>
                <a:ext cx="34364" cy="244575"/>
              </a:xfrm>
              <a:custGeom>
                <a:avLst/>
                <a:gdLst/>
                <a:ahLst/>
                <a:cxnLst/>
                <a:rect l="l" t="t" r="r" b="b"/>
                <a:pathLst>
                  <a:path w="822" h="9783" extrusionOk="0">
                    <a:moveTo>
                      <a:pt x="0" y="9782"/>
                    </a:moveTo>
                    <a:lnTo>
                      <a:pt x="822" y="9782"/>
                    </a:lnTo>
                    <a:lnTo>
                      <a:pt x="822"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1571;p36">
                <a:extLst>
                  <a:ext uri="{FF2B5EF4-FFF2-40B4-BE49-F238E27FC236}">
                    <a16:creationId xmlns:a16="http://schemas.microsoft.com/office/drawing/2014/main" id="{7B7FE93C-AAD0-3DF4-0AD6-75F0B1E55A4C}"/>
                  </a:ext>
                </a:extLst>
              </p:cNvPr>
              <p:cNvSpPr/>
              <p:nvPr/>
            </p:nvSpPr>
            <p:spPr>
              <a:xfrm>
                <a:off x="5409825" y="4011100"/>
                <a:ext cx="34364" cy="245025"/>
              </a:xfrm>
              <a:custGeom>
                <a:avLst/>
                <a:gdLst/>
                <a:ahLst/>
                <a:cxnLst/>
                <a:rect l="l" t="t" r="r" b="b"/>
                <a:pathLst>
                  <a:path w="822" h="9801" extrusionOk="0">
                    <a:moveTo>
                      <a:pt x="0" y="9801"/>
                    </a:moveTo>
                    <a:lnTo>
                      <a:pt x="822" y="9801"/>
                    </a:lnTo>
                    <a:lnTo>
                      <a:pt x="822"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1572;p36">
                <a:extLst>
                  <a:ext uri="{FF2B5EF4-FFF2-40B4-BE49-F238E27FC236}">
                    <a16:creationId xmlns:a16="http://schemas.microsoft.com/office/drawing/2014/main" id="{9C8806CA-6DB7-3A2B-AEBE-89036BEE2125}"/>
                  </a:ext>
                </a:extLst>
              </p:cNvPr>
              <p:cNvSpPr/>
              <p:nvPr/>
            </p:nvSpPr>
            <p:spPr>
              <a:xfrm>
                <a:off x="5621325" y="4004100"/>
                <a:ext cx="34364" cy="245025"/>
              </a:xfrm>
              <a:custGeom>
                <a:avLst/>
                <a:gdLst/>
                <a:ahLst/>
                <a:cxnLst/>
                <a:rect l="l" t="t" r="r" b="b"/>
                <a:pathLst>
                  <a:path w="822" h="9801" extrusionOk="0">
                    <a:moveTo>
                      <a:pt x="0" y="9801"/>
                    </a:moveTo>
                    <a:lnTo>
                      <a:pt x="822" y="9801"/>
                    </a:lnTo>
                    <a:lnTo>
                      <a:pt x="822"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1573;p36">
                <a:extLst>
                  <a:ext uri="{FF2B5EF4-FFF2-40B4-BE49-F238E27FC236}">
                    <a16:creationId xmlns:a16="http://schemas.microsoft.com/office/drawing/2014/main" id="{1F812F73-75FC-56CF-B1BC-EEBDE508F871}"/>
                  </a:ext>
                </a:extLst>
              </p:cNvPr>
              <p:cNvSpPr/>
              <p:nvPr/>
            </p:nvSpPr>
            <p:spPr>
              <a:xfrm>
                <a:off x="5832824" y="3997100"/>
                <a:ext cx="33569" cy="245025"/>
              </a:xfrm>
              <a:custGeom>
                <a:avLst/>
                <a:gdLst/>
                <a:ahLst/>
                <a:cxnLst/>
                <a:rect l="l" t="t" r="r" b="b"/>
                <a:pathLst>
                  <a:path w="803" h="9801" extrusionOk="0">
                    <a:moveTo>
                      <a:pt x="0" y="9801"/>
                    </a:moveTo>
                    <a:lnTo>
                      <a:pt x="803" y="9801"/>
                    </a:lnTo>
                    <a:lnTo>
                      <a:pt x="803"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1574;p36">
                <a:extLst>
                  <a:ext uri="{FF2B5EF4-FFF2-40B4-BE49-F238E27FC236}">
                    <a16:creationId xmlns:a16="http://schemas.microsoft.com/office/drawing/2014/main" id="{970D8F09-9616-FD8C-163A-07B551854C90}"/>
                  </a:ext>
                </a:extLst>
              </p:cNvPr>
              <p:cNvSpPr/>
              <p:nvPr/>
            </p:nvSpPr>
            <p:spPr>
              <a:xfrm>
                <a:off x="6043530" y="3990550"/>
                <a:ext cx="34364" cy="244575"/>
              </a:xfrm>
              <a:custGeom>
                <a:avLst/>
                <a:gdLst/>
                <a:ahLst/>
                <a:cxnLst/>
                <a:rect l="l" t="t" r="r" b="b"/>
                <a:pathLst>
                  <a:path w="822" h="9783" extrusionOk="0">
                    <a:moveTo>
                      <a:pt x="1" y="9783"/>
                    </a:moveTo>
                    <a:lnTo>
                      <a:pt x="822" y="9783"/>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1575;p36">
                <a:extLst>
                  <a:ext uri="{FF2B5EF4-FFF2-40B4-BE49-F238E27FC236}">
                    <a16:creationId xmlns:a16="http://schemas.microsoft.com/office/drawing/2014/main" id="{8065F89C-19FC-46AB-0FD9-6845F426B129}"/>
                  </a:ext>
                </a:extLst>
              </p:cNvPr>
              <p:cNvSpPr/>
              <p:nvPr/>
            </p:nvSpPr>
            <p:spPr>
              <a:xfrm>
                <a:off x="6255029" y="3983550"/>
                <a:ext cx="34364" cy="245050"/>
              </a:xfrm>
              <a:custGeom>
                <a:avLst/>
                <a:gdLst/>
                <a:ahLst/>
                <a:cxnLst/>
                <a:rect l="l" t="t" r="r" b="b"/>
                <a:pathLst>
                  <a:path w="822" h="9802" extrusionOk="0">
                    <a:moveTo>
                      <a:pt x="1" y="9801"/>
                    </a:moveTo>
                    <a:lnTo>
                      <a:pt x="822" y="9801"/>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1576;p36">
                <a:extLst>
                  <a:ext uri="{FF2B5EF4-FFF2-40B4-BE49-F238E27FC236}">
                    <a16:creationId xmlns:a16="http://schemas.microsoft.com/office/drawing/2014/main" id="{CA4FC64A-807B-AA7E-598D-9AC737203AA9}"/>
                  </a:ext>
                </a:extLst>
              </p:cNvPr>
              <p:cNvSpPr/>
              <p:nvPr/>
            </p:nvSpPr>
            <p:spPr>
              <a:xfrm>
                <a:off x="6466529" y="3976550"/>
                <a:ext cx="34364" cy="245050"/>
              </a:xfrm>
              <a:custGeom>
                <a:avLst/>
                <a:gdLst/>
                <a:ahLst/>
                <a:cxnLst/>
                <a:rect l="l" t="t" r="r" b="b"/>
                <a:pathLst>
                  <a:path w="822" h="9802" extrusionOk="0">
                    <a:moveTo>
                      <a:pt x="1" y="9801"/>
                    </a:moveTo>
                    <a:lnTo>
                      <a:pt x="822" y="9801"/>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1577;p36">
                <a:extLst>
                  <a:ext uri="{FF2B5EF4-FFF2-40B4-BE49-F238E27FC236}">
                    <a16:creationId xmlns:a16="http://schemas.microsoft.com/office/drawing/2014/main" id="{015A2890-5B00-8FC0-FAB1-12F96BFD4AAF}"/>
                  </a:ext>
                </a:extLst>
              </p:cNvPr>
              <p:cNvSpPr/>
              <p:nvPr/>
            </p:nvSpPr>
            <p:spPr>
              <a:xfrm>
                <a:off x="6678029" y="3969550"/>
                <a:ext cx="34364" cy="245050"/>
              </a:xfrm>
              <a:custGeom>
                <a:avLst/>
                <a:gdLst/>
                <a:ahLst/>
                <a:cxnLst/>
                <a:rect l="l" t="t" r="r" b="b"/>
                <a:pathLst>
                  <a:path w="822" h="9802" extrusionOk="0">
                    <a:moveTo>
                      <a:pt x="1" y="9801"/>
                    </a:moveTo>
                    <a:lnTo>
                      <a:pt x="822" y="9801"/>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1578;p36">
                <a:extLst>
                  <a:ext uri="{FF2B5EF4-FFF2-40B4-BE49-F238E27FC236}">
                    <a16:creationId xmlns:a16="http://schemas.microsoft.com/office/drawing/2014/main" id="{B746C29D-2422-BCF3-8FA7-52B1434B55E0}"/>
                  </a:ext>
                </a:extLst>
              </p:cNvPr>
              <p:cNvSpPr/>
              <p:nvPr/>
            </p:nvSpPr>
            <p:spPr>
              <a:xfrm>
                <a:off x="6889528" y="3963025"/>
                <a:ext cx="34364" cy="244575"/>
              </a:xfrm>
              <a:custGeom>
                <a:avLst/>
                <a:gdLst/>
                <a:ahLst/>
                <a:cxnLst/>
                <a:rect l="l" t="t" r="r" b="b"/>
                <a:pathLst>
                  <a:path w="822" h="9783" extrusionOk="0">
                    <a:moveTo>
                      <a:pt x="1" y="9782"/>
                    </a:moveTo>
                    <a:lnTo>
                      <a:pt x="822" y="9782"/>
                    </a:lnTo>
                    <a:lnTo>
                      <a:pt x="822" y="0"/>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1579;p36">
                <a:extLst>
                  <a:ext uri="{FF2B5EF4-FFF2-40B4-BE49-F238E27FC236}">
                    <a16:creationId xmlns:a16="http://schemas.microsoft.com/office/drawing/2014/main" id="{58589DE5-3828-B67F-32D1-4FFBAE797550}"/>
                  </a:ext>
                </a:extLst>
              </p:cNvPr>
              <p:cNvSpPr/>
              <p:nvPr/>
            </p:nvSpPr>
            <p:spPr>
              <a:xfrm>
                <a:off x="7101028" y="3956025"/>
                <a:ext cx="33611" cy="245050"/>
              </a:xfrm>
              <a:custGeom>
                <a:avLst/>
                <a:gdLst/>
                <a:ahLst/>
                <a:cxnLst/>
                <a:rect l="l" t="t" r="r" b="b"/>
                <a:pathLst>
                  <a:path w="804" h="9802" extrusionOk="0">
                    <a:moveTo>
                      <a:pt x="1" y="9801"/>
                    </a:moveTo>
                    <a:lnTo>
                      <a:pt x="803" y="9801"/>
                    </a:lnTo>
                    <a:lnTo>
                      <a:pt x="803" y="0"/>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1580;p36">
                <a:extLst>
                  <a:ext uri="{FF2B5EF4-FFF2-40B4-BE49-F238E27FC236}">
                    <a16:creationId xmlns:a16="http://schemas.microsoft.com/office/drawing/2014/main" id="{AF54A099-F59F-BFFA-8F1A-151B512738FA}"/>
                  </a:ext>
                </a:extLst>
              </p:cNvPr>
              <p:cNvSpPr/>
              <p:nvPr/>
            </p:nvSpPr>
            <p:spPr>
              <a:xfrm>
                <a:off x="7311733" y="3949025"/>
                <a:ext cx="34406" cy="245050"/>
              </a:xfrm>
              <a:custGeom>
                <a:avLst/>
                <a:gdLst/>
                <a:ahLst/>
                <a:cxnLst/>
                <a:rect l="l" t="t" r="r" b="b"/>
                <a:pathLst>
                  <a:path w="823" h="9802" extrusionOk="0">
                    <a:moveTo>
                      <a:pt x="1" y="9801"/>
                    </a:moveTo>
                    <a:lnTo>
                      <a:pt x="822" y="9801"/>
                    </a:lnTo>
                    <a:lnTo>
                      <a:pt x="822" y="0"/>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1581;p36">
                <a:extLst>
                  <a:ext uri="{FF2B5EF4-FFF2-40B4-BE49-F238E27FC236}">
                    <a16:creationId xmlns:a16="http://schemas.microsoft.com/office/drawing/2014/main" id="{622AC911-DA3D-B31E-E4CB-F18DB2DFFE78}"/>
                  </a:ext>
                </a:extLst>
              </p:cNvPr>
              <p:cNvSpPr/>
              <p:nvPr/>
            </p:nvSpPr>
            <p:spPr>
              <a:xfrm>
                <a:off x="7523233" y="3942025"/>
                <a:ext cx="34406" cy="245025"/>
              </a:xfrm>
              <a:custGeom>
                <a:avLst/>
                <a:gdLst/>
                <a:ahLst/>
                <a:cxnLst/>
                <a:rect l="l" t="t" r="r" b="b"/>
                <a:pathLst>
                  <a:path w="823" h="9801" extrusionOk="0">
                    <a:moveTo>
                      <a:pt x="1" y="9801"/>
                    </a:moveTo>
                    <a:lnTo>
                      <a:pt x="822" y="9801"/>
                    </a:lnTo>
                    <a:lnTo>
                      <a:pt x="822" y="0"/>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1582;p36">
                <a:extLst>
                  <a:ext uri="{FF2B5EF4-FFF2-40B4-BE49-F238E27FC236}">
                    <a16:creationId xmlns:a16="http://schemas.microsoft.com/office/drawing/2014/main" id="{119CA331-106D-EE9D-22B6-05DAF5237054}"/>
                  </a:ext>
                </a:extLst>
              </p:cNvPr>
              <p:cNvSpPr/>
              <p:nvPr/>
            </p:nvSpPr>
            <p:spPr>
              <a:xfrm>
                <a:off x="7734733" y="3935475"/>
                <a:ext cx="34406" cy="244575"/>
              </a:xfrm>
              <a:custGeom>
                <a:avLst/>
                <a:gdLst/>
                <a:ahLst/>
                <a:cxnLst/>
                <a:rect l="l" t="t" r="r" b="b"/>
                <a:pathLst>
                  <a:path w="823" h="9783" extrusionOk="0">
                    <a:moveTo>
                      <a:pt x="1" y="9783"/>
                    </a:moveTo>
                    <a:lnTo>
                      <a:pt x="822" y="9783"/>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1583;p36">
                <a:extLst>
                  <a:ext uri="{FF2B5EF4-FFF2-40B4-BE49-F238E27FC236}">
                    <a16:creationId xmlns:a16="http://schemas.microsoft.com/office/drawing/2014/main" id="{20DBB625-0D7A-C5BC-656B-54985E937942}"/>
                  </a:ext>
                </a:extLst>
              </p:cNvPr>
              <p:cNvSpPr/>
              <p:nvPr/>
            </p:nvSpPr>
            <p:spPr>
              <a:xfrm>
                <a:off x="7946232" y="3928475"/>
                <a:ext cx="34406" cy="245050"/>
              </a:xfrm>
              <a:custGeom>
                <a:avLst/>
                <a:gdLst/>
                <a:ahLst/>
                <a:cxnLst/>
                <a:rect l="l" t="t" r="r" b="b"/>
                <a:pathLst>
                  <a:path w="823" h="9802" extrusionOk="0">
                    <a:moveTo>
                      <a:pt x="1" y="9802"/>
                    </a:moveTo>
                    <a:lnTo>
                      <a:pt x="822" y="9802"/>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1584;p36">
                <a:extLst>
                  <a:ext uri="{FF2B5EF4-FFF2-40B4-BE49-F238E27FC236}">
                    <a16:creationId xmlns:a16="http://schemas.microsoft.com/office/drawing/2014/main" id="{A85001E0-C7A0-41B3-02C9-C8E6C8C8CACD}"/>
                  </a:ext>
                </a:extLst>
              </p:cNvPr>
              <p:cNvSpPr/>
              <p:nvPr/>
            </p:nvSpPr>
            <p:spPr>
              <a:xfrm>
                <a:off x="8157732" y="3921475"/>
                <a:ext cx="34406" cy="245050"/>
              </a:xfrm>
              <a:custGeom>
                <a:avLst/>
                <a:gdLst/>
                <a:ahLst/>
                <a:cxnLst/>
                <a:rect l="l" t="t" r="r" b="b"/>
                <a:pathLst>
                  <a:path w="823" h="9802" extrusionOk="0">
                    <a:moveTo>
                      <a:pt x="1" y="9802"/>
                    </a:moveTo>
                    <a:lnTo>
                      <a:pt x="822" y="9802"/>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1585;p36">
                <a:extLst>
                  <a:ext uri="{FF2B5EF4-FFF2-40B4-BE49-F238E27FC236}">
                    <a16:creationId xmlns:a16="http://schemas.microsoft.com/office/drawing/2014/main" id="{8694BE50-6CCE-FC56-4A1F-D91FB472002A}"/>
                  </a:ext>
                </a:extLst>
              </p:cNvPr>
              <p:cNvSpPr/>
              <p:nvPr/>
            </p:nvSpPr>
            <p:spPr>
              <a:xfrm>
                <a:off x="8369232" y="3914475"/>
                <a:ext cx="33611" cy="245050"/>
              </a:xfrm>
              <a:custGeom>
                <a:avLst/>
                <a:gdLst/>
                <a:ahLst/>
                <a:cxnLst/>
                <a:rect l="l" t="t" r="r" b="b"/>
                <a:pathLst>
                  <a:path w="804" h="9802" extrusionOk="0">
                    <a:moveTo>
                      <a:pt x="1" y="9802"/>
                    </a:moveTo>
                    <a:lnTo>
                      <a:pt x="804" y="9802"/>
                    </a:lnTo>
                    <a:lnTo>
                      <a:pt x="804"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1586;p36">
                <a:extLst>
                  <a:ext uri="{FF2B5EF4-FFF2-40B4-BE49-F238E27FC236}">
                    <a16:creationId xmlns:a16="http://schemas.microsoft.com/office/drawing/2014/main" id="{832547ED-E639-099B-74BD-5D535B337BDB}"/>
                  </a:ext>
                </a:extLst>
              </p:cNvPr>
              <p:cNvSpPr/>
              <p:nvPr/>
            </p:nvSpPr>
            <p:spPr>
              <a:xfrm>
                <a:off x="8580773" y="3907950"/>
                <a:ext cx="33569" cy="244575"/>
              </a:xfrm>
              <a:custGeom>
                <a:avLst/>
                <a:gdLst/>
                <a:ahLst/>
                <a:cxnLst/>
                <a:rect l="l" t="t" r="r" b="b"/>
                <a:pathLst>
                  <a:path w="803" h="9783" extrusionOk="0">
                    <a:moveTo>
                      <a:pt x="0" y="9783"/>
                    </a:moveTo>
                    <a:lnTo>
                      <a:pt x="803" y="9783"/>
                    </a:lnTo>
                    <a:lnTo>
                      <a:pt x="803"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1587;p36">
                <a:extLst>
                  <a:ext uri="{FF2B5EF4-FFF2-40B4-BE49-F238E27FC236}">
                    <a16:creationId xmlns:a16="http://schemas.microsoft.com/office/drawing/2014/main" id="{BF163634-97CA-199E-C385-D04F8380AE18}"/>
                  </a:ext>
                </a:extLst>
              </p:cNvPr>
              <p:cNvSpPr/>
              <p:nvPr/>
            </p:nvSpPr>
            <p:spPr>
              <a:xfrm>
                <a:off x="8791478" y="3900950"/>
                <a:ext cx="34364" cy="245050"/>
              </a:xfrm>
              <a:custGeom>
                <a:avLst/>
                <a:gdLst/>
                <a:ahLst/>
                <a:cxnLst/>
                <a:rect l="l" t="t" r="r" b="b"/>
                <a:pathLst>
                  <a:path w="822" h="9802" extrusionOk="0">
                    <a:moveTo>
                      <a:pt x="0" y="9801"/>
                    </a:moveTo>
                    <a:lnTo>
                      <a:pt x="822" y="9801"/>
                    </a:lnTo>
                    <a:lnTo>
                      <a:pt x="822"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 name="Google Shape;1588;p36">
              <a:extLst>
                <a:ext uri="{FF2B5EF4-FFF2-40B4-BE49-F238E27FC236}">
                  <a16:creationId xmlns:a16="http://schemas.microsoft.com/office/drawing/2014/main" id="{D4E0E8B3-D0FE-0B0F-8124-70E48E9E83A3}"/>
                </a:ext>
              </a:extLst>
            </p:cNvPr>
            <p:cNvGrpSpPr/>
            <p:nvPr/>
          </p:nvGrpSpPr>
          <p:grpSpPr>
            <a:xfrm flipH="1">
              <a:off x="5406861" y="4293100"/>
              <a:ext cx="3484400" cy="973847"/>
              <a:chOff x="3379075" y="4293100"/>
              <a:chExt cx="3484400" cy="973847"/>
            </a:xfrm>
            <a:grpFill/>
          </p:grpSpPr>
          <p:sp>
            <p:nvSpPr>
              <p:cNvPr id="37" name="Google Shape;1589;p36">
                <a:extLst>
                  <a:ext uri="{FF2B5EF4-FFF2-40B4-BE49-F238E27FC236}">
                    <a16:creationId xmlns:a16="http://schemas.microsoft.com/office/drawing/2014/main" id="{4B65A2E6-99CC-233E-89B1-570887D8CFF6}"/>
                  </a:ext>
                </a:extLst>
              </p:cNvPr>
              <p:cNvSpPr/>
              <p:nvPr/>
            </p:nvSpPr>
            <p:spPr>
              <a:xfrm>
                <a:off x="6638025" y="4293100"/>
                <a:ext cx="225450" cy="266525"/>
              </a:xfrm>
              <a:custGeom>
                <a:avLst/>
                <a:gdLst/>
                <a:ahLst/>
                <a:cxnLst/>
                <a:rect l="l" t="t" r="r" b="b"/>
                <a:pathLst>
                  <a:path w="9018" h="10661" extrusionOk="0">
                    <a:moveTo>
                      <a:pt x="1" y="10660"/>
                    </a:moveTo>
                    <a:lnTo>
                      <a:pt x="9017" y="10660"/>
                    </a:lnTo>
                    <a:lnTo>
                      <a:pt x="9017"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1590;p36">
                <a:extLst>
                  <a:ext uri="{FF2B5EF4-FFF2-40B4-BE49-F238E27FC236}">
                    <a16:creationId xmlns:a16="http://schemas.microsoft.com/office/drawing/2014/main" id="{73881EA7-2037-9C35-2D49-E1E3E56D3BF0}"/>
                  </a:ext>
                </a:extLst>
              </p:cNvPr>
              <p:cNvSpPr/>
              <p:nvPr/>
            </p:nvSpPr>
            <p:spPr>
              <a:xfrm>
                <a:off x="5628575" y="4369300"/>
                <a:ext cx="225425" cy="266525"/>
              </a:xfrm>
              <a:custGeom>
                <a:avLst/>
                <a:gdLst/>
                <a:ahLst/>
                <a:cxnLst/>
                <a:rect l="l" t="t" r="r" b="b"/>
                <a:pathLst>
                  <a:path w="9017" h="10661" extrusionOk="0">
                    <a:moveTo>
                      <a:pt x="0" y="10660"/>
                    </a:moveTo>
                    <a:lnTo>
                      <a:pt x="9017" y="10660"/>
                    </a:lnTo>
                    <a:lnTo>
                      <a:pt x="9017"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1591;p36">
                <a:extLst>
                  <a:ext uri="{FF2B5EF4-FFF2-40B4-BE49-F238E27FC236}">
                    <a16:creationId xmlns:a16="http://schemas.microsoft.com/office/drawing/2014/main" id="{5906597F-259E-77AB-4774-C6A121FBFC3A}"/>
                  </a:ext>
                </a:extLst>
              </p:cNvPr>
              <p:cNvSpPr/>
              <p:nvPr/>
            </p:nvSpPr>
            <p:spPr>
              <a:xfrm>
                <a:off x="5700425" y="4473175"/>
                <a:ext cx="72850" cy="792553"/>
              </a:xfrm>
              <a:custGeom>
                <a:avLst/>
                <a:gdLst/>
                <a:ahLst/>
                <a:cxnLst/>
                <a:rect l="l" t="t" r="r" b="b"/>
                <a:pathLst>
                  <a:path w="2914" h="48780" extrusionOk="0">
                    <a:moveTo>
                      <a:pt x="1" y="48780"/>
                    </a:moveTo>
                    <a:lnTo>
                      <a:pt x="2913" y="48780"/>
                    </a:lnTo>
                    <a:lnTo>
                      <a:pt x="291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1592;p36">
                <a:extLst>
                  <a:ext uri="{FF2B5EF4-FFF2-40B4-BE49-F238E27FC236}">
                    <a16:creationId xmlns:a16="http://schemas.microsoft.com/office/drawing/2014/main" id="{716BB5B2-6607-4370-CF60-A199906CE384}"/>
                  </a:ext>
                </a:extLst>
              </p:cNvPr>
              <p:cNvSpPr/>
              <p:nvPr/>
            </p:nvSpPr>
            <p:spPr>
              <a:xfrm>
                <a:off x="4520150" y="4369300"/>
                <a:ext cx="225450" cy="266525"/>
              </a:xfrm>
              <a:custGeom>
                <a:avLst/>
                <a:gdLst/>
                <a:ahLst/>
                <a:cxnLst/>
                <a:rect l="l" t="t" r="r" b="b"/>
                <a:pathLst>
                  <a:path w="9018" h="10661" extrusionOk="0">
                    <a:moveTo>
                      <a:pt x="1" y="10660"/>
                    </a:moveTo>
                    <a:lnTo>
                      <a:pt x="9017" y="10660"/>
                    </a:lnTo>
                    <a:lnTo>
                      <a:pt x="9017"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1593;p36">
                <a:extLst>
                  <a:ext uri="{FF2B5EF4-FFF2-40B4-BE49-F238E27FC236}">
                    <a16:creationId xmlns:a16="http://schemas.microsoft.com/office/drawing/2014/main" id="{F7B7641B-A3D1-7493-357F-C2B56B795949}"/>
                  </a:ext>
                </a:extLst>
              </p:cNvPr>
              <p:cNvSpPr/>
              <p:nvPr/>
            </p:nvSpPr>
            <p:spPr>
              <a:xfrm>
                <a:off x="4592025" y="4473175"/>
                <a:ext cx="72825" cy="792553"/>
              </a:xfrm>
              <a:custGeom>
                <a:avLst/>
                <a:gdLst/>
                <a:ahLst/>
                <a:cxnLst/>
                <a:rect l="l" t="t" r="r" b="b"/>
                <a:pathLst>
                  <a:path w="2913" h="48780" extrusionOk="0">
                    <a:moveTo>
                      <a:pt x="1" y="48780"/>
                    </a:moveTo>
                    <a:lnTo>
                      <a:pt x="2913" y="48780"/>
                    </a:lnTo>
                    <a:lnTo>
                      <a:pt x="291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1594;p36">
                <a:extLst>
                  <a:ext uri="{FF2B5EF4-FFF2-40B4-BE49-F238E27FC236}">
                    <a16:creationId xmlns:a16="http://schemas.microsoft.com/office/drawing/2014/main" id="{237C0917-4C1F-3CB7-9009-B65020D7C625}"/>
                  </a:ext>
                </a:extLst>
              </p:cNvPr>
              <p:cNvSpPr/>
              <p:nvPr/>
            </p:nvSpPr>
            <p:spPr>
              <a:xfrm>
                <a:off x="3379075" y="4403850"/>
                <a:ext cx="225450" cy="262300"/>
              </a:xfrm>
              <a:custGeom>
                <a:avLst/>
                <a:gdLst/>
                <a:ahLst/>
                <a:cxnLst/>
                <a:rect l="l" t="t" r="r" b="b"/>
                <a:pathLst>
                  <a:path w="9018" h="10492" extrusionOk="0">
                    <a:moveTo>
                      <a:pt x="1" y="10492"/>
                    </a:moveTo>
                    <a:lnTo>
                      <a:pt x="9017" y="10492"/>
                    </a:lnTo>
                    <a:lnTo>
                      <a:pt x="9017" y="0"/>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1595;p36">
                <a:extLst>
                  <a:ext uri="{FF2B5EF4-FFF2-40B4-BE49-F238E27FC236}">
                    <a16:creationId xmlns:a16="http://schemas.microsoft.com/office/drawing/2014/main" id="{ADD9C7FE-1E1D-2183-835E-978789667CDE}"/>
                  </a:ext>
                </a:extLst>
              </p:cNvPr>
              <p:cNvSpPr/>
              <p:nvPr/>
            </p:nvSpPr>
            <p:spPr>
              <a:xfrm>
                <a:off x="3450950" y="4494102"/>
                <a:ext cx="72825" cy="772845"/>
              </a:xfrm>
              <a:custGeom>
                <a:avLst/>
                <a:gdLst/>
                <a:ahLst/>
                <a:cxnLst/>
                <a:rect l="l" t="t" r="r" b="b"/>
                <a:pathLst>
                  <a:path w="2913" h="47567" extrusionOk="0">
                    <a:moveTo>
                      <a:pt x="1" y="47567"/>
                    </a:moveTo>
                    <a:lnTo>
                      <a:pt x="2913" y="47567"/>
                    </a:lnTo>
                    <a:lnTo>
                      <a:pt x="291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 name="Google Shape;1596;p36">
              <a:extLst>
                <a:ext uri="{FF2B5EF4-FFF2-40B4-BE49-F238E27FC236}">
                  <a16:creationId xmlns:a16="http://schemas.microsoft.com/office/drawing/2014/main" id="{363E7CD6-0655-7712-F188-D4A1892F1A79}"/>
                </a:ext>
              </a:extLst>
            </p:cNvPr>
            <p:cNvGrpSpPr/>
            <p:nvPr/>
          </p:nvGrpSpPr>
          <p:grpSpPr>
            <a:xfrm flipH="1">
              <a:off x="-109714" y="4175950"/>
              <a:ext cx="2474925" cy="1050047"/>
              <a:chOff x="3379075" y="4216900"/>
              <a:chExt cx="2474925" cy="1050047"/>
            </a:xfrm>
            <a:grpFill/>
          </p:grpSpPr>
          <p:sp>
            <p:nvSpPr>
              <p:cNvPr id="31" name="Google Shape;1597;p36">
                <a:extLst>
                  <a:ext uri="{FF2B5EF4-FFF2-40B4-BE49-F238E27FC236}">
                    <a16:creationId xmlns:a16="http://schemas.microsoft.com/office/drawing/2014/main" id="{F3148BB1-74BB-E3AA-0F4B-C21D4AC4EB37}"/>
                  </a:ext>
                </a:extLst>
              </p:cNvPr>
              <p:cNvSpPr/>
              <p:nvPr/>
            </p:nvSpPr>
            <p:spPr>
              <a:xfrm>
                <a:off x="5628575" y="4216900"/>
                <a:ext cx="225425" cy="266525"/>
              </a:xfrm>
              <a:custGeom>
                <a:avLst/>
                <a:gdLst/>
                <a:ahLst/>
                <a:cxnLst/>
                <a:rect l="l" t="t" r="r" b="b"/>
                <a:pathLst>
                  <a:path w="9017" h="10661" extrusionOk="0">
                    <a:moveTo>
                      <a:pt x="0" y="10660"/>
                    </a:moveTo>
                    <a:lnTo>
                      <a:pt x="9017" y="10660"/>
                    </a:lnTo>
                    <a:lnTo>
                      <a:pt x="9017"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1598;p36">
                <a:extLst>
                  <a:ext uri="{FF2B5EF4-FFF2-40B4-BE49-F238E27FC236}">
                    <a16:creationId xmlns:a16="http://schemas.microsoft.com/office/drawing/2014/main" id="{D9908424-AB83-2E5A-7E1B-4F05BF8A7D8C}"/>
                  </a:ext>
                </a:extLst>
              </p:cNvPr>
              <p:cNvSpPr/>
              <p:nvPr/>
            </p:nvSpPr>
            <p:spPr>
              <a:xfrm>
                <a:off x="5700425" y="4473175"/>
                <a:ext cx="72850" cy="792553"/>
              </a:xfrm>
              <a:custGeom>
                <a:avLst/>
                <a:gdLst/>
                <a:ahLst/>
                <a:cxnLst/>
                <a:rect l="l" t="t" r="r" b="b"/>
                <a:pathLst>
                  <a:path w="2914" h="48780" extrusionOk="0">
                    <a:moveTo>
                      <a:pt x="1" y="48780"/>
                    </a:moveTo>
                    <a:lnTo>
                      <a:pt x="2913" y="48780"/>
                    </a:lnTo>
                    <a:lnTo>
                      <a:pt x="291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1599;p36">
                <a:extLst>
                  <a:ext uri="{FF2B5EF4-FFF2-40B4-BE49-F238E27FC236}">
                    <a16:creationId xmlns:a16="http://schemas.microsoft.com/office/drawing/2014/main" id="{75784BB2-2247-526C-246D-94643E0186E7}"/>
                  </a:ext>
                </a:extLst>
              </p:cNvPr>
              <p:cNvSpPr/>
              <p:nvPr/>
            </p:nvSpPr>
            <p:spPr>
              <a:xfrm>
                <a:off x="4520150" y="4216900"/>
                <a:ext cx="225450" cy="266525"/>
              </a:xfrm>
              <a:custGeom>
                <a:avLst/>
                <a:gdLst/>
                <a:ahLst/>
                <a:cxnLst/>
                <a:rect l="l" t="t" r="r" b="b"/>
                <a:pathLst>
                  <a:path w="9018" h="10661" extrusionOk="0">
                    <a:moveTo>
                      <a:pt x="1" y="10660"/>
                    </a:moveTo>
                    <a:lnTo>
                      <a:pt x="9017" y="10660"/>
                    </a:lnTo>
                    <a:lnTo>
                      <a:pt x="9017"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1600;p36">
                <a:extLst>
                  <a:ext uri="{FF2B5EF4-FFF2-40B4-BE49-F238E27FC236}">
                    <a16:creationId xmlns:a16="http://schemas.microsoft.com/office/drawing/2014/main" id="{D446ADCA-3583-B3F1-CBA3-E3DED1818624}"/>
                  </a:ext>
                </a:extLst>
              </p:cNvPr>
              <p:cNvSpPr/>
              <p:nvPr/>
            </p:nvSpPr>
            <p:spPr>
              <a:xfrm>
                <a:off x="4592025" y="4473175"/>
                <a:ext cx="72825" cy="792553"/>
              </a:xfrm>
              <a:custGeom>
                <a:avLst/>
                <a:gdLst/>
                <a:ahLst/>
                <a:cxnLst/>
                <a:rect l="l" t="t" r="r" b="b"/>
                <a:pathLst>
                  <a:path w="2913" h="48780" extrusionOk="0">
                    <a:moveTo>
                      <a:pt x="1" y="48780"/>
                    </a:moveTo>
                    <a:lnTo>
                      <a:pt x="2913" y="48780"/>
                    </a:lnTo>
                    <a:lnTo>
                      <a:pt x="291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1601;p36">
                <a:extLst>
                  <a:ext uri="{FF2B5EF4-FFF2-40B4-BE49-F238E27FC236}">
                    <a16:creationId xmlns:a16="http://schemas.microsoft.com/office/drawing/2014/main" id="{A833F2CE-8D6D-E98A-AC55-BE507902349D}"/>
                  </a:ext>
                </a:extLst>
              </p:cNvPr>
              <p:cNvSpPr/>
              <p:nvPr/>
            </p:nvSpPr>
            <p:spPr>
              <a:xfrm>
                <a:off x="3379075" y="4251450"/>
                <a:ext cx="225450" cy="262300"/>
              </a:xfrm>
              <a:custGeom>
                <a:avLst/>
                <a:gdLst/>
                <a:ahLst/>
                <a:cxnLst/>
                <a:rect l="l" t="t" r="r" b="b"/>
                <a:pathLst>
                  <a:path w="9018" h="10492" extrusionOk="0">
                    <a:moveTo>
                      <a:pt x="1" y="10492"/>
                    </a:moveTo>
                    <a:lnTo>
                      <a:pt x="9017" y="10492"/>
                    </a:lnTo>
                    <a:lnTo>
                      <a:pt x="9017" y="0"/>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1602;p36">
                <a:extLst>
                  <a:ext uri="{FF2B5EF4-FFF2-40B4-BE49-F238E27FC236}">
                    <a16:creationId xmlns:a16="http://schemas.microsoft.com/office/drawing/2014/main" id="{7B13F487-589B-FDB6-B7CE-8A0273FBA9DC}"/>
                  </a:ext>
                </a:extLst>
              </p:cNvPr>
              <p:cNvSpPr/>
              <p:nvPr/>
            </p:nvSpPr>
            <p:spPr>
              <a:xfrm>
                <a:off x="3450950" y="4494102"/>
                <a:ext cx="72825" cy="772845"/>
              </a:xfrm>
              <a:custGeom>
                <a:avLst/>
                <a:gdLst/>
                <a:ahLst/>
                <a:cxnLst/>
                <a:rect l="l" t="t" r="r" b="b"/>
                <a:pathLst>
                  <a:path w="2913" h="47567" extrusionOk="0">
                    <a:moveTo>
                      <a:pt x="1" y="47567"/>
                    </a:moveTo>
                    <a:lnTo>
                      <a:pt x="2913" y="47567"/>
                    </a:lnTo>
                    <a:lnTo>
                      <a:pt x="291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94" name="Google Shape;1117;p30">
            <a:extLst>
              <a:ext uri="{FF2B5EF4-FFF2-40B4-BE49-F238E27FC236}">
                <a16:creationId xmlns:a16="http://schemas.microsoft.com/office/drawing/2014/main" id="{FA997088-CA70-B023-942C-0192DD5FCABF}"/>
              </a:ext>
            </a:extLst>
          </p:cNvPr>
          <p:cNvGrpSpPr/>
          <p:nvPr/>
        </p:nvGrpSpPr>
        <p:grpSpPr>
          <a:xfrm rot="150140">
            <a:off x="6357420" y="4144612"/>
            <a:ext cx="2580526" cy="685136"/>
            <a:chOff x="3962175" y="2631750"/>
            <a:chExt cx="3075700" cy="952625"/>
          </a:xfrm>
        </p:grpSpPr>
        <p:sp>
          <p:nvSpPr>
            <p:cNvPr id="95" name="Google Shape;1118;p30">
              <a:extLst>
                <a:ext uri="{FF2B5EF4-FFF2-40B4-BE49-F238E27FC236}">
                  <a16:creationId xmlns:a16="http://schemas.microsoft.com/office/drawing/2014/main" id="{E765CE14-B34A-4541-590C-F15871B9B99F}"/>
                </a:ext>
              </a:extLst>
            </p:cNvPr>
            <p:cNvSpPr/>
            <p:nvPr/>
          </p:nvSpPr>
          <p:spPr>
            <a:xfrm>
              <a:off x="3962175" y="3227750"/>
              <a:ext cx="3075700" cy="356625"/>
            </a:xfrm>
            <a:custGeom>
              <a:avLst/>
              <a:gdLst/>
              <a:ahLst/>
              <a:cxnLst/>
              <a:rect l="l" t="t" r="r" b="b"/>
              <a:pathLst>
                <a:path w="123028" h="14265" extrusionOk="0">
                  <a:moveTo>
                    <a:pt x="114046" y="1"/>
                  </a:moveTo>
                  <a:lnTo>
                    <a:pt x="114046" y="1239"/>
                  </a:lnTo>
                  <a:lnTo>
                    <a:pt x="114579" y="1239"/>
                  </a:lnTo>
                  <a:lnTo>
                    <a:pt x="114579" y="3167"/>
                  </a:lnTo>
                  <a:lnTo>
                    <a:pt x="109877" y="3167"/>
                  </a:lnTo>
                  <a:lnTo>
                    <a:pt x="109877" y="2728"/>
                  </a:lnTo>
                  <a:lnTo>
                    <a:pt x="108984" y="2728"/>
                  </a:lnTo>
                  <a:lnTo>
                    <a:pt x="108984" y="1913"/>
                  </a:lnTo>
                  <a:cubicBezTo>
                    <a:pt x="108984" y="1411"/>
                    <a:pt x="108513" y="1004"/>
                    <a:pt x="107980" y="1098"/>
                  </a:cubicBezTo>
                  <a:lnTo>
                    <a:pt x="107980" y="1098"/>
                  </a:lnTo>
                  <a:cubicBezTo>
                    <a:pt x="107573" y="1161"/>
                    <a:pt x="107291" y="1553"/>
                    <a:pt x="107291" y="1960"/>
                  </a:cubicBezTo>
                  <a:lnTo>
                    <a:pt x="107291" y="1960"/>
                  </a:lnTo>
                  <a:lnTo>
                    <a:pt x="107291" y="2728"/>
                  </a:lnTo>
                  <a:lnTo>
                    <a:pt x="106397" y="2728"/>
                  </a:lnTo>
                  <a:lnTo>
                    <a:pt x="106397" y="3167"/>
                  </a:lnTo>
                  <a:lnTo>
                    <a:pt x="105237" y="3167"/>
                  </a:lnTo>
                  <a:lnTo>
                    <a:pt x="105237" y="1615"/>
                  </a:lnTo>
                  <a:lnTo>
                    <a:pt x="103921" y="1615"/>
                  </a:lnTo>
                  <a:lnTo>
                    <a:pt x="103921" y="3167"/>
                  </a:lnTo>
                  <a:lnTo>
                    <a:pt x="100112" y="3167"/>
                  </a:lnTo>
                  <a:lnTo>
                    <a:pt x="100112" y="1521"/>
                  </a:lnTo>
                  <a:cubicBezTo>
                    <a:pt x="100112" y="675"/>
                    <a:pt x="99438" y="1"/>
                    <a:pt x="98591" y="1"/>
                  </a:cubicBezTo>
                  <a:lnTo>
                    <a:pt x="98591" y="1"/>
                  </a:lnTo>
                  <a:lnTo>
                    <a:pt x="88403" y="1"/>
                  </a:lnTo>
                  <a:cubicBezTo>
                    <a:pt x="87870" y="1"/>
                    <a:pt x="87431" y="440"/>
                    <a:pt x="87463" y="988"/>
                  </a:cubicBezTo>
                  <a:lnTo>
                    <a:pt x="87463" y="988"/>
                  </a:lnTo>
                  <a:cubicBezTo>
                    <a:pt x="87494" y="1490"/>
                    <a:pt x="87949" y="1882"/>
                    <a:pt x="88466" y="1882"/>
                  </a:cubicBezTo>
                  <a:lnTo>
                    <a:pt x="88466" y="1882"/>
                  </a:lnTo>
                  <a:lnTo>
                    <a:pt x="92149" y="1882"/>
                  </a:lnTo>
                  <a:cubicBezTo>
                    <a:pt x="92964" y="1882"/>
                    <a:pt x="93638" y="2540"/>
                    <a:pt x="93638" y="3355"/>
                  </a:cubicBezTo>
                  <a:lnTo>
                    <a:pt x="93638" y="3355"/>
                  </a:lnTo>
                  <a:lnTo>
                    <a:pt x="93638" y="5785"/>
                  </a:lnTo>
                  <a:cubicBezTo>
                    <a:pt x="93638" y="5988"/>
                    <a:pt x="93466" y="6161"/>
                    <a:pt x="93247" y="6161"/>
                  </a:cubicBezTo>
                  <a:lnTo>
                    <a:pt x="93247" y="6161"/>
                  </a:lnTo>
                  <a:lnTo>
                    <a:pt x="88293" y="6161"/>
                  </a:lnTo>
                  <a:cubicBezTo>
                    <a:pt x="87839" y="6161"/>
                    <a:pt x="87463" y="6537"/>
                    <a:pt x="87463" y="6992"/>
                  </a:cubicBezTo>
                  <a:lnTo>
                    <a:pt x="87463" y="6992"/>
                  </a:lnTo>
                  <a:lnTo>
                    <a:pt x="87463" y="9468"/>
                  </a:lnTo>
                  <a:cubicBezTo>
                    <a:pt x="87463" y="10299"/>
                    <a:pt x="87823" y="11036"/>
                    <a:pt x="88403" y="11537"/>
                  </a:cubicBezTo>
                  <a:lnTo>
                    <a:pt x="88403" y="11537"/>
                  </a:lnTo>
                  <a:cubicBezTo>
                    <a:pt x="88388" y="11615"/>
                    <a:pt x="88388" y="11678"/>
                    <a:pt x="88372" y="11741"/>
                  </a:cubicBezTo>
                  <a:lnTo>
                    <a:pt x="88372" y="11741"/>
                  </a:lnTo>
                  <a:lnTo>
                    <a:pt x="85221" y="11741"/>
                  </a:lnTo>
                  <a:lnTo>
                    <a:pt x="85221" y="3512"/>
                  </a:lnTo>
                  <a:cubicBezTo>
                    <a:pt x="85221" y="2430"/>
                    <a:pt x="84359" y="1553"/>
                    <a:pt x="83278" y="1553"/>
                  </a:cubicBezTo>
                  <a:lnTo>
                    <a:pt x="83278" y="1553"/>
                  </a:lnTo>
                  <a:lnTo>
                    <a:pt x="46083" y="1553"/>
                  </a:lnTo>
                  <a:cubicBezTo>
                    <a:pt x="45017" y="1553"/>
                    <a:pt x="44139" y="2430"/>
                    <a:pt x="44139" y="3512"/>
                  </a:cubicBezTo>
                  <a:lnTo>
                    <a:pt x="44139" y="3512"/>
                  </a:lnTo>
                  <a:lnTo>
                    <a:pt x="44139" y="10330"/>
                  </a:lnTo>
                  <a:lnTo>
                    <a:pt x="42211" y="10330"/>
                  </a:lnTo>
                  <a:lnTo>
                    <a:pt x="42211" y="3512"/>
                  </a:lnTo>
                  <a:cubicBezTo>
                    <a:pt x="42211" y="2430"/>
                    <a:pt x="41333" y="1553"/>
                    <a:pt x="40267" y="1553"/>
                  </a:cubicBezTo>
                  <a:lnTo>
                    <a:pt x="40267" y="1553"/>
                  </a:lnTo>
                  <a:lnTo>
                    <a:pt x="3072" y="1553"/>
                  </a:lnTo>
                  <a:cubicBezTo>
                    <a:pt x="2006" y="1553"/>
                    <a:pt x="1129" y="2430"/>
                    <a:pt x="1129" y="3512"/>
                  </a:cubicBezTo>
                  <a:lnTo>
                    <a:pt x="1129" y="3512"/>
                  </a:lnTo>
                  <a:lnTo>
                    <a:pt x="1129" y="10330"/>
                  </a:lnTo>
                  <a:lnTo>
                    <a:pt x="0" y="10330"/>
                  </a:lnTo>
                  <a:lnTo>
                    <a:pt x="0" y="11130"/>
                  </a:lnTo>
                  <a:lnTo>
                    <a:pt x="1129" y="11130"/>
                  </a:lnTo>
                  <a:lnTo>
                    <a:pt x="1129" y="12650"/>
                  </a:lnTo>
                  <a:lnTo>
                    <a:pt x="1865" y="12650"/>
                  </a:lnTo>
                  <a:cubicBezTo>
                    <a:pt x="1865" y="13481"/>
                    <a:pt x="2555" y="14170"/>
                    <a:pt x="3386" y="14170"/>
                  </a:cubicBezTo>
                  <a:lnTo>
                    <a:pt x="3386" y="14170"/>
                  </a:lnTo>
                  <a:cubicBezTo>
                    <a:pt x="4232" y="14170"/>
                    <a:pt x="4906" y="13481"/>
                    <a:pt x="4906" y="12650"/>
                  </a:cubicBezTo>
                  <a:lnTo>
                    <a:pt x="4906" y="12650"/>
                  </a:lnTo>
                  <a:lnTo>
                    <a:pt x="6113" y="12650"/>
                  </a:lnTo>
                  <a:cubicBezTo>
                    <a:pt x="6113" y="13481"/>
                    <a:pt x="6803" y="14170"/>
                    <a:pt x="7633" y="14170"/>
                  </a:cubicBezTo>
                  <a:lnTo>
                    <a:pt x="7633" y="14170"/>
                  </a:lnTo>
                  <a:cubicBezTo>
                    <a:pt x="8480" y="14170"/>
                    <a:pt x="9154" y="13481"/>
                    <a:pt x="9154" y="12650"/>
                  </a:cubicBezTo>
                  <a:lnTo>
                    <a:pt x="9154" y="12650"/>
                  </a:lnTo>
                  <a:lnTo>
                    <a:pt x="33966" y="12650"/>
                  </a:lnTo>
                  <a:cubicBezTo>
                    <a:pt x="33966" y="13481"/>
                    <a:pt x="34640" y="14170"/>
                    <a:pt x="35487" y="14170"/>
                  </a:cubicBezTo>
                  <a:lnTo>
                    <a:pt x="35487" y="14170"/>
                  </a:lnTo>
                  <a:cubicBezTo>
                    <a:pt x="36317" y="14170"/>
                    <a:pt x="37007" y="13481"/>
                    <a:pt x="37007" y="12650"/>
                  </a:cubicBezTo>
                  <a:lnTo>
                    <a:pt x="37007" y="12650"/>
                  </a:lnTo>
                  <a:lnTo>
                    <a:pt x="38198" y="12650"/>
                  </a:lnTo>
                  <a:cubicBezTo>
                    <a:pt x="38198" y="13481"/>
                    <a:pt x="38888" y="14170"/>
                    <a:pt x="39734" y="14170"/>
                  </a:cubicBezTo>
                  <a:lnTo>
                    <a:pt x="39734" y="14170"/>
                  </a:lnTo>
                  <a:cubicBezTo>
                    <a:pt x="40565" y="14170"/>
                    <a:pt x="41255" y="13481"/>
                    <a:pt x="41255" y="12650"/>
                  </a:cubicBezTo>
                  <a:lnTo>
                    <a:pt x="41255" y="12650"/>
                  </a:lnTo>
                  <a:lnTo>
                    <a:pt x="42211" y="12650"/>
                  </a:lnTo>
                  <a:lnTo>
                    <a:pt x="42211" y="11130"/>
                  </a:lnTo>
                  <a:lnTo>
                    <a:pt x="44139" y="11130"/>
                  </a:lnTo>
                  <a:lnTo>
                    <a:pt x="44139" y="12650"/>
                  </a:lnTo>
                  <a:lnTo>
                    <a:pt x="44876" y="12650"/>
                  </a:lnTo>
                  <a:cubicBezTo>
                    <a:pt x="44876" y="13481"/>
                    <a:pt x="45565" y="14170"/>
                    <a:pt x="46412" y="14170"/>
                  </a:cubicBezTo>
                  <a:lnTo>
                    <a:pt x="46412" y="14170"/>
                  </a:lnTo>
                  <a:cubicBezTo>
                    <a:pt x="47242" y="14170"/>
                    <a:pt x="47932" y="13481"/>
                    <a:pt x="47932" y="12650"/>
                  </a:cubicBezTo>
                  <a:lnTo>
                    <a:pt x="47932" y="12650"/>
                  </a:lnTo>
                  <a:lnTo>
                    <a:pt x="49123" y="12650"/>
                  </a:lnTo>
                  <a:cubicBezTo>
                    <a:pt x="49123" y="13481"/>
                    <a:pt x="49813" y="14170"/>
                    <a:pt x="50644" y="14170"/>
                  </a:cubicBezTo>
                  <a:lnTo>
                    <a:pt x="50644" y="14170"/>
                  </a:lnTo>
                  <a:cubicBezTo>
                    <a:pt x="51490" y="14170"/>
                    <a:pt x="52164" y="13481"/>
                    <a:pt x="52164" y="12650"/>
                  </a:cubicBezTo>
                  <a:lnTo>
                    <a:pt x="52164" y="12650"/>
                  </a:lnTo>
                  <a:lnTo>
                    <a:pt x="76977" y="12650"/>
                  </a:lnTo>
                  <a:cubicBezTo>
                    <a:pt x="76977" y="13481"/>
                    <a:pt x="77651" y="14170"/>
                    <a:pt x="78497" y="14170"/>
                  </a:cubicBezTo>
                  <a:lnTo>
                    <a:pt x="78497" y="14170"/>
                  </a:lnTo>
                  <a:cubicBezTo>
                    <a:pt x="79343" y="14170"/>
                    <a:pt x="80017" y="13481"/>
                    <a:pt x="80017" y="12650"/>
                  </a:cubicBezTo>
                  <a:lnTo>
                    <a:pt x="80017" y="12650"/>
                  </a:lnTo>
                  <a:lnTo>
                    <a:pt x="81224" y="12650"/>
                  </a:lnTo>
                  <a:cubicBezTo>
                    <a:pt x="81224" y="13481"/>
                    <a:pt x="81898" y="14170"/>
                    <a:pt x="82745" y="14170"/>
                  </a:cubicBezTo>
                  <a:lnTo>
                    <a:pt x="82745" y="14170"/>
                  </a:lnTo>
                  <a:cubicBezTo>
                    <a:pt x="83575" y="14170"/>
                    <a:pt x="84265" y="13481"/>
                    <a:pt x="84265" y="12650"/>
                  </a:cubicBezTo>
                  <a:lnTo>
                    <a:pt x="84265" y="12650"/>
                  </a:lnTo>
                  <a:lnTo>
                    <a:pt x="88497" y="12650"/>
                  </a:lnTo>
                  <a:cubicBezTo>
                    <a:pt x="88811" y="13528"/>
                    <a:pt x="89657" y="14170"/>
                    <a:pt x="90645" y="14170"/>
                  </a:cubicBezTo>
                  <a:lnTo>
                    <a:pt x="90645" y="14170"/>
                  </a:lnTo>
                  <a:cubicBezTo>
                    <a:pt x="91789" y="14170"/>
                    <a:pt x="92729" y="13340"/>
                    <a:pt x="92902" y="12258"/>
                  </a:cubicBezTo>
                  <a:lnTo>
                    <a:pt x="92902" y="12258"/>
                  </a:lnTo>
                  <a:lnTo>
                    <a:pt x="94939" y="12258"/>
                  </a:lnTo>
                  <a:cubicBezTo>
                    <a:pt x="95174" y="13340"/>
                    <a:pt x="96146" y="14170"/>
                    <a:pt x="97322" y="14170"/>
                  </a:cubicBezTo>
                  <a:lnTo>
                    <a:pt x="97322" y="14170"/>
                  </a:lnTo>
                  <a:cubicBezTo>
                    <a:pt x="98482" y="14170"/>
                    <a:pt x="99454" y="13340"/>
                    <a:pt x="99704" y="12258"/>
                  </a:cubicBezTo>
                  <a:lnTo>
                    <a:pt x="99704" y="12258"/>
                  </a:lnTo>
                  <a:lnTo>
                    <a:pt x="100535" y="12258"/>
                  </a:lnTo>
                  <a:cubicBezTo>
                    <a:pt x="100770" y="13340"/>
                    <a:pt x="101758" y="14170"/>
                    <a:pt x="102918" y="14170"/>
                  </a:cubicBezTo>
                  <a:lnTo>
                    <a:pt x="102918" y="14170"/>
                  </a:lnTo>
                  <a:cubicBezTo>
                    <a:pt x="104093" y="14170"/>
                    <a:pt x="105065" y="13340"/>
                    <a:pt x="105300" y="12258"/>
                  </a:cubicBezTo>
                  <a:lnTo>
                    <a:pt x="105300" y="12258"/>
                  </a:lnTo>
                  <a:lnTo>
                    <a:pt x="106601" y="12258"/>
                  </a:lnTo>
                  <a:cubicBezTo>
                    <a:pt x="106836" y="13340"/>
                    <a:pt x="107808" y="14170"/>
                    <a:pt x="108984" y="14170"/>
                  </a:cubicBezTo>
                  <a:lnTo>
                    <a:pt x="108984" y="14170"/>
                  </a:lnTo>
                  <a:cubicBezTo>
                    <a:pt x="110143" y="14170"/>
                    <a:pt x="111115" y="13340"/>
                    <a:pt x="111366" y="12258"/>
                  </a:cubicBezTo>
                  <a:lnTo>
                    <a:pt x="111366" y="12258"/>
                  </a:lnTo>
                  <a:lnTo>
                    <a:pt x="112197" y="12258"/>
                  </a:lnTo>
                  <a:cubicBezTo>
                    <a:pt x="112448" y="13340"/>
                    <a:pt x="113419" y="14170"/>
                    <a:pt x="114579" y="14170"/>
                  </a:cubicBezTo>
                  <a:lnTo>
                    <a:pt x="114579" y="14170"/>
                  </a:lnTo>
                  <a:cubicBezTo>
                    <a:pt x="115755" y="14170"/>
                    <a:pt x="116727" y="13340"/>
                    <a:pt x="116962" y="12258"/>
                  </a:cubicBezTo>
                  <a:lnTo>
                    <a:pt x="116962" y="12258"/>
                  </a:lnTo>
                  <a:lnTo>
                    <a:pt x="117244" y="12258"/>
                  </a:lnTo>
                  <a:cubicBezTo>
                    <a:pt x="117056" y="12525"/>
                    <a:pt x="116977" y="12854"/>
                    <a:pt x="117056" y="13230"/>
                  </a:cubicBezTo>
                  <a:lnTo>
                    <a:pt x="117056" y="13230"/>
                  </a:lnTo>
                  <a:cubicBezTo>
                    <a:pt x="117166" y="13684"/>
                    <a:pt x="117542" y="14061"/>
                    <a:pt x="118012" y="14139"/>
                  </a:cubicBezTo>
                  <a:lnTo>
                    <a:pt x="118012" y="14139"/>
                  </a:lnTo>
                  <a:cubicBezTo>
                    <a:pt x="118655" y="14264"/>
                    <a:pt x="119219" y="13888"/>
                    <a:pt x="119391" y="13324"/>
                  </a:cubicBezTo>
                  <a:lnTo>
                    <a:pt x="119391" y="13324"/>
                  </a:lnTo>
                  <a:cubicBezTo>
                    <a:pt x="122369" y="13308"/>
                    <a:pt x="123028" y="12556"/>
                    <a:pt x="123028" y="12556"/>
                  </a:cubicBezTo>
                  <a:lnTo>
                    <a:pt x="123028" y="12556"/>
                  </a:lnTo>
                  <a:lnTo>
                    <a:pt x="119783" y="9108"/>
                  </a:lnTo>
                  <a:lnTo>
                    <a:pt x="118749" y="9108"/>
                  </a:lnTo>
                  <a:cubicBezTo>
                    <a:pt x="120128" y="8841"/>
                    <a:pt x="121178" y="7619"/>
                    <a:pt x="121178" y="6161"/>
                  </a:cubicBezTo>
                  <a:lnTo>
                    <a:pt x="121178" y="6161"/>
                  </a:lnTo>
                  <a:cubicBezTo>
                    <a:pt x="121178" y="5330"/>
                    <a:pt x="120849" y="4578"/>
                    <a:pt x="120300" y="4045"/>
                  </a:cubicBezTo>
                  <a:lnTo>
                    <a:pt x="120300" y="4045"/>
                  </a:lnTo>
                  <a:cubicBezTo>
                    <a:pt x="119752" y="3496"/>
                    <a:pt x="118999" y="3167"/>
                    <a:pt x="118184" y="3167"/>
                  </a:cubicBezTo>
                  <a:lnTo>
                    <a:pt x="118184" y="3167"/>
                  </a:lnTo>
                  <a:lnTo>
                    <a:pt x="116068" y="3167"/>
                  </a:lnTo>
                  <a:lnTo>
                    <a:pt x="116068" y="1239"/>
                  </a:lnTo>
                  <a:lnTo>
                    <a:pt x="116601" y="1239"/>
                  </a:lnTo>
                  <a:lnTo>
                    <a:pt x="116601" y="1"/>
                  </a:lnTo>
                  <a:close/>
                  <a:moveTo>
                    <a:pt x="58214" y="11130"/>
                  </a:moveTo>
                  <a:lnTo>
                    <a:pt x="71146" y="11130"/>
                  </a:lnTo>
                  <a:lnTo>
                    <a:pt x="71146" y="11741"/>
                  </a:lnTo>
                  <a:lnTo>
                    <a:pt x="58214" y="11741"/>
                  </a:lnTo>
                  <a:close/>
                  <a:moveTo>
                    <a:pt x="15204" y="11130"/>
                  </a:moveTo>
                  <a:lnTo>
                    <a:pt x="28135" y="11130"/>
                  </a:lnTo>
                  <a:lnTo>
                    <a:pt x="28135" y="11741"/>
                  </a:lnTo>
                  <a:lnTo>
                    <a:pt x="15204" y="11741"/>
                  </a:lnTo>
                  <a:close/>
                </a:path>
              </a:pathLst>
            </a:custGeom>
            <a:solidFill>
              <a:srgbClr val="0913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6" name="Google Shape;1119;p30">
              <a:extLst>
                <a:ext uri="{FF2B5EF4-FFF2-40B4-BE49-F238E27FC236}">
                  <a16:creationId xmlns:a16="http://schemas.microsoft.com/office/drawing/2014/main" id="{10368EF2-FEA5-0E57-1760-8662F20CDB5B}"/>
                </a:ext>
              </a:extLst>
            </p:cNvPr>
            <p:cNvSpPr/>
            <p:nvPr/>
          </p:nvSpPr>
          <p:spPr>
            <a:xfrm>
              <a:off x="6345450" y="3293600"/>
              <a:ext cx="84275" cy="84275"/>
            </a:xfrm>
            <a:custGeom>
              <a:avLst/>
              <a:gdLst/>
              <a:ahLst/>
              <a:cxnLst/>
              <a:rect l="l" t="t" r="r" b="b"/>
              <a:pathLst>
                <a:path w="3371" h="3371" extrusionOk="0">
                  <a:moveTo>
                    <a:pt x="1050" y="0"/>
                  </a:moveTo>
                  <a:cubicBezTo>
                    <a:pt x="470" y="0"/>
                    <a:pt x="0" y="470"/>
                    <a:pt x="0" y="1050"/>
                  </a:cubicBezTo>
                  <a:lnTo>
                    <a:pt x="0" y="2320"/>
                  </a:lnTo>
                  <a:cubicBezTo>
                    <a:pt x="0" y="2900"/>
                    <a:pt x="470" y="3370"/>
                    <a:pt x="1050" y="3370"/>
                  </a:cubicBezTo>
                  <a:lnTo>
                    <a:pt x="2320" y="3370"/>
                  </a:lnTo>
                  <a:cubicBezTo>
                    <a:pt x="2900" y="3370"/>
                    <a:pt x="3370" y="2900"/>
                    <a:pt x="3370" y="2320"/>
                  </a:cubicBezTo>
                  <a:lnTo>
                    <a:pt x="3370" y="1050"/>
                  </a:lnTo>
                  <a:cubicBezTo>
                    <a:pt x="3370" y="470"/>
                    <a:pt x="2900" y="0"/>
                    <a:pt x="232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1120;p30">
              <a:extLst>
                <a:ext uri="{FF2B5EF4-FFF2-40B4-BE49-F238E27FC236}">
                  <a16:creationId xmlns:a16="http://schemas.microsoft.com/office/drawing/2014/main" id="{F56CAABB-7CB8-E8FA-2FB4-91F2135669B0}"/>
                </a:ext>
              </a:extLst>
            </p:cNvPr>
            <p:cNvSpPr/>
            <p:nvPr/>
          </p:nvSpPr>
          <p:spPr>
            <a:xfrm>
              <a:off x="5924600" y="3351575"/>
              <a:ext cx="74475" cy="70575"/>
            </a:xfrm>
            <a:custGeom>
              <a:avLst/>
              <a:gdLst/>
              <a:ahLst/>
              <a:cxnLst/>
              <a:rect l="l" t="t" r="r" b="b"/>
              <a:pathLst>
                <a:path w="2979" h="2823" extrusionOk="0">
                  <a:moveTo>
                    <a:pt x="1050" y="1"/>
                  </a:moveTo>
                  <a:cubicBezTo>
                    <a:pt x="470" y="1"/>
                    <a:pt x="0" y="471"/>
                    <a:pt x="0" y="1051"/>
                  </a:cubicBezTo>
                  <a:lnTo>
                    <a:pt x="0" y="1788"/>
                  </a:lnTo>
                  <a:cubicBezTo>
                    <a:pt x="0" y="2368"/>
                    <a:pt x="470" y="2822"/>
                    <a:pt x="1050" y="2822"/>
                  </a:cubicBezTo>
                  <a:lnTo>
                    <a:pt x="1944" y="2822"/>
                  </a:lnTo>
                  <a:cubicBezTo>
                    <a:pt x="2508" y="2822"/>
                    <a:pt x="2978" y="2368"/>
                    <a:pt x="2978" y="1788"/>
                  </a:cubicBezTo>
                  <a:lnTo>
                    <a:pt x="2978" y="1051"/>
                  </a:lnTo>
                  <a:cubicBezTo>
                    <a:pt x="2978" y="471"/>
                    <a:pt x="2508"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1121;p30">
              <a:extLst>
                <a:ext uri="{FF2B5EF4-FFF2-40B4-BE49-F238E27FC236}">
                  <a16:creationId xmlns:a16="http://schemas.microsoft.com/office/drawing/2014/main" id="{C343B642-8B6B-0F0C-994D-576085753168}"/>
                </a:ext>
              </a:extLst>
            </p:cNvPr>
            <p:cNvSpPr/>
            <p:nvPr/>
          </p:nvSpPr>
          <p:spPr>
            <a:xfrm>
              <a:off x="5812125" y="3351575"/>
              <a:ext cx="74475" cy="70575"/>
            </a:xfrm>
            <a:custGeom>
              <a:avLst/>
              <a:gdLst/>
              <a:ahLst/>
              <a:cxnLst/>
              <a:rect l="l" t="t" r="r" b="b"/>
              <a:pathLst>
                <a:path w="2979" h="2823" extrusionOk="0">
                  <a:moveTo>
                    <a:pt x="1035" y="1"/>
                  </a:moveTo>
                  <a:cubicBezTo>
                    <a:pt x="455" y="1"/>
                    <a:pt x="0" y="471"/>
                    <a:pt x="0" y="1051"/>
                  </a:cubicBezTo>
                  <a:lnTo>
                    <a:pt x="0" y="1788"/>
                  </a:lnTo>
                  <a:cubicBezTo>
                    <a:pt x="0" y="2368"/>
                    <a:pt x="455" y="2822"/>
                    <a:pt x="1035" y="2822"/>
                  </a:cubicBezTo>
                  <a:lnTo>
                    <a:pt x="1928" y="2822"/>
                  </a:lnTo>
                  <a:cubicBezTo>
                    <a:pt x="2508" y="2822"/>
                    <a:pt x="2979" y="2368"/>
                    <a:pt x="2979" y="1788"/>
                  </a:cubicBezTo>
                  <a:lnTo>
                    <a:pt x="2979" y="1051"/>
                  </a:lnTo>
                  <a:cubicBezTo>
                    <a:pt x="2979" y="471"/>
                    <a:pt x="2508" y="1"/>
                    <a:pt x="192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1122;p30">
              <a:extLst>
                <a:ext uri="{FF2B5EF4-FFF2-40B4-BE49-F238E27FC236}">
                  <a16:creationId xmlns:a16="http://schemas.microsoft.com/office/drawing/2014/main" id="{59ACB365-CC84-3DC0-12DD-A09997BC5CA7}"/>
                </a:ext>
              </a:extLst>
            </p:cNvPr>
            <p:cNvSpPr/>
            <p:nvPr/>
          </p:nvSpPr>
          <p:spPr>
            <a:xfrm>
              <a:off x="5703575" y="3351575"/>
              <a:ext cx="74475" cy="70575"/>
            </a:xfrm>
            <a:custGeom>
              <a:avLst/>
              <a:gdLst/>
              <a:ahLst/>
              <a:cxnLst/>
              <a:rect l="l" t="t" r="r" b="b"/>
              <a:pathLst>
                <a:path w="2979" h="2823" extrusionOk="0">
                  <a:moveTo>
                    <a:pt x="1051" y="1"/>
                  </a:moveTo>
                  <a:cubicBezTo>
                    <a:pt x="471" y="1"/>
                    <a:pt x="1" y="471"/>
                    <a:pt x="1" y="1051"/>
                  </a:cubicBezTo>
                  <a:lnTo>
                    <a:pt x="1" y="1788"/>
                  </a:lnTo>
                  <a:cubicBezTo>
                    <a:pt x="1" y="2368"/>
                    <a:pt x="471" y="2822"/>
                    <a:pt x="1051" y="2822"/>
                  </a:cubicBezTo>
                  <a:lnTo>
                    <a:pt x="1944" y="2822"/>
                  </a:lnTo>
                  <a:cubicBezTo>
                    <a:pt x="2524" y="2822"/>
                    <a:pt x="2979" y="2368"/>
                    <a:pt x="2979" y="1788"/>
                  </a:cubicBezTo>
                  <a:lnTo>
                    <a:pt x="2979" y="1051"/>
                  </a:lnTo>
                  <a:cubicBezTo>
                    <a:pt x="2979"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123;p30">
              <a:extLst>
                <a:ext uri="{FF2B5EF4-FFF2-40B4-BE49-F238E27FC236}">
                  <a16:creationId xmlns:a16="http://schemas.microsoft.com/office/drawing/2014/main" id="{519AEB82-4C55-050F-6F36-88F201B8310E}"/>
                </a:ext>
              </a:extLst>
            </p:cNvPr>
            <p:cNvSpPr/>
            <p:nvPr/>
          </p:nvSpPr>
          <p:spPr>
            <a:xfrm>
              <a:off x="5595425" y="3351575"/>
              <a:ext cx="74475" cy="70575"/>
            </a:xfrm>
            <a:custGeom>
              <a:avLst/>
              <a:gdLst/>
              <a:ahLst/>
              <a:cxnLst/>
              <a:rect l="l" t="t" r="r" b="b"/>
              <a:pathLst>
                <a:path w="2979" h="2823" extrusionOk="0">
                  <a:moveTo>
                    <a:pt x="1035" y="1"/>
                  </a:moveTo>
                  <a:cubicBezTo>
                    <a:pt x="455" y="1"/>
                    <a:pt x="1" y="471"/>
                    <a:pt x="1" y="1051"/>
                  </a:cubicBezTo>
                  <a:lnTo>
                    <a:pt x="1" y="1788"/>
                  </a:lnTo>
                  <a:cubicBezTo>
                    <a:pt x="1" y="2368"/>
                    <a:pt x="455" y="2822"/>
                    <a:pt x="1035" y="2822"/>
                  </a:cubicBezTo>
                  <a:lnTo>
                    <a:pt x="1929" y="2822"/>
                  </a:lnTo>
                  <a:cubicBezTo>
                    <a:pt x="2508" y="2822"/>
                    <a:pt x="2979" y="2368"/>
                    <a:pt x="2979" y="1788"/>
                  </a:cubicBezTo>
                  <a:lnTo>
                    <a:pt x="2979" y="1051"/>
                  </a:lnTo>
                  <a:cubicBezTo>
                    <a:pt x="2979" y="471"/>
                    <a:pt x="2508" y="1"/>
                    <a:pt x="19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124;p30">
              <a:extLst>
                <a:ext uri="{FF2B5EF4-FFF2-40B4-BE49-F238E27FC236}">
                  <a16:creationId xmlns:a16="http://schemas.microsoft.com/office/drawing/2014/main" id="{98F2C447-2DD5-DBCB-394D-A997A508A2BB}"/>
                </a:ext>
              </a:extLst>
            </p:cNvPr>
            <p:cNvSpPr/>
            <p:nvPr/>
          </p:nvSpPr>
          <p:spPr>
            <a:xfrm>
              <a:off x="5486875" y="3351575"/>
              <a:ext cx="74475" cy="70575"/>
            </a:xfrm>
            <a:custGeom>
              <a:avLst/>
              <a:gdLst/>
              <a:ahLst/>
              <a:cxnLst/>
              <a:rect l="l" t="t" r="r" b="b"/>
              <a:pathLst>
                <a:path w="2979" h="2823" extrusionOk="0">
                  <a:moveTo>
                    <a:pt x="1051" y="1"/>
                  </a:moveTo>
                  <a:cubicBezTo>
                    <a:pt x="471" y="1"/>
                    <a:pt x="1" y="471"/>
                    <a:pt x="1" y="1051"/>
                  </a:cubicBezTo>
                  <a:lnTo>
                    <a:pt x="1" y="1788"/>
                  </a:lnTo>
                  <a:cubicBezTo>
                    <a:pt x="1" y="2368"/>
                    <a:pt x="471" y="2822"/>
                    <a:pt x="1051" y="2822"/>
                  </a:cubicBezTo>
                  <a:lnTo>
                    <a:pt x="1944" y="2822"/>
                  </a:lnTo>
                  <a:cubicBezTo>
                    <a:pt x="2509" y="2822"/>
                    <a:pt x="2979" y="2368"/>
                    <a:pt x="2979" y="1788"/>
                  </a:cubicBezTo>
                  <a:lnTo>
                    <a:pt x="2979" y="1051"/>
                  </a:lnTo>
                  <a:cubicBezTo>
                    <a:pt x="2979" y="471"/>
                    <a:pt x="2509"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125;p30">
              <a:extLst>
                <a:ext uri="{FF2B5EF4-FFF2-40B4-BE49-F238E27FC236}">
                  <a16:creationId xmlns:a16="http://schemas.microsoft.com/office/drawing/2014/main" id="{F328EDF1-32B6-5C9F-7F4A-26E51D40B170}"/>
                </a:ext>
              </a:extLst>
            </p:cNvPr>
            <p:cNvSpPr/>
            <p:nvPr/>
          </p:nvSpPr>
          <p:spPr>
            <a:xfrm>
              <a:off x="5378350" y="3351575"/>
              <a:ext cx="74850" cy="70575"/>
            </a:xfrm>
            <a:custGeom>
              <a:avLst/>
              <a:gdLst/>
              <a:ahLst/>
              <a:cxnLst/>
              <a:rect l="l" t="t" r="r" b="b"/>
              <a:pathLst>
                <a:path w="2994" h="2823" extrusionOk="0">
                  <a:moveTo>
                    <a:pt x="1050" y="1"/>
                  </a:moveTo>
                  <a:cubicBezTo>
                    <a:pt x="470" y="1"/>
                    <a:pt x="0" y="471"/>
                    <a:pt x="0" y="1051"/>
                  </a:cubicBezTo>
                  <a:lnTo>
                    <a:pt x="0" y="1788"/>
                  </a:lnTo>
                  <a:cubicBezTo>
                    <a:pt x="0" y="2368"/>
                    <a:pt x="470" y="2822"/>
                    <a:pt x="1050"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126;p30">
              <a:extLst>
                <a:ext uri="{FF2B5EF4-FFF2-40B4-BE49-F238E27FC236}">
                  <a16:creationId xmlns:a16="http://schemas.microsoft.com/office/drawing/2014/main" id="{0ECBE1C0-CE0B-BF76-4BD8-B22CC9328352}"/>
                </a:ext>
              </a:extLst>
            </p:cNvPr>
            <p:cNvSpPr/>
            <p:nvPr/>
          </p:nvSpPr>
          <p:spPr>
            <a:xfrm>
              <a:off x="5270175" y="3351575"/>
              <a:ext cx="74500" cy="70575"/>
            </a:xfrm>
            <a:custGeom>
              <a:avLst/>
              <a:gdLst/>
              <a:ahLst/>
              <a:cxnLst/>
              <a:rect l="l" t="t" r="r" b="b"/>
              <a:pathLst>
                <a:path w="2980" h="2823" extrusionOk="0">
                  <a:moveTo>
                    <a:pt x="1051" y="1"/>
                  </a:moveTo>
                  <a:cubicBezTo>
                    <a:pt x="471" y="1"/>
                    <a:pt x="1" y="471"/>
                    <a:pt x="1" y="1051"/>
                  </a:cubicBezTo>
                  <a:lnTo>
                    <a:pt x="1" y="1788"/>
                  </a:lnTo>
                  <a:cubicBezTo>
                    <a:pt x="1" y="2368"/>
                    <a:pt x="471" y="2822"/>
                    <a:pt x="1051" y="2822"/>
                  </a:cubicBezTo>
                  <a:lnTo>
                    <a:pt x="1945" y="2822"/>
                  </a:lnTo>
                  <a:cubicBezTo>
                    <a:pt x="2509" y="2822"/>
                    <a:pt x="2979" y="2368"/>
                    <a:pt x="2979" y="1788"/>
                  </a:cubicBezTo>
                  <a:lnTo>
                    <a:pt x="2979" y="1051"/>
                  </a:lnTo>
                  <a:cubicBezTo>
                    <a:pt x="2979" y="471"/>
                    <a:pt x="2509" y="1"/>
                    <a:pt x="194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127;p30">
              <a:extLst>
                <a:ext uri="{FF2B5EF4-FFF2-40B4-BE49-F238E27FC236}">
                  <a16:creationId xmlns:a16="http://schemas.microsoft.com/office/drawing/2014/main" id="{6C1507D3-FC6D-0738-C6F5-23484DFBA441}"/>
                </a:ext>
              </a:extLst>
            </p:cNvPr>
            <p:cNvSpPr/>
            <p:nvPr/>
          </p:nvSpPr>
          <p:spPr>
            <a:xfrm>
              <a:off x="5161650" y="3351575"/>
              <a:ext cx="74850" cy="70575"/>
            </a:xfrm>
            <a:custGeom>
              <a:avLst/>
              <a:gdLst/>
              <a:ahLst/>
              <a:cxnLst/>
              <a:rect l="l" t="t" r="r" b="b"/>
              <a:pathLst>
                <a:path w="2994" h="2823" extrusionOk="0">
                  <a:moveTo>
                    <a:pt x="1050" y="1"/>
                  </a:moveTo>
                  <a:cubicBezTo>
                    <a:pt x="470" y="1"/>
                    <a:pt x="0" y="471"/>
                    <a:pt x="0" y="1051"/>
                  </a:cubicBezTo>
                  <a:lnTo>
                    <a:pt x="0" y="1788"/>
                  </a:lnTo>
                  <a:cubicBezTo>
                    <a:pt x="0" y="2368"/>
                    <a:pt x="470" y="2822"/>
                    <a:pt x="1050"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128;p30">
              <a:extLst>
                <a:ext uri="{FF2B5EF4-FFF2-40B4-BE49-F238E27FC236}">
                  <a16:creationId xmlns:a16="http://schemas.microsoft.com/office/drawing/2014/main" id="{04793CD7-0601-BFA2-EC26-AE49EC5928D0}"/>
                </a:ext>
              </a:extLst>
            </p:cNvPr>
            <p:cNvSpPr/>
            <p:nvPr/>
          </p:nvSpPr>
          <p:spPr>
            <a:xfrm>
              <a:off x="4849325" y="3351575"/>
              <a:ext cx="74475" cy="70575"/>
            </a:xfrm>
            <a:custGeom>
              <a:avLst/>
              <a:gdLst/>
              <a:ahLst/>
              <a:cxnLst/>
              <a:rect l="l" t="t" r="r" b="b"/>
              <a:pathLst>
                <a:path w="2979" h="2823" extrusionOk="0">
                  <a:moveTo>
                    <a:pt x="1035" y="1"/>
                  </a:moveTo>
                  <a:cubicBezTo>
                    <a:pt x="471" y="1"/>
                    <a:pt x="1" y="471"/>
                    <a:pt x="1" y="1051"/>
                  </a:cubicBezTo>
                  <a:lnTo>
                    <a:pt x="1" y="1788"/>
                  </a:lnTo>
                  <a:cubicBezTo>
                    <a:pt x="1" y="2368"/>
                    <a:pt x="471" y="2822"/>
                    <a:pt x="1035" y="2822"/>
                  </a:cubicBezTo>
                  <a:lnTo>
                    <a:pt x="1929" y="2822"/>
                  </a:lnTo>
                  <a:cubicBezTo>
                    <a:pt x="2509" y="2822"/>
                    <a:pt x="2979" y="2368"/>
                    <a:pt x="2979" y="1788"/>
                  </a:cubicBezTo>
                  <a:lnTo>
                    <a:pt x="2979" y="1051"/>
                  </a:lnTo>
                  <a:cubicBezTo>
                    <a:pt x="2979" y="471"/>
                    <a:pt x="2509" y="1"/>
                    <a:pt x="19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129;p30">
              <a:extLst>
                <a:ext uri="{FF2B5EF4-FFF2-40B4-BE49-F238E27FC236}">
                  <a16:creationId xmlns:a16="http://schemas.microsoft.com/office/drawing/2014/main" id="{C74294A8-B9D5-8CB1-682D-15D286F9604A}"/>
                </a:ext>
              </a:extLst>
            </p:cNvPr>
            <p:cNvSpPr/>
            <p:nvPr/>
          </p:nvSpPr>
          <p:spPr>
            <a:xfrm>
              <a:off x="4736475" y="3351575"/>
              <a:ext cx="74875" cy="70575"/>
            </a:xfrm>
            <a:custGeom>
              <a:avLst/>
              <a:gdLst/>
              <a:ahLst/>
              <a:cxnLst/>
              <a:rect l="l" t="t" r="r" b="b"/>
              <a:pathLst>
                <a:path w="2995" h="2823" extrusionOk="0">
                  <a:moveTo>
                    <a:pt x="1051" y="1"/>
                  </a:moveTo>
                  <a:cubicBezTo>
                    <a:pt x="471" y="1"/>
                    <a:pt x="0" y="471"/>
                    <a:pt x="0" y="1051"/>
                  </a:cubicBezTo>
                  <a:lnTo>
                    <a:pt x="0" y="1788"/>
                  </a:lnTo>
                  <a:cubicBezTo>
                    <a:pt x="0" y="2368"/>
                    <a:pt x="471" y="2822"/>
                    <a:pt x="1051"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130;p30">
              <a:extLst>
                <a:ext uri="{FF2B5EF4-FFF2-40B4-BE49-F238E27FC236}">
                  <a16:creationId xmlns:a16="http://schemas.microsoft.com/office/drawing/2014/main" id="{3511A421-8692-52CE-FEF0-E5896B636D5B}"/>
                </a:ext>
              </a:extLst>
            </p:cNvPr>
            <p:cNvSpPr/>
            <p:nvPr/>
          </p:nvSpPr>
          <p:spPr>
            <a:xfrm>
              <a:off x="4628325" y="3351575"/>
              <a:ext cx="74475" cy="70575"/>
            </a:xfrm>
            <a:custGeom>
              <a:avLst/>
              <a:gdLst/>
              <a:ahLst/>
              <a:cxnLst/>
              <a:rect l="l" t="t" r="r" b="b"/>
              <a:pathLst>
                <a:path w="2979" h="2823" extrusionOk="0">
                  <a:moveTo>
                    <a:pt x="1051" y="1"/>
                  </a:moveTo>
                  <a:cubicBezTo>
                    <a:pt x="471" y="1"/>
                    <a:pt x="0" y="471"/>
                    <a:pt x="0" y="1051"/>
                  </a:cubicBezTo>
                  <a:lnTo>
                    <a:pt x="0" y="1788"/>
                  </a:lnTo>
                  <a:cubicBezTo>
                    <a:pt x="0" y="2368"/>
                    <a:pt x="471" y="2822"/>
                    <a:pt x="1051" y="2822"/>
                  </a:cubicBezTo>
                  <a:lnTo>
                    <a:pt x="1944" y="2822"/>
                  </a:lnTo>
                  <a:cubicBezTo>
                    <a:pt x="2508" y="2822"/>
                    <a:pt x="2978" y="2368"/>
                    <a:pt x="2978" y="1788"/>
                  </a:cubicBezTo>
                  <a:lnTo>
                    <a:pt x="2978" y="1051"/>
                  </a:lnTo>
                  <a:cubicBezTo>
                    <a:pt x="2978" y="471"/>
                    <a:pt x="2508"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131;p30">
              <a:extLst>
                <a:ext uri="{FF2B5EF4-FFF2-40B4-BE49-F238E27FC236}">
                  <a16:creationId xmlns:a16="http://schemas.microsoft.com/office/drawing/2014/main" id="{540D14EC-34A7-C31E-40C3-CB2F173F8E9B}"/>
                </a:ext>
              </a:extLst>
            </p:cNvPr>
            <p:cNvSpPr/>
            <p:nvPr/>
          </p:nvSpPr>
          <p:spPr>
            <a:xfrm>
              <a:off x="4519775" y="3351575"/>
              <a:ext cx="74875" cy="70575"/>
            </a:xfrm>
            <a:custGeom>
              <a:avLst/>
              <a:gdLst/>
              <a:ahLst/>
              <a:cxnLst/>
              <a:rect l="l" t="t" r="r" b="b"/>
              <a:pathLst>
                <a:path w="2995" h="2823" extrusionOk="0">
                  <a:moveTo>
                    <a:pt x="1051" y="1"/>
                  </a:moveTo>
                  <a:cubicBezTo>
                    <a:pt x="471" y="1"/>
                    <a:pt x="1" y="471"/>
                    <a:pt x="1" y="1051"/>
                  </a:cubicBezTo>
                  <a:lnTo>
                    <a:pt x="1" y="1788"/>
                  </a:lnTo>
                  <a:cubicBezTo>
                    <a:pt x="1" y="2368"/>
                    <a:pt x="471" y="2822"/>
                    <a:pt x="1051"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132;p30">
              <a:extLst>
                <a:ext uri="{FF2B5EF4-FFF2-40B4-BE49-F238E27FC236}">
                  <a16:creationId xmlns:a16="http://schemas.microsoft.com/office/drawing/2014/main" id="{16A82A2B-EA0A-BDE4-F1F5-36807A01F282}"/>
                </a:ext>
              </a:extLst>
            </p:cNvPr>
            <p:cNvSpPr/>
            <p:nvPr/>
          </p:nvSpPr>
          <p:spPr>
            <a:xfrm>
              <a:off x="4411625" y="3351575"/>
              <a:ext cx="74475" cy="70575"/>
            </a:xfrm>
            <a:custGeom>
              <a:avLst/>
              <a:gdLst/>
              <a:ahLst/>
              <a:cxnLst/>
              <a:rect l="l" t="t" r="r" b="b"/>
              <a:pathLst>
                <a:path w="2979" h="2823" extrusionOk="0">
                  <a:moveTo>
                    <a:pt x="1035" y="1"/>
                  </a:moveTo>
                  <a:cubicBezTo>
                    <a:pt x="471" y="1"/>
                    <a:pt x="0" y="471"/>
                    <a:pt x="0" y="1051"/>
                  </a:cubicBezTo>
                  <a:lnTo>
                    <a:pt x="0" y="1788"/>
                  </a:lnTo>
                  <a:cubicBezTo>
                    <a:pt x="0" y="2368"/>
                    <a:pt x="471" y="2822"/>
                    <a:pt x="1035" y="2822"/>
                  </a:cubicBezTo>
                  <a:lnTo>
                    <a:pt x="1928" y="2822"/>
                  </a:lnTo>
                  <a:cubicBezTo>
                    <a:pt x="2508" y="2822"/>
                    <a:pt x="2979" y="2368"/>
                    <a:pt x="2979" y="1788"/>
                  </a:cubicBezTo>
                  <a:lnTo>
                    <a:pt x="2979" y="1051"/>
                  </a:lnTo>
                  <a:cubicBezTo>
                    <a:pt x="2979" y="471"/>
                    <a:pt x="2508" y="1"/>
                    <a:pt x="192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33;p30">
              <a:extLst>
                <a:ext uri="{FF2B5EF4-FFF2-40B4-BE49-F238E27FC236}">
                  <a16:creationId xmlns:a16="http://schemas.microsoft.com/office/drawing/2014/main" id="{9A17B1FA-4B3F-D9D9-3F80-27AD64E5B946}"/>
                </a:ext>
              </a:extLst>
            </p:cNvPr>
            <p:cNvSpPr/>
            <p:nvPr/>
          </p:nvSpPr>
          <p:spPr>
            <a:xfrm>
              <a:off x="4303075" y="3351575"/>
              <a:ext cx="74875" cy="70575"/>
            </a:xfrm>
            <a:custGeom>
              <a:avLst/>
              <a:gdLst/>
              <a:ahLst/>
              <a:cxnLst/>
              <a:rect l="l" t="t" r="r" b="b"/>
              <a:pathLst>
                <a:path w="2995" h="2823" extrusionOk="0">
                  <a:moveTo>
                    <a:pt x="1051" y="1"/>
                  </a:moveTo>
                  <a:cubicBezTo>
                    <a:pt x="471" y="1"/>
                    <a:pt x="1" y="471"/>
                    <a:pt x="1" y="1051"/>
                  </a:cubicBezTo>
                  <a:lnTo>
                    <a:pt x="1" y="1788"/>
                  </a:lnTo>
                  <a:cubicBezTo>
                    <a:pt x="1" y="2368"/>
                    <a:pt x="471" y="2822"/>
                    <a:pt x="1051"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34;p30">
              <a:extLst>
                <a:ext uri="{FF2B5EF4-FFF2-40B4-BE49-F238E27FC236}">
                  <a16:creationId xmlns:a16="http://schemas.microsoft.com/office/drawing/2014/main" id="{6205D456-9F12-4274-0EF2-0C29AA7996F4}"/>
                </a:ext>
              </a:extLst>
            </p:cNvPr>
            <p:cNvSpPr/>
            <p:nvPr/>
          </p:nvSpPr>
          <p:spPr>
            <a:xfrm>
              <a:off x="4194925" y="3351575"/>
              <a:ext cx="74475" cy="70575"/>
            </a:xfrm>
            <a:custGeom>
              <a:avLst/>
              <a:gdLst/>
              <a:ahLst/>
              <a:cxnLst/>
              <a:rect l="l" t="t" r="r" b="b"/>
              <a:pathLst>
                <a:path w="2979" h="2823" extrusionOk="0">
                  <a:moveTo>
                    <a:pt x="1035" y="1"/>
                  </a:moveTo>
                  <a:cubicBezTo>
                    <a:pt x="471" y="1"/>
                    <a:pt x="1" y="471"/>
                    <a:pt x="1" y="1051"/>
                  </a:cubicBezTo>
                  <a:lnTo>
                    <a:pt x="1" y="1788"/>
                  </a:lnTo>
                  <a:cubicBezTo>
                    <a:pt x="1" y="2368"/>
                    <a:pt x="471" y="2822"/>
                    <a:pt x="1035" y="2822"/>
                  </a:cubicBezTo>
                  <a:lnTo>
                    <a:pt x="1928" y="2822"/>
                  </a:lnTo>
                  <a:cubicBezTo>
                    <a:pt x="2508" y="2822"/>
                    <a:pt x="2979" y="2368"/>
                    <a:pt x="2979" y="1788"/>
                  </a:cubicBezTo>
                  <a:lnTo>
                    <a:pt x="2979" y="1051"/>
                  </a:lnTo>
                  <a:cubicBezTo>
                    <a:pt x="2979" y="471"/>
                    <a:pt x="2508" y="1"/>
                    <a:pt x="192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35;p30">
              <a:extLst>
                <a:ext uri="{FF2B5EF4-FFF2-40B4-BE49-F238E27FC236}">
                  <a16:creationId xmlns:a16="http://schemas.microsoft.com/office/drawing/2014/main" id="{3AF1B2ED-756C-D9C1-B4B7-A97E3045B75F}"/>
                </a:ext>
              </a:extLst>
            </p:cNvPr>
            <p:cNvSpPr/>
            <p:nvPr/>
          </p:nvSpPr>
          <p:spPr>
            <a:xfrm>
              <a:off x="4086375" y="3351575"/>
              <a:ext cx="74875" cy="70575"/>
            </a:xfrm>
            <a:custGeom>
              <a:avLst/>
              <a:gdLst/>
              <a:ahLst/>
              <a:cxnLst/>
              <a:rect l="l" t="t" r="r" b="b"/>
              <a:pathLst>
                <a:path w="2995" h="2823" extrusionOk="0">
                  <a:moveTo>
                    <a:pt x="1051" y="1"/>
                  </a:moveTo>
                  <a:cubicBezTo>
                    <a:pt x="471" y="1"/>
                    <a:pt x="1" y="471"/>
                    <a:pt x="1" y="1051"/>
                  </a:cubicBezTo>
                  <a:lnTo>
                    <a:pt x="1" y="1788"/>
                  </a:lnTo>
                  <a:cubicBezTo>
                    <a:pt x="1" y="2368"/>
                    <a:pt x="471" y="2822"/>
                    <a:pt x="1051" y="2822"/>
                  </a:cubicBezTo>
                  <a:lnTo>
                    <a:pt x="1944" y="2822"/>
                  </a:lnTo>
                  <a:cubicBezTo>
                    <a:pt x="2524" y="2822"/>
                    <a:pt x="2995" y="2368"/>
                    <a:pt x="2995" y="1788"/>
                  </a:cubicBezTo>
                  <a:lnTo>
                    <a:pt x="2995" y="1051"/>
                  </a:lnTo>
                  <a:cubicBezTo>
                    <a:pt x="2995"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6;p30">
              <a:extLst>
                <a:ext uri="{FF2B5EF4-FFF2-40B4-BE49-F238E27FC236}">
                  <a16:creationId xmlns:a16="http://schemas.microsoft.com/office/drawing/2014/main" id="{1253B75C-63F3-D23F-BB57-1CC08015EAAD}"/>
                </a:ext>
              </a:extLst>
            </p:cNvPr>
            <p:cNvSpPr/>
            <p:nvPr/>
          </p:nvSpPr>
          <p:spPr>
            <a:xfrm>
              <a:off x="4570325" y="2631750"/>
              <a:ext cx="2293575" cy="582700"/>
            </a:xfrm>
            <a:custGeom>
              <a:avLst/>
              <a:gdLst/>
              <a:ahLst/>
              <a:cxnLst/>
              <a:rect l="l" t="t" r="r" b="b"/>
              <a:pathLst>
                <a:path w="91743" h="23308" extrusionOk="0">
                  <a:moveTo>
                    <a:pt x="23857" y="188"/>
                  </a:moveTo>
                  <a:cubicBezTo>
                    <a:pt x="21694" y="658"/>
                    <a:pt x="19813" y="1944"/>
                    <a:pt x="17854" y="2947"/>
                  </a:cubicBezTo>
                  <a:lnTo>
                    <a:pt x="17854" y="2947"/>
                  </a:lnTo>
                  <a:cubicBezTo>
                    <a:pt x="15001" y="4420"/>
                    <a:pt x="11835" y="5376"/>
                    <a:pt x="8637" y="5282"/>
                  </a:cubicBezTo>
                  <a:lnTo>
                    <a:pt x="8637" y="5282"/>
                  </a:lnTo>
                  <a:cubicBezTo>
                    <a:pt x="5440" y="5204"/>
                    <a:pt x="2211" y="4013"/>
                    <a:pt x="1" y="1709"/>
                  </a:cubicBezTo>
                  <a:lnTo>
                    <a:pt x="1" y="1709"/>
                  </a:lnTo>
                  <a:cubicBezTo>
                    <a:pt x="251" y="3339"/>
                    <a:pt x="1458" y="4467"/>
                    <a:pt x="2963" y="5173"/>
                  </a:cubicBezTo>
                  <a:lnTo>
                    <a:pt x="2963" y="5173"/>
                  </a:lnTo>
                  <a:cubicBezTo>
                    <a:pt x="6082" y="6615"/>
                    <a:pt x="9672" y="7022"/>
                    <a:pt x="13026" y="6286"/>
                  </a:cubicBezTo>
                  <a:lnTo>
                    <a:pt x="13026" y="6286"/>
                  </a:lnTo>
                  <a:cubicBezTo>
                    <a:pt x="15910" y="5643"/>
                    <a:pt x="18559" y="4232"/>
                    <a:pt x="21365" y="3323"/>
                  </a:cubicBezTo>
                  <a:lnTo>
                    <a:pt x="21365" y="3323"/>
                  </a:lnTo>
                  <a:cubicBezTo>
                    <a:pt x="24170" y="2414"/>
                    <a:pt x="27384" y="2069"/>
                    <a:pt x="29954" y="3511"/>
                  </a:cubicBezTo>
                  <a:lnTo>
                    <a:pt x="29954" y="3511"/>
                  </a:lnTo>
                  <a:cubicBezTo>
                    <a:pt x="31804" y="4546"/>
                    <a:pt x="33058" y="6364"/>
                    <a:pt x="34735" y="7649"/>
                  </a:cubicBezTo>
                  <a:lnTo>
                    <a:pt x="34735" y="7649"/>
                  </a:lnTo>
                  <a:cubicBezTo>
                    <a:pt x="39108" y="11051"/>
                    <a:pt x="45440" y="10330"/>
                    <a:pt x="50629" y="8386"/>
                  </a:cubicBezTo>
                  <a:lnTo>
                    <a:pt x="50629" y="8386"/>
                  </a:lnTo>
                  <a:cubicBezTo>
                    <a:pt x="52274" y="7775"/>
                    <a:pt x="53905" y="7038"/>
                    <a:pt x="55644" y="6803"/>
                  </a:cubicBezTo>
                  <a:lnTo>
                    <a:pt x="55644" y="6803"/>
                  </a:lnTo>
                  <a:cubicBezTo>
                    <a:pt x="57384" y="6552"/>
                    <a:pt x="59312" y="6897"/>
                    <a:pt x="60550" y="8135"/>
                  </a:cubicBezTo>
                  <a:lnTo>
                    <a:pt x="60550" y="8135"/>
                  </a:lnTo>
                  <a:cubicBezTo>
                    <a:pt x="61851" y="9452"/>
                    <a:pt x="62149" y="11489"/>
                    <a:pt x="63340" y="12916"/>
                  </a:cubicBezTo>
                  <a:lnTo>
                    <a:pt x="63340" y="12916"/>
                  </a:lnTo>
                  <a:cubicBezTo>
                    <a:pt x="64516" y="14326"/>
                    <a:pt x="66413" y="14922"/>
                    <a:pt x="68231" y="15126"/>
                  </a:cubicBezTo>
                  <a:lnTo>
                    <a:pt x="68231" y="15126"/>
                  </a:lnTo>
                  <a:cubicBezTo>
                    <a:pt x="73215" y="15690"/>
                    <a:pt x="76648" y="12571"/>
                    <a:pt x="81397" y="12383"/>
                  </a:cubicBezTo>
                  <a:lnTo>
                    <a:pt x="81397" y="12383"/>
                  </a:lnTo>
                  <a:cubicBezTo>
                    <a:pt x="83200" y="12305"/>
                    <a:pt x="85081" y="12712"/>
                    <a:pt x="86476" y="13841"/>
                  </a:cubicBezTo>
                  <a:lnTo>
                    <a:pt x="86476" y="13841"/>
                  </a:lnTo>
                  <a:cubicBezTo>
                    <a:pt x="87479" y="14656"/>
                    <a:pt x="88169" y="15800"/>
                    <a:pt x="88796" y="16944"/>
                  </a:cubicBezTo>
                  <a:lnTo>
                    <a:pt x="88796" y="16944"/>
                  </a:lnTo>
                  <a:cubicBezTo>
                    <a:pt x="89877" y="18935"/>
                    <a:pt x="90833" y="21051"/>
                    <a:pt x="91225" y="23292"/>
                  </a:cubicBezTo>
                  <a:lnTo>
                    <a:pt x="91225" y="23292"/>
                  </a:lnTo>
                  <a:lnTo>
                    <a:pt x="91398" y="23308"/>
                  </a:lnTo>
                  <a:cubicBezTo>
                    <a:pt x="91742" y="20048"/>
                    <a:pt x="91492" y="16631"/>
                    <a:pt x="89940" y="13747"/>
                  </a:cubicBezTo>
                  <a:lnTo>
                    <a:pt x="89940" y="13747"/>
                  </a:lnTo>
                  <a:cubicBezTo>
                    <a:pt x="88388" y="10862"/>
                    <a:pt x="85332" y="8637"/>
                    <a:pt x="82056" y="8746"/>
                  </a:cubicBezTo>
                  <a:lnTo>
                    <a:pt x="82056" y="8746"/>
                  </a:lnTo>
                  <a:cubicBezTo>
                    <a:pt x="79846" y="8809"/>
                    <a:pt x="77808" y="9891"/>
                    <a:pt x="75723" y="10643"/>
                  </a:cubicBezTo>
                  <a:lnTo>
                    <a:pt x="75723" y="10643"/>
                  </a:lnTo>
                  <a:cubicBezTo>
                    <a:pt x="73544" y="11411"/>
                    <a:pt x="71240" y="11819"/>
                    <a:pt x="68936" y="11850"/>
                  </a:cubicBezTo>
                  <a:lnTo>
                    <a:pt x="68936" y="11850"/>
                  </a:lnTo>
                  <a:cubicBezTo>
                    <a:pt x="67745" y="11881"/>
                    <a:pt x="66491" y="11787"/>
                    <a:pt x="65425" y="11223"/>
                  </a:cubicBezTo>
                  <a:lnTo>
                    <a:pt x="65425" y="11223"/>
                  </a:lnTo>
                  <a:cubicBezTo>
                    <a:pt x="63654" y="10314"/>
                    <a:pt x="62714" y="8370"/>
                    <a:pt x="61334" y="6944"/>
                  </a:cubicBezTo>
                  <a:lnTo>
                    <a:pt x="61334" y="6944"/>
                  </a:lnTo>
                  <a:cubicBezTo>
                    <a:pt x="57839" y="3370"/>
                    <a:pt x="51977" y="3574"/>
                    <a:pt x="47243" y="5188"/>
                  </a:cubicBezTo>
                  <a:lnTo>
                    <a:pt x="47243" y="5188"/>
                  </a:lnTo>
                  <a:cubicBezTo>
                    <a:pt x="45064" y="5925"/>
                    <a:pt x="42838" y="6913"/>
                    <a:pt x="40581" y="6521"/>
                  </a:cubicBezTo>
                  <a:lnTo>
                    <a:pt x="40581" y="6521"/>
                  </a:lnTo>
                  <a:cubicBezTo>
                    <a:pt x="39030" y="6239"/>
                    <a:pt x="37682" y="5345"/>
                    <a:pt x="36381" y="4452"/>
                  </a:cubicBezTo>
                  <a:lnTo>
                    <a:pt x="36381" y="4452"/>
                  </a:lnTo>
                  <a:cubicBezTo>
                    <a:pt x="33152" y="2273"/>
                    <a:pt x="29515" y="0"/>
                    <a:pt x="25738" y="0"/>
                  </a:cubicBezTo>
                  <a:lnTo>
                    <a:pt x="25738" y="0"/>
                  </a:lnTo>
                  <a:cubicBezTo>
                    <a:pt x="25111" y="0"/>
                    <a:pt x="24484" y="63"/>
                    <a:pt x="23857" y="188"/>
                  </a:cubicBezTo>
                </a:path>
              </a:pathLst>
            </a:custGeom>
            <a:solidFill>
              <a:srgbClr val="FFFFFF">
                <a:alpha val="410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3" name="Google Shape;397;p38">
            <a:extLst>
              <a:ext uri="{FF2B5EF4-FFF2-40B4-BE49-F238E27FC236}">
                <a16:creationId xmlns:a16="http://schemas.microsoft.com/office/drawing/2014/main" id="{04399BA9-1F0C-8174-BC9C-99AF97591CAB}"/>
              </a:ext>
            </a:extLst>
          </p:cNvPr>
          <p:cNvSpPr txBox="1">
            <a:spLocks/>
          </p:cNvSpPr>
          <p:nvPr/>
        </p:nvSpPr>
        <p:spPr>
          <a:xfrm>
            <a:off x="2559529" y="106920"/>
            <a:ext cx="4416489" cy="8400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6000"/>
              <a:buFont typeface="Montserrat ExtraBold"/>
              <a:buNone/>
              <a:defRPr sz="4000" b="0" i="0" u="none" strike="noStrike" cap="none">
                <a:solidFill>
                  <a:schemeClr val="dk2"/>
                </a:solidFill>
                <a:latin typeface="Montserrat ExtraBold"/>
                <a:ea typeface="Montserrat ExtraBold"/>
                <a:cs typeface="Montserrat ExtraBold"/>
                <a:sym typeface="Montserrat ExtraBold"/>
              </a:defRPr>
            </a:lvl1pPr>
            <a:lvl2pPr marR="0" lvl="1"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2pPr>
            <a:lvl3pPr marR="0" lvl="2"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3pPr>
            <a:lvl4pPr marR="0" lvl="3"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4pPr>
            <a:lvl5pPr marR="0" lvl="4"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5pPr>
            <a:lvl6pPr marR="0" lvl="5"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6pPr>
            <a:lvl7pPr marR="0" lvl="6"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7pPr>
            <a:lvl8pPr marR="0" lvl="7"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8pPr>
            <a:lvl9pPr marR="0" lvl="8"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9pPr>
          </a:lstStyle>
          <a:p>
            <a:pPr lvl="0"/>
            <a:r>
              <a:rPr lang="en-US" sz="3600" dirty="0">
                <a:solidFill>
                  <a:srgbClr val="002060"/>
                </a:solidFill>
              </a:rPr>
              <a:t>troublesome City</a:t>
            </a:r>
          </a:p>
        </p:txBody>
      </p:sp>
      <p:sp>
        <p:nvSpPr>
          <p:cNvPr id="131" name="Rectangle: Rounded Corners 130">
            <a:extLst>
              <a:ext uri="{FF2B5EF4-FFF2-40B4-BE49-F238E27FC236}">
                <a16:creationId xmlns:a16="http://schemas.microsoft.com/office/drawing/2014/main" id="{7B0AB098-5041-963B-CFB2-352E52A4919B}"/>
              </a:ext>
            </a:extLst>
          </p:cNvPr>
          <p:cNvSpPr/>
          <p:nvPr/>
        </p:nvSpPr>
        <p:spPr>
          <a:xfrm>
            <a:off x="298428" y="1198093"/>
            <a:ext cx="2077414" cy="2878787"/>
          </a:xfrm>
          <a:prstGeom prst="roundRect">
            <a:avLst/>
          </a:prstGeom>
          <a:solidFill>
            <a:srgbClr val="002060"/>
          </a:solidFill>
          <a:ln>
            <a:solidFill>
              <a:srgbClr val="3A729A"/>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dirty="0">
              <a:solidFill>
                <a:srgbClr val="FFFFFF"/>
              </a:solidFill>
            </a:endParaRPr>
          </a:p>
        </p:txBody>
      </p:sp>
      <p:grpSp>
        <p:nvGrpSpPr>
          <p:cNvPr id="2" name="Group 1">
            <a:extLst>
              <a:ext uri="{FF2B5EF4-FFF2-40B4-BE49-F238E27FC236}">
                <a16:creationId xmlns:a16="http://schemas.microsoft.com/office/drawing/2014/main" id="{A030832F-64F7-EBE7-7943-CAE37873B100}"/>
              </a:ext>
            </a:extLst>
          </p:cNvPr>
          <p:cNvGrpSpPr/>
          <p:nvPr/>
        </p:nvGrpSpPr>
        <p:grpSpPr>
          <a:xfrm>
            <a:off x="2866640" y="1547831"/>
            <a:ext cx="5759245" cy="840000"/>
            <a:chOff x="2882253" y="1434468"/>
            <a:chExt cx="4227652" cy="840000"/>
          </a:xfrm>
        </p:grpSpPr>
        <p:sp>
          <p:nvSpPr>
            <p:cNvPr id="3" name="Arrow: Pentagon 2">
              <a:extLst>
                <a:ext uri="{FF2B5EF4-FFF2-40B4-BE49-F238E27FC236}">
                  <a16:creationId xmlns:a16="http://schemas.microsoft.com/office/drawing/2014/main" id="{69D52ACF-6076-FC0B-E302-FFEB29AF2953}"/>
                </a:ext>
              </a:extLst>
            </p:cNvPr>
            <p:cNvSpPr/>
            <p:nvPr/>
          </p:nvSpPr>
          <p:spPr>
            <a:xfrm flipH="1">
              <a:off x="2882253" y="1537783"/>
              <a:ext cx="4227652" cy="656924"/>
            </a:xfrm>
            <a:prstGeom prst="homePlate">
              <a:avLst/>
            </a:prstGeom>
            <a:solidFill>
              <a:srgbClr val="3A729A"/>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Google Shape;397;p38">
              <a:extLst>
                <a:ext uri="{FF2B5EF4-FFF2-40B4-BE49-F238E27FC236}">
                  <a16:creationId xmlns:a16="http://schemas.microsoft.com/office/drawing/2014/main" id="{053FF2E5-843D-7E32-C6A7-0D35593100BB}"/>
                </a:ext>
              </a:extLst>
            </p:cNvPr>
            <p:cNvSpPr txBox="1">
              <a:spLocks/>
            </p:cNvSpPr>
            <p:nvPr/>
          </p:nvSpPr>
          <p:spPr>
            <a:xfrm>
              <a:off x="3301105" y="1434468"/>
              <a:ext cx="3757222" cy="8400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b="1" dirty="0">
                  <a:solidFill>
                    <a:srgbClr val="00B0F0"/>
                  </a:solidFill>
                </a:rPr>
                <a:t>491</a:t>
              </a:r>
              <a:r>
                <a:rPr lang="en-US" sz="1200" dirty="0">
                  <a:solidFill>
                    <a:srgbClr val="FFFFFF"/>
                  </a:solidFill>
                </a:rPr>
                <a:t> of </a:t>
              </a:r>
              <a:r>
                <a:rPr lang="en-US" b="1" dirty="0">
                  <a:solidFill>
                    <a:srgbClr val="00B0F0"/>
                  </a:solidFill>
                </a:rPr>
                <a:t>1602 </a:t>
              </a:r>
              <a:r>
                <a:rPr lang="en-US" dirty="0">
                  <a:solidFill>
                    <a:srgbClr val="FFFFFF"/>
                  </a:solidFill>
                </a:rPr>
                <a:t>delay in London city with </a:t>
              </a:r>
              <a:r>
                <a:rPr lang="en-US" b="1" dirty="0">
                  <a:solidFill>
                    <a:srgbClr val="00B0F0"/>
                  </a:solidFill>
                </a:rPr>
                <a:t>31%</a:t>
              </a:r>
              <a:r>
                <a:rPr lang="en-US" dirty="0">
                  <a:solidFill>
                    <a:srgbClr val="FFFFFF"/>
                  </a:solidFill>
                </a:rPr>
                <a:t> delay percentage</a:t>
              </a:r>
            </a:p>
          </p:txBody>
        </p:sp>
      </p:grpSp>
      <p:sp>
        <p:nvSpPr>
          <p:cNvPr id="5" name="Flowchart: Alternate Process 4">
            <a:extLst>
              <a:ext uri="{FF2B5EF4-FFF2-40B4-BE49-F238E27FC236}">
                <a16:creationId xmlns:a16="http://schemas.microsoft.com/office/drawing/2014/main" id="{EECFE4CD-C0C3-38ED-0CB8-AD2A2AEAAC60}"/>
              </a:ext>
            </a:extLst>
          </p:cNvPr>
          <p:cNvSpPr/>
          <p:nvPr/>
        </p:nvSpPr>
        <p:spPr>
          <a:xfrm>
            <a:off x="487788" y="3149121"/>
            <a:ext cx="2183341" cy="554753"/>
          </a:xfrm>
          <a:prstGeom prst="flowChartAlternateProcess">
            <a:avLst/>
          </a:prstGeom>
          <a:solidFill>
            <a:srgbClr val="0070C0"/>
          </a:solidFill>
          <a:ln>
            <a:solidFill>
              <a:srgbClr val="69ABD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Google Shape;397;p38">
            <a:extLst>
              <a:ext uri="{FF2B5EF4-FFF2-40B4-BE49-F238E27FC236}">
                <a16:creationId xmlns:a16="http://schemas.microsoft.com/office/drawing/2014/main" id="{B99A9BC4-7369-11B9-55DE-277154E95ECD}"/>
              </a:ext>
            </a:extLst>
          </p:cNvPr>
          <p:cNvSpPr txBox="1">
            <a:spLocks/>
          </p:cNvSpPr>
          <p:nvPr/>
        </p:nvSpPr>
        <p:spPr>
          <a:xfrm>
            <a:off x="518114" y="1640227"/>
            <a:ext cx="1695653" cy="595205"/>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r>
              <a:rPr lang="en-US" sz="1200" dirty="0">
                <a:solidFill>
                  <a:srgbClr val="FFFFFF"/>
                </a:solidFill>
              </a:rPr>
              <a:t>Delay percentage</a:t>
            </a:r>
          </a:p>
        </p:txBody>
      </p:sp>
      <p:grpSp>
        <p:nvGrpSpPr>
          <p:cNvPr id="7" name="Group 6">
            <a:extLst>
              <a:ext uri="{FF2B5EF4-FFF2-40B4-BE49-F238E27FC236}">
                <a16:creationId xmlns:a16="http://schemas.microsoft.com/office/drawing/2014/main" id="{98914811-A660-513D-05FE-D93680200546}"/>
              </a:ext>
            </a:extLst>
          </p:cNvPr>
          <p:cNvGrpSpPr/>
          <p:nvPr/>
        </p:nvGrpSpPr>
        <p:grpSpPr>
          <a:xfrm>
            <a:off x="2878364" y="2298104"/>
            <a:ext cx="5759245" cy="840000"/>
            <a:chOff x="2882253" y="1434468"/>
            <a:chExt cx="4227652" cy="840000"/>
          </a:xfrm>
        </p:grpSpPr>
        <p:sp>
          <p:nvSpPr>
            <p:cNvPr id="8" name="Arrow: Pentagon 7">
              <a:extLst>
                <a:ext uri="{FF2B5EF4-FFF2-40B4-BE49-F238E27FC236}">
                  <a16:creationId xmlns:a16="http://schemas.microsoft.com/office/drawing/2014/main" id="{D2503B3E-9579-3C64-C47D-2FFB5EF12B4B}"/>
                </a:ext>
              </a:extLst>
            </p:cNvPr>
            <p:cNvSpPr/>
            <p:nvPr/>
          </p:nvSpPr>
          <p:spPr>
            <a:xfrm flipH="1">
              <a:off x="2882253" y="1537783"/>
              <a:ext cx="4227652" cy="656924"/>
            </a:xfrm>
            <a:prstGeom prst="homePlate">
              <a:avLst/>
            </a:prstGeom>
            <a:solidFill>
              <a:srgbClr val="3A729A"/>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Google Shape;397;p38">
              <a:extLst>
                <a:ext uri="{FF2B5EF4-FFF2-40B4-BE49-F238E27FC236}">
                  <a16:creationId xmlns:a16="http://schemas.microsoft.com/office/drawing/2014/main" id="{FC51478D-11E1-2534-431E-C82577DCB534}"/>
                </a:ext>
              </a:extLst>
            </p:cNvPr>
            <p:cNvSpPr txBox="1">
              <a:spLocks/>
            </p:cNvSpPr>
            <p:nvPr/>
          </p:nvSpPr>
          <p:spPr>
            <a:xfrm>
              <a:off x="3301105" y="1434468"/>
              <a:ext cx="3757222" cy="8400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b="1" dirty="0">
                  <a:solidFill>
                    <a:srgbClr val="00B0F0"/>
                  </a:solidFill>
                </a:rPr>
                <a:t>$26K</a:t>
              </a:r>
              <a:r>
                <a:rPr lang="en-US" sz="1200" dirty="0">
                  <a:solidFill>
                    <a:srgbClr val="FFFFFF"/>
                  </a:solidFill>
                </a:rPr>
                <a:t> out of </a:t>
              </a:r>
              <a:r>
                <a:rPr lang="en-US" sz="1200" b="1" dirty="0">
                  <a:solidFill>
                    <a:srgbClr val="00B0F0"/>
                  </a:solidFill>
                </a:rPr>
                <a:t>$200K</a:t>
              </a:r>
              <a:r>
                <a:rPr lang="en-US" b="1" dirty="0">
                  <a:solidFill>
                    <a:srgbClr val="00B0F0"/>
                  </a:solidFill>
                </a:rPr>
                <a:t> </a:t>
              </a:r>
              <a:r>
                <a:rPr lang="en-US" dirty="0">
                  <a:solidFill>
                    <a:srgbClr val="FFFFFF"/>
                  </a:solidFill>
                </a:rPr>
                <a:t>revenues with </a:t>
              </a:r>
              <a:r>
                <a:rPr lang="en-US" b="1" dirty="0">
                  <a:solidFill>
                    <a:srgbClr val="00B0F0"/>
                  </a:solidFill>
                </a:rPr>
                <a:t>13.2%</a:t>
              </a:r>
              <a:r>
                <a:rPr lang="en-US" dirty="0">
                  <a:solidFill>
                    <a:srgbClr val="FFFFFF"/>
                  </a:solidFill>
                </a:rPr>
                <a:t> refund percentage</a:t>
              </a:r>
            </a:p>
          </p:txBody>
        </p:sp>
      </p:grpSp>
      <p:sp>
        <p:nvSpPr>
          <p:cNvPr id="133" name="Google Shape;397;p38">
            <a:extLst>
              <a:ext uri="{FF2B5EF4-FFF2-40B4-BE49-F238E27FC236}">
                <a16:creationId xmlns:a16="http://schemas.microsoft.com/office/drawing/2014/main" id="{E9EE759A-334E-421B-CC97-5A974339A9FC}"/>
              </a:ext>
            </a:extLst>
          </p:cNvPr>
          <p:cNvSpPr txBox="1">
            <a:spLocks/>
          </p:cNvSpPr>
          <p:nvPr/>
        </p:nvSpPr>
        <p:spPr>
          <a:xfrm>
            <a:off x="459745" y="3106944"/>
            <a:ext cx="1875955" cy="595205"/>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r>
              <a:rPr lang="en-US" sz="1600" b="1" dirty="0">
                <a:solidFill>
                  <a:srgbClr val="FFFFFF"/>
                </a:solidFill>
              </a:rPr>
              <a:t>Reason of delay</a:t>
            </a:r>
          </a:p>
        </p:txBody>
      </p:sp>
      <p:sp>
        <p:nvSpPr>
          <p:cNvPr id="10" name="Google Shape;397;p38">
            <a:extLst>
              <a:ext uri="{FF2B5EF4-FFF2-40B4-BE49-F238E27FC236}">
                <a16:creationId xmlns:a16="http://schemas.microsoft.com/office/drawing/2014/main" id="{EA6E68FB-7559-4108-B386-4550F905813F}"/>
              </a:ext>
            </a:extLst>
          </p:cNvPr>
          <p:cNvSpPr txBox="1">
            <a:spLocks/>
          </p:cNvSpPr>
          <p:nvPr/>
        </p:nvSpPr>
        <p:spPr>
          <a:xfrm>
            <a:off x="493838" y="2397589"/>
            <a:ext cx="1875955" cy="595205"/>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r>
              <a:rPr lang="en-US" sz="1200" dirty="0">
                <a:solidFill>
                  <a:srgbClr val="FFFFFF"/>
                </a:solidFill>
              </a:rPr>
              <a:t>Refund percentage</a:t>
            </a:r>
          </a:p>
        </p:txBody>
      </p:sp>
      <p:grpSp>
        <p:nvGrpSpPr>
          <p:cNvPr id="11" name="Group 10">
            <a:extLst>
              <a:ext uri="{FF2B5EF4-FFF2-40B4-BE49-F238E27FC236}">
                <a16:creationId xmlns:a16="http://schemas.microsoft.com/office/drawing/2014/main" id="{D0986530-182A-C449-1232-6E706643B2E3}"/>
              </a:ext>
            </a:extLst>
          </p:cNvPr>
          <p:cNvGrpSpPr/>
          <p:nvPr/>
        </p:nvGrpSpPr>
        <p:grpSpPr>
          <a:xfrm>
            <a:off x="2878365" y="3060100"/>
            <a:ext cx="5759245" cy="840000"/>
            <a:chOff x="2882253" y="1434468"/>
            <a:chExt cx="4227652" cy="840000"/>
          </a:xfrm>
        </p:grpSpPr>
        <p:sp>
          <p:nvSpPr>
            <p:cNvPr id="12" name="Arrow: Pentagon 11">
              <a:extLst>
                <a:ext uri="{FF2B5EF4-FFF2-40B4-BE49-F238E27FC236}">
                  <a16:creationId xmlns:a16="http://schemas.microsoft.com/office/drawing/2014/main" id="{14DC06B1-51A2-EE54-955F-8014E1599BE5}"/>
                </a:ext>
              </a:extLst>
            </p:cNvPr>
            <p:cNvSpPr/>
            <p:nvPr/>
          </p:nvSpPr>
          <p:spPr>
            <a:xfrm flipH="1">
              <a:off x="2882253" y="1537783"/>
              <a:ext cx="4227652" cy="656924"/>
            </a:xfrm>
            <a:prstGeom prst="homePlate">
              <a:avLst/>
            </a:prstGeom>
            <a:solidFill>
              <a:srgbClr val="3A729A"/>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Google Shape;397;p38">
              <a:extLst>
                <a:ext uri="{FF2B5EF4-FFF2-40B4-BE49-F238E27FC236}">
                  <a16:creationId xmlns:a16="http://schemas.microsoft.com/office/drawing/2014/main" id="{C91900D0-C0A1-CC20-9337-07ED174D5E4F}"/>
                </a:ext>
              </a:extLst>
            </p:cNvPr>
            <p:cNvSpPr txBox="1">
              <a:spLocks/>
            </p:cNvSpPr>
            <p:nvPr/>
          </p:nvSpPr>
          <p:spPr>
            <a:xfrm>
              <a:off x="3301105" y="1434468"/>
              <a:ext cx="3757222" cy="8400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b="1" dirty="0">
                  <a:solidFill>
                    <a:srgbClr val="00B0F0"/>
                  </a:solidFill>
                </a:rPr>
                <a:t>58% </a:t>
              </a:r>
              <a:r>
                <a:rPr lang="en-US" sz="1200" dirty="0">
                  <a:solidFill>
                    <a:srgbClr val="FFFFFF"/>
                  </a:solidFill>
                </a:rPr>
                <a:t>of delay reasons because of the </a:t>
              </a:r>
              <a:r>
                <a:rPr lang="en-US" b="1" dirty="0">
                  <a:solidFill>
                    <a:srgbClr val="00B0F0"/>
                  </a:solidFill>
                </a:rPr>
                <a:t>weather</a:t>
              </a:r>
            </a:p>
          </p:txBody>
        </p:sp>
      </p:grpSp>
    </p:spTree>
    <p:extLst>
      <p:ext uri="{BB962C8B-B14F-4D97-AF65-F5344CB8AC3E}">
        <p14:creationId xmlns:p14="http://schemas.microsoft.com/office/powerpoint/2010/main" val="1802102897"/>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nodeType="after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250"/>
                                        <p:tgtEl>
                                          <p:spTgt spid="11"/>
                                        </p:tgtEl>
                                        <p:attrNameLst>
                                          <p:attrName>ppt_x</p:attrName>
                                        </p:attrNameLst>
                                      </p:cBhvr>
                                      <p:tavLst>
                                        <p:tav tm="0">
                                          <p:val>
                                            <p:strVal val="#ppt_x-#ppt_w*1.125000"/>
                                          </p:val>
                                        </p:tav>
                                        <p:tav tm="100000">
                                          <p:val>
                                            <p:strVal val="#ppt_x"/>
                                          </p:val>
                                        </p:tav>
                                      </p:tavLst>
                                    </p:anim>
                                    <p:animEffect transition="in" filter="wipe(right)">
                                      <p:cBhvr>
                                        <p:cTn id="8" dur="25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 name="Google Shape;1534;p36">
            <a:extLst>
              <a:ext uri="{FF2B5EF4-FFF2-40B4-BE49-F238E27FC236}">
                <a16:creationId xmlns:a16="http://schemas.microsoft.com/office/drawing/2014/main" id="{69C0E481-1A7C-8DFF-E143-F58CFD321E08}"/>
              </a:ext>
            </a:extLst>
          </p:cNvPr>
          <p:cNvGrpSpPr/>
          <p:nvPr/>
        </p:nvGrpSpPr>
        <p:grpSpPr>
          <a:xfrm>
            <a:off x="0" y="4421430"/>
            <a:ext cx="9276783" cy="1398672"/>
            <a:chOff x="-139347" y="3868275"/>
            <a:chExt cx="9276783" cy="1398672"/>
          </a:xfrm>
          <a:solidFill>
            <a:srgbClr val="091359"/>
          </a:solidFill>
        </p:grpSpPr>
        <p:sp>
          <p:nvSpPr>
            <p:cNvPr id="26" name="Google Shape;1535;p36">
              <a:extLst>
                <a:ext uri="{FF2B5EF4-FFF2-40B4-BE49-F238E27FC236}">
                  <a16:creationId xmlns:a16="http://schemas.microsoft.com/office/drawing/2014/main" id="{89AF1B9C-9B87-9AF0-0C2B-D6FDEF03DF0B}"/>
                </a:ext>
              </a:extLst>
            </p:cNvPr>
            <p:cNvSpPr/>
            <p:nvPr/>
          </p:nvSpPr>
          <p:spPr>
            <a:xfrm flipH="1">
              <a:off x="-139347" y="4015425"/>
              <a:ext cx="9276772" cy="548850"/>
            </a:xfrm>
            <a:custGeom>
              <a:avLst/>
              <a:gdLst/>
              <a:ahLst/>
              <a:cxnLst/>
              <a:rect l="l" t="t" r="r" b="b"/>
              <a:pathLst>
                <a:path w="219946" h="21954" extrusionOk="0">
                  <a:moveTo>
                    <a:pt x="0" y="12956"/>
                  </a:moveTo>
                  <a:lnTo>
                    <a:pt x="0" y="21954"/>
                  </a:lnTo>
                  <a:lnTo>
                    <a:pt x="219946" y="8998"/>
                  </a:lnTo>
                  <a:lnTo>
                    <a:pt x="219946"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7" name="Google Shape;1536;p36">
              <a:extLst>
                <a:ext uri="{FF2B5EF4-FFF2-40B4-BE49-F238E27FC236}">
                  <a16:creationId xmlns:a16="http://schemas.microsoft.com/office/drawing/2014/main" id="{C962049F-7EAE-45FF-9475-2EE4F0DF3B4E}"/>
                </a:ext>
              </a:extLst>
            </p:cNvPr>
            <p:cNvGrpSpPr/>
            <p:nvPr/>
          </p:nvGrpSpPr>
          <p:grpSpPr>
            <a:xfrm flipH="1">
              <a:off x="2134836" y="4216900"/>
              <a:ext cx="3484400" cy="1050047"/>
              <a:chOff x="3379075" y="4216900"/>
              <a:chExt cx="3484400" cy="1050047"/>
            </a:xfrm>
            <a:grpFill/>
          </p:grpSpPr>
          <p:sp>
            <p:nvSpPr>
              <p:cNvPr id="87" name="Google Shape;1537;p36">
                <a:extLst>
                  <a:ext uri="{FF2B5EF4-FFF2-40B4-BE49-F238E27FC236}">
                    <a16:creationId xmlns:a16="http://schemas.microsoft.com/office/drawing/2014/main" id="{5713E945-E397-67EA-EAF1-D77279F6DC33}"/>
                  </a:ext>
                </a:extLst>
              </p:cNvPr>
              <p:cNvSpPr/>
              <p:nvPr/>
            </p:nvSpPr>
            <p:spPr>
              <a:xfrm>
                <a:off x="6638025" y="4216900"/>
                <a:ext cx="225450" cy="266525"/>
              </a:xfrm>
              <a:custGeom>
                <a:avLst/>
                <a:gdLst/>
                <a:ahLst/>
                <a:cxnLst/>
                <a:rect l="l" t="t" r="r" b="b"/>
                <a:pathLst>
                  <a:path w="9018" h="10661" extrusionOk="0">
                    <a:moveTo>
                      <a:pt x="1" y="10660"/>
                    </a:moveTo>
                    <a:lnTo>
                      <a:pt x="9017" y="10660"/>
                    </a:lnTo>
                    <a:lnTo>
                      <a:pt x="9017"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1538;p36">
                <a:extLst>
                  <a:ext uri="{FF2B5EF4-FFF2-40B4-BE49-F238E27FC236}">
                    <a16:creationId xmlns:a16="http://schemas.microsoft.com/office/drawing/2014/main" id="{D3BFE6C1-A617-DD21-1BCA-EA4A8EBDF3CD}"/>
                  </a:ext>
                </a:extLst>
              </p:cNvPr>
              <p:cNvSpPr/>
              <p:nvPr/>
            </p:nvSpPr>
            <p:spPr>
              <a:xfrm>
                <a:off x="5628575" y="4216900"/>
                <a:ext cx="225425" cy="266525"/>
              </a:xfrm>
              <a:custGeom>
                <a:avLst/>
                <a:gdLst/>
                <a:ahLst/>
                <a:cxnLst/>
                <a:rect l="l" t="t" r="r" b="b"/>
                <a:pathLst>
                  <a:path w="9017" h="10661" extrusionOk="0">
                    <a:moveTo>
                      <a:pt x="0" y="10660"/>
                    </a:moveTo>
                    <a:lnTo>
                      <a:pt x="9017" y="10660"/>
                    </a:lnTo>
                    <a:lnTo>
                      <a:pt x="9017"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1539;p36">
                <a:extLst>
                  <a:ext uri="{FF2B5EF4-FFF2-40B4-BE49-F238E27FC236}">
                    <a16:creationId xmlns:a16="http://schemas.microsoft.com/office/drawing/2014/main" id="{93BE9C1F-C27E-6192-934F-EF6F41DF4331}"/>
                  </a:ext>
                </a:extLst>
              </p:cNvPr>
              <p:cNvSpPr/>
              <p:nvPr/>
            </p:nvSpPr>
            <p:spPr>
              <a:xfrm>
                <a:off x="5700425" y="4473175"/>
                <a:ext cx="72850" cy="792553"/>
              </a:xfrm>
              <a:custGeom>
                <a:avLst/>
                <a:gdLst/>
                <a:ahLst/>
                <a:cxnLst/>
                <a:rect l="l" t="t" r="r" b="b"/>
                <a:pathLst>
                  <a:path w="2914" h="48780" extrusionOk="0">
                    <a:moveTo>
                      <a:pt x="1" y="48780"/>
                    </a:moveTo>
                    <a:lnTo>
                      <a:pt x="2913" y="48780"/>
                    </a:lnTo>
                    <a:lnTo>
                      <a:pt x="291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1540;p36">
                <a:extLst>
                  <a:ext uri="{FF2B5EF4-FFF2-40B4-BE49-F238E27FC236}">
                    <a16:creationId xmlns:a16="http://schemas.microsoft.com/office/drawing/2014/main" id="{1CD70B06-D350-3926-587D-A2E3E780A67D}"/>
                  </a:ext>
                </a:extLst>
              </p:cNvPr>
              <p:cNvSpPr/>
              <p:nvPr/>
            </p:nvSpPr>
            <p:spPr>
              <a:xfrm>
                <a:off x="4520150" y="4293100"/>
                <a:ext cx="225450" cy="266525"/>
              </a:xfrm>
              <a:custGeom>
                <a:avLst/>
                <a:gdLst/>
                <a:ahLst/>
                <a:cxnLst/>
                <a:rect l="l" t="t" r="r" b="b"/>
                <a:pathLst>
                  <a:path w="9018" h="10661" extrusionOk="0">
                    <a:moveTo>
                      <a:pt x="1" y="10660"/>
                    </a:moveTo>
                    <a:lnTo>
                      <a:pt x="9017" y="10660"/>
                    </a:lnTo>
                    <a:lnTo>
                      <a:pt x="9017"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1541;p36">
                <a:extLst>
                  <a:ext uri="{FF2B5EF4-FFF2-40B4-BE49-F238E27FC236}">
                    <a16:creationId xmlns:a16="http://schemas.microsoft.com/office/drawing/2014/main" id="{88763C1F-FEE5-43B9-D18F-6EE0FC4AFF5D}"/>
                  </a:ext>
                </a:extLst>
              </p:cNvPr>
              <p:cNvSpPr/>
              <p:nvPr/>
            </p:nvSpPr>
            <p:spPr>
              <a:xfrm>
                <a:off x="4592025" y="4473175"/>
                <a:ext cx="72825" cy="792553"/>
              </a:xfrm>
              <a:custGeom>
                <a:avLst/>
                <a:gdLst/>
                <a:ahLst/>
                <a:cxnLst/>
                <a:rect l="l" t="t" r="r" b="b"/>
                <a:pathLst>
                  <a:path w="2913" h="48780" extrusionOk="0">
                    <a:moveTo>
                      <a:pt x="1" y="48780"/>
                    </a:moveTo>
                    <a:lnTo>
                      <a:pt x="2913" y="48780"/>
                    </a:lnTo>
                    <a:lnTo>
                      <a:pt x="291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1542;p36">
                <a:extLst>
                  <a:ext uri="{FF2B5EF4-FFF2-40B4-BE49-F238E27FC236}">
                    <a16:creationId xmlns:a16="http://schemas.microsoft.com/office/drawing/2014/main" id="{D06B1159-567A-3EB8-69E6-8C4C3671E48A}"/>
                  </a:ext>
                </a:extLst>
              </p:cNvPr>
              <p:cNvSpPr/>
              <p:nvPr/>
            </p:nvSpPr>
            <p:spPr>
              <a:xfrm>
                <a:off x="3379075" y="4327650"/>
                <a:ext cx="225450" cy="262300"/>
              </a:xfrm>
              <a:custGeom>
                <a:avLst/>
                <a:gdLst/>
                <a:ahLst/>
                <a:cxnLst/>
                <a:rect l="l" t="t" r="r" b="b"/>
                <a:pathLst>
                  <a:path w="9018" h="10492" extrusionOk="0">
                    <a:moveTo>
                      <a:pt x="1" y="10492"/>
                    </a:moveTo>
                    <a:lnTo>
                      <a:pt x="9017" y="10492"/>
                    </a:lnTo>
                    <a:lnTo>
                      <a:pt x="9017" y="0"/>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1543;p36">
                <a:extLst>
                  <a:ext uri="{FF2B5EF4-FFF2-40B4-BE49-F238E27FC236}">
                    <a16:creationId xmlns:a16="http://schemas.microsoft.com/office/drawing/2014/main" id="{BD98C59D-D6EF-491D-AA53-ABD76B4A2623}"/>
                  </a:ext>
                </a:extLst>
              </p:cNvPr>
              <p:cNvSpPr/>
              <p:nvPr/>
            </p:nvSpPr>
            <p:spPr>
              <a:xfrm>
                <a:off x="3450950" y="4494102"/>
                <a:ext cx="72825" cy="772845"/>
              </a:xfrm>
              <a:custGeom>
                <a:avLst/>
                <a:gdLst/>
                <a:ahLst/>
                <a:cxnLst/>
                <a:rect l="l" t="t" r="r" b="b"/>
                <a:pathLst>
                  <a:path w="2913" h="47567" extrusionOk="0">
                    <a:moveTo>
                      <a:pt x="1" y="47567"/>
                    </a:moveTo>
                    <a:lnTo>
                      <a:pt x="2913" y="47567"/>
                    </a:lnTo>
                    <a:lnTo>
                      <a:pt x="291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 name="Google Shape;1544;p36">
              <a:extLst>
                <a:ext uri="{FF2B5EF4-FFF2-40B4-BE49-F238E27FC236}">
                  <a16:creationId xmlns:a16="http://schemas.microsoft.com/office/drawing/2014/main" id="{54A9CCB7-B41C-4B06-F9A7-0B48C2839929}"/>
                </a:ext>
              </a:extLst>
            </p:cNvPr>
            <p:cNvGrpSpPr/>
            <p:nvPr/>
          </p:nvGrpSpPr>
          <p:grpSpPr>
            <a:xfrm flipH="1">
              <a:off x="-57406" y="3868275"/>
              <a:ext cx="9194843" cy="559600"/>
              <a:chOff x="-139125" y="3868275"/>
              <a:chExt cx="9194843" cy="559600"/>
            </a:xfrm>
            <a:grpFill/>
          </p:grpSpPr>
          <p:sp>
            <p:nvSpPr>
              <p:cNvPr id="44" name="Google Shape;1545;p36">
                <a:extLst>
                  <a:ext uri="{FF2B5EF4-FFF2-40B4-BE49-F238E27FC236}">
                    <a16:creationId xmlns:a16="http://schemas.microsoft.com/office/drawing/2014/main" id="{90E6CAF2-DA24-9C35-0554-7F758E89AB02}"/>
                  </a:ext>
                </a:extLst>
              </p:cNvPr>
              <p:cNvSpPr/>
              <p:nvPr/>
            </p:nvSpPr>
            <p:spPr>
              <a:xfrm>
                <a:off x="-139125" y="3868275"/>
                <a:ext cx="9194843" cy="351450"/>
              </a:xfrm>
              <a:custGeom>
                <a:avLst/>
                <a:gdLst/>
                <a:ahLst/>
                <a:cxnLst/>
                <a:rect l="l" t="t" r="r" b="b"/>
                <a:pathLst>
                  <a:path w="219946" h="14058" extrusionOk="0">
                    <a:moveTo>
                      <a:pt x="0" y="12956"/>
                    </a:moveTo>
                    <a:lnTo>
                      <a:pt x="0" y="14058"/>
                    </a:lnTo>
                    <a:lnTo>
                      <a:pt x="219946" y="1102"/>
                    </a:lnTo>
                    <a:lnTo>
                      <a:pt x="219946"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1546;p36">
                <a:extLst>
                  <a:ext uri="{FF2B5EF4-FFF2-40B4-BE49-F238E27FC236}">
                    <a16:creationId xmlns:a16="http://schemas.microsoft.com/office/drawing/2014/main" id="{48260650-71E9-85AC-38EF-BEAD638C4D54}"/>
                  </a:ext>
                </a:extLst>
              </p:cNvPr>
              <p:cNvSpPr/>
              <p:nvPr/>
            </p:nvSpPr>
            <p:spPr>
              <a:xfrm>
                <a:off x="125427" y="4182825"/>
                <a:ext cx="34406" cy="245050"/>
              </a:xfrm>
              <a:custGeom>
                <a:avLst/>
                <a:gdLst/>
                <a:ahLst/>
                <a:cxnLst/>
                <a:rect l="l" t="t" r="r" b="b"/>
                <a:pathLst>
                  <a:path w="823" h="9802" extrusionOk="0">
                    <a:moveTo>
                      <a:pt x="1" y="9802"/>
                    </a:moveTo>
                    <a:lnTo>
                      <a:pt x="822" y="9802"/>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1547;p36">
                <a:extLst>
                  <a:ext uri="{FF2B5EF4-FFF2-40B4-BE49-F238E27FC236}">
                    <a16:creationId xmlns:a16="http://schemas.microsoft.com/office/drawing/2014/main" id="{CB4D4D1C-E62E-F434-4382-9070971E9FA0}"/>
                  </a:ext>
                </a:extLst>
              </p:cNvPr>
              <p:cNvSpPr/>
              <p:nvPr/>
            </p:nvSpPr>
            <p:spPr>
              <a:xfrm>
                <a:off x="336927" y="4176300"/>
                <a:ext cx="34406" cy="244575"/>
              </a:xfrm>
              <a:custGeom>
                <a:avLst/>
                <a:gdLst/>
                <a:ahLst/>
                <a:cxnLst/>
                <a:rect l="l" t="t" r="r" b="b"/>
                <a:pathLst>
                  <a:path w="823" h="9783" extrusionOk="0">
                    <a:moveTo>
                      <a:pt x="1" y="9783"/>
                    </a:moveTo>
                    <a:lnTo>
                      <a:pt x="822" y="9783"/>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1548;p36">
                <a:extLst>
                  <a:ext uri="{FF2B5EF4-FFF2-40B4-BE49-F238E27FC236}">
                    <a16:creationId xmlns:a16="http://schemas.microsoft.com/office/drawing/2014/main" id="{E23E5D9F-AD63-A544-ADB3-7C1291583BAA}"/>
                  </a:ext>
                </a:extLst>
              </p:cNvPr>
              <p:cNvSpPr/>
              <p:nvPr/>
            </p:nvSpPr>
            <p:spPr>
              <a:xfrm>
                <a:off x="548427" y="4169300"/>
                <a:ext cx="33611" cy="245050"/>
              </a:xfrm>
              <a:custGeom>
                <a:avLst/>
                <a:gdLst/>
                <a:ahLst/>
                <a:cxnLst/>
                <a:rect l="l" t="t" r="r" b="b"/>
                <a:pathLst>
                  <a:path w="804" h="9802" extrusionOk="0">
                    <a:moveTo>
                      <a:pt x="1" y="9801"/>
                    </a:moveTo>
                    <a:lnTo>
                      <a:pt x="803" y="9801"/>
                    </a:lnTo>
                    <a:lnTo>
                      <a:pt x="80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1549;p36">
                <a:extLst>
                  <a:ext uri="{FF2B5EF4-FFF2-40B4-BE49-F238E27FC236}">
                    <a16:creationId xmlns:a16="http://schemas.microsoft.com/office/drawing/2014/main" id="{183717F5-A57F-B829-65C5-89B280725CFE}"/>
                  </a:ext>
                </a:extLst>
              </p:cNvPr>
              <p:cNvSpPr/>
              <p:nvPr/>
            </p:nvSpPr>
            <p:spPr>
              <a:xfrm>
                <a:off x="759174" y="4162300"/>
                <a:ext cx="34364" cy="245050"/>
              </a:xfrm>
              <a:custGeom>
                <a:avLst/>
                <a:gdLst/>
                <a:ahLst/>
                <a:cxnLst/>
                <a:rect l="l" t="t" r="r" b="b"/>
                <a:pathLst>
                  <a:path w="822" h="9802" extrusionOk="0">
                    <a:moveTo>
                      <a:pt x="0" y="9801"/>
                    </a:moveTo>
                    <a:lnTo>
                      <a:pt x="821" y="9801"/>
                    </a:lnTo>
                    <a:lnTo>
                      <a:pt x="821"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1550;p36">
                <a:extLst>
                  <a:ext uri="{FF2B5EF4-FFF2-40B4-BE49-F238E27FC236}">
                    <a16:creationId xmlns:a16="http://schemas.microsoft.com/office/drawing/2014/main" id="{640904B9-2E93-328F-9ACA-E0D5450B4F01}"/>
                  </a:ext>
                </a:extLst>
              </p:cNvPr>
              <p:cNvSpPr/>
              <p:nvPr/>
            </p:nvSpPr>
            <p:spPr>
              <a:xfrm>
                <a:off x="970673" y="4155300"/>
                <a:ext cx="34364" cy="245050"/>
              </a:xfrm>
              <a:custGeom>
                <a:avLst/>
                <a:gdLst/>
                <a:ahLst/>
                <a:cxnLst/>
                <a:rect l="l" t="t" r="r" b="b"/>
                <a:pathLst>
                  <a:path w="822" h="9802" extrusionOk="0">
                    <a:moveTo>
                      <a:pt x="0" y="9801"/>
                    </a:moveTo>
                    <a:lnTo>
                      <a:pt x="821" y="9801"/>
                    </a:lnTo>
                    <a:lnTo>
                      <a:pt x="821"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1551;p36">
                <a:extLst>
                  <a:ext uri="{FF2B5EF4-FFF2-40B4-BE49-F238E27FC236}">
                    <a16:creationId xmlns:a16="http://schemas.microsoft.com/office/drawing/2014/main" id="{ABF15E2D-83BA-120A-F493-5B454ECBF85C}"/>
                  </a:ext>
                </a:extLst>
              </p:cNvPr>
              <p:cNvSpPr/>
              <p:nvPr/>
            </p:nvSpPr>
            <p:spPr>
              <a:xfrm>
                <a:off x="1182173" y="4148775"/>
                <a:ext cx="34364" cy="244575"/>
              </a:xfrm>
              <a:custGeom>
                <a:avLst/>
                <a:gdLst/>
                <a:ahLst/>
                <a:cxnLst/>
                <a:rect l="l" t="t" r="r" b="b"/>
                <a:pathLst>
                  <a:path w="822" h="9783" extrusionOk="0">
                    <a:moveTo>
                      <a:pt x="0" y="9782"/>
                    </a:moveTo>
                    <a:lnTo>
                      <a:pt x="821" y="9782"/>
                    </a:lnTo>
                    <a:lnTo>
                      <a:pt x="821"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1552;p36">
                <a:extLst>
                  <a:ext uri="{FF2B5EF4-FFF2-40B4-BE49-F238E27FC236}">
                    <a16:creationId xmlns:a16="http://schemas.microsoft.com/office/drawing/2014/main" id="{E955D1FF-80A1-8623-F4A6-AAC5F0A4B521}"/>
                  </a:ext>
                </a:extLst>
              </p:cNvPr>
              <p:cNvSpPr/>
              <p:nvPr/>
            </p:nvSpPr>
            <p:spPr>
              <a:xfrm>
                <a:off x="1393673" y="4141775"/>
                <a:ext cx="34364" cy="245025"/>
              </a:xfrm>
              <a:custGeom>
                <a:avLst/>
                <a:gdLst/>
                <a:ahLst/>
                <a:cxnLst/>
                <a:rect l="l" t="t" r="r" b="b"/>
                <a:pathLst>
                  <a:path w="822" h="9801" extrusionOk="0">
                    <a:moveTo>
                      <a:pt x="0" y="9801"/>
                    </a:moveTo>
                    <a:lnTo>
                      <a:pt x="821" y="9801"/>
                    </a:lnTo>
                    <a:lnTo>
                      <a:pt x="821"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1553;p36">
                <a:extLst>
                  <a:ext uri="{FF2B5EF4-FFF2-40B4-BE49-F238E27FC236}">
                    <a16:creationId xmlns:a16="http://schemas.microsoft.com/office/drawing/2014/main" id="{9FC08D44-AB53-513C-0F67-24176A3D431E}"/>
                  </a:ext>
                </a:extLst>
              </p:cNvPr>
              <p:cNvSpPr/>
              <p:nvPr/>
            </p:nvSpPr>
            <p:spPr>
              <a:xfrm>
                <a:off x="1605172" y="4134775"/>
                <a:ext cx="34364" cy="245025"/>
              </a:xfrm>
              <a:custGeom>
                <a:avLst/>
                <a:gdLst/>
                <a:ahLst/>
                <a:cxnLst/>
                <a:rect l="l" t="t" r="r" b="b"/>
                <a:pathLst>
                  <a:path w="822" h="9801" extrusionOk="0">
                    <a:moveTo>
                      <a:pt x="0" y="9801"/>
                    </a:moveTo>
                    <a:lnTo>
                      <a:pt x="821" y="9801"/>
                    </a:lnTo>
                    <a:lnTo>
                      <a:pt x="821"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1554;p36">
                <a:extLst>
                  <a:ext uri="{FF2B5EF4-FFF2-40B4-BE49-F238E27FC236}">
                    <a16:creationId xmlns:a16="http://schemas.microsoft.com/office/drawing/2014/main" id="{821CEC93-45C0-6A25-1AFC-F687C7AA66A6}"/>
                  </a:ext>
                </a:extLst>
              </p:cNvPr>
              <p:cNvSpPr/>
              <p:nvPr/>
            </p:nvSpPr>
            <p:spPr>
              <a:xfrm>
                <a:off x="1816672" y="4127775"/>
                <a:ext cx="33569" cy="245025"/>
              </a:xfrm>
              <a:custGeom>
                <a:avLst/>
                <a:gdLst/>
                <a:ahLst/>
                <a:cxnLst/>
                <a:rect l="l" t="t" r="r" b="b"/>
                <a:pathLst>
                  <a:path w="803" h="9801" extrusionOk="0">
                    <a:moveTo>
                      <a:pt x="0" y="9801"/>
                    </a:moveTo>
                    <a:lnTo>
                      <a:pt x="803" y="9801"/>
                    </a:lnTo>
                    <a:lnTo>
                      <a:pt x="803"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1555;p36">
                <a:extLst>
                  <a:ext uri="{FF2B5EF4-FFF2-40B4-BE49-F238E27FC236}">
                    <a16:creationId xmlns:a16="http://schemas.microsoft.com/office/drawing/2014/main" id="{17F48074-A7B8-B7E4-9965-00271F503D4E}"/>
                  </a:ext>
                </a:extLst>
              </p:cNvPr>
              <p:cNvSpPr/>
              <p:nvPr/>
            </p:nvSpPr>
            <p:spPr>
              <a:xfrm>
                <a:off x="2027377" y="4121225"/>
                <a:ext cx="34364" cy="244575"/>
              </a:xfrm>
              <a:custGeom>
                <a:avLst/>
                <a:gdLst/>
                <a:ahLst/>
                <a:cxnLst/>
                <a:rect l="l" t="t" r="r" b="b"/>
                <a:pathLst>
                  <a:path w="822" h="9783" extrusionOk="0">
                    <a:moveTo>
                      <a:pt x="0" y="9783"/>
                    </a:moveTo>
                    <a:lnTo>
                      <a:pt x="822" y="9783"/>
                    </a:lnTo>
                    <a:lnTo>
                      <a:pt x="822"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1556;p36">
                <a:extLst>
                  <a:ext uri="{FF2B5EF4-FFF2-40B4-BE49-F238E27FC236}">
                    <a16:creationId xmlns:a16="http://schemas.microsoft.com/office/drawing/2014/main" id="{52C0F10A-12FB-E6F4-E6A1-534E17EF31E1}"/>
                  </a:ext>
                </a:extLst>
              </p:cNvPr>
              <p:cNvSpPr/>
              <p:nvPr/>
            </p:nvSpPr>
            <p:spPr>
              <a:xfrm>
                <a:off x="2238877" y="4114225"/>
                <a:ext cx="34364" cy="245050"/>
              </a:xfrm>
              <a:custGeom>
                <a:avLst/>
                <a:gdLst/>
                <a:ahLst/>
                <a:cxnLst/>
                <a:rect l="l" t="t" r="r" b="b"/>
                <a:pathLst>
                  <a:path w="822" h="9802" extrusionOk="0">
                    <a:moveTo>
                      <a:pt x="0" y="9801"/>
                    </a:moveTo>
                    <a:lnTo>
                      <a:pt x="822" y="9801"/>
                    </a:lnTo>
                    <a:lnTo>
                      <a:pt x="822"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1557;p36">
                <a:extLst>
                  <a:ext uri="{FF2B5EF4-FFF2-40B4-BE49-F238E27FC236}">
                    <a16:creationId xmlns:a16="http://schemas.microsoft.com/office/drawing/2014/main" id="{13607C2D-15B6-2269-701A-421DD1927134}"/>
                  </a:ext>
                </a:extLst>
              </p:cNvPr>
              <p:cNvSpPr/>
              <p:nvPr/>
            </p:nvSpPr>
            <p:spPr>
              <a:xfrm>
                <a:off x="2450377" y="4107225"/>
                <a:ext cx="34364" cy="245050"/>
              </a:xfrm>
              <a:custGeom>
                <a:avLst/>
                <a:gdLst/>
                <a:ahLst/>
                <a:cxnLst/>
                <a:rect l="l" t="t" r="r" b="b"/>
                <a:pathLst>
                  <a:path w="822" h="9802" extrusionOk="0">
                    <a:moveTo>
                      <a:pt x="0" y="9801"/>
                    </a:moveTo>
                    <a:lnTo>
                      <a:pt x="822" y="9801"/>
                    </a:lnTo>
                    <a:lnTo>
                      <a:pt x="822"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1558;p36">
                <a:extLst>
                  <a:ext uri="{FF2B5EF4-FFF2-40B4-BE49-F238E27FC236}">
                    <a16:creationId xmlns:a16="http://schemas.microsoft.com/office/drawing/2014/main" id="{EAD57549-8981-6B50-6A9F-1397E63C8317}"/>
                  </a:ext>
                </a:extLst>
              </p:cNvPr>
              <p:cNvSpPr/>
              <p:nvPr/>
            </p:nvSpPr>
            <p:spPr>
              <a:xfrm>
                <a:off x="2661876" y="4100225"/>
                <a:ext cx="34364" cy="245050"/>
              </a:xfrm>
              <a:custGeom>
                <a:avLst/>
                <a:gdLst/>
                <a:ahLst/>
                <a:cxnLst/>
                <a:rect l="l" t="t" r="r" b="b"/>
                <a:pathLst>
                  <a:path w="822" h="9802" extrusionOk="0">
                    <a:moveTo>
                      <a:pt x="0" y="9801"/>
                    </a:moveTo>
                    <a:lnTo>
                      <a:pt x="822" y="9801"/>
                    </a:lnTo>
                    <a:lnTo>
                      <a:pt x="822"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1559;p36">
                <a:extLst>
                  <a:ext uri="{FF2B5EF4-FFF2-40B4-BE49-F238E27FC236}">
                    <a16:creationId xmlns:a16="http://schemas.microsoft.com/office/drawing/2014/main" id="{D13F7B01-F709-6164-5BFB-F31D4454ED29}"/>
                  </a:ext>
                </a:extLst>
              </p:cNvPr>
              <p:cNvSpPr/>
              <p:nvPr/>
            </p:nvSpPr>
            <p:spPr>
              <a:xfrm>
                <a:off x="2873376" y="4093700"/>
                <a:ext cx="34364" cy="244575"/>
              </a:xfrm>
              <a:custGeom>
                <a:avLst/>
                <a:gdLst/>
                <a:ahLst/>
                <a:cxnLst/>
                <a:rect l="l" t="t" r="r" b="b"/>
                <a:pathLst>
                  <a:path w="822" h="9783" extrusionOk="0">
                    <a:moveTo>
                      <a:pt x="0" y="9782"/>
                    </a:moveTo>
                    <a:lnTo>
                      <a:pt x="822" y="9782"/>
                    </a:lnTo>
                    <a:lnTo>
                      <a:pt x="822"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1560;p36">
                <a:extLst>
                  <a:ext uri="{FF2B5EF4-FFF2-40B4-BE49-F238E27FC236}">
                    <a16:creationId xmlns:a16="http://schemas.microsoft.com/office/drawing/2014/main" id="{629235BD-D406-38DA-0108-41AE1E2A7883}"/>
                  </a:ext>
                </a:extLst>
              </p:cNvPr>
              <p:cNvSpPr/>
              <p:nvPr/>
            </p:nvSpPr>
            <p:spPr>
              <a:xfrm>
                <a:off x="3084876" y="4086700"/>
                <a:ext cx="33611" cy="245050"/>
              </a:xfrm>
              <a:custGeom>
                <a:avLst/>
                <a:gdLst/>
                <a:ahLst/>
                <a:cxnLst/>
                <a:rect l="l" t="t" r="r" b="b"/>
                <a:pathLst>
                  <a:path w="804" h="9802" extrusionOk="0">
                    <a:moveTo>
                      <a:pt x="0" y="9801"/>
                    </a:moveTo>
                    <a:lnTo>
                      <a:pt x="803" y="9801"/>
                    </a:lnTo>
                    <a:lnTo>
                      <a:pt x="803"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1561;p36">
                <a:extLst>
                  <a:ext uri="{FF2B5EF4-FFF2-40B4-BE49-F238E27FC236}">
                    <a16:creationId xmlns:a16="http://schemas.microsoft.com/office/drawing/2014/main" id="{508D0919-FB4B-B97F-2D0F-3F1060A372EA}"/>
                  </a:ext>
                </a:extLst>
              </p:cNvPr>
              <p:cNvSpPr/>
              <p:nvPr/>
            </p:nvSpPr>
            <p:spPr>
              <a:xfrm>
                <a:off x="3296375" y="4079700"/>
                <a:ext cx="33611" cy="245050"/>
              </a:xfrm>
              <a:custGeom>
                <a:avLst/>
                <a:gdLst/>
                <a:ahLst/>
                <a:cxnLst/>
                <a:rect l="l" t="t" r="r" b="b"/>
                <a:pathLst>
                  <a:path w="804" h="9802" extrusionOk="0">
                    <a:moveTo>
                      <a:pt x="0" y="9801"/>
                    </a:moveTo>
                    <a:lnTo>
                      <a:pt x="803" y="9801"/>
                    </a:lnTo>
                    <a:lnTo>
                      <a:pt x="803"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1562;p36">
                <a:extLst>
                  <a:ext uri="{FF2B5EF4-FFF2-40B4-BE49-F238E27FC236}">
                    <a16:creationId xmlns:a16="http://schemas.microsoft.com/office/drawing/2014/main" id="{0630A504-6226-C0AD-2AEF-87DF59999BB3}"/>
                  </a:ext>
                </a:extLst>
              </p:cNvPr>
              <p:cNvSpPr/>
              <p:nvPr/>
            </p:nvSpPr>
            <p:spPr>
              <a:xfrm>
                <a:off x="3507081" y="4072700"/>
                <a:ext cx="34406" cy="245025"/>
              </a:xfrm>
              <a:custGeom>
                <a:avLst/>
                <a:gdLst/>
                <a:ahLst/>
                <a:cxnLst/>
                <a:rect l="l" t="t" r="r" b="b"/>
                <a:pathLst>
                  <a:path w="823" h="9801" extrusionOk="0">
                    <a:moveTo>
                      <a:pt x="1" y="9801"/>
                    </a:moveTo>
                    <a:lnTo>
                      <a:pt x="822" y="9801"/>
                    </a:lnTo>
                    <a:lnTo>
                      <a:pt x="822" y="0"/>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1563;p36">
                <a:extLst>
                  <a:ext uri="{FF2B5EF4-FFF2-40B4-BE49-F238E27FC236}">
                    <a16:creationId xmlns:a16="http://schemas.microsoft.com/office/drawing/2014/main" id="{674B3B94-EC8B-089E-3AB5-1D0512CBD38E}"/>
                  </a:ext>
                </a:extLst>
              </p:cNvPr>
              <p:cNvSpPr/>
              <p:nvPr/>
            </p:nvSpPr>
            <p:spPr>
              <a:xfrm>
                <a:off x="3718580" y="4066175"/>
                <a:ext cx="34406" cy="244550"/>
              </a:xfrm>
              <a:custGeom>
                <a:avLst/>
                <a:gdLst/>
                <a:ahLst/>
                <a:cxnLst/>
                <a:rect l="l" t="t" r="r" b="b"/>
                <a:pathLst>
                  <a:path w="823" h="9782" extrusionOk="0">
                    <a:moveTo>
                      <a:pt x="1" y="9782"/>
                    </a:moveTo>
                    <a:lnTo>
                      <a:pt x="822" y="9782"/>
                    </a:lnTo>
                    <a:lnTo>
                      <a:pt x="822" y="0"/>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1564;p36">
                <a:extLst>
                  <a:ext uri="{FF2B5EF4-FFF2-40B4-BE49-F238E27FC236}">
                    <a16:creationId xmlns:a16="http://schemas.microsoft.com/office/drawing/2014/main" id="{37255BB0-0EFE-2FF9-24F4-9B4351C6DA55}"/>
                  </a:ext>
                </a:extLst>
              </p:cNvPr>
              <p:cNvSpPr/>
              <p:nvPr/>
            </p:nvSpPr>
            <p:spPr>
              <a:xfrm>
                <a:off x="3930080" y="4059150"/>
                <a:ext cx="34406" cy="245050"/>
              </a:xfrm>
              <a:custGeom>
                <a:avLst/>
                <a:gdLst/>
                <a:ahLst/>
                <a:cxnLst/>
                <a:rect l="l" t="t" r="r" b="b"/>
                <a:pathLst>
                  <a:path w="823" h="9802" extrusionOk="0">
                    <a:moveTo>
                      <a:pt x="1" y="9802"/>
                    </a:moveTo>
                    <a:lnTo>
                      <a:pt x="822" y="9802"/>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1565;p36">
                <a:extLst>
                  <a:ext uri="{FF2B5EF4-FFF2-40B4-BE49-F238E27FC236}">
                    <a16:creationId xmlns:a16="http://schemas.microsoft.com/office/drawing/2014/main" id="{D3E8D6F9-0F4F-66E4-0BAA-AED624483F46}"/>
                  </a:ext>
                </a:extLst>
              </p:cNvPr>
              <p:cNvSpPr/>
              <p:nvPr/>
            </p:nvSpPr>
            <p:spPr>
              <a:xfrm>
                <a:off x="4141580" y="4052150"/>
                <a:ext cx="34406" cy="245050"/>
              </a:xfrm>
              <a:custGeom>
                <a:avLst/>
                <a:gdLst/>
                <a:ahLst/>
                <a:cxnLst/>
                <a:rect l="l" t="t" r="r" b="b"/>
                <a:pathLst>
                  <a:path w="823" h="9802" extrusionOk="0">
                    <a:moveTo>
                      <a:pt x="1" y="9802"/>
                    </a:moveTo>
                    <a:lnTo>
                      <a:pt x="822" y="9802"/>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1566;p36">
                <a:extLst>
                  <a:ext uri="{FF2B5EF4-FFF2-40B4-BE49-F238E27FC236}">
                    <a16:creationId xmlns:a16="http://schemas.microsoft.com/office/drawing/2014/main" id="{A0F64FCE-F14A-595A-3649-EA9ACABCC7CD}"/>
                  </a:ext>
                </a:extLst>
              </p:cNvPr>
              <p:cNvSpPr/>
              <p:nvPr/>
            </p:nvSpPr>
            <p:spPr>
              <a:xfrm>
                <a:off x="4353079" y="4045625"/>
                <a:ext cx="33611" cy="244575"/>
              </a:xfrm>
              <a:custGeom>
                <a:avLst/>
                <a:gdLst/>
                <a:ahLst/>
                <a:cxnLst/>
                <a:rect l="l" t="t" r="r" b="b"/>
                <a:pathLst>
                  <a:path w="804" h="9783" extrusionOk="0">
                    <a:moveTo>
                      <a:pt x="1" y="9783"/>
                    </a:moveTo>
                    <a:lnTo>
                      <a:pt x="804" y="9783"/>
                    </a:lnTo>
                    <a:lnTo>
                      <a:pt x="804"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1567;p36">
                <a:extLst>
                  <a:ext uri="{FF2B5EF4-FFF2-40B4-BE49-F238E27FC236}">
                    <a16:creationId xmlns:a16="http://schemas.microsoft.com/office/drawing/2014/main" id="{A0A93F4B-B717-5CE1-95BF-FE883BDD1637}"/>
                  </a:ext>
                </a:extLst>
              </p:cNvPr>
              <p:cNvSpPr/>
              <p:nvPr/>
            </p:nvSpPr>
            <p:spPr>
              <a:xfrm>
                <a:off x="4564579" y="4038625"/>
                <a:ext cx="33611" cy="244575"/>
              </a:xfrm>
              <a:custGeom>
                <a:avLst/>
                <a:gdLst/>
                <a:ahLst/>
                <a:cxnLst/>
                <a:rect l="l" t="t" r="r" b="b"/>
                <a:pathLst>
                  <a:path w="804" h="9783" extrusionOk="0">
                    <a:moveTo>
                      <a:pt x="1" y="9783"/>
                    </a:moveTo>
                    <a:lnTo>
                      <a:pt x="804" y="9783"/>
                    </a:lnTo>
                    <a:lnTo>
                      <a:pt x="804"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1568;p36">
                <a:extLst>
                  <a:ext uri="{FF2B5EF4-FFF2-40B4-BE49-F238E27FC236}">
                    <a16:creationId xmlns:a16="http://schemas.microsoft.com/office/drawing/2014/main" id="{80B9A5F1-9CFD-253E-40E3-CB3182A9EFA1}"/>
                  </a:ext>
                </a:extLst>
              </p:cNvPr>
              <p:cNvSpPr/>
              <p:nvPr/>
            </p:nvSpPr>
            <p:spPr>
              <a:xfrm>
                <a:off x="4775326" y="4031625"/>
                <a:ext cx="34364" cy="245050"/>
              </a:xfrm>
              <a:custGeom>
                <a:avLst/>
                <a:gdLst/>
                <a:ahLst/>
                <a:cxnLst/>
                <a:rect l="l" t="t" r="r" b="b"/>
                <a:pathLst>
                  <a:path w="822" h="9802" extrusionOk="0">
                    <a:moveTo>
                      <a:pt x="0" y="9801"/>
                    </a:moveTo>
                    <a:lnTo>
                      <a:pt x="822" y="9801"/>
                    </a:lnTo>
                    <a:lnTo>
                      <a:pt x="822"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1569;p36">
                <a:extLst>
                  <a:ext uri="{FF2B5EF4-FFF2-40B4-BE49-F238E27FC236}">
                    <a16:creationId xmlns:a16="http://schemas.microsoft.com/office/drawing/2014/main" id="{80AFE46F-70AB-3B41-E4B9-4785604ABD46}"/>
                  </a:ext>
                </a:extLst>
              </p:cNvPr>
              <p:cNvSpPr/>
              <p:nvPr/>
            </p:nvSpPr>
            <p:spPr>
              <a:xfrm>
                <a:off x="4986826" y="4024625"/>
                <a:ext cx="34364" cy="245050"/>
              </a:xfrm>
              <a:custGeom>
                <a:avLst/>
                <a:gdLst/>
                <a:ahLst/>
                <a:cxnLst/>
                <a:rect l="l" t="t" r="r" b="b"/>
                <a:pathLst>
                  <a:path w="822" h="9802" extrusionOk="0">
                    <a:moveTo>
                      <a:pt x="0" y="9801"/>
                    </a:moveTo>
                    <a:lnTo>
                      <a:pt x="822" y="9801"/>
                    </a:lnTo>
                    <a:lnTo>
                      <a:pt x="822"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1570;p36">
                <a:extLst>
                  <a:ext uri="{FF2B5EF4-FFF2-40B4-BE49-F238E27FC236}">
                    <a16:creationId xmlns:a16="http://schemas.microsoft.com/office/drawing/2014/main" id="{E152E664-9E28-F0EE-0629-5A309BBA778A}"/>
                  </a:ext>
                </a:extLst>
              </p:cNvPr>
              <p:cNvSpPr/>
              <p:nvPr/>
            </p:nvSpPr>
            <p:spPr>
              <a:xfrm>
                <a:off x="5198325" y="4018100"/>
                <a:ext cx="34364" cy="244575"/>
              </a:xfrm>
              <a:custGeom>
                <a:avLst/>
                <a:gdLst/>
                <a:ahLst/>
                <a:cxnLst/>
                <a:rect l="l" t="t" r="r" b="b"/>
                <a:pathLst>
                  <a:path w="822" h="9783" extrusionOk="0">
                    <a:moveTo>
                      <a:pt x="0" y="9782"/>
                    </a:moveTo>
                    <a:lnTo>
                      <a:pt x="822" y="9782"/>
                    </a:lnTo>
                    <a:lnTo>
                      <a:pt x="822"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1571;p36">
                <a:extLst>
                  <a:ext uri="{FF2B5EF4-FFF2-40B4-BE49-F238E27FC236}">
                    <a16:creationId xmlns:a16="http://schemas.microsoft.com/office/drawing/2014/main" id="{7B7FE93C-AAD0-3DF4-0AD6-75F0B1E55A4C}"/>
                  </a:ext>
                </a:extLst>
              </p:cNvPr>
              <p:cNvSpPr/>
              <p:nvPr/>
            </p:nvSpPr>
            <p:spPr>
              <a:xfrm>
                <a:off x="5409825" y="4011100"/>
                <a:ext cx="34364" cy="245025"/>
              </a:xfrm>
              <a:custGeom>
                <a:avLst/>
                <a:gdLst/>
                <a:ahLst/>
                <a:cxnLst/>
                <a:rect l="l" t="t" r="r" b="b"/>
                <a:pathLst>
                  <a:path w="822" h="9801" extrusionOk="0">
                    <a:moveTo>
                      <a:pt x="0" y="9801"/>
                    </a:moveTo>
                    <a:lnTo>
                      <a:pt x="822" y="9801"/>
                    </a:lnTo>
                    <a:lnTo>
                      <a:pt x="822"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1572;p36">
                <a:extLst>
                  <a:ext uri="{FF2B5EF4-FFF2-40B4-BE49-F238E27FC236}">
                    <a16:creationId xmlns:a16="http://schemas.microsoft.com/office/drawing/2014/main" id="{9C8806CA-6DB7-3A2B-AEBE-89036BEE2125}"/>
                  </a:ext>
                </a:extLst>
              </p:cNvPr>
              <p:cNvSpPr/>
              <p:nvPr/>
            </p:nvSpPr>
            <p:spPr>
              <a:xfrm>
                <a:off x="5621325" y="4004100"/>
                <a:ext cx="34364" cy="245025"/>
              </a:xfrm>
              <a:custGeom>
                <a:avLst/>
                <a:gdLst/>
                <a:ahLst/>
                <a:cxnLst/>
                <a:rect l="l" t="t" r="r" b="b"/>
                <a:pathLst>
                  <a:path w="822" h="9801" extrusionOk="0">
                    <a:moveTo>
                      <a:pt x="0" y="9801"/>
                    </a:moveTo>
                    <a:lnTo>
                      <a:pt x="822" y="9801"/>
                    </a:lnTo>
                    <a:lnTo>
                      <a:pt x="822"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1573;p36">
                <a:extLst>
                  <a:ext uri="{FF2B5EF4-FFF2-40B4-BE49-F238E27FC236}">
                    <a16:creationId xmlns:a16="http://schemas.microsoft.com/office/drawing/2014/main" id="{1F812F73-75FC-56CF-B1BC-EEBDE508F871}"/>
                  </a:ext>
                </a:extLst>
              </p:cNvPr>
              <p:cNvSpPr/>
              <p:nvPr/>
            </p:nvSpPr>
            <p:spPr>
              <a:xfrm>
                <a:off x="5832824" y="3997100"/>
                <a:ext cx="33569" cy="245025"/>
              </a:xfrm>
              <a:custGeom>
                <a:avLst/>
                <a:gdLst/>
                <a:ahLst/>
                <a:cxnLst/>
                <a:rect l="l" t="t" r="r" b="b"/>
                <a:pathLst>
                  <a:path w="803" h="9801" extrusionOk="0">
                    <a:moveTo>
                      <a:pt x="0" y="9801"/>
                    </a:moveTo>
                    <a:lnTo>
                      <a:pt x="803" y="9801"/>
                    </a:lnTo>
                    <a:lnTo>
                      <a:pt x="803"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1574;p36">
                <a:extLst>
                  <a:ext uri="{FF2B5EF4-FFF2-40B4-BE49-F238E27FC236}">
                    <a16:creationId xmlns:a16="http://schemas.microsoft.com/office/drawing/2014/main" id="{970D8F09-9616-FD8C-163A-07B551854C90}"/>
                  </a:ext>
                </a:extLst>
              </p:cNvPr>
              <p:cNvSpPr/>
              <p:nvPr/>
            </p:nvSpPr>
            <p:spPr>
              <a:xfrm>
                <a:off x="6043530" y="3990550"/>
                <a:ext cx="34364" cy="244575"/>
              </a:xfrm>
              <a:custGeom>
                <a:avLst/>
                <a:gdLst/>
                <a:ahLst/>
                <a:cxnLst/>
                <a:rect l="l" t="t" r="r" b="b"/>
                <a:pathLst>
                  <a:path w="822" h="9783" extrusionOk="0">
                    <a:moveTo>
                      <a:pt x="1" y="9783"/>
                    </a:moveTo>
                    <a:lnTo>
                      <a:pt x="822" y="9783"/>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1575;p36">
                <a:extLst>
                  <a:ext uri="{FF2B5EF4-FFF2-40B4-BE49-F238E27FC236}">
                    <a16:creationId xmlns:a16="http://schemas.microsoft.com/office/drawing/2014/main" id="{8065F89C-19FC-46AB-0FD9-6845F426B129}"/>
                  </a:ext>
                </a:extLst>
              </p:cNvPr>
              <p:cNvSpPr/>
              <p:nvPr/>
            </p:nvSpPr>
            <p:spPr>
              <a:xfrm>
                <a:off x="6255029" y="3983550"/>
                <a:ext cx="34364" cy="245050"/>
              </a:xfrm>
              <a:custGeom>
                <a:avLst/>
                <a:gdLst/>
                <a:ahLst/>
                <a:cxnLst/>
                <a:rect l="l" t="t" r="r" b="b"/>
                <a:pathLst>
                  <a:path w="822" h="9802" extrusionOk="0">
                    <a:moveTo>
                      <a:pt x="1" y="9801"/>
                    </a:moveTo>
                    <a:lnTo>
                      <a:pt x="822" y="9801"/>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1576;p36">
                <a:extLst>
                  <a:ext uri="{FF2B5EF4-FFF2-40B4-BE49-F238E27FC236}">
                    <a16:creationId xmlns:a16="http://schemas.microsoft.com/office/drawing/2014/main" id="{CA4FC64A-807B-AA7E-598D-9AC737203AA9}"/>
                  </a:ext>
                </a:extLst>
              </p:cNvPr>
              <p:cNvSpPr/>
              <p:nvPr/>
            </p:nvSpPr>
            <p:spPr>
              <a:xfrm>
                <a:off x="6466529" y="3976550"/>
                <a:ext cx="34364" cy="245050"/>
              </a:xfrm>
              <a:custGeom>
                <a:avLst/>
                <a:gdLst/>
                <a:ahLst/>
                <a:cxnLst/>
                <a:rect l="l" t="t" r="r" b="b"/>
                <a:pathLst>
                  <a:path w="822" h="9802" extrusionOk="0">
                    <a:moveTo>
                      <a:pt x="1" y="9801"/>
                    </a:moveTo>
                    <a:lnTo>
                      <a:pt x="822" y="9801"/>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1577;p36">
                <a:extLst>
                  <a:ext uri="{FF2B5EF4-FFF2-40B4-BE49-F238E27FC236}">
                    <a16:creationId xmlns:a16="http://schemas.microsoft.com/office/drawing/2014/main" id="{015A2890-5B00-8FC0-FAB1-12F96BFD4AAF}"/>
                  </a:ext>
                </a:extLst>
              </p:cNvPr>
              <p:cNvSpPr/>
              <p:nvPr/>
            </p:nvSpPr>
            <p:spPr>
              <a:xfrm>
                <a:off x="6678029" y="3969550"/>
                <a:ext cx="34364" cy="245050"/>
              </a:xfrm>
              <a:custGeom>
                <a:avLst/>
                <a:gdLst/>
                <a:ahLst/>
                <a:cxnLst/>
                <a:rect l="l" t="t" r="r" b="b"/>
                <a:pathLst>
                  <a:path w="822" h="9802" extrusionOk="0">
                    <a:moveTo>
                      <a:pt x="1" y="9801"/>
                    </a:moveTo>
                    <a:lnTo>
                      <a:pt x="822" y="9801"/>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1578;p36">
                <a:extLst>
                  <a:ext uri="{FF2B5EF4-FFF2-40B4-BE49-F238E27FC236}">
                    <a16:creationId xmlns:a16="http://schemas.microsoft.com/office/drawing/2014/main" id="{B746C29D-2422-BCF3-8FA7-52B1434B55E0}"/>
                  </a:ext>
                </a:extLst>
              </p:cNvPr>
              <p:cNvSpPr/>
              <p:nvPr/>
            </p:nvSpPr>
            <p:spPr>
              <a:xfrm>
                <a:off x="6889528" y="3963025"/>
                <a:ext cx="34364" cy="244575"/>
              </a:xfrm>
              <a:custGeom>
                <a:avLst/>
                <a:gdLst/>
                <a:ahLst/>
                <a:cxnLst/>
                <a:rect l="l" t="t" r="r" b="b"/>
                <a:pathLst>
                  <a:path w="822" h="9783" extrusionOk="0">
                    <a:moveTo>
                      <a:pt x="1" y="9782"/>
                    </a:moveTo>
                    <a:lnTo>
                      <a:pt x="822" y="9782"/>
                    </a:lnTo>
                    <a:lnTo>
                      <a:pt x="822" y="0"/>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1579;p36">
                <a:extLst>
                  <a:ext uri="{FF2B5EF4-FFF2-40B4-BE49-F238E27FC236}">
                    <a16:creationId xmlns:a16="http://schemas.microsoft.com/office/drawing/2014/main" id="{58589DE5-3828-B67F-32D1-4FFBAE797550}"/>
                  </a:ext>
                </a:extLst>
              </p:cNvPr>
              <p:cNvSpPr/>
              <p:nvPr/>
            </p:nvSpPr>
            <p:spPr>
              <a:xfrm>
                <a:off x="7101028" y="3956025"/>
                <a:ext cx="33611" cy="245050"/>
              </a:xfrm>
              <a:custGeom>
                <a:avLst/>
                <a:gdLst/>
                <a:ahLst/>
                <a:cxnLst/>
                <a:rect l="l" t="t" r="r" b="b"/>
                <a:pathLst>
                  <a:path w="804" h="9802" extrusionOk="0">
                    <a:moveTo>
                      <a:pt x="1" y="9801"/>
                    </a:moveTo>
                    <a:lnTo>
                      <a:pt x="803" y="9801"/>
                    </a:lnTo>
                    <a:lnTo>
                      <a:pt x="803" y="0"/>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1580;p36">
                <a:extLst>
                  <a:ext uri="{FF2B5EF4-FFF2-40B4-BE49-F238E27FC236}">
                    <a16:creationId xmlns:a16="http://schemas.microsoft.com/office/drawing/2014/main" id="{AF54A099-F59F-BFFA-8F1A-151B512738FA}"/>
                  </a:ext>
                </a:extLst>
              </p:cNvPr>
              <p:cNvSpPr/>
              <p:nvPr/>
            </p:nvSpPr>
            <p:spPr>
              <a:xfrm>
                <a:off x="7311733" y="3949025"/>
                <a:ext cx="34406" cy="245050"/>
              </a:xfrm>
              <a:custGeom>
                <a:avLst/>
                <a:gdLst/>
                <a:ahLst/>
                <a:cxnLst/>
                <a:rect l="l" t="t" r="r" b="b"/>
                <a:pathLst>
                  <a:path w="823" h="9802" extrusionOk="0">
                    <a:moveTo>
                      <a:pt x="1" y="9801"/>
                    </a:moveTo>
                    <a:lnTo>
                      <a:pt x="822" y="9801"/>
                    </a:lnTo>
                    <a:lnTo>
                      <a:pt x="822" y="0"/>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1581;p36">
                <a:extLst>
                  <a:ext uri="{FF2B5EF4-FFF2-40B4-BE49-F238E27FC236}">
                    <a16:creationId xmlns:a16="http://schemas.microsoft.com/office/drawing/2014/main" id="{622AC911-DA3D-B31E-E4CB-F18DB2DFFE78}"/>
                  </a:ext>
                </a:extLst>
              </p:cNvPr>
              <p:cNvSpPr/>
              <p:nvPr/>
            </p:nvSpPr>
            <p:spPr>
              <a:xfrm>
                <a:off x="7523233" y="3942025"/>
                <a:ext cx="34406" cy="245025"/>
              </a:xfrm>
              <a:custGeom>
                <a:avLst/>
                <a:gdLst/>
                <a:ahLst/>
                <a:cxnLst/>
                <a:rect l="l" t="t" r="r" b="b"/>
                <a:pathLst>
                  <a:path w="823" h="9801" extrusionOk="0">
                    <a:moveTo>
                      <a:pt x="1" y="9801"/>
                    </a:moveTo>
                    <a:lnTo>
                      <a:pt x="822" y="9801"/>
                    </a:lnTo>
                    <a:lnTo>
                      <a:pt x="822" y="0"/>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1582;p36">
                <a:extLst>
                  <a:ext uri="{FF2B5EF4-FFF2-40B4-BE49-F238E27FC236}">
                    <a16:creationId xmlns:a16="http://schemas.microsoft.com/office/drawing/2014/main" id="{119CA331-106D-EE9D-22B6-05DAF5237054}"/>
                  </a:ext>
                </a:extLst>
              </p:cNvPr>
              <p:cNvSpPr/>
              <p:nvPr/>
            </p:nvSpPr>
            <p:spPr>
              <a:xfrm>
                <a:off x="7734733" y="3935475"/>
                <a:ext cx="34406" cy="244575"/>
              </a:xfrm>
              <a:custGeom>
                <a:avLst/>
                <a:gdLst/>
                <a:ahLst/>
                <a:cxnLst/>
                <a:rect l="l" t="t" r="r" b="b"/>
                <a:pathLst>
                  <a:path w="823" h="9783" extrusionOk="0">
                    <a:moveTo>
                      <a:pt x="1" y="9783"/>
                    </a:moveTo>
                    <a:lnTo>
                      <a:pt x="822" y="9783"/>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1583;p36">
                <a:extLst>
                  <a:ext uri="{FF2B5EF4-FFF2-40B4-BE49-F238E27FC236}">
                    <a16:creationId xmlns:a16="http://schemas.microsoft.com/office/drawing/2014/main" id="{20DBB625-0D7A-C5BC-656B-54985E937942}"/>
                  </a:ext>
                </a:extLst>
              </p:cNvPr>
              <p:cNvSpPr/>
              <p:nvPr/>
            </p:nvSpPr>
            <p:spPr>
              <a:xfrm>
                <a:off x="7946232" y="3928475"/>
                <a:ext cx="34406" cy="245050"/>
              </a:xfrm>
              <a:custGeom>
                <a:avLst/>
                <a:gdLst/>
                <a:ahLst/>
                <a:cxnLst/>
                <a:rect l="l" t="t" r="r" b="b"/>
                <a:pathLst>
                  <a:path w="823" h="9802" extrusionOk="0">
                    <a:moveTo>
                      <a:pt x="1" y="9802"/>
                    </a:moveTo>
                    <a:lnTo>
                      <a:pt x="822" y="9802"/>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1584;p36">
                <a:extLst>
                  <a:ext uri="{FF2B5EF4-FFF2-40B4-BE49-F238E27FC236}">
                    <a16:creationId xmlns:a16="http://schemas.microsoft.com/office/drawing/2014/main" id="{A85001E0-C7A0-41B3-02C9-C8E6C8C8CACD}"/>
                  </a:ext>
                </a:extLst>
              </p:cNvPr>
              <p:cNvSpPr/>
              <p:nvPr/>
            </p:nvSpPr>
            <p:spPr>
              <a:xfrm>
                <a:off x="8157732" y="3921475"/>
                <a:ext cx="34406" cy="245050"/>
              </a:xfrm>
              <a:custGeom>
                <a:avLst/>
                <a:gdLst/>
                <a:ahLst/>
                <a:cxnLst/>
                <a:rect l="l" t="t" r="r" b="b"/>
                <a:pathLst>
                  <a:path w="823" h="9802" extrusionOk="0">
                    <a:moveTo>
                      <a:pt x="1" y="9802"/>
                    </a:moveTo>
                    <a:lnTo>
                      <a:pt x="822" y="9802"/>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1585;p36">
                <a:extLst>
                  <a:ext uri="{FF2B5EF4-FFF2-40B4-BE49-F238E27FC236}">
                    <a16:creationId xmlns:a16="http://schemas.microsoft.com/office/drawing/2014/main" id="{8694BE50-6CCE-FC56-4A1F-D91FB472002A}"/>
                  </a:ext>
                </a:extLst>
              </p:cNvPr>
              <p:cNvSpPr/>
              <p:nvPr/>
            </p:nvSpPr>
            <p:spPr>
              <a:xfrm>
                <a:off x="8369232" y="3914475"/>
                <a:ext cx="33611" cy="245050"/>
              </a:xfrm>
              <a:custGeom>
                <a:avLst/>
                <a:gdLst/>
                <a:ahLst/>
                <a:cxnLst/>
                <a:rect l="l" t="t" r="r" b="b"/>
                <a:pathLst>
                  <a:path w="804" h="9802" extrusionOk="0">
                    <a:moveTo>
                      <a:pt x="1" y="9802"/>
                    </a:moveTo>
                    <a:lnTo>
                      <a:pt x="804" y="9802"/>
                    </a:lnTo>
                    <a:lnTo>
                      <a:pt x="804"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1586;p36">
                <a:extLst>
                  <a:ext uri="{FF2B5EF4-FFF2-40B4-BE49-F238E27FC236}">
                    <a16:creationId xmlns:a16="http://schemas.microsoft.com/office/drawing/2014/main" id="{832547ED-E639-099B-74BD-5D535B337BDB}"/>
                  </a:ext>
                </a:extLst>
              </p:cNvPr>
              <p:cNvSpPr/>
              <p:nvPr/>
            </p:nvSpPr>
            <p:spPr>
              <a:xfrm>
                <a:off x="8580773" y="3907950"/>
                <a:ext cx="33569" cy="244575"/>
              </a:xfrm>
              <a:custGeom>
                <a:avLst/>
                <a:gdLst/>
                <a:ahLst/>
                <a:cxnLst/>
                <a:rect l="l" t="t" r="r" b="b"/>
                <a:pathLst>
                  <a:path w="803" h="9783" extrusionOk="0">
                    <a:moveTo>
                      <a:pt x="0" y="9783"/>
                    </a:moveTo>
                    <a:lnTo>
                      <a:pt x="803" y="9783"/>
                    </a:lnTo>
                    <a:lnTo>
                      <a:pt x="803"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1587;p36">
                <a:extLst>
                  <a:ext uri="{FF2B5EF4-FFF2-40B4-BE49-F238E27FC236}">
                    <a16:creationId xmlns:a16="http://schemas.microsoft.com/office/drawing/2014/main" id="{BF163634-97CA-199E-C385-D04F8380AE18}"/>
                  </a:ext>
                </a:extLst>
              </p:cNvPr>
              <p:cNvSpPr/>
              <p:nvPr/>
            </p:nvSpPr>
            <p:spPr>
              <a:xfrm>
                <a:off x="8791478" y="3900950"/>
                <a:ext cx="34364" cy="245050"/>
              </a:xfrm>
              <a:custGeom>
                <a:avLst/>
                <a:gdLst/>
                <a:ahLst/>
                <a:cxnLst/>
                <a:rect l="l" t="t" r="r" b="b"/>
                <a:pathLst>
                  <a:path w="822" h="9802" extrusionOk="0">
                    <a:moveTo>
                      <a:pt x="0" y="9801"/>
                    </a:moveTo>
                    <a:lnTo>
                      <a:pt x="822" y="9801"/>
                    </a:lnTo>
                    <a:lnTo>
                      <a:pt x="822"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 name="Google Shape;1588;p36">
              <a:extLst>
                <a:ext uri="{FF2B5EF4-FFF2-40B4-BE49-F238E27FC236}">
                  <a16:creationId xmlns:a16="http://schemas.microsoft.com/office/drawing/2014/main" id="{D4E0E8B3-D0FE-0B0F-8124-70E48E9E83A3}"/>
                </a:ext>
              </a:extLst>
            </p:cNvPr>
            <p:cNvGrpSpPr/>
            <p:nvPr/>
          </p:nvGrpSpPr>
          <p:grpSpPr>
            <a:xfrm flipH="1">
              <a:off x="5406861" y="4293100"/>
              <a:ext cx="3484400" cy="973847"/>
              <a:chOff x="3379075" y="4293100"/>
              <a:chExt cx="3484400" cy="973847"/>
            </a:xfrm>
            <a:grpFill/>
          </p:grpSpPr>
          <p:sp>
            <p:nvSpPr>
              <p:cNvPr id="37" name="Google Shape;1589;p36">
                <a:extLst>
                  <a:ext uri="{FF2B5EF4-FFF2-40B4-BE49-F238E27FC236}">
                    <a16:creationId xmlns:a16="http://schemas.microsoft.com/office/drawing/2014/main" id="{4B65A2E6-99CC-233E-89B1-570887D8CFF6}"/>
                  </a:ext>
                </a:extLst>
              </p:cNvPr>
              <p:cNvSpPr/>
              <p:nvPr/>
            </p:nvSpPr>
            <p:spPr>
              <a:xfrm>
                <a:off x="6638025" y="4293100"/>
                <a:ext cx="225450" cy="266525"/>
              </a:xfrm>
              <a:custGeom>
                <a:avLst/>
                <a:gdLst/>
                <a:ahLst/>
                <a:cxnLst/>
                <a:rect l="l" t="t" r="r" b="b"/>
                <a:pathLst>
                  <a:path w="9018" h="10661" extrusionOk="0">
                    <a:moveTo>
                      <a:pt x="1" y="10660"/>
                    </a:moveTo>
                    <a:lnTo>
                      <a:pt x="9017" y="10660"/>
                    </a:lnTo>
                    <a:lnTo>
                      <a:pt x="9017"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1590;p36">
                <a:extLst>
                  <a:ext uri="{FF2B5EF4-FFF2-40B4-BE49-F238E27FC236}">
                    <a16:creationId xmlns:a16="http://schemas.microsoft.com/office/drawing/2014/main" id="{73881EA7-2037-9C35-2D49-E1E3E56D3BF0}"/>
                  </a:ext>
                </a:extLst>
              </p:cNvPr>
              <p:cNvSpPr/>
              <p:nvPr/>
            </p:nvSpPr>
            <p:spPr>
              <a:xfrm>
                <a:off x="5628575" y="4369300"/>
                <a:ext cx="225425" cy="266525"/>
              </a:xfrm>
              <a:custGeom>
                <a:avLst/>
                <a:gdLst/>
                <a:ahLst/>
                <a:cxnLst/>
                <a:rect l="l" t="t" r="r" b="b"/>
                <a:pathLst>
                  <a:path w="9017" h="10661" extrusionOk="0">
                    <a:moveTo>
                      <a:pt x="0" y="10660"/>
                    </a:moveTo>
                    <a:lnTo>
                      <a:pt x="9017" y="10660"/>
                    </a:lnTo>
                    <a:lnTo>
                      <a:pt x="9017"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1591;p36">
                <a:extLst>
                  <a:ext uri="{FF2B5EF4-FFF2-40B4-BE49-F238E27FC236}">
                    <a16:creationId xmlns:a16="http://schemas.microsoft.com/office/drawing/2014/main" id="{5906597F-259E-77AB-4774-C6A121FBFC3A}"/>
                  </a:ext>
                </a:extLst>
              </p:cNvPr>
              <p:cNvSpPr/>
              <p:nvPr/>
            </p:nvSpPr>
            <p:spPr>
              <a:xfrm>
                <a:off x="5700425" y="4473175"/>
                <a:ext cx="72850" cy="792553"/>
              </a:xfrm>
              <a:custGeom>
                <a:avLst/>
                <a:gdLst/>
                <a:ahLst/>
                <a:cxnLst/>
                <a:rect l="l" t="t" r="r" b="b"/>
                <a:pathLst>
                  <a:path w="2914" h="48780" extrusionOk="0">
                    <a:moveTo>
                      <a:pt x="1" y="48780"/>
                    </a:moveTo>
                    <a:lnTo>
                      <a:pt x="2913" y="48780"/>
                    </a:lnTo>
                    <a:lnTo>
                      <a:pt x="291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1592;p36">
                <a:extLst>
                  <a:ext uri="{FF2B5EF4-FFF2-40B4-BE49-F238E27FC236}">
                    <a16:creationId xmlns:a16="http://schemas.microsoft.com/office/drawing/2014/main" id="{716BB5B2-6607-4370-CF60-A199906CE384}"/>
                  </a:ext>
                </a:extLst>
              </p:cNvPr>
              <p:cNvSpPr/>
              <p:nvPr/>
            </p:nvSpPr>
            <p:spPr>
              <a:xfrm>
                <a:off x="4520150" y="4369300"/>
                <a:ext cx="225450" cy="266525"/>
              </a:xfrm>
              <a:custGeom>
                <a:avLst/>
                <a:gdLst/>
                <a:ahLst/>
                <a:cxnLst/>
                <a:rect l="l" t="t" r="r" b="b"/>
                <a:pathLst>
                  <a:path w="9018" h="10661" extrusionOk="0">
                    <a:moveTo>
                      <a:pt x="1" y="10660"/>
                    </a:moveTo>
                    <a:lnTo>
                      <a:pt x="9017" y="10660"/>
                    </a:lnTo>
                    <a:lnTo>
                      <a:pt x="9017"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1593;p36">
                <a:extLst>
                  <a:ext uri="{FF2B5EF4-FFF2-40B4-BE49-F238E27FC236}">
                    <a16:creationId xmlns:a16="http://schemas.microsoft.com/office/drawing/2014/main" id="{F7B7641B-A3D1-7493-357F-C2B56B795949}"/>
                  </a:ext>
                </a:extLst>
              </p:cNvPr>
              <p:cNvSpPr/>
              <p:nvPr/>
            </p:nvSpPr>
            <p:spPr>
              <a:xfrm>
                <a:off x="4592025" y="4473175"/>
                <a:ext cx="72825" cy="792553"/>
              </a:xfrm>
              <a:custGeom>
                <a:avLst/>
                <a:gdLst/>
                <a:ahLst/>
                <a:cxnLst/>
                <a:rect l="l" t="t" r="r" b="b"/>
                <a:pathLst>
                  <a:path w="2913" h="48780" extrusionOk="0">
                    <a:moveTo>
                      <a:pt x="1" y="48780"/>
                    </a:moveTo>
                    <a:lnTo>
                      <a:pt x="2913" y="48780"/>
                    </a:lnTo>
                    <a:lnTo>
                      <a:pt x="291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1594;p36">
                <a:extLst>
                  <a:ext uri="{FF2B5EF4-FFF2-40B4-BE49-F238E27FC236}">
                    <a16:creationId xmlns:a16="http://schemas.microsoft.com/office/drawing/2014/main" id="{237C0917-4C1F-3CB7-9009-B65020D7C625}"/>
                  </a:ext>
                </a:extLst>
              </p:cNvPr>
              <p:cNvSpPr/>
              <p:nvPr/>
            </p:nvSpPr>
            <p:spPr>
              <a:xfrm>
                <a:off x="3379075" y="4403850"/>
                <a:ext cx="225450" cy="262300"/>
              </a:xfrm>
              <a:custGeom>
                <a:avLst/>
                <a:gdLst/>
                <a:ahLst/>
                <a:cxnLst/>
                <a:rect l="l" t="t" r="r" b="b"/>
                <a:pathLst>
                  <a:path w="9018" h="10492" extrusionOk="0">
                    <a:moveTo>
                      <a:pt x="1" y="10492"/>
                    </a:moveTo>
                    <a:lnTo>
                      <a:pt x="9017" y="10492"/>
                    </a:lnTo>
                    <a:lnTo>
                      <a:pt x="9017" y="0"/>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1595;p36">
                <a:extLst>
                  <a:ext uri="{FF2B5EF4-FFF2-40B4-BE49-F238E27FC236}">
                    <a16:creationId xmlns:a16="http://schemas.microsoft.com/office/drawing/2014/main" id="{ADD9C7FE-1E1D-2183-835E-978789667CDE}"/>
                  </a:ext>
                </a:extLst>
              </p:cNvPr>
              <p:cNvSpPr/>
              <p:nvPr/>
            </p:nvSpPr>
            <p:spPr>
              <a:xfrm>
                <a:off x="3450950" y="4494102"/>
                <a:ext cx="72825" cy="772845"/>
              </a:xfrm>
              <a:custGeom>
                <a:avLst/>
                <a:gdLst/>
                <a:ahLst/>
                <a:cxnLst/>
                <a:rect l="l" t="t" r="r" b="b"/>
                <a:pathLst>
                  <a:path w="2913" h="47567" extrusionOk="0">
                    <a:moveTo>
                      <a:pt x="1" y="47567"/>
                    </a:moveTo>
                    <a:lnTo>
                      <a:pt x="2913" y="47567"/>
                    </a:lnTo>
                    <a:lnTo>
                      <a:pt x="291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 name="Google Shape;1596;p36">
              <a:extLst>
                <a:ext uri="{FF2B5EF4-FFF2-40B4-BE49-F238E27FC236}">
                  <a16:creationId xmlns:a16="http://schemas.microsoft.com/office/drawing/2014/main" id="{363E7CD6-0655-7712-F188-D4A1892F1A79}"/>
                </a:ext>
              </a:extLst>
            </p:cNvPr>
            <p:cNvGrpSpPr/>
            <p:nvPr/>
          </p:nvGrpSpPr>
          <p:grpSpPr>
            <a:xfrm flipH="1">
              <a:off x="-109714" y="4175950"/>
              <a:ext cx="2474925" cy="1050047"/>
              <a:chOff x="3379075" y="4216900"/>
              <a:chExt cx="2474925" cy="1050047"/>
            </a:xfrm>
            <a:grpFill/>
          </p:grpSpPr>
          <p:sp>
            <p:nvSpPr>
              <p:cNvPr id="31" name="Google Shape;1597;p36">
                <a:extLst>
                  <a:ext uri="{FF2B5EF4-FFF2-40B4-BE49-F238E27FC236}">
                    <a16:creationId xmlns:a16="http://schemas.microsoft.com/office/drawing/2014/main" id="{F3148BB1-74BB-E3AA-0F4B-C21D4AC4EB37}"/>
                  </a:ext>
                </a:extLst>
              </p:cNvPr>
              <p:cNvSpPr/>
              <p:nvPr/>
            </p:nvSpPr>
            <p:spPr>
              <a:xfrm>
                <a:off x="5628575" y="4216900"/>
                <a:ext cx="225425" cy="266525"/>
              </a:xfrm>
              <a:custGeom>
                <a:avLst/>
                <a:gdLst/>
                <a:ahLst/>
                <a:cxnLst/>
                <a:rect l="l" t="t" r="r" b="b"/>
                <a:pathLst>
                  <a:path w="9017" h="10661" extrusionOk="0">
                    <a:moveTo>
                      <a:pt x="0" y="10660"/>
                    </a:moveTo>
                    <a:lnTo>
                      <a:pt x="9017" y="10660"/>
                    </a:lnTo>
                    <a:lnTo>
                      <a:pt x="9017"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1598;p36">
                <a:extLst>
                  <a:ext uri="{FF2B5EF4-FFF2-40B4-BE49-F238E27FC236}">
                    <a16:creationId xmlns:a16="http://schemas.microsoft.com/office/drawing/2014/main" id="{D9908424-AB83-2E5A-7E1B-4F05BF8A7D8C}"/>
                  </a:ext>
                </a:extLst>
              </p:cNvPr>
              <p:cNvSpPr/>
              <p:nvPr/>
            </p:nvSpPr>
            <p:spPr>
              <a:xfrm>
                <a:off x="5700425" y="4473175"/>
                <a:ext cx="72850" cy="792553"/>
              </a:xfrm>
              <a:custGeom>
                <a:avLst/>
                <a:gdLst/>
                <a:ahLst/>
                <a:cxnLst/>
                <a:rect l="l" t="t" r="r" b="b"/>
                <a:pathLst>
                  <a:path w="2914" h="48780" extrusionOk="0">
                    <a:moveTo>
                      <a:pt x="1" y="48780"/>
                    </a:moveTo>
                    <a:lnTo>
                      <a:pt x="2913" y="48780"/>
                    </a:lnTo>
                    <a:lnTo>
                      <a:pt x="291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1599;p36">
                <a:extLst>
                  <a:ext uri="{FF2B5EF4-FFF2-40B4-BE49-F238E27FC236}">
                    <a16:creationId xmlns:a16="http://schemas.microsoft.com/office/drawing/2014/main" id="{75784BB2-2247-526C-246D-94643E0186E7}"/>
                  </a:ext>
                </a:extLst>
              </p:cNvPr>
              <p:cNvSpPr/>
              <p:nvPr/>
            </p:nvSpPr>
            <p:spPr>
              <a:xfrm>
                <a:off x="4520150" y="4216900"/>
                <a:ext cx="225450" cy="266525"/>
              </a:xfrm>
              <a:custGeom>
                <a:avLst/>
                <a:gdLst/>
                <a:ahLst/>
                <a:cxnLst/>
                <a:rect l="l" t="t" r="r" b="b"/>
                <a:pathLst>
                  <a:path w="9018" h="10661" extrusionOk="0">
                    <a:moveTo>
                      <a:pt x="1" y="10660"/>
                    </a:moveTo>
                    <a:lnTo>
                      <a:pt x="9017" y="10660"/>
                    </a:lnTo>
                    <a:lnTo>
                      <a:pt x="9017"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1600;p36">
                <a:extLst>
                  <a:ext uri="{FF2B5EF4-FFF2-40B4-BE49-F238E27FC236}">
                    <a16:creationId xmlns:a16="http://schemas.microsoft.com/office/drawing/2014/main" id="{D446ADCA-3583-B3F1-CBA3-E3DED1818624}"/>
                  </a:ext>
                </a:extLst>
              </p:cNvPr>
              <p:cNvSpPr/>
              <p:nvPr/>
            </p:nvSpPr>
            <p:spPr>
              <a:xfrm>
                <a:off x="4592025" y="4473175"/>
                <a:ext cx="72825" cy="792553"/>
              </a:xfrm>
              <a:custGeom>
                <a:avLst/>
                <a:gdLst/>
                <a:ahLst/>
                <a:cxnLst/>
                <a:rect l="l" t="t" r="r" b="b"/>
                <a:pathLst>
                  <a:path w="2913" h="48780" extrusionOk="0">
                    <a:moveTo>
                      <a:pt x="1" y="48780"/>
                    </a:moveTo>
                    <a:lnTo>
                      <a:pt x="2913" y="48780"/>
                    </a:lnTo>
                    <a:lnTo>
                      <a:pt x="291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1601;p36">
                <a:extLst>
                  <a:ext uri="{FF2B5EF4-FFF2-40B4-BE49-F238E27FC236}">
                    <a16:creationId xmlns:a16="http://schemas.microsoft.com/office/drawing/2014/main" id="{A833F2CE-8D6D-E98A-AC55-BE507902349D}"/>
                  </a:ext>
                </a:extLst>
              </p:cNvPr>
              <p:cNvSpPr/>
              <p:nvPr/>
            </p:nvSpPr>
            <p:spPr>
              <a:xfrm>
                <a:off x="3379075" y="4251450"/>
                <a:ext cx="225450" cy="262300"/>
              </a:xfrm>
              <a:custGeom>
                <a:avLst/>
                <a:gdLst/>
                <a:ahLst/>
                <a:cxnLst/>
                <a:rect l="l" t="t" r="r" b="b"/>
                <a:pathLst>
                  <a:path w="9018" h="10492" extrusionOk="0">
                    <a:moveTo>
                      <a:pt x="1" y="10492"/>
                    </a:moveTo>
                    <a:lnTo>
                      <a:pt x="9017" y="10492"/>
                    </a:lnTo>
                    <a:lnTo>
                      <a:pt x="9017" y="0"/>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1602;p36">
                <a:extLst>
                  <a:ext uri="{FF2B5EF4-FFF2-40B4-BE49-F238E27FC236}">
                    <a16:creationId xmlns:a16="http://schemas.microsoft.com/office/drawing/2014/main" id="{7B13F487-589B-FDB6-B7CE-8A0273FBA9DC}"/>
                  </a:ext>
                </a:extLst>
              </p:cNvPr>
              <p:cNvSpPr/>
              <p:nvPr/>
            </p:nvSpPr>
            <p:spPr>
              <a:xfrm>
                <a:off x="3450950" y="4494102"/>
                <a:ext cx="72825" cy="772845"/>
              </a:xfrm>
              <a:custGeom>
                <a:avLst/>
                <a:gdLst/>
                <a:ahLst/>
                <a:cxnLst/>
                <a:rect l="l" t="t" r="r" b="b"/>
                <a:pathLst>
                  <a:path w="2913" h="47567" extrusionOk="0">
                    <a:moveTo>
                      <a:pt x="1" y="47567"/>
                    </a:moveTo>
                    <a:lnTo>
                      <a:pt x="2913" y="47567"/>
                    </a:lnTo>
                    <a:lnTo>
                      <a:pt x="291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94" name="Google Shape;1117;p30">
            <a:extLst>
              <a:ext uri="{FF2B5EF4-FFF2-40B4-BE49-F238E27FC236}">
                <a16:creationId xmlns:a16="http://schemas.microsoft.com/office/drawing/2014/main" id="{FA997088-CA70-B023-942C-0192DD5FCABF}"/>
              </a:ext>
            </a:extLst>
          </p:cNvPr>
          <p:cNvGrpSpPr/>
          <p:nvPr/>
        </p:nvGrpSpPr>
        <p:grpSpPr>
          <a:xfrm rot="150140">
            <a:off x="-2650726" y="3830112"/>
            <a:ext cx="2580526" cy="685136"/>
            <a:chOff x="3962175" y="2631750"/>
            <a:chExt cx="3075700" cy="952625"/>
          </a:xfrm>
        </p:grpSpPr>
        <p:sp>
          <p:nvSpPr>
            <p:cNvPr id="95" name="Google Shape;1118;p30">
              <a:extLst>
                <a:ext uri="{FF2B5EF4-FFF2-40B4-BE49-F238E27FC236}">
                  <a16:creationId xmlns:a16="http://schemas.microsoft.com/office/drawing/2014/main" id="{E765CE14-B34A-4541-590C-F15871B9B99F}"/>
                </a:ext>
              </a:extLst>
            </p:cNvPr>
            <p:cNvSpPr/>
            <p:nvPr/>
          </p:nvSpPr>
          <p:spPr>
            <a:xfrm>
              <a:off x="3962175" y="3227750"/>
              <a:ext cx="3075700" cy="356625"/>
            </a:xfrm>
            <a:custGeom>
              <a:avLst/>
              <a:gdLst/>
              <a:ahLst/>
              <a:cxnLst/>
              <a:rect l="l" t="t" r="r" b="b"/>
              <a:pathLst>
                <a:path w="123028" h="14265" extrusionOk="0">
                  <a:moveTo>
                    <a:pt x="114046" y="1"/>
                  </a:moveTo>
                  <a:lnTo>
                    <a:pt x="114046" y="1239"/>
                  </a:lnTo>
                  <a:lnTo>
                    <a:pt x="114579" y="1239"/>
                  </a:lnTo>
                  <a:lnTo>
                    <a:pt x="114579" y="3167"/>
                  </a:lnTo>
                  <a:lnTo>
                    <a:pt x="109877" y="3167"/>
                  </a:lnTo>
                  <a:lnTo>
                    <a:pt x="109877" y="2728"/>
                  </a:lnTo>
                  <a:lnTo>
                    <a:pt x="108984" y="2728"/>
                  </a:lnTo>
                  <a:lnTo>
                    <a:pt x="108984" y="1913"/>
                  </a:lnTo>
                  <a:cubicBezTo>
                    <a:pt x="108984" y="1411"/>
                    <a:pt x="108513" y="1004"/>
                    <a:pt x="107980" y="1098"/>
                  </a:cubicBezTo>
                  <a:lnTo>
                    <a:pt x="107980" y="1098"/>
                  </a:lnTo>
                  <a:cubicBezTo>
                    <a:pt x="107573" y="1161"/>
                    <a:pt x="107291" y="1553"/>
                    <a:pt x="107291" y="1960"/>
                  </a:cubicBezTo>
                  <a:lnTo>
                    <a:pt x="107291" y="1960"/>
                  </a:lnTo>
                  <a:lnTo>
                    <a:pt x="107291" y="2728"/>
                  </a:lnTo>
                  <a:lnTo>
                    <a:pt x="106397" y="2728"/>
                  </a:lnTo>
                  <a:lnTo>
                    <a:pt x="106397" y="3167"/>
                  </a:lnTo>
                  <a:lnTo>
                    <a:pt x="105237" y="3167"/>
                  </a:lnTo>
                  <a:lnTo>
                    <a:pt x="105237" y="1615"/>
                  </a:lnTo>
                  <a:lnTo>
                    <a:pt x="103921" y="1615"/>
                  </a:lnTo>
                  <a:lnTo>
                    <a:pt x="103921" y="3167"/>
                  </a:lnTo>
                  <a:lnTo>
                    <a:pt x="100112" y="3167"/>
                  </a:lnTo>
                  <a:lnTo>
                    <a:pt x="100112" y="1521"/>
                  </a:lnTo>
                  <a:cubicBezTo>
                    <a:pt x="100112" y="675"/>
                    <a:pt x="99438" y="1"/>
                    <a:pt x="98591" y="1"/>
                  </a:cubicBezTo>
                  <a:lnTo>
                    <a:pt x="98591" y="1"/>
                  </a:lnTo>
                  <a:lnTo>
                    <a:pt x="88403" y="1"/>
                  </a:lnTo>
                  <a:cubicBezTo>
                    <a:pt x="87870" y="1"/>
                    <a:pt x="87431" y="440"/>
                    <a:pt x="87463" y="988"/>
                  </a:cubicBezTo>
                  <a:lnTo>
                    <a:pt x="87463" y="988"/>
                  </a:lnTo>
                  <a:cubicBezTo>
                    <a:pt x="87494" y="1490"/>
                    <a:pt x="87949" y="1882"/>
                    <a:pt x="88466" y="1882"/>
                  </a:cubicBezTo>
                  <a:lnTo>
                    <a:pt x="88466" y="1882"/>
                  </a:lnTo>
                  <a:lnTo>
                    <a:pt x="92149" y="1882"/>
                  </a:lnTo>
                  <a:cubicBezTo>
                    <a:pt x="92964" y="1882"/>
                    <a:pt x="93638" y="2540"/>
                    <a:pt x="93638" y="3355"/>
                  </a:cubicBezTo>
                  <a:lnTo>
                    <a:pt x="93638" y="3355"/>
                  </a:lnTo>
                  <a:lnTo>
                    <a:pt x="93638" y="5785"/>
                  </a:lnTo>
                  <a:cubicBezTo>
                    <a:pt x="93638" y="5988"/>
                    <a:pt x="93466" y="6161"/>
                    <a:pt x="93247" y="6161"/>
                  </a:cubicBezTo>
                  <a:lnTo>
                    <a:pt x="93247" y="6161"/>
                  </a:lnTo>
                  <a:lnTo>
                    <a:pt x="88293" y="6161"/>
                  </a:lnTo>
                  <a:cubicBezTo>
                    <a:pt x="87839" y="6161"/>
                    <a:pt x="87463" y="6537"/>
                    <a:pt x="87463" y="6992"/>
                  </a:cubicBezTo>
                  <a:lnTo>
                    <a:pt x="87463" y="6992"/>
                  </a:lnTo>
                  <a:lnTo>
                    <a:pt x="87463" y="9468"/>
                  </a:lnTo>
                  <a:cubicBezTo>
                    <a:pt x="87463" y="10299"/>
                    <a:pt x="87823" y="11036"/>
                    <a:pt x="88403" y="11537"/>
                  </a:cubicBezTo>
                  <a:lnTo>
                    <a:pt x="88403" y="11537"/>
                  </a:lnTo>
                  <a:cubicBezTo>
                    <a:pt x="88388" y="11615"/>
                    <a:pt x="88388" y="11678"/>
                    <a:pt x="88372" y="11741"/>
                  </a:cubicBezTo>
                  <a:lnTo>
                    <a:pt x="88372" y="11741"/>
                  </a:lnTo>
                  <a:lnTo>
                    <a:pt x="85221" y="11741"/>
                  </a:lnTo>
                  <a:lnTo>
                    <a:pt x="85221" y="3512"/>
                  </a:lnTo>
                  <a:cubicBezTo>
                    <a:pt x="85221" y="2430"/>
                    <a:pt x="84359" y="1553"/>
                    <a:pt x="83278" y="1553"/>
                  </a:cubicBezTo>
                  <a:lnTo>
                    <a:pt x="83278" y="1553"/>
                  </a:lnTo>
                  <a:lnTo>
                    <a:pt x="46083" y="1553"/>
                  </a:lnTo>
                  <a:cubicBezTo>
                    <a:pt x="45017" y="1553"/>
                    <a:pt x="44139" y="2430"/>
                    <a:pt x="44139" y="3512"/>
                  </a:cubicBezTo>
                  <a:lnTo>
                    <a:pt x="44139" y="3512"/>
                  </a:lnTo>
                  <a:lnTo>
                    <a:pt x="44139" y="10330"/>
                  </a:lnTo>
                  <a:lnTo>
                    <a:pt x="42211" y="10330"/>
                  </a:lnTo>
                  <a:lnTo>
                    <a:pt x="42211" y="3512"/>
                  </a:lnTo>
                  <a:cubicBezTo>
                    <a:pt x="42211" y="2430"/>
                    <a:pt x="41333" y="1553"/>
                    <a:pt x="40267" y="1553"/>
                  </a:cubicBezTo>
                  <a:lnTo>
                    <a:pt x="40267" y="1553"/>
                  </a:lnTo>
                  <a:lnTo>
                    <a:pt x="3072" y="1553"/>
                  </a:lnTo>
                  <a:cubicBezTo>
                    <a:pt x="2006" y="1553"/>
                    <a:pt x="1129" y="2430"/>
                    <a:pt x="1129" y="3512"/>
                  </a:cubicBezTo>
                  <a:lnTo>
                    <a:pt x="1129" y="3512"/>
                  </a:lnTo>
                  <a:lnTo>
                    <a:pt x="1129" y="10330"/>
                  </a:lnTo>
                  <a:lnTo>
                    <a:pt x="0" y="10330"/>
                  </a:lnTo>
                  <a:lnTo>
                    <a:pt x="0" y="11130"/>
                  </a:lnTo>
                  <a:lnTo>
                    <a:pt x="1129" y="11130"/>
                  </a:lnTo>
                  <a:lnTo>
                    <a:pt x="1129" y="12650"/>
                  </a:lnTo>
                  <a:lnTo>
                    <a:pt x="1865" y="12650"/>
                  </a:lnTo>
                  <a:cubicBezTo>
                    <a:pt x="1865" y="13481"/>
                    <a:pt x="2555" y="14170"/>
                    <a:pt x="3386" y="14170"/>
                  </a:cubicBezTo>
                  <a:lnTo>
                    <a:pt x="3386" y="14170"/>
                  </a:lnTo>
                  <a:cubicBezTo>
                    <a:pt x="4232" y="14170"/>
                    <a:pt x="4906" y="13481"/>
                    <a:pt x="4906" y="12650"/>
                  </a:cubicBezTo>
                  <a:lnTo>
                    <a:pt x="4906" y="12650"/>
                  </a:lnTo>
                  <a:lnTo>
                    <a:pt x="6113" y="12650"/>
                  </a:lnTo>
                  <a:cubicBezTo>
                    <a:pt x="6113" y="13481"/>
                    <a:pt x="6803" y="14170"/>
                    <a:pt x="7633" y="14170"/>
                  </a:cubicBezTo>
                  <a:lnTo>
                    <a:pt x="7633" y="14170"/>
                  </a:lnTo>
                  <a:cubicBezTo>
                    <a:pt x="8480" y="14170"/>
                    <a:pt x="9154" y="13481"/>
                    <a:pt x="9154" y="12650"/>
                  </a:cubicBezTo>
                  <a:lnTo>
                    <a:pt x="9154" y="12650"/>
                  </a:lnTo>
                  <a:lnTo>
                    <a:pt x="33966" y="12650"/>
                  </a:lnTo>
                  <a:cubicBezTo>
                    <a:pt x="33966" y="13481"/>
                    <a:pt x="34640" y="14170"/>
                    <a:pt x="35487" y="14170"/>
                  </a:cubicBezTo>
                  <a:lnTo>
                    <a:pt x="35487" y="14170"/>
                  </a:lnTo>
                  <a:cubicBezTo>
                    <a:pt x="36317" y="14170"/>
                    <a:pt x="37007" y="13481"/>
                    <a:pt x="37007" y="12650"/>
                  </a:cubicBezTo>
                  <a:lnTo>
                    <a:pt x="37007" y="12650"/>
                  </a:lnTo>
                  <a:lnTo>
                    <a:pt x="38198" y="12650"/>
                  </a:lnTo>
                  <a:cubicBezTo>
                    <a:pt x="38198" y="13481"/>
                    <a:pt x="38888" y="14170"/>
                    <a:pt x="39734" y="14170"/>
                  </a:cubicBezTo>
                  <a:lnTo>
                    <a:pt x="39734" y="14170"/>
                  </a:lnTo>
                  <a:cubicBezTo>
                    <a:pt x="40565" y="14170"/>
                    <a:pt x="41255" y="13481"/>
                    <a:pt x="41255" y="12650"/>
                  </a:cubicBezTo>
                  <a:lnTo>
                    <a:pt x="41255" y="12650"/>
                  </a:lnTo>
                  <a:lnTo>
                    <a:pt x="42211" y="12650"/>
                  </a:lnTo>
                  <a:lnTo>
                    <a:pt x="42211" y="11130"/>
                  </a:lnTo>
                  <a:lnTo>
                    <a:pt x="44139" y="11130"/>
                  </a:lnTo>
                  <a:lnTo>
                    <a:pt x="44139" y="12650"/>
                  </a:lnTo>
                  <a:lnTo>
                    <a:pt x="44876" y="12650"/>
                  </a:lnTo>
                  <a:cubicBezTo>
                    <a:pt x="44876" y="13481"/>
                    <a:pt x="45565" y="14170"/>
                    <a:pt x="46412" y="14170"/>
                  </a:cubicBezTo>
                  <a:lnTo>
                    <a:pt x="46412" y="14170"/>
                  </a:lnTo>
                  <a:cubicBezTo>
                    <a:pt x="47242" y="14170"/>
                    <a:pt x="47932" y="13481"/>
                    <a:pt x="47932" y="12650"/>
                  </a:cubicBezTo>
                  <a:lnTo>
                    <a:pt x="47932" y="12650"/>
                  </a:lnTo>
                  <a:lnTo>
                    <a:pt x="49123" y="12650"/>
                  </a:lnTo>
                  <a:cubicBezTo>
                    <a:pt x="49123" y="13481"/>
                    <a:pt x="49813" y="14170"/>
                    <a:pt x="50644" y="14170"/>
                  </a:cubicBezTo>
                  <a:lnTo>
                    <a:pt x="50644" y="14170"/>
                  </a:lnTo>
                  <a:cubicBezTo>
                    <a:pt x="51490" y="14170"/>
                    <a:pt x="52164" y="13481"/>
                    <a:pt x="52164" y="12650"/>
                  </a:cubicBezTo>
                  <a:lnTo>
                    <a:pt x="52164" y="12650"/>
                  </a:lnTo>
                  <a:lnTo>
                    <a:pt x="76977" y="12650"/>
                  </a:lnTo>
                  <a:cubicBezTo>
                    <a:pt x="76977" y="13481"/>
                    <a:pt x="77651" y="14170"/>
                    <a:pt x="78497" y="14170"/>
                  </a:cubicBezTo>
                  <a:lnTo>
                    <a:pt x="78497" y="14170"/>
                  </a:lnTo>
                  <a:cubicBezTo>
                    <a:pt x="79343" y="14170"/>
                    <a:pt x="80017" y="13481"/>
                    <a:pt x="80017" y="12650"/>
                  </a:cubicBezTo>
                  <a:lnTo>
                    <a:pt x="80017" y="12650"/>
                  </a:lnTo>
                  <a:lnTo>
                    <a:pt x="81224" y="12650"/>
                  </a:lnTo>
                  <a:cubicBezTo>
                    <a:pt x="81224" y="13481"/>
                    <a:pt x="81898" y="14170"/>
                    <a:pt x="82745" y="14170"/>
                  </a:cubicBezTo>
                  <a:lnTo>
                    <a:pt x="82745" y="14170"/>
                  </a:lnTo>
                  <a:cubicBezTo>
                    <a:pt x="83575" y="14170"/>
                    <a:pt x="84265" y="13481"/>
                    <a:pt x="84265" y="12650"/>
                  </a:cubicBezTo>
                  <a:lnTo>
                    <a:pt x="84265" y="12650"/>
                  </a:lnTo>
                  <a:lnTo>
                    <a:pt x="88497" y="12650"/>
                  </a:lnTo>
                  <a:cubicBezTo>
                    <a:pt x="88811" y="13528"/>
                    <a:pt x="89657" y="14170"/>
                    <a:pt x="90645" y="14170"/>
                  </a:cubicBezTo>
                  <a:lnTo>
                    <a:pt x="90645" y="14170"/>
                  </a:lnTo>
                  <a:cubicBezTo>
                    <a:pt x="91789" y="14170"/>
                    <a:pt x="92729" y="13340"/>
                    <a:pt x="92902" y="12258"/>
                  </a:cubicBezTo>
                  <a:lnTo>
                    <a:pt x="92902" y="12258"/>
                  </a:lnTo>
                  <a:lnTo>
                    <a:pt x="94939" y="12258"/>
                  </a:lnTo>
                  <a:cubicBezTo>
                    <a:pt x="95174" y="13340"/>
                    <a:pt x="96146" y="14170"/>
                    <a:pt x="97322" y="14170"/>
                  </a:cubicBezTo>
                  <a:lnTo>
                    <a:pt x="97322" y="14170"/>
                  </a:lnTo>
                  <a:cubicBezTo>
                    <a:pt x="98482" y="14170"/>
                    <a:pt x="99454" y="13340"/>
                    <a:pt x="99704" y="12258"/>
                  </a:cubicBezTo>
                  <a:lnTo>
                    <a:pt x="99704" y="12258"/>
                  </a:lnTo>
                  <a:lnTo>
                    <a:pt x="100535" y="12258"/>
                  </a:lnTo>
                  <a:cubicBezTo>
                    <a:pt x="100770" y="13340"/>
                    <a:pt x="101758" y="14170"/>
                    <a:pt x="102918" y="14170"/>
                  </a:cubicBezTo>
                  <a:lnTo>
                    <a:pt x="102918" y="14170"/>
                  </a:lnTo>
                  <a:cubicBezTo>
                    <a:pt x="104093" y="14170"/>
                    <a:pt x="105065" y="13340"/>
                    <a:pt x="105300" y="12258"/>
                  </a:cubicBezTo>
                  <a:lnTo>
                    <a:pt x="105300" y="12258"/>
                  </a:lnTo>
                  <a:lnTo>
                    <a:pt x="106601" y="12258"/>
                  </a:lnTo>
                  <a:cubicBezTo>
                    <a:pt x="106836" y="13340"/>
                    <a:pt x="107808" y="14170"/>
                    <a:pt x="108984" y="14170"/>
                  </a:cubicBezTo>
                  <a:lnTo>
                    <a:pt x="108984" y="14170"/>
                  </a:lnTo>
                  <a:cubicBezTo>
                    <a:pt x="110143" y="14170"/>
                    <a:pt x="111115" y="13340"/>
                    <a:pt x="111366" y="12258"/>
                  </a:cubicBezTo>
                  <a:lnTo>
                    <a:pt x="111366" y="12258"/>
                  </a:lnTo>
                  <a:lnTo>
                    <a:pt x="112197" y="12258"/>
                  </a:lnTo>
                  <a:cubicBezTo>
                    <a:pt x="112448" y="13340"/>
                    <a:pt x="113419" y="14170"/>
                    <a:pt x="114579" y="14170"/>
                  </a:cubicBezTo>
                  <a:lnTo>
                    <a:pt x="114579" y="14170"/>
                  </a:lnTo>
                  <a:cubicBezTo>
                    <a:pt x="115755" y="14170"/>
                    <a:pt x="116727" y="13340"/>
                    <a:pt x="116962" y="12258"/>
                  </a:cubicBezTo>
                  <a:lnTo>
                    <a:pt x="116962" y="12258"/>
                  </a:lnTo>
                  <a:lnTo>
                    <a:pt x="117244" y="12258"/>
                  </a:lnTo>
                  <a:cubicBezTo>
                    <a:pt x="117056" y="12525"/>
                    <a:pt x="116977" y="12854"/>
                    <a:pt x="117056" y="13230"/>
                  </a:cubicBezTo>
                  <a:lnTo>
                    <a:pt x="117056" y="13230"/>
                  </a:lnTo>
                  <a:cubicBezTo>
                    <a:pt x="117166" y="13684"/>
                    <a:pt x="117542" y="14061"/>
                    <a:pt x="118012" y="14139"/>
                  </a:cubicBezTo>
                  <a:lnTo>
                    <a:pt x="118012" y="14139"/>
                  </a:lnTo>
                  <a:cubicBezTo>
                    <a:pt x="118655" y="14264"/>
                    <a:pt x="119219" y="13888"/>
                    <a:pt x="119391" y="13324"/>
                  </a:cubicBezTo>
                  <a:lnTo>
                    <a:pt x="119391" y="13324"/>
                  </a:lnTo>
                  <a:cubicBezTo>
                    <a:pt x="122369" y="13308"/>
                    <a:pt x="123028" y="12556"/>
                    <a:pt x="123028" y="12556"/>
                  </a:cubicBezTo>
                  <a:lnTo>
                    <a:pt x="123028" y="12556"/>
                  </a:lnTo>
                  <a:lnTo>
                    <a:pt x="119783" y="9108"/>
                  </a:lnTo>
                  <a:lnTo>
                    <a:pt x="118749" y="9108"/>
                  </a:lnTo>
                  <a:cubicBezTo>
                    <a:pt x="120128" y="8841"/>
                    <a:pt x="121178" y="7619"/>
                    <a:pt x="121178" y="6161"/>
                  </a:cubicBezTo>
                  <a:lnTo>
                    <a:pt x="121178" y="6161"/>
                  </a:lnTo>
                  <a:cubicBezTo>
                    <a:pt x="121178" y="5330"/>
                    <a:pt x="120849" y="4578"/>
                    <a:pt x="120300" y="4045"/>
                  </a:cubicBezTo>
                  <a:lnTo>
                    <a:pt x="120300" y="4045"/>
                  </a:lnTo>
                  <a:cubicBezTo>
                    <a:pt x="119752" y="3496"/>
                    <a:pt x="118999" y="3167"/>
                    <a:pt x="118184" y="3167"/>
                  </a:cubicBezTo>
                  <a:lnTo>
                    <a:pt x="118184" y="3167"/>
                  </a:lnTo>
                  <a:lnTo>
                    <a:pt x="116068" y="3167"/>
                  </a:lnTo>
                  <a:lnTo>
                    <a:pt x="116068" y="1239"/>
                  </a:lnTo>
                  <a:lnTo>
                    <a:pt x="116601" y="1239"/>
                  </a:lnTo>
                  <a:lnTo>
                    <a:pt x="116601" y="1"/>
                  </a:lnTo>
                  <a:close/>
                  <a:moveTo>
                    <a:pt x="58214" y="11130"/>
                  </a:moveTo>
                  <a:lnTo>
                    <a:pt x="71146" y="11130"/>
                  </a:lnTo>
                  <a:lnTo>
                    <a:pt x="71146" y="11741"/>
                  </a:lnTo>
                  <a:lnTo>
                    <a:pt x="58214" y="11741"/>
                  </a:lnTo>
                  <a:close/>
                  <a:moveTo>
                    <a:pt x="15204" y="11130"/>
                  </a:moveTo>
                  <a:lnTo>
                    <a:pt x="28135" y="11130"/>
                  </a:lnTo>
                  <a:lnTo>
                    <a:pt x="28135" y="11741"/>
                  </a:lnTo>
                  <a:lnTo>
                    <a:pt x="15204" y="11741"/>
                  </a:lnTo>
                  <a:close/>
                </a:path>
              </a:pathLst>
            </a:custGeom>
            <a:solidFill>
              <a:srgbClr val="0913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6" name="Google Shape;1119;p30">
              <a:extLst>
                <a:ext uri="{FF2B5EF4-FFF2-40B4-BE49-F238E27FC236}">
                  <a16:creationId xmlns:a16="http://schemas.microsoft.com/office/drawing/2014/main" id="{10368EF2-FEA5-0E57-1760-8662F20CDB5B}"/>
                </a:ext>
              </a:extLst>
            </p:cNvPr>
            <p:cNvSpPr/>
            <p:nvPr/>
          </p:nvSpPr>
          <p:spPr>
            <a:xfrm>
              <a:off x="6345450" y="3293600"/>
              <a:ext cx="84275" cy="84275"/>
            </a:xfrm>
            <a:custGeom>
              <a:avLst/>
              <a:gdLst/>
              <a:ahLst/>
              <a:cxnLst/>
              <a:rect l="l" t="t" r="r" b="b"/>
              <a:pathLst>
                <a:path w="3371" h="3371" extrusionOk="0">
                  <a:moveTo>
                    <a:pt x="1050" y="0"/>
                  </a:moveTo>
                  <a:cubicBezTo>
                    <a:pt x="470" y="0"/>
                    <a:pt x="0" y="470"/>
                    <a:pt x="0" y="1050"/>
                  </a:cubicBezTo>
                  <a:lnTo>
                    <a:pt x="0" y="2320"/>
                  </a:lnTo>
                  <a:cubicBezTo>
                    <a:pt x="0" y="2900"/>
                    <a:pt x="470" y="3370"/>
                    <a:pt x="1050" y="3370"/>
                  </a:cubicBezTo>
                  <a:lnTo>
                    <a:pt x="2320" y="3370"/>
                  </a:lnTo>
                  <a:cubicBezTo>
                    <a:pt x="2900" y="3370"/>
                    <a:pt x="3370" y="2900"/>
                    <a:pt x="3370" y="2320"/>
                  </a:cubicBezTo>
                  <a:lnTo>
                    <a:pt x="3370" y="1050"/>
                  </a:lnTo>
                  <a:cubicBezTo>
                    <a:pt x="3370" y="470"/>
                    <a:pt x="2900" y="0"/>
                    <a:pt x="232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1120;p30">
              <a:extLst>
                <a:ext uri="{FF2B5EF4-FFF2-40B4-BE49-F238E27FC236}">
                  <a16:creationId xmlns:a16="http://schemas.microsoft.com/office/drawing/2014/main" id="{F56CAABB-7CB8-E8FA-2FB4-91F2135669B0}"/>
                </a:ext>
              </a:extLst>
            </p:cNvPr>
            <p:cNvSpPr/>
            <p:nvPr/>
          </p:nvSpPr>
          <p:spPr>
            <a:xfrm>
              <a:off x="5924600" y="3351575"/>
              <a:ext cx="74475" cy="70575"/>
            </a:xfrm>
            <a:custGeom>
              <a:avLst/>
              <a:gdLst/>
              <a:ahLst/>
              <a:cxnLst/>
              <a:rect l="l" t="t" r="r" b="b"/>
              <a:pathLst>
                <a:path w="2979" h="2823" extrusionOk="0">
                  <a:moveTo>
                    <a:pt x="1050" y="1"/>
                  </a:moveTo>
                  <a:cubicBezTo>
                    <a:pt x="470" y="1"/>
                    <a:pt x="0" y="471"/>
                    <a:pt x="0" y="1051"/>
                  </a:cubicBezTo>
                  <a:lnTo>
                    <a:pt x="0" y="1788"/>
                  </a:lnTo>
                  <a:cubicBezTo>
                    <a:pt x="0" y="2368"/>
                    <a:pt x="470" y="2822"/>
                    <a:pt x="1050" y="2822"/>
                  </a:cubicBezTo>
                  <a:lnTo>
                    <a:pt x="1944" y="2822"/>
                  </a:lnTo>
                  <a:cubicBezTo>
                    <a:pt x="2508" y="2822"/>
                    <a:pt x="2978" y="2368"/>
                    <a:pt x="2978" y="1788"/>
                  </a:cubicBezTo>
                  <a:lnTo>
                    <a:pt x="2978" y="1051"/>
                  </a:lnTo>
                  <a:cubicBezTo>
                    <a:pt x="2978" y="471"/>
                    <a:pt x="2508"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1121;p30">
              <a:extLst>
                <a:ext uri="{FF2B5EF4-FFF2-40B4-BE49-F238E27FC236}">
                  <a16:creationId xmlns:a16="http://schemas.microsoft.com/office/drawing/2014/main" id="{C343B642-8B6B-0F0C-994D-576085753168}"/>
                </a:ext>
              </a:extLst>
            </p:cNvPr>
            <p:cNvSpPr/>
            <p:nvPr/>
          </p:nvSpPr>
          <p:spPr>
            <a:xfrm>
              <a:off x="5812125" y="3351575"/>
              <a:ext cx="74475" cy="70575"/>
            </a:xfrm>
            <a:custGeom>
              <a:avLst/>
              <a:gdLst/>
              <a:ahLst/>
              <a:cxnLst/>
              <a:rect l="l" t="t" r="r" b="b"/>
              <a:pathLst>
                <a:path w="2979" h="2823" extrusionOk="0">
                  <a:moveTo>
                    <a:pt x="1035" y="1"/>
                  </a:moveTo>
                  <a:cubicBezTo>
                    <a:pt x="455" y="1"/>
                    <a:pt x="0" y="471"/>
                    <a:pt x="0" y="1051"/>
                  </a:cubicBezTo>
                  <a:lnTo>
                    <a:pt x="0" y="1788"/>
                  </a:lnTo>
                  <a:cubicBezTo>
                    <a:pt x="0" y="2368"/>
                    <a:pt x="455" y="2822"/>
                    <a:pt x="1035" y="2822"/>
                  </a:cubicBezTo>
                  <a:lnTo>
                    <a:pt x="1928" y="2822"/>
                  </a:lnTo>
                  <a:cubicBezTo>
                    <a:pt x="2508" y="2822"/>
                    <a:pt x="2979" y="2368"/>
                    <a:pt x="2979" y="1788"/>
                  </a:cubicBezTo>
                  <a:lnTo>
                    <a:pt x="2979" y="1051"/>
                  </a:lnTo>
                  <a:cubicBezTo>
                    <a:pt x="2979" y="471"/>
                    <a:pt x="2508" y="1"/>
                    <a:pt x="192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1122;p30">
              <a:extLst>
                <a:ext uri="{FF2B5EF4-FFF2-40B4-BE49-F238E27FC236}">
                  <a16:creationId xmlns:a16="http://schemas.microsoft.com/office/drawing/2014/main" id="{59ACB365-CC84-3DC0-12DD-A09997BC5CA7}"/>
                </a:ext>
              </a:extLst>
            </p:cNvPr>
            <p:cNvSpPr/>
            <p:nvPr/>
          </p:nvSpPr>
          <p:spPr>
            <a:xfrm>
              <a:off x="5703575" y="3351575"/>
              <a:ext cx="74475" cy="70575"/>
            </a:xfrm>
            <a:custGeom>
              <a:avLst/>
              <a:gdLst/>
              <a:ahLst/>
              <a:cxnLst/>
              <a:rect l="l" t="t" r="r" b="b"/>
              <a:pathLst>
                <a:path w="2979" h="2823" extrusionOk="0">
                  <a:moveTo>
                    <a:pt x="1051" y="1"/>
                  </a:moveTo>
                  <a:cubicBezTo>
                    <a:pt x="471" y="1"/>
                    <a:pt x="1" y="471"/>
                    <a:pt x="1" y="1051"/>
                  </a:cubicBezTo>
                  <a:lnTo>
                    <a:pt x="1" y="1788"/>
                  </a:lnTo>
                  <a:cubicBezTo>
                    <a:pt x="1" y="2368"/>
                    <a:pt x="471" y="2822"/>
                    <a:pt x="1051" y="2822"/>
                  </a:cubicBezTo>
                  <a:lnTo>
                    <a:pt x="1944" y="2822"/>
                  </a:lnTo>
                  <a:cubicBezTo>
                    <a:pt x="2524" y="2822"/>
                    <a:pt x="2979" y="2368"/>
                    <a:pt x="2979" y="1788"/>
                  </a:cubicBezTo>
                  <a:lnTo>
                    <a:pt x="2979" y="1051"/>
                  </a:lnTo>
                  <a:cubicBezTo>
                    <a:pt x="2979"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123;p30">
              <a:extLst>
                <a:ext uri="{FF2B5EF4-FFF2-40B4-BE49-F238E27FC236}">
                  <a16:creationId xmlns:a16="http://schemas.microsoft.com/office/drawing/2014/main" id="{519AEB82-4C55-050F-6F36-88F201B8310E}"/>
                </a:ext>
              </a:extLst>
            </p:cNvPr>
            <p:cNvSpPr/>
            <p:nvPr/>
          </p:nvSpPr>
          <p:spPr>
            <a:xfrm>
              <a:off x="5595425" y="3351575"/>
              <a:ext cx="74475" cy="70575"/>
            </a:xfrm>
            <a:custGeom>
              <a:avLst/>
              <a:gdLst/>
              <a:ahLst/>
              <a:cxnLst/>
              <a:rect l="l" t="t" r="r" b="b"/>
              <a:pathLst>
                <a:path w="2979" h="2823" extrusionOk="0">
                  <a:moveTo>
                    <a:pt x="1035" y="1"/>
                  </a:moveTo>
                  <a:cubicBezTo>
                    <a:pt x="455" y="1"/>
                    <a:pt x="1" y="471"/>
                    <a:pt x="1" y="1051"/>
                  </a:cubicBezTo>
                  <a:lnTo>
                    <a:pt x="1" y="1788"/>
                  </a:lnTo>
                  <a:cubicBezTo>
                    <a:pt x="1" y="2368"/>
                    <a:pt x="455" y="2822"/>
                    <a:pt x="1035" y="2822"/>
                  </a:cubicBezTo>
                  <a:lnTo>
                    <a:pt x="1929" y="2822"/>
                  </a:lnTo>
                  <a:cubicBezTo>
                    <a:pt x="2508" y="2822"/>
                    <a:pt x="2979" y="2368"/>
                    <a:pt x="2979" y="1788"/>
                  </a:cubicBezTo>
                  <a:lnTo>
                    <a:pt x="2979" y="1051"/>
                  </a:lnTo>
                  <a:cubicBezTo>
                    <a:pt x="2979" y="471"/>
                    <a:pt x="2508" y="1"/>
                    <a:pt x="19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124;p30">
              <a:extLst>
                <a:ext uri="{FF2B5EF4-FFF2-40B4-BE49-F238E27FC236}">
                  <a16:creationId xmlns:a16="http://schemas.microsoft.com/office/drawing/2014/main" id="{98F2C447-2DD5-DBCB-394D-A997A508A2BB}"/>
                </a:ext>
              </a:extLst>
            </p:cNvPr>
            <p:cNvSpPr/>
            <p:nvPr/>
          </p:nvSpPr>
          <p:spPr>
            <a:xfrm>
              <a:off x="5486875" y="3351575"/>
              <a:ext cx="74475" cy="70575"/>
            </a:xfrm>
            <a:custGeom>
              <a:avLst/>
              <a:gdLst/>
              <a:ahLst/>
              <a:cxnLst/>
              <a:rect l="l" t="t" r="r" b="b"/>
              <a:pathLst>
                <a:path w="2979" h="2823" extrusionOk="0">
                  <a:moveTo>
                    <a:pt x="1051" y="1"/>
                  </a:moveTo>
                  <a:cubicBezTo>
                    <a:pt x="471" y="1"/>
                    <a:pt x="1" y="471"/>
                    <a:pt x="1" y="1051"/>
                  </a:cubicBezTo>
                  <a:lnTo>
                    <a:pt x="1" y="1788"/>
                  </a:lnTo>
                  <a:cubicBezTo>
                    <a:pt x="1" y="2368"/>
                    <a:pt x="471" y="2822"/>
                    <a:pt x="1051" y="2822"/>
                  </a:cubicBezTo>
                  <a:lnTo>
                    <a:pt x="1944" y="2822"/>
                  </a:lnTo>
                  <a:cubicBezTo>
                    <a:pt x="2509" y="2822"/>
                    <a:pt x="2979" y="2368"/>
                    <a:pt x="2979" y="1788"/>
                  </a:cubicBezTo>
                  <a:lnTo>
                    <a:pt x="2979" y="1051"/>
                  </a:lnTo>
                  <a:cubicBezTo>
                    <a:pt x="2979" y="471"/>
                    <a:pt x="2509"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125;p30">
              <a:extLst>
                <a:ext uri="{FF2B5EF4-FFF2-40B4-BE49-F238E27FC236}">
                  <a16:creationId xmlns:a16="http://schemas.microsoft.com/office/drawing/2014/main" id="{F328EDF1-32B6-5C9F-7F4A-26E51D40B170}"/>
                </a:ext>
              </a:extLst>
            </p:cNvPr>
            <p:cNvSpPr/>
            <p:nvPr/>
          </p:nvSpPr>
          <p:spPr>
            <a:xfrm>
              <a:off x="5378350" y="3351575"/>
              <a:ext cx="74850" cy="70575"/>
            </a:xfrm>
            <a:custGeom>
              <a:avLst/>
              <a:gdLst/>
              <a:ahLst/>
              <a:cxnLst/>
              <a:rect l="l" t="t" r="r" b="b"/>
              <a:pathLst>
                <a:path w="2994" h="2823" extrusionOk="0">
                  <a:moveTo>
                    <a:pt x="1050" y="1"/>
                  </a:moveTo>
                  <a:cubicBezTo>
                    <a:pt x="470" y="1"/>
                    <a:pt x="0" y="471"/>
                    <a:pt x="0" y="1051"/>
                  </a:cubicBezTo>
                  <a:lnTo>
                    <a:pt x="0" y="1788"/>
                  </a:lnTo>
                  <a:cubicBezTo>
                    <a:pt x="0" y="2368"/>
                    <a:pt x="470" y="2822"/>
                    <a:pt x="1050"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126;p30">
              <a:extLst>
                <a:ext uri="{FF2B5EF4-FFF2-40B4-BE49-F238E27FC236}">
                  <a16:creationId xmlns:a16="http://schemas.microsoft.com/office/drawing/2014/main" id="{0ECBE1C0-CE0B-BF76-4BD8-B22CC9328352}"/>
                </a:ext>
              </a:extLst>
            </p:cNvPr>
            <p:cNvSpPr/>
            <p:nvPr/>
          </p:nvSpPr>
          <p:spPr>
            <a:xfrm>
              <a:off x="5270175" y="3351575"/>
              <a:ext cx="74500" cy="70575"/>
            </a:xfrm>
            <a:custGeom>
              <a:avLst/>
              <a:gdLst/>
              <a:ahLst/>
              <a:cxnLst/>
              <a:rect l="l" t="t" r="r" b="b"/>
              <a:pathLst>
                <a:path w="2980" h="2823" extrusionOk="0">
                  <a:moveTo>
                    <a:pt x="1051" y="1"/>
                  </a:moveTo>
                  <a:cubicBezTo>
                    <a:pt x="471" y="1"/>
                    <a:pt x="1" y="471"/>
                    <a:pt x="1" y="1051"/>
                  </a:cubicBezTo>
                  <a:lnTo>
                    <a:pt x="1" y="1788"/>
                  </a:lnTo>
                  <a:cubicBezTo>
                    <a:pt x="1" y="2368"/>
                    <a:pt x="471" y="2822"/>
                    <a:pt x="1051" y="2822"/>
                  </a:cubicBezTo>
                  <a:lnTo>
                    <a:pt x="1945" y="2822"/>
                  </a:lnTo>
                  <a:cubicBezTo>
                    <a:pt x="2509" y="2822"/>
                    <a:pt x="2979" y="2368"/>
                    <a:pt x="2979" y="1788"/>
                  </a:cubicBezTo>
                  <a:lnTo>
                    <a:pt x="2979" y="1051"/>
                  </a:lnTo>
                  <a:cubicBezTo>
                    <a:pt x="2979" y="471"/>
                    <a:pt x="2509" y="1"/>
                    <a:pt x="194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127;p30">
              <a:extLst>
                <a:ext uri="{FF2B5EF4-FFF2-40B4-BE49-F238E27FC236}">
                  <a16:creationId xmlns:a16="http://schemas.microsoft.com/office/drawing/2014/main" id="{6C1507D3-FC6D-0738-C6F5-23484DFBA441}"/>
                </a:ext>
              </a:extLst>
            </p:cNvPr>
            <p:cNvSpPr/>
            <p:nvPr/>
          </p:nvSpPr>
          <p:spPr>
            <a:xfrm>
              <a:off x="5161650" y="3351575"/>
              <a:ext cx="74850" cy="70575"/>
            </a:xfrm>
            <a:custGeom>
              <a:avLst/>
              <a:gdLst/>
              <a:ahLst/>
              <a:cxnLst/>
              <a:rect l="l" t="t" r="r" b="b"/>
              <a:pathLst>
                <a:path w="2994" h="2823" extrusionOk="0">
                  <a:moveTo>
                    <a:pt x="1050" y="1"/>
                  </a:moveTo>
                  <a:cubicBezTo>
                    <a:pt x="470" y="1"/>
                    <a:pt x="0" y="471"/>
                    <a:pt x="0" y="1051"/>
                  </a:cubicBezTo>
                  <a:lnTo>
                    <a:pt x="0" y="1788"/>
                  </a:lnTo>
                  <a:cubicBezTo>
                    <a:pt x="0" y="2368"/>
                    <a:pt x="470" y="2822"/>
                    <a:pt x="1050"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128;p30">
              <a:extLst>
                <a:ext uri="{FF2B5EF4-FFF2-40B4-BE49-F238E27FC236}">
                  <a16:creationId xmlns:a16="http://schemas.microsoft.com/office/drawing/2014/main" id="{04793CD7-0601-BFA2-EC26-AE49EC5928D0}"/>
                </a:ext>
              </a:extLst>
            </p:cNvPr>
            <p:cNvSpPr/>
            <p:nvPr/>
          </p:nvSpPr>
          <p:spPr>
            <a:xfrm>
              <a:off x="4849325" y="3351575"/>
              <a:ext cx="74475" cy="70575"/>
            </a:xfrm>
            <a:custGeom>
              <a:avLst/>
              <a:gdLst/>
              <a:ahLst/>
              <a:cxnLst/>
              <a:rect l="l" t="t" r="r" b="b"/>
              <a:pathLst>
                <a:path w="2979" h="2823" extrusionOk="0">
                  <a:moveTo>
                    <a:pt x="1035" y="1"/>
                  </a:moveTo>
                  <a:cubicBezTo>
                    <a:pt x="471" y="1"/>
                    <a:pt x="1" y="471"/>
                    <a:pt x="1" y="1051"/>
                  </a:cubicBezTo>
                  <a:lnTo>
                    <a:pt x="1" y="1788"/>
                  </a:lnTo>
                  <a:cubicBezTo>
                    <a:pt x="1" y="2368"/>
                    <a:pt x="471" y="2822"/>
                    <a:pt x="1035" y="2822"/>
                  </a:cubicBezTo>
                  <a:lnTo>
                    <a:pt x="1929" y="2822"/>
                  </a:lnTo>
                  <a:cubicBezTo>
                    <a:pt x="2509" y="2822"/>
                    <a:pt x="2979" y="2368"/>
                    <a:pt x="2979" y="1788"/>
                  </a:cubicBezTo>
                  <a:lnTo>
                    <a:pt x="2979" y="1051"/>
                  </a:lnTo>
                  <a:cubicBezTo>
                    <a:pt x="2979" y="471"/>
                    <a:pt x="2509" y="1"/>
                    <a:pt x="19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129;p30">
              <a:extLst>
                <a:ext uri="{FF2B5EF4-FFF2-40B4-BE49-F238E27FC236}">
                  <a16:creationId xmlns:a16="http://schemas.microsoft.com/office/drawing/2014/main" id="{C74294A8-B9D5-8CB1-682D-15D286F9604A}"/>
                </a:ext>
              </a:extLst>
            </p:cNvPr>
            <p:cNvSpPr/>
            <p:nvPr/>
          </p:nvSpPr>
          <p:spPr>
            <a:xfrm>
              <a:off x="4736475" y="3351575"/>
              <a:ext cx="74875" cy="70575"/>
            </a:xfrm>
            <a:custGeom>
              <a:avLst/>
              <a:gdLst/>
              <a:ahLst/>
              <a:cxnLst/>
              <a:rect l="l" t="t" r="r" b="b"/>
              <a:pathLst>
                <a:path w="2995" h="2823" extrusionOk="0">
                  <a:moveTo>
                    <a:pt x="1051" y="1"/>
                  </a:moveTo>
                  <a:cubicBezTo>
                    <a:pt x="471" y="1"/>
                    <a:pt x="0" y="471"/>
                    <a:pt x="0" y="1051"/>
                  </a:cubicBezTo>
                  <a:lnTo>
                    <a:pt x="0" y="1788"/>
                  </a:lnTo>
                  <a:cubicBezTo>
                    <a:pt x="0" y="2368"/>
                    <a:pt x="471" y="2822"/>
                    <a:pt x="1051"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130;p30">
              <a:extLst>
                <a:ext uri="{FF2B5EF4-FFF2-40B4-BE49-F238E27FC236}">
                  <a16:creationId xmlns:a16="http://schemas.microsoft.com/office/drawing/2014/main" id="{3511A421-8692-52CE-FEF0-E5896B636D5B}"/>
                </a:ext>
              </a:extLst>
            </p:cNvPr>
            <p:cNvSpPr/>
            <p:nvPr/>
          </p:nvSpPr>
          <p:spPr>
            <a:xfrm>
              <a:off x="4628325" y="3351575"/>
              <a:ext cx="74475" cy="70575"/>
            </a:xfrm>
            <a:custGeom>
              <a:avLst/>
              <a:gdLst/>
              <a:ahLst/>
              <a:cxnLst/>
              <a:rect l="l" t="t" r="r" b="b"/>
              <a:pathLst>
                <a:path w="2979" h="2823" extrusionOk="0">
                  <a:moveTo>
                    <a:pt x="1051" y="1"/>
                  </a:moveTo>
                  <a:cubicBezTo>
                    <a:pt x="471" y="1"/>
                    <a:pt x="0" y="471"/>
                    <a:pt x="0" y="1051"/>
                  </a:cubicBezTo>
                  <a:lnTo>
                    <a:pt x="0" y="1788"/>
                  </a:lnTo>
                  <a:cubicBezTo>
                    <a:pt x="0" y="2368"/>
                    <a:pt x="471" y="2822"/>
                    <a:pt x="1051" y="2822"/>
                  </a:cubicBezTo>
                  <a:lnTo>
                    <a:pt x="1944" y="2822"/>
                  </a:lnTo>
                  <a:cubicBezTo>
                    <a:pt x="2508" y="2822"/>
                    <a:pt x="2978" y="2368"/>
                    <a:pt x="2978" y="1788"/>
                  </a:cubicBezTo>
                  <a:lnTo>
                    <a:pt x="2978" y="1051"/>
                  </a:lnTo>
                  <a:cubicBezTo>
                    <a:pt x="2978" y="471"/>
                    <a:pt x="2508"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131;p30">
              <a:extLst>
                <a:ext uri="{FF2B5EF4-FFF2-40B4-BE49-F238E27FC236}">
                  <a16:creationId xmlns:a16="http://schemas.microsoft.com/office/drawing/2014/main" id="{540D14EC-34A7-C31E-40C3-CB2F173F8E9B}"/>
                </a:ext>
              </a:extLst>
            </p:cNvPr>
            <p:cNvSpPr/>
            <p:nvPr/>
          </p:nvSpPr>
          <p:spPr>
            <a:xfrm>
              <a:off x="4519775" y="3351575"/>
              <a:ext cx="74875" cy="70575"/>
            </a:xfrm>
            <a:custGeom>
              <a:avLst/>
              <a:gdLst/>
              <a:ahLst/>
              <a:cxnLst/>
              <a:rect l="l" t="t" r="r" b="b"/>
              <a:pathLst>
                <a:path w="2995" h="2823" extrusionOk="0">
                  <a:moveTo>
                    <a:pt x="1051" y="1"/>
                  </a:moveTo>
                  <a:cubicBezTo>
                    <a:pt x="471" y="1"/>
                    <a:pt x="1" y="471"/>
                    <a:pt x="1" y="1051"/>
                  </a:cubicBezTo>
                  <a:lnTo>
                    <a:pt x="1" y="1788"/>
                  </a:lnTo>
                  <a:cubicBezTo>
                    <a:pt x="1" y="2368"/>
                    <a:pt x="471" y="2822"/>
                    <a:pt x="1051"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132;p30">
              <a:extLst>
                <a:ext uri="{FF2B5EF4-FFF2-40B4-BE49-F238E27FC236}">
                  <a16:creationId xmlns:a16="http://schemas.microsoft.com/office/drawing/2014/main" id="{16A82A2B-EA0A-BDE4-F1F5-36807A01F282}"/>
                </a:ext>
              </a:extLst>
            </p:cNvPr>
            <p:cNvSpPr/>
            <p:nvPr/>
          </p:nvSpPr>
          <p:spPr>
            <a:xfrm>
              <a:off x="4411625" y="3351575"/>
              <a:ext cx="74475" cy="70575"/>
            </a:xfrm>
            <a:custGeom>
              <a:avLst/>
              <a:gdLst/>
              <a:ahLst/>
              <a:cxnLst/>
              <a:rect l="l" t="t" r="r" b="b"/>
              <a:pathLst>
                <a:path w="2979" h="2823" extrusionOk="0">
                  <a:moveTo>
                    <a:pt x="1035" y="1"/>
                  </a:moveTo>
                  <a:cubicBezTo>
                    <a:pt x="471" y="1"/>
                    <a:pt x="0" y="471"/>
                    <a:pt x="0" y="1051"/>
                  </a:cubicBezTo>
                  <a:lnTo>
                    <a:pt x="0" y="1788"/>
                  </a:lnTo>
                  <a:cubicBezTo>
                    <a:pt x="0" y="2368"/>
                    <a:pt x="471" y="2822"/>
                    <a:pt x="1035" y="2822"/>
                  </a:cubicBezTo>
                  <a:lnTo>
                    <a:pt x="1928" y="2822"/>
                  </a:lnTo>
                  <a:cubicBezTo>
                    <a:pt x="2508" y="2822"/>
                    <a:pt x="2979" y="2368"/>
                    <a:pt x="2979" y="1788"/>
                  </a:cubicBezTo>
                  <a:lnTo>
                    <a:pt x="2979" y="1051"/>
                  </a:lnTo>
                  <a:cubicBezTo>
                    <a:pt x="2979" y="471"/>
                    <a:pt x="2508" y="1"/>
                    <a:pt x="192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33;p30">
              <a:extLst>
                <a:ext uri="{FF2B5EF4-FFF2-40B4-BE49-F238E27FC236}">
                  <a16:creationId xmlns:a16="http://schemas.microsoft.com/office/drawing/2014/main" id="{9A17B1FA-4B3F-D9D9-3F80-27AD64E5B946}"/>
                </a:ext>
              </a:extLst>
            </p:cNvPr>
            <p:cNvSpPr/>
            <p:nvPr/>
          </p:nvSpPr>
          <p:spPr>
            <a:xfrm>
              <a:off x="4303075" y="3351575"/>
              <a:ext cx="74875" cy="70575"/>
            </a:xfrm>
            <a:custGeom>
              <a:avLst/>
              <a:gdLst/>
              <a:ahLst/>
              <a:cxnLst/>
              <a:rect l="l" t="t" r="r" b="b"/>
              <a:pathLst>
                <a:path w="2995" h="2823" extrusionOk="0">
                  <a:moveTo>
                    <a:pt x="1051" y="1"/>
                  </a:moveTo>
                  <a:cubicBezTo>
                    <a:pt x="471" y="1"/>
                    <a:pt x="1" y="471"/>
                    <a:pt x="1" y="1051"/>
                  </a:cubicBezTo>
                  <a:lnTo>
                    <a:pt x="1" y="1788"/>
                  </a:lnTo>
                  <a:cubicBezTo>
                    <a:pt x="1" y="2368"/>
                    <a:pt x="471" y="2822"/>
                    <a:pt x="1051"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34;p30">
              <a:extLst>
                <a:ext uri="{FF2B5EF4-FFF2-40B4-BE49-F238E27FC236}">
                  <a16:creationId xmlns:a16="http://schemas.microsoft.com/office/drawing/2014/main" id="{6205D456-9F12-4274-0EF2-0C29AA7996F4}"/>
                </a:ext>
              </a:extLst>
            </p:cNvPr>
            <p:cNvSpPr/>
            <p:nvPr/>
          </p:nvSpPr>
          <p:spPr>
            <a:xfrm>
              <a:off x="4194925" y="3351575"/>
              <a:ext cx="74475" cy="70575"/>
            </a:xfrm>
            <a:custGeom>
              <a:avLst/>
              <a:gdLst/>
              <a:ahLst/>
              <a:cxnLst/>
              <a:rect l="l" t="t" r="r" b="b"/>
              <a:pathLst>
                <a:path w="2979" h="2823" extrusionOk="0">
                  <a:moveTo>
                    <a:pt x="1035" y="1"/>
                  </a:moveTo>
                  <a:cubicBezTo>
                    <a:pt x="471" y="1"/>
                    <a:pt x="1" y="471"/>
                    <a:pt x="1" y="1051"/>
                  </a:cubicBezTo>
                  <a:lnTo>
                    <a:pt x="1" y="1788"/>
                  </a:lnTo>
                  <a:cubicBezTo>
                    <a:pt x="1" y="2368"/>
                    <a:pt x="471" y="2822"/>
                    <a:pt x="1035" y="2822"/>
                  </a:cubicBezTo>
                  <a:lnTo>
                    <a:pt x="1928" y="2822"/>
                  </a:lnTo>
                  <a:cubicBezTo>
                    <a:pt x="2508" y="2822"/>
                    <a:pt x="2979" y="2368"/>
                    <a:pt x="2979" y="1788"/>
                  </a:cubicBezTo>
                  <a:lnTo>
                    <a:pt x="2979" y="1051"/>
                  </a:lnTo>
                  <a:cubicBezTo>
                    <a:pt x="2979" y="471"/>
                    <a:pt x="2508" y="1"/>
                    <a:pt x="192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35;p30">
              <a:extLst>
                <a:ext uri="{FF2B5EF4-FFF2-40B4-BE49-F238E27FC236}">
                  <a16:creationId xmlns:a16="http://schemas.microsoft.com/office/drawing/2014/main" id="{3AF1B2ED-756C-D9C1-B4B7-A97E3045B75F}"/>
                </a:ext>
              </a:extLst>
            </p:cNvPr>
            <p:cNvSpPr/>
            <p:nvPr/>
          </p:nvSpPr>
          <p:spPr>
            <a:xfrm>
              <a:off x="4086375" y="3351575"/>
              <a:ext cx="74875" cy="70575"/>
            </a:xfrm>
            <a:custGeom>
              <a:avLst/>
              <a:gdLst/>
              <a:ahLst/>
              <a:cxnLst/>
              <a:rect l="l" t="t" r="r" b="b"/>
              <a:pathLst>
                <a:path w="2995" h="2823" extrusionOk="0">
                  <a:moveTo>
                    <a:pt x="1051" y="1"/>
                  </a:moveTo>
                  <a:cubicBezTo>
                    <a:pt x="471" y="1"/>
                    <a:pt x="1" y="471"/>
                    <a:pt x="1" y="1051"/>
                  </a:cubicBezTo>
                  <a:lnTo>
                    <a:pt x="1" y="1788"/>
                  </a:lnTo>
                  <a:cubicBezTo>
                    <a:pt x="1" y="2368"/>
                    <a:pt x="471" y="2822"/>
                    <a:pt x="1051" y="2822"/>
                  </a:cubicBezTo>
                  <a:lnTo>
                    <a:pt x="1944" y="2822"/>
                  </a:lnTo>
                  <a:cubicBezTo>
                    <a:pt x="2524" y="2822"/>
                    <a:pt x="2995" y="2368"/>
                    <a:pt x="2995" y="1788"/>
                  </a:cubicBezTo>
                  <a:lnTo>
                    <a:pt x="2995" y="1051"/>
                  </a:lnTo>
                  <a:cubicBezTo>
                    <a:pt x="2995"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6;p30">
              <a:extLst>
                <a:ext uri="{FF2B5EF4-FFF2-40B4-BE49-F238E27FC236}">
                  <a16:creationId xmlns:a16="http://schemas.microsoft.com/office/drawing/2014/main" id="{1253B75C-63F3-D23F-BB57-1CC08015EAAD}"/>
                </a:ext>
              </a:extLst>
            </p:cNvPr>
            <p:cNvSpPr/>
            <p:nvPr/>
          </p:nvSpPr>
          <p:spPr>
            <a:xfrm>
              <a:off x="4570325" y="2631750"/>
              <a:ext cx="2293575" cy="582700"/>
            </a:xfrm>
            <a:custGeom>
              <a:avLst/>
              <a:gdLst/>
              <a:ahLst/>
              <a:cxnLst/>
              <a:rect l="l" t="t" r="r" b="b"/>
              <a:pathLst>
                <a:path w="91743" h="23308" extrusionOk="0">
                  <a:moveTo>
                    <a:pt x="23857" y="188"/>
                  </a:moveTo>
                  <a:cubicBezTo>
                    <a:pt x="21694" y="658"/>
                    <a:pt x="19813" y="1944"/>
                    <a:pt x="17854" y="2947"/>
                  </a:cubicBezTo>
                  <a:lnTo>
                    <a:pt x="17854" y="2947"/>
                  </a:lnTo>
                  <a:cubicBezTo>
                    <a:pt x="15001" y="4420"/>
                    <a:pt x="11835" y="5376"/>
                    <a:pt x="8637" y="5282"/>
                  </a:cubicBezTo>
                  <a:lnTo>
                    <a:pt x="8637" y="5282"/>
                  </a:lnTo>
                  <a:cubicBezTo>
                    <a:pt x="5440" y="5204"/>
                    <a:pt x="2211" y="4013"/>
                    <a:pt x="1" y="1709"/>
                  </a:cubicBezTo>
                  <a:lnTo>
                    <a:pt x="1" y="1709"/>
                  </a:lnTo>
                  <a:cubicBezTo>
                    <a:pt x="251" y="3339"/>
                    <a:pt x="1458" y="4467"/>
                    <a:pt x="2963" y="5173"/>
                  </a:cubicBezTo>
                  <a:lnTo>
                    <a:pt x="2963" y="5173"/>
                  </a:lnTo>
                  <a:cubicBezTo>
                    <a:pt x="6082" y="6615"/>
                    <a:pt x="9672" y="7022"/>
                    <a:pt x="13026" y="6286"/>
                  </a:cubicBezTo>
                  <a:lnTo>
                    <a:pt x="13026" y="6286"/>
                  </a:lnTo>
                  <a:cubicBezTo>
                    <a:pt x="15910" y="5643"/>
                    <a:pt x="18559" y="4232"/>
                    <a:pt x="21365" y="3323"/>
                  </a:cubicBezTo>
                  <a:lnTo>
                    <a:pt x="21365" y="3323"/>
                  </a:lnTo>
                  <a:cubicBezTo>
                    <a:pt x="24170" y="2414"/>
                    <a:pt x="27384" y="2069"/>
                    <a:pt x="29954" y="3511"/>
                  </a:cubicBezTo>
                  <a:lnTo>
                    <a:pt x="29954" y="3511"/>
                  </a:lnTo>
                  <a:cubicBezTo>
                    <a:pt x="31804" y="4546"/>
                    <a:pt x="33058" y="6364"/>
                    <a:pt x="34735" y="7649"/>
                  </a:cubicBezTo>
                  <a:lnTo>
                    <a:pt x="34735" y="7649"/>
                  </a:lnTo>
                  <a:cubicBezTo>
                    <a:pt x="39108" y="11051"/>
                    <a:pt x="45440" y="10330"/>
                    <a:pt x="50629" y="8386"/>
                  </a:cubicBezTo>
                  <a:lnTo>
                    <a:pt x="50629" y="8386"/>
                  </a:lnTo>
                  <a:cubicBezTo>
                    <a:pt x="52274" y="7775"/>
                    <a:pt x="53905" y="7038"/>
                    <a:pt x="55644" y="6803"/>
                  </a:cubicBezTo>
                  <a:lnTo>
                    <a:pt x="55644" y="6803"/>
                  </a:lnTo>
                  <a:cubicBezTo>
                    <a:pt x="57384" y="6552"/>
                    <a:pt x="59312" y="6897"/>
                    <a:pt x="60550" y="8135"/>
                  </a:cubicBezTo>
                  <a:lnTo>
                    <a:pt x="60550" y="8135"/>
                  </a:lnTo>
                  <a:cubicBezTo>
                    <a:pt x="61851" y="9452"/>
                    <a:pt x="62149" y="11489"/>
                    <a:pt x="63340" y="12916"/>
                  </a:cubicBezTo>
                  <a:lnTo>
                    <a:pt x="63340" y="12916"/>
                  </a:lnTo>
                  <a:cubicBezTo>
                    <a:pt x="64516" y="14326"/>
                    <a:pt x="66413" y="14922"/>
                    <a:pt x="68231" y="15126"/>
                  </a:cubicBezTo>
                  <a:lnTo>
                    <a:pt x="68231" y="15126"/>
                  </a:lnTo>
                  <a:cubicBezTo>
                    <a:pt x="73215" y="15690"/>
                    <a:pt x="76648" y="12571"/>
                    <a:pt x="81397" y="12383"/>
                  </a:cubicBezTo>
                  <a:lnTo>
                    <a:pt x="81397" y="12383"/>
                  </a:lnTo>
                  <a:cubicBezTo>
                    <a:pt x="83200" y="12305"/>
                    <a:pt x="85081" y="12712"/>
                    <a:pt x="86476" y="13841"/>
                  </a:cubicBezTo>
                  <a:lnTo>
                    <a:pt x="86476" y="13841"/>
                  </a:lnTo>
                  <a:cubicBezTo>
                    <a:pt x="87479" y="14656"/>
                    <a:pt x="88169" y="15800"/>
                    <a:pt x="88796" y="16944"/>
                  </a:cubicBezTo>
                  <a:lnTo>
                    <a:pt x="88796" y="16944"/>
                  </a:lnTo>
                  <a:cubicBezTo>
                    <a:pt x="89877" y="18935"/>
                    <a:pt x="90833" y="21051"/>
                    <a:pt x="91225" y="23292"/>
                  </a:cubicBezTo>
                  <a:lnTo>
                    <a:pt x="91225" y="23292"/>
                  </a:lnTo>
                  <a:lnTo>
                    <a:pt x="91398" y="23308"/>
                  </a:lnTo>
                  <a:cubicBezTo>
                    <a:pt x="91742" y="20048"/>
                    <a:pt x="91492" y="16631"/>
                    <a:pt x="89940" y="13747"/>
                  </a:cubicBezTo>
                  <a:lnTo>
                    <a:pt x="89940" y="13747"/>
                  </a:lnTo>
                  <a:cubicBezTo>
                    <a:pt x="88388" y="10862"/>
                    <a:pt x="85332" y="8637"/>
                    <a:pt x="82056" y="8746"/>
                  </a:cubicBezTo>
                  <a:lnTo>
                    <a:pt x="82056" y="8746"/>
                  </a:lnTo>
                  <a:cubicBezTo>
                    <a:pt x="79846" y="8809"/>
                    <a:pt x="77808" y="9891"/>
                    <a:pt x="75723" y="10643"/>
                  </a:cubicBezTo>
                  <a:lnTo>
                    <a:pt x="75723" y="10643"/>
                  </a:lnTo>
                  <a:cubicBezTo>
                    <a:pt x="73544" y="11411"/>
                    <a:pt x="71240" y="11819"/>
                    <a:pt x="68936" y="11850"/>
                  </a:cubicBezTo>
                  <a:lnTo>
                    <a:pt x="68936" y="11850"/>
                  </a:lnTo>
                  <a:cubicBezTo>
                    <a:pt x="67745" y="11881"/>
                    <a:pt x="66491" y="11787"/>
                    <a:pt x="65425" y="11223"/>
                  </a:cubicBezTo>
                  <a:lnTo>
                    <a:pt x="65425" y="11223"/>
                  </a:lnTo>
                  <a:cubicBezTo>
                    <a:pt x="63654" y="10314"/>
                    <a:pt x="62714" y="8370"/>
                    <a:pt x="61334" y="6944"/>
                  </a:cubicBezTo>
                  <a:lnTo>
                    <a:pt x="61334" y="6944"/>
                  </a:lnTo>
                  <a:cubicBezTo>
                    <a:pt x="57839" y="3370"/>
                    <a:pt x="51977" y="3574"/>
                    <a:pt x="47243" y="5188"/>
                  </a:cubicBezTo>
                  <a:lnTo>
                    <a:pt x="47243" y="5188"/>
                  </a:lnTo>
                  <a:cubicBezTo>
                    <a:pt x="45064" y="5925"/>
                    <a:pt x="42838" y="6913"/>
                    <a:pt x="40581" y="6521"/>
                  </a:cubicBezTo>
                  <a:lnTo>
                    <a:pt x="40581" y="6521"/>
                  </a:lnTo>
                  <a:cubicBezTo>
                    <a:pt x="39030" y="6239"/>
                    <a:pt x="37682" y="5345"/>
                    <a:pt x="36381" y="4452"/>
                  </a:cubicBezTo>
                  <a:lnTo>
                    <a:pt x="36381" y="4452"/>
                  </a:lnTo>
                  <a:cubicBezTo>
                    <a:pt x="33152" y="2273"/>
                    <a:pt x="29515" y="0"/>
                    <a:pt x="25738" y="0"/>
                  </a:cubicBezTo>
                  <a:lnTo>
                    <a:pt x="25738" y="0"/>
                  </a:lnTo>
                  <a:cubicBezTo>
                    <a:pt x="25111" y="0"/>
                    <a:pt x="24484" y="63"/>
                    <a:pt x="23857" y="188"/>
                  </a:cubicBezTo>
                </a:path>
              </a:pathLst>
            </a:custGeom>
            <a:solidFill>
              <a:srgbClr val="FFFFFF">
                <a:alpha val="410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3" name="Google Shape;397;p38">
            <a:extLst>
              <a:ext uri="{FF2B5EF4-FFF2-40B4-BE49-F238E27FC236}">
                <a16:creationId xmlns:a16="http://schemas.microsoft.com/office/drawing/2014/main" id="{04399BA9-1F0C-8174-BC9C-99AF97591CAB}"/>
              </a:ext>
            </a:extLst>
          </p:cNvPr>
          <p:cNvSpPr txBox="1">
            <a:spLocks/>
          </p:cNvSpPr>
          <p:nvPr/>
        </p:nvSpPr>
        <p:spPr>
          <a:xfrm>
            <a:off x="2348029" y="106920"/>
            <a:ext cx="4972958" cy="8400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6000"/>
              <a:buFont typeface="Montserrat ExtraBold"/>
              <a:buNone/>
              <a:defRPr sz="4000" b="0" i="0" u="none" strike="noStrike" cap="none">
                <a:solidFill>
                  <a:schemeClr val="dk2"/>
                </a:solidFill>
                <a:latin typeface="Montserrat ExtraBold"/>
                <a:ea typeface="Montserrat ExtraBold"/>
                <a:cs typeface="Montserrat ExtraBold"/>
                <a:sym typeface="Montserrat ExtraBold"/>
              </a:defRPr>
            </a:lvl1pPr>
            <a:lvl2pPr marR="0" lvl="1"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2pPr>
            <a:lvl3pPr marR="0" lvl="2"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3pPr>
            <a:lvl4pPr marR="0" lvl="3"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4pPr>
            <a:lvl5pPr marR="0" lvl="4"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5pPr>
            <a:lvl6pPr marR="0" lvl="5"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6pPr>
            <a:lvl7pPr marR="0" lvl="6"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7pPr>
            <a:lvl8pPr marR="0" lvl="7"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8pPr>
            <a:lvl9pPr marR="0" lvl="8"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9pPr>
          </a:lstStyle>
          <a:p>
            <a:pPr lvl="0"/>
            <a:r>
              <a:rPr lang="en-US" sz="3600" dirty="0">
                <a:solidFill>
                  <a:srgbClr val="002060"/>
                </a:solidFill>
              </a:rPr>
              <a:t>troublesome Route</a:t>
            </a:r>
          </a:p>
        </p:txBody>
      </p:sp>
      <p:sp>
        <p:nvSpPr>
          <p:cNvPr id="131" name="Rectangle: Rounded Corners 130">
            <a:extLst>
              <a:ext uri="{FF2B5EF4-FFF2-40B4-BE49-F238E27FC236}">
                <a16:creationId xmlns:a16="http://schemas.microsoft.com/office/drawing/2014/main" id="{7B0AB098-5041-963B-CFB2-352E52A4919B}"/>
              </a:ext>
            </a:extLst>
          </p:cNvPr>
          <p:cNvSpPr/>
          <p:nvPr/>
        </p:nvSpPr>
        <p:spPr>
          <a:xfrm>
            <a:off x="298428" y="1198093"/>
            <a:ext cx="2077414" cy="2878787"/>
          </a:xfrm>
          <a:prstGeom prst="roundRect">
            <a:avLst/>
          </a:prstGeom>
          <a:solidFill>
            <a:srgbClr val="002060"/>
          </a:solidFill>
          <a:ln>
            <a:solidFill>
              <a:srgbClr val="3A729A"/>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dirty="0">
              <a:solidFill>
                <a:srgbClr val="FFFFFF"/>
              </a:solidFill>
            </a:endParaRPr>
          </a:p>
        </p:txBody>
      </p:sp>
      <p:sp>
        <p:nvSpPr>
          <p:cNvPr id="132" name="Google Shape;397;p38">
            <a:extLst>
              <a:ext uri="{FF2B5EF4-FFF2-40B4-BE49-F238E27FC236}">
                <a16:creationId xmlns:a16="http://schemas.microsoft.com/office/drawing/2014/main" id="{083F59E3-CD0D-34D2-EE18-0526EC21F312}"/>
              </a:ext>
            </a:extLst>
          </p:cNvPr>
          <p:cNvSpPr txBox="1">
            <a:spLocks/>
          </p:cNvSpPr>
          <p:nvPr/>
        </p:nvSpPr>
        <p:spPr>
          <a:xfrm>
            <a:off x="493838" y="2397589"/>
            <a:ext cx="1875955" cy="595205"/>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r>
              <a:rPr lang="en-US" sz="1200" dirty="0">
                <a:solidFill>
                  <a:srgbClr val="FFFFFF"/>
                </a:solidFill>
              </a:rPr>
              <a:t>Refund percentage</a:t>
            </a:r>
          </a:p>
        </p:txBody>
      </p:sp>
      <p:sp>
        <p:nvSpPr>
          <p:cNvPr id="133" name="Google Shape;397;p38">
            <a:extLst>
              <a:ext uri="{FF2B5EF4-FFF2-40B4-BE49-F238E27FC236}">
                <a16:creationId xmlns:a16="http://schemas.microsoft.com/office/drawing/2014/main" id="{E9EE759A-334E-421B-CC97-5A974339A9FC}"/>
              </a:ext>
            </a:extLst>
          </p:cNvPr>
          <p:cNvSpPr txBox="1">
            <a:spLocks/>
          </p:cNvSpPr>
          <p:nvPr/>
        </p:nvSpPr>
        <p:spPr>
          <a:xfrm>
            <a:off x="459745" y="3106944"/>
            <a:ext cx="1875955" cy="595205"/>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r>
              <a:rPr lang="en-US" sz="1200" dirty="0">
                <a:solidFill>
                  <a:srgbClr val="FFFFFF"/>
                </a:solidFill>
              </a:rPr>
              <a:t>Reason of delay</a:t>
            </a:r>
          </a:p>
        </p:txBody>
      </p:sp>
      <p:sp>
        <p:nvSpPr>
          <p:cNvPr id="135" name="Google Shape;397;p38">
            <a:extLst>
              <a:ext uri="{FF2B5EF4-FFF2-40B4-BE49-F238E27FC236}">
                <a16:creationId xmlns:a16="http://schemas.microsoft.com/office/drawing/2014/main" id="{149E5BDB-9B06-B62D-B2B1-BEB3DAE139B0}"/>
              </a:ext>
            </a:extLst>
          </p:cNvPr>
          <p:cNvSpPr txBox="1">
            <a:spLocks/>
          </p:cNvSpPr>
          <p:nvPr/>
        </p:nvSpPr>
        <p:spPr>
          <a:xfrm>
            <a:off x="518114" y="1640227"/>
            <a:ext cx="1695653" cy="595205"/>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r>
              <a:rPr lang="en-US" sz="1200" dirty="0">
                <a:solidFill>
                  <a:srgbClr val="FFFFFF"/>
                </a:solidFill>
              </a:rPr>
              <a:t>Delay percentage</a:t>
            </a:r>
          </a:p>
        </p:txBody>
      </p:sp>
    </p:spTree>
    <p:extLst>
      <p:ext uri="{BB962C8B-B14F-4D97-AF65-F5344CB8AC3E}">
        <p14:creationId xmlns:p14="http://schemas.microsoft.com/office/powerpoint/2010/main" val="1388618577"/>
      </p:ext>
    </p:extLst>
  </p:cSld>
  <p:clrMapOvr>
    <a:masterClrMapping/>
  </p:clrMapOvr>
  <mc:AlternateContent xmlns:mc="http://schemas.openxmlformats.org/markup-compatibility/2006">
    <mc:Choice xmlns:p14="http://schemas.microsoft.com/office/powerpoint/2010/main" Requires="p14">
      <p:transition spd="med" p14:dur="700" advTm="1000">
        <p:fade/>
      </p:transition>
    </mc:Choice>
    <mc:Fallback>
      <p:transition spd="med" advTm="1000">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 name="Google Shape;1534;p36">
            <a:extLst>
              <a:ext uri="{FF2B5EF4-FFF2-40B4-BE49-F238E27FC236}">
                <a16:creationId xmlns:a16="http://schemas.microsoft.com/office/drawing/2014/main" id="{69C0E481-1A7C-8DFF-E143-F58CFD321E08}"/>
              </a:ext>
            </a:extLst>
          </p:cNvPr>
          <p:cNvGrpSpPr/>
          <p:nvPr/>
        </p:nvGrpSpPr>
        <p:grpSpPr>
          <a:xfrm>
            <a:off x="0" y="4421430"/>
            <a:ext cx="9276783" cy="1398672"/>
            <a:chOff x="-139347" y="3868275"/>
            <a:chExt cx="9276783" cy="1398672"/>
          </a:xfrm>
          <a:solidFill>
            <a:srgbClr val="091359"/>
          </a:solidFill>
        </p:grpSpPr>
        <p:sp>
          <p:nvSpPr>
            <p:cNvPr id="26" name="Google Shape;1535;p36">
              <a:extLst>
                <a:ext uri="{FF2B5EF4-FFF2-40B4-BE49-F238E27FC236}">
                  <a16:creationId xmlns:a16="http://schemas.microsoft.com/office/drawing/2014/main" id="{89AF1B9C-9B87-9AF0-0C2B-D6FDEF03DF0B}"/>
                </a:ext>
              </a:extLst>
            </p:cNvPr>
            <p:cNvSpPr/>
            <p:nvPr/>
          </p:nvSpPr>
          <p:spPr>
            <a:xfrm flipH="1">
              <a:off x="-139347" y="4015425"/>
              <a:ext cx="9276772" cy="548850"/>
            </a:xfrm>
            <a:custGeom>
              <a:avLst/>
              <a:gdLst/>
              <a:ahLst/>
              <a:cxnLst/>
              <a:rect l="l" t="t" r="r" b="b"/>
              <a:pathLst>
                <a:path w="219946" h="21954" extrusionOk="0">
                  <a:moveTo>
                    <a:pt x="0" y="12956"/>
                  </a:moveTo>
                  <a:lnTo>
                    <a:pt x="0" y="21954"/>
                  </a:lnTo>
                  <a:lnTo>
                    <a:pt x="219946" y="8998"/>
                  </a:lnTo>
                  <a:lnTo>
                    <a:pt x="219946"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7" name="Google Shape;1536;p36">
              <a:extLst>
                <a:ext uri="{FF2B5EF4-FFF2-40B4-BE49-F238E27FC236}">
                  <a16:creationId xmlns:a16="http://schemas.microsoft.com/office/drawing/2014/main" id="{C962049F-7EAE-45FF-9475-2EE4F0DF3B4E}"/>
                </a:ext>
              </a:extLst>
            </p:cNvPr>
            <p:cNvGrpSpPr/>
            <p:nvPr/>
          </p:nvGrpSpPr>
          <p:grpSpPr>
            <a:xfrm flipH="1">
              <a:off x="2134836" y="4216900"/>
              <a:ext cx="3484400" cy="1050047"/>
              <a:chOff x="3379075" y="4216900"/>
              <a:chExt cx="3484400" cy="1050047"/>
            </a:xfrm>
            <a:grpFill/>
          </p:grpSpPr>
          <p:sp>
            <p:nvSpPr>
              <p:cNvPr id="87" name="Google Shape;1537;p36">
                <a:extLst>
                  <a:ext uri="{FF2B5EF4-FFF2-40B4-BE49-F238E27FC236}">
                    <a16:creationId xmlns:a16="http://schemas.microsoft.com/office/drawing/2014/main" id="{5713E945-E397-67EA-EAF1-D77279F6DC33}"/>
                  </a:ext>
                </a:extLst>
              </p:cNvPr>
              <p:cNvSpPr/>
              <p:nvPr/>
            </p:nvSpPr>
            <p:spPr>
              <a:xfrm>
                <a:off x="6638025" y="4216900"/>
                <a:ext cx="225450" cy="266525"/>
              </a:xfrm>
              <a:custGeom>
                <a:avLst/>
                <a:gdLst/>
                <a:ahLst/>
                <a:cxnLst/>
                <a:rect l="l" t="t" r="r" b="b"/>
                <a:pathLst>
                  <a:path w="9018" h="10661" extrusionOk="0">
                    <a:moveTo>
                      <a:pt x="1" y="10660"/>
                    </a:moveTo>
                    <a:lnTo>
                      <a:pt x="9017" y="10660"/>
                    </a:lnTo>
                    <a:lnTo>
                      <a:pt x="9017"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1538;p36">
                <a:extLst>
                  <a:ext uri="{FF2B5EF4-FFF2-40B4-BE49-F238E27FC236}">
                    <a16:creationId xmlns:a16="http://schemas.microsoft.com/office/drawing/2014/main" id="{D3BFE6C1-A617-DD21-1BCA-EA4A8EBDF3CD}"/>
                  </a:ext>
                </a:extLst>
              </p:cNvPr>
              <p:cNvSpPr/>
              <p:nvPr/>
            </p:nvSpPr>
            <p:spPr>
              <a:xfrm>
                <a:off x="5628575" y="4216900"/>
                <a:ext cx="225425" cy="266525"/>
              </a:xfrm>
              <a:custGeom>
                <a:avLst/>
                <a:gdLst/>
                <a:ahLst/>
                <a:cxnLst/>
                <a:rect l="l" t="t" r="r" b="b"/>
                <a:pathLst>
                  <a:path w="9017" h="10661" extrusionOk="0">
                    <a:moveTo>
                      <a:pt x="0" y="10660"/>
                    </a:moveTo>
                    <a:lnTo>
                      <a:pt x="9017" y="10660"/>
                    </a:lnTo>
                    <a:lnTo>
                      <a:pt x="9017"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1539;p36">
                <a:extLst>
                  <a:ext uri="{FF2B5EF4-FFF2-40B4-BE49-F238E27FC236}">
                    <a16:creationId xmlns:a16="http://schemas.microsoft.com/office/drawing/2014/main" id="{93BE9C1F-C27E-6192-934F-EF6F41DF4331}"/>
                  </a:ext>
                </a:extLst>
              </p:cNvPr>
              <p:cNvSpPr/>
              <p:nvPr/>
            </p:nvSpPr>
            <p:spPr>
              <a:xfrm>
                <a:off x="5700425" y="4473175"/>
                <a:ext cx="72850" cy="792553"/>
              </a:xfrm>
              <a:custGeom>
                <a:avLst/>
                <a:gdLst/>
                <a:ahLst/>
                <a:cxnLst/>
                <a:rect l="l" t="t" r="r" b="b"/>
                <a:pathLst>
                  <a:path w="2914" h="48780" extrusionOk="0">
                    <a:moveTo>
                      <a:pt x="1" y="48780"/>
                    </a:moveTo>
                    <a:lnTo>
                      <a:pt x="2913" y="48780"/>
                    </a:lnTo>
                    <a:lnTo>
                      <a:pt x="291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1540;p36">
                <a:extLst>
                  <a:ext uri="{FF2B5EF4-FFF2-40B4-BE49-F238E27FC236}">
                    <a16:creationId xmlns:a16="http://schemas.microsoft.com/office/drawing/2014/main" id="{1CD70B06-D350-3926-587D-A2E3E780A67D}"/>
                  </a:ext>
                </a:extLst>
              </p:cNvPr>
              <p:cNvSpPr/>
              <p:nvPr/>
            </p:nvSpPr>
            <p:spPr>
              <a:xfrm>
                <a:off x="4520150" y="4293100"/>
                <a:ext cx="225450" cy="266525"/>
              </a:xfrm>
              <a:custGeom>
                <a:avLst/>
                <a:gdLst/>
                <a:ahLst/>
                <a:cxnLst/>
                <a:rect l="l" t="t" r="r" b="b"/>
                <a:pathLst>
                  <a:path w="9018" h="10661" extrusionOk="0">
                    <a:moveTo>
                      <a:pt x="1" y="10660"/>
                    </a:moveTo>
                    <a:lnTo>
                      <a:pt x="9017" y="10660"/>
                    </a:lnTo>
                    <a:lnTo>
                      <a:pt x="9017"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1541;p36">
                <a:extLst>
                  <a:ext uri="{FF2B5EF4-FFF2-40B4-BE49-F238E27FC236}">
                    <a16:creationId xmlns:a16="http://schemas.microsoft.com/office/drawing/2014/main" id="{88763C1F-FEE5-43B9-D18F-6EE0FC4AFF5D}"/>
                  </a:ext>
                </a:extLst>
              </p:cNvPr>
              <p:cNvSpPr/>
              <p:nvPr/>
            </p:nvSpPr>
            <p:spPr>
              <a:xfrm>
                <a:off x="4592025" y="4473175"/>
                <a:ext cx="72825" cy="792553"/>
              </a:xfrm>
              <a:custGeom>
                <a:avLst/>
                <a:gdLst/>
                <a:ahLst/>
                <a:cxnLst/>
                <a:rect l="l" t="t" r="r" b="b"/>
                <a:pathLst>
                  <a:path w="2913" h="48780" extrusionOk="0">
                    <a:moveTo>
                      <a:pt x="1" y="48780"/>
                    </a:moveTo>
                    <a:lnTo>
                      <a:pt x="2913" y="48780"/>
                    </a:lnTo>
                    <a:lnTo>
                      <a:pt x="291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1542;p36">
                <a:extLst>
                  <a:ext uri="{FF2B5EF4-FFF2-40B4-BE49-F238E27FC236}">
                    <a16:creationId xmlns:a16="http://schemas.microsoft.com/office/drawing/2014/main" id="{D06B1159-567A-3EB8-69E6-8C4C3671E48A}"/>
                  </a:ext>
                </a:extLst>
              </p:cNvPr>
              <p:cNvSpPr/>
              <p:nvPr/>
            </p:nvSpPr>
            <p:spPr>
              <a:xfrm>
                <a:off x="3379075" y="4327650"/>
                <a:ext cx="225450" cy="262300"/>
              </a:xfrm>
              <a:custGeom>
                <a:avLst/>
                <a:gdLst/>
                <a:ahLst/>
                <a:cxnLst/>
                <a:rect l="l" t="t" r="r" b="b"/>
                <a:pathLst>
                  <a:path w="9018" h="10492" extrusionOk="0">
                    <a:moveTo>
                      <a:pt x="1" y="10492"/>
                    </a:moveTo>
                    <a:lnTo>
                      <a:pt x="9017" y="10492"/>
                    </a:lnTo>
                    <a:lnTo>
                      <a:pt x="9017" y="0"/>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1543;p36">
                <a:extLst>
                  <a:ext uri="{FF2B5EF4-FFF2-40B4-BE49-F238E27FC236}">
                    <a16:creationId xmlns:a16="http://schemas.microsoft.com/office/drawing/2014/main" id="{BD98C59D-D6EF-491D-AA53-ABD76B4A2623}"/>
                  </a:ext>
                </a:extLst>
              </p:cNvPr>
              <p:cNvSpPr/>
              <p:nvPr/>
            </p:nvSpPr>
            <p:spPr>
              <a:xfrm>
                <a:off x="3450950" y="4494102"/>
                <a:ext cx="72825" cy="772845"/>
              </a:xfrm>
              <a:custGeom>
                <a:avLst/>
                <a:gdLst/>
                <a:ahLst/>
                <a:cxnLst/>
                <a:rect l="l" t="t" r="r" b="b"/>
                <a:pathLst>
                  <a:path w="2913" h="47567" extrusionOk="0">
                    <a:moveTo>
                      <a:pt x="1" y="47567"/>
                    </a:moveTo>
                    <a:lnTo>
                      <a:pt x="2913" y="47567"/>
                    </a:lnTo>
                    <a:lnTo>
                      <a:pt x="291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 name="Google Shape;1544;p36">
              <a:extLst>
                <a:ext uri="{FF2B5EF4-FFF2-40B4-BE49-F238E27FC236}">
                  <a16:creationId xmlns:a16="http://schemas.microsoft.com/office/drawing/2014/main" id="{54A9CCB7-B41C-4B06-F9A7-0B48C2839929}"/>
                </a:ext>
              </a:extLst>
            </p:cNvPr>
            <p:cNvGrpSpPr/>
            <p:nvPr/>
          </p:nvGrpSpPr>
          <p:grpSpPr>
            <a:xfrm flipH="1">
              <a:off x="-57406" y="3868275"/>
              <a:ext cx="9194843" cy="559600"/>
              <a:chOff x="-139125" y="3868275"/>
              <a:chExt cx="9194843" cy="559600"/>
            </a:xfrm>
            <a:grpFill/>
          </p:grpSpPr>
          <p:sp>
            <p:nvSpPr>
              <p:cNvPr id="44" name="Google Shape;1545;p36">
                <a:extLst>
                  <a:ext uri="{FF2B5EF4-FFF2-40B4-BE49-F238E27FC236}">
                    <a16:creationId xmlns:a16="http://schemas.microsoft.com/office/drawing/2014/main" id="{90E6CAF2-DA24-9C35-0554-7F758E89AB02}"/>
                  </a:ext>
                </a:extLst>
              </p:cNvPr>
              <p:cNvSpPr/>
              <p:nvPr/>
            </p:nvSpPr>
            <p:spPr>
              <a:xfrm>
                <a:off x="-139125" y="3868275"/>
                <a:ext cx="9194843" cy="351450"/>
              </a:xfrm>
              <a:custGeom>
                <a:avLst/>
                <a:gdLst/>
                <a:ahLst/>
                <a:cxnLst/>
                <a:rect l="l" t="t" r="r" b="b"/>
                <a:pathLst>
                  <a:path w="219946" h="14058" extrusionOk="0">
                    <a:moveTo>
                      <a:pt x="0" y="12956"/>
                    </a:moveTo>
                    <a:lnTo>
                      <a:pt x="0" y="14058"/>
                    </a:lnTo>
                    <a:lnTo>
                      <a:pt x="219946" y="1102"/>
                    </a:lnTo>
                    <a:lnTo>
                      <a:pt x="219946"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1546;p36">
                <a:extLst>
                  <a:ext uri="{FF2B5EF4-FFF2-40B4-BE49-F238E27FC236}">
                    <a16:creationId xmlns:a16="http://schemas.microsoft.com/office/drawing/2014/main" id="{48260650-71E9-85AC-38EF-BEAD638C4D54}"/>
                  </a:ext>
                </a:extLst>
              </p:cNvPr>
              <p:cNvSpPr/>
              <p:nvPr/>
            </p:nvSpPr>
            <p:spPr>
              <a:xfrm>
                <a:off x="125427" y="4182825"/>
                <a:ext cx="34406" cy="245050"/>
              </a:xfrm>
              <a:custGeom>
                <a:avLst/>
                <a:gdLst/>
                <a:ahLst/>
                <a:cxnLst/>
                <a:rect l="l" t="t" r="r" b="b"/>
                <a:pathLst>
                  <a:path w="823" h="9802" extrusionOk="0">
                    <a:moveTo>
                      <a:pt x="1" y="9802"/>
                    </a:moveTo>
                    <a:lnTo>
                      <a:pt x="822" y="9802"/>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1547;p36">
                <a:extLst>
                  <a:ext uri="{FF2B5EF4-FFF2-40B4-BE49-F238E27FC236}">
                    <a16:creationId xmlns:a16="http://schemas.microsoft.com/office/drawing/2014/main" id="{CB4D4D1C-E62E-F434-4382-9070971E9FA0}"/>
                  </a:ext>
                </a:extLst>
              </p:cNvPr>
              <p:cNvSpPr/>
              <p:nvPr/>
            </p:nvSpPr>
            <p:spPr>
              <a:xfrm>
                <a:off x="336927" y="4176300"/>
                <a:ext cx="34406" cy="244575"/>
              </a:xfrm>
              <a:custGeom>
                <a:avLst/>
                <a:gdLst/>
                <a:ahLst/>
                <a:cxnLst/>
                <a:rect l="l" t="t" r="r" b="b"/>
                <a:pathLst>
                  <a:path w="823" h="9783" extrusionOk="0">
                    <a:moveTo>
                      <a:pt x="1" y="9783"/>
                    </a:moveTo>
                    <a:lnTo>
                      <a:pt x="822" y="9783"/>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1548;p36">
                <a:extLst>
                  <a:ext uri="{FF2B5EF4-FFF2-40B4-BE49-F238E27FC236}">
                    <a16:creationId xmlns:a16="http://schemas.microsoft.com/office/drawing/2014/main" id="{E23E5D9F-AD63-A544-ADB3-7C1291583BAA}"/>
                  </a:ext>
                </a:extLst>
              </p:cNvPr>
              <p:cNvSpPr/>
              <p:nvPr/>
            </p:nvSpPr>
            <p:spPr>
              <a:xfrm>
                <a:off x="548427" y="4169300"/>
                <a:ext cx="33611" cy="245050"/>
              </a:xfrm>
              <a:custGeom>
                <a:avLst/>
                <a:gdLst/>
                <a:ahLst/>
                <a:cxnLst/>
                <a:rect l="l" t="t" r="r" b="b"/>
                <a:pathLst>
                  <a:path w="804" h="9802" extrusionOk="0">
                    <a:moveTo>
                      <a:pt x="1" y="9801"/>
                    </a:moveTo>
                    <a:lnTo>
                      <a:pt x="803" y="9801"/>
                    </a:lnTo>
                    <a:lnTo>
                      <a:pt x="80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1549;p36">
                <a:extLst>
                  <a:ext uri="{FF2B5EF4-FFF2-40B4-BE49-F238E27FC236}">
                    <a16:creationId xmlns:a16="http://schemas.microsoft.com/office/drawing/2014/main" id="{183717F5-A57F-B829-65C5-89B280725CFE}"/>
                  </a:ext>
                </a:extLst>
              </p:cNvPr>
              <p:cNvSpPr/>
              <p:nvPr/>
            </p:nvSpPr>
            <p:spPr>
              <a:xfrm>
                <a:off x="759174" y="4162300"/>
                <a:ext cx="34364" cy="245050"/>
              </a:xfrm>
              <a:custGeom>
                <a:avLst/>
                <a:gdLst/>
                <a:ahLst/>
                <a:cxnLst/>
                <a:rect l="l" t="t" r="r" b="b"/>
                <a:pathLst>
                  <a:path w="822" h="9802" extrusionOk="0">
                    <a:moveTo>
                      <a:pt x="0" y="9801"/>
                    </a:moveTo>
                    <a:lnTo>
                      <a:pt x="821" y="9801"/>
                    </a:lnTo>
                    <a:lnTo>
                      <a:pt x="821"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1550;p36">
                <a:extLst>
                  <a:ext uri="{FF2B5EF4-FFF2-40B4-BE49-F238E27FC236}">
                    <a16:creationId xmlns:a16="http://schemas.microsoft.com/office/drawing/2014/main" id="{640904B9-2E93-328F-9ACA-E0D5450B4F01}"/>
                  </a:ext>
                </a:extLst>
              </p:cNvPr>
              <p:cNvSpPr/>
              <p:nvPr/>
            </p:nvSpPr>
            <p:spPr>
              <a:xfrm>
                <a:off x="970673" y="4155300"/>
                <a:ext cx="34364" cy="245050"/>
              </a:xfrm>
              <a:custGeom>
                <a:avLst/>
                <a:gdLst/>
                <a:ahLst/>
                <a:cxnLst/>
                <a:rect l="l" t="t" r="r" b="b"/>
                <a:pathLst>
                  <a:path w="822" h="9802" extrusionOk="0">
                    <a:moveTo>
                      <a:pt x="0" y="9801"/>
                    </a:moveTo>
                    <a:lnTo>
                      <a:pt x="821" y="9801"/>
                    </a:lnTo>
                    <a:lnTo>
                      <a:pt x="821"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1551;p36">
                <a:extLst>
                  <a:ext uri="{FF2B5EF4-FFF2-40B4-BE49-F238E27FC236}">
                    <a16:creationId xmlns:a16="http://schemas.microsoft.com/office/drawing/2014/main" id="{ABF15E2D-83BA-120A-F493-5B454ECBF85C}"/>
                  </a:ext>
                </a:extLst>
              </p:cNvPr>
              <p:cNvSpPr/>
              <p:nvPr/>
            </p:nvSpPr>
            <p:spPr>
              <a:xfrm>
                <a:off x="1182173" y="4148775"/>
                <a:ext cx="34364" cy="244575"/>
              </a:xfrm>
              <a:custGeom>
                <a:avLst/>
                <a:gdLst/>
                <a:ahLst/>
                <a:cxnLst/>
                <a:rect l="l" t="t" r="r" b="b"/>
                <a:pathLst>
                  <a:path w="822" h="9783" extrusionOk="0">
                    <a:moveTo>
                      <a:pt x="0" y="9782"/>
                    </a:moveTo>
                    <a:lnTo>
                      <a:pt x="821" y="9782"/>
                    </a:lnTo>
                    <a:lnTo>
                      <a:pt x="821"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1552;p36">
                <a:extLst>
                  <a:ext uri="{FF2B5EF4-FFF2-40B4-BE49-F238E27FC236}">
                    <a16:creationId xmlns:a16="http://schemas.microsoft.com/office/drawing/2014/main" id="{E955D1FF-80A1-8623-F4A6-AAC5F0A4B521}"/>
                  </a:ext>
                </a:extLst>
              </p:cNvPr>
              <p:cNvSpPr/>
              <p:nvPr/>
            </p:nvSpPr>
            <p:spPr>
              <a:xfrm>
                <a:off x="1393673" y="4141775"/>
                <a:ext cx="34364" cy="245025"/>
              </a:xfrm>
              <a:custGeom>
                <a:avLst/>
                <a:gdLst/>
                <a:ahLst/>
                <a:cxnLst/>
                <a:rect l="l" t="t" r="r" b="b"/>
                <a:pathLst>
                  <a:path w="822" h="9801" extrusionOk="0">
                    <a:moveTo>
                      <a:pt x="0" y="9801"/>
                    </a:moveTo>
                    <a:lnTo>
                      <a:pt x="821" y="9801"/>
                    </a:lnTo>
                    <a:lnTo>
                      <a:pt x="821"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1553;p36">
                <a:extLst>
                  <a:ext uri="{FF2B5EF4-FFF2-40B4-BE49-F238E27FC236}">
                    <a16:creationId xmlns:a16="http://schemas.microsoft.com/office/drawing/2014/main" id="{9FC08D44-AB53-513C-0F67-24176A3D431E}"/>
                  </a:ext>
                </a:extLst>
              </p:cNvPr>
              <p:cNvSpPr/>
              <p:nvPr/>
            </p:nvSpPr>
            <p:spPr>
              <a:xfrm>
                <a:off x="1605172" y="4134775"/>
                <a:ext cx="34364" cy="245025"/>
              </a:xfrm>
              <a:custGeom>
                <a:avLst/>
                <a:gdLst/>
                <a:ahLst/>
                <a:cxnLst/>
                <a:rect l="l" t="t" r="r" b="b"/>
                <a:pathLst>
                  <a:path w="822" h="9801" extrusionOk="0">
                    <a:moveTo>
                      <a:pt x="0" y="9801"/>
                    </a:moveTo>
                    <a:lnTo>
                      <a:pt x="821" y="9801"/>
                    </a:lnTo>
                    <a:lnTo>
                      <a:pt x="821"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1554;p36">
                <a:extLst>
                  <a:ext uri="{FF2B5EF4-FFF2-40B4-BE49-F238E27FC236}">
                    <a16:creationId xmlns:a16="http://schemas.microsoft.com/office/drawing/2014/main" id="{821CEC93-45C0-6A25-1AFC-F687C7AA66A6}"/>
                  </a:ext>
                </a:extLst>
              </p:cNvPr>
              <p:cNvSpPr/>
              <p:nvPr/>
            </p:nvSpPr>
            <p:spPr>
              <a:xfrm>
                <a:off x="1816672" y="4127775"/>
                <a:ext cx="33569" cy="245025"/>
              </a:xfrm>
              <a:custGeom>
                <a:avLst/>
                <a:gdLst/>
                <a:ahLst/>
                <a:cxnLst/>
                <a:rect l="l" t="t" r="r" b="b"/>
                <a:pathLst>
                  <a:path w="803" h="9801" extrusionOk="0">
                    <a:moveTo>
                      <a:pt x="0" y="9801"/>
                    </a:moveTo>
                    <a:lnTo>
                      <a:pt x="803" y="9801"/>
                    </a:lnTo>
                    <a:lnTo>
                      <a:pt x="803"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1555;p36">
                <a:extLst>
                  <a:ext uri="{FF2B5EF4-FFF2-40B4-BE49-F238E27FC236}">
                    <a16:creationId xmlns:a16="http://schemas.microsoft.com/office/drawing/2014/main" id="{17F48074-A7B8-B7E4-9965-00271F503D4E}"/>
                  </a:ext>
                </a:extLst>
              </p:cNvPr>
              <p:cNvSpPr/>
              <p:nvPr/>
            </p:nvSpPr>
            <p:spPr>
              <a:xfrm>
                <a:off x="2027377" y="4121225"/>
                <a:ext cx="34364" cy="244575"/>
              </a:xfrm>
              <a:custGeom>
                <a:avLst/>
                <a:gdLst/>
                <a:ahLst/>
                <a:cxnLst/>
                <a:rect l="l" t="t" r="r" b="b"/>
                <a:pathLst>
                  <a:path w="822" h="9783" extrusionOk="0">
                    <a:moveTo>
                      <a:pt x="0" y="9783"/>
                    </a:moveTo>
                    <a:lnTo>
                      <a:pt x="822" y="9783"/>
                    </a:lnTo>
                    <a:lnTo>
                      <a:pt x="822"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1556;p36">
                <a:extLst>
                  <a:ext uri="{FF2B5EF4-FFF2-40B4-BE49-F238E27FC236}">
                    <a16:creationId xmlns:a16="http://schemas.microsoft.com/office/drawing/2014/main" id="{52C0F10A-12FB-E6F4-E6A1-534E17EF31E1}"/>
                  </a:ext>
                </a:extLst>
              </p:cNvPr>
              <p:cNvSpPr/>
              <p:nvPr/>
            </p:nvSpPr>
            <p:spPr>
              <a:xfrm>
                <a:off x="2238877" y="4114225"/>
                <a:ext cx="34364" cy="245050"/>
              </a:xfrm>
              <a:custGeom>
                <a:avLst/>
                <a:gdLst/>
                <a:ahLst/>
                <a:cxnLst/>
                <a:rect l="l" t="t" r="r" b="b"/>
                <a:pathLst>
                  <a:path w="822" h="9802" extrusionOk="0">
                    <a:moveTo>
                      <a:pt x="0" y="9801"/>
                    </a:moveTo>
                    <a:lnTo>
                      <a:pt x="822" y="9801"/>
                    </a:lnTo>
                    <a:lnTo>
                      <a:pt x="822"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1557;p36">
                <a:extLst>
                  <a:ext uri="{FF2B5EF4-FFF2-40B4-BE49-F238E27FC236}">
                    <a16:creationId xmlns:a16="http://schemas.microsoft.com/office/drawing/2014/main" id="{13607C2D-15B6-2269-701A-421DD1927134}"/>
                  </a:ext>
                </a:extLst>
              </p:cNvPr>
              <p:cNvSpPr/>
              <p:nvPr/>
            </p:nvSpPr>
            <p:spPr>
              <a:xfrm>
                <a:off x="2450377" y="4107225"/>
                <a:ext cx="34364" cy="245050"/>
              </a:xfrm>
              <a:custGeom>
                <a:avLst/>
                <a:gdLst/>
                <a:ahLst/>
                <a:cxnLst/>
                <a:rect l="l" t="t" r="r" b="b"/>
                <a:pathLst>
                  <a:path w="822" h="9802" extrusionOk="0">
                    <a:moveTo>
                      <a:pt x="0" y="9801"/>
                    </a:moveTo>
                    <a:lnTo>
                      <a:pt x="822" y="9801"/>
                    </a:lnTo>
                    <a:lnTo>
                      <a:pt x="822"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1558;p36">
                <a:extLst>
                  <a:ext uri="{FF2B5EF4-FFF2-40B4-BE49-F238E27FC236}">
                    <a16:creationId xmlns:a16="http://schemas.microsoft.com/office/drawing/2014/main" id="{EAD57549-8981-6B50-6A9F-1397E63C8317}"/>
                  </a:ext>
                </a:extLst>
              </p:cNvPr>
              <p:cNvSpPr/>
              <p:nvPr/>
            </p:nvSpPr>
            <p:spPr>
              <a:xfrm>
                <a:off x="2661876" y="4100225"/>
                <a:ext cx="34364" cy="245050"/>
              </a:xfrm>
              <a:custGeom>
                <a:avLst/>
                <a:gdLst/>
                <a:ahLst/>
                <a:cxnLst/>
                <a:rect l="l" t="t" r="r" b="b"/>
                <a:pathLst>
                  <a:path w="822" h="9802" extrusionOk="0">
                    <a:moveTo>
                      <a:pt x="0" y="9801"/>
                    </a:moveTo>
                    <a:lnTo>
                      <a:pt x="822" y="9801"/>
                    </a:lnTo>
                    <a:lnTo>
                      <a:pt x="822"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1559;p36">
                <a:extLst>
                  <a:ext uri="{FF2B5EF4-FFF2-40B4-BE49-F238E27FC236}">
                    <a16:creationId xmlns:a16="http://schemas.microsoft.com/office/drawing/2014/main" id="{D13F7B01-F709-6164-5BFB-F31D4454ED29}"/>
                  </a:ext>
                </a:extLst>
              </p:cNvPr>
              <p:cNvSpPr/>
              <p:nvPr/>
            </p:nvSpPr>
            <p:spPr>
              <a:xfrm>
                <a:off x="2873376" y="4093700"/>
                <a:ext cx="34364" cy="244575"/>
              </a:xfrm>
              <a:custGeom>
                <a:avLst/>
                <a:gdLst/>
                <a:ahLst/>
                <a:cxnLst/>
                <a:rect l="l" t="t" r="r" b="b"/>
                <a:pathLst>
                  <a:path w="822" h="9783" extrusionOk="0">
                    <a:moveTo>
                      <a:pt x="0" y="9782"/>
                    </a:moveTo>
                    <a:lnTo>
                      <a:pt x="822" y="9782"/>
                    </a:lnTo>
                    <a:lnTo>
                      <a:pt x="822"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1560;p36">
                <a:extLst>
                  <a:ext uri="{FF2B5EF4-FFF2-40B4-BE49-F238E27FC236}">
                    <a16:creationId xmlns:a16="http://schemas.microsoft.com/office/drawing/2014/main" id="{629235BD-D406-38DA-0108-41AE1E2A7883}"/>
                  </a:ext>
                </a:extLst>
              </p:cNvPr>
              <p:cNvSpPr/>
              <p:nvPr/>
            </p:nvSpPr>
            <p:spPr>
              <a:xfrm>
                <a:off x="3084876" y="4086700"/>
                <a:ext cx="33611" cy="245050"/>
              </a:xfrm>
              <a:custGeom>
                <a:avLst/>
                <a:gdLst/>
                <a:ahLst/>
                <a:cxnLst/>
                <a:rect l="l" t="t" r="r" b="b"/>
                <a:pathLst>
                  <a:path w="804" h="9802" extrusionOk="0">
                    <a:moveTo>
                      <a:pt x="0" y="9801"/>
                    </a:moveTo>
                    <a:lnTo>
                      <a:pt x="803" y="9801"/>
                    </a:lnTo>
                    <a:lnTo>
                      <a:pt x="803"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1561;p36">
                <a:extLst>
                  <a:ext uri="{FF2B5EF4-FFF2-40B4-BE49-F238E27FC236}">
                    <a16:creationId xmlns:a16="http://schemas.microsoft.com/office/drawing/2014/main" id="{508D0919-FB4B-B97F-2D0F-3F1060A372EA}"/>
                  </a:ext>
                </a:extLst>
              </p:cNvPr>
              <p:cNvSpPr/>
              <p:nvPr/>
            </p:nvSpPr>
            <p:spPr>
              <a:xfrm>
                <a:off x="3296375" y="4079700"/>
                <a:ext cx="33611" cy="245050"/>
              </a:xfrm>
              <a:custGeom>
                <a:avLst/>
                <a:gdLst/>
                <a:ahLst/>
                <a:cxnLst/>
                <a:rect l="l" t="t" r="r" b="b"/>
                <a:pathLst>
                  <a:path w="804" h="9802" extrusionOk="0">
                    <a:moveTo>
                      <a:pt x="0" y="9801"/>
                    </a:moveTo>
                    <a:lnTo>
                      <a:pt x="803" y="9801"/>
                    </a:lnTo>
                    <a:lnTo>
                      <a:pt x="803"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1562;p36">
                <a:extLst>
                  <a:ext uri="{FF2B5EF4-FFF2-40B4-BE49-F238E27FC236}">
                    <a16:creationId xmlns:a16="http://schemas.microsoft.com/office/drawing/2014/main" id="{0630A504-6226-C0AD-2AEF-87DF59999BB3}"/>
                  </a:ext>
                </a:extLst>
              </p:cNvPr>
              <p:cNvSpPr/>
              <p:nvPr/>
            </p:nvSpPr>
            <p:spPr>
              <a:xfrm>
                <a:off x="3507081" y="4072700"/>
                <a:ext cx="34406" cy="245025"/>
              </a:xfrm>
              <a:custGeom>
                <a:avLst/>
                <a:gdLst/>
                <a:ahLst/>
                <a:cxnLst/>
                <a:rect l="l" t="t" r="r" b="b"/>
                <a:pathLst>
                  <a:path w="823" h="9801" extrusionOk="0">
                    <a:moveTo>
                      <a:pt x="1" y="9801"/>
                    </a:moveTo>
                    <a:lnTo>
                      <a:pt x="822" y="9801"/>
                    </a:lnTo>
                    <a:lnTo>
                      <a:pt x="822" y="0"/>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1563;p36">
                <a:extLst>
                  <a:ext uri="{FF2B5EF4-FFF2-40B4-BE49-F238E27FC236}">
                    <a16:creationId xmlns:a16="http://schemas.microsoft.com/office/drawing/2014/main" id="{674B3B94-EC8B-089E-3AB5-1D0512CBD38E}"/>
                  </a:ext>
                </a:extLst>
              </p:cNvPr>
              <p:cNvSpPr/>
              <p:nvPr/>
            </p:nvSpPr>
            <p:spPr>
              <a:xfrm>
                <a:off x="3718580" y="4066175"/>
                <a:ext cx="34406" cy="244550"/>
              </a:xfrm>
              <a:custGeom>
                <a:avLst/>
                <a:gdLst/>
                <a:ahLst/>
                <a:cxnLst/>
                <a:rect l="l" t="t" r="r" b="b"/>
                <a:pathLst>
                  <a:path w="823" h="9782" extrusionOk="0">
                    <a:moveTo>
                      <a:pt x="1" y="9782"/>
                    </a:moveTo>
                    <a:lnTo>
                      <a:pt x="822" y="9782"/>
                    </a:lnTo>
                    <a:lnTo>
                      <a:pt x="822" y="0"/>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1564;p36">
                <a:extLst>
                  <a:ext uri="{FF2B5EF4-FFF2-40B4-BE49-F238E27FC236}">
                    <a16:creationId xmlns:a16="http://schemas.microsoft.com/office/drawing/2014/main" id="{37255BB0-0EFE-2FF9-24F4-9B4351C6DA55}"/>
                  </a:ext>
                </a:extLst>
              </p:cNvPr>
              <p:cNvSpPr/>
              <p:nvPr/>
            </p:nvSpPr>
            <p:spPr>
              <a:xfrm>
                <a:off x="3930080" y="4059150"/>
                <a:ext cx="34406" cy="245050"/>
              </a:xfrm>
              <a:custGeom>
                <a:avLst/>
                <a:gdLst/>
                <a:ahLst/>
                <a:cxnLst/>
                <a:rect l="l" t="t" r="r" b="b"/>
                <a:pathLst>
                  <a:path w="823" h="9802" extrusionOk="0">
                    <a:moveTo>
                      <a:pt x="1" y="9802"/>
                    </a:moveTo>
                    <a:lnTo>
                      <a:pt x="822" y="9802"/>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1565;p36">
                <a:extLst>
                  <a:ext uri="{FF2B5EF4-FFF2-40B4-BE49-F238E27FC236}">
                    <a16:creationId xmlns:a16="http://schemas.microsoft.com/office/drawing/2014/main" id="{D3E8D6F9-0F4F-66E4-0BAA-AED624483F46}"/>
                  </a:ext>
                </a:extLst>
              </p:cNvPr>
              <p:cNvSpPr/>
              <p:nvPr/>
            </p:nvSpPr>
            <p:spPr>
              <a:xfrm>
                <a:off x="4141580" y="4052150"/>
                <a:ext cx="34406" cy="245050"/>
              </a:xfrm>
              <a:custGeom>
                <a:avLst/>
                <a:gdLst/>
                <a:ahLst/>
                <a:cxnLst/>
                <a:rect l="l" t="t" r="r" b="b"/>
                <a:pathLst>
                  <a:path w="823" h="9802" extrusionOk="0">
                    <a:moveTo>
                      <a:pt x="1" y="9802"/>
                    </a:moveTo>
                    <a:lnTo>
                      <a:pt x="822" y="9802"/>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1566;p36">
                <a:extLst>
                  <a:ext uri="{FF2B5EF4-FFF2-40B4-BE49-F238E27FC236}">
                    <a16:creationId xmlns:a16="http://schemas.microsoft.com/office/drawing/2014/main" id="{A0F64FCE-F14A-595A-3649-EA9ACABCC7CD}"/>
                  </a:ext>
                </a:extLst>
              </p:cNvPr>
              <p:cNvSpPr/>
              <p:nvPr/>
            </p:nvSpPr>
            <p:spPr>
              <a:xfrm>
                <a:off x="4353079" y="4045625"/>
                <a:ext cx="33611" cy="244575"/>
              </a:xfrm>
              <a:custGeom>
                <a:avLst/>
                <a:gdLst/>
                <a:ahLst/>
                <a:cxnLst/>
                <a:rect l="l" t="t" r="r" b="b"/>
                <a:pathLst>
                  <a:path w="804" h="9783" extrusionOk="0">
                    <a:moveTo>
                      <a:pt x="1" y="9783"/>
                    </a:moveTo>
                    <a:lnTo>
                      <a:pt x="804" y="9783"/>
                    </a:lnTo>
                    <a:lnTo>
                      <a:pt x="804"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1567;p36">
                <a:extLst>
                  <a:ext uri="{FF2B5EF4-FFF2-40B4-BE49-F238E27FC236}">
                    <a16:creationId xmlns:a16="http://schemas.microsoft.com/office/drawing/2014/main" id="{A0A93F4B-B717-5CE1-95BF-FE883BDD1637}"/>
                  </a:ext>
                </a:extLst>
              </p:cNvPr>
              <p:cNvSpPr/>
              <p:nvPr/>
            </p:nvSpPr>
            <p:spPr>
              <a:xfrm>
                <a:off x="4564579" y="4038625"/>
                <a:ext cx="33611" cy="244575"/>
              </a:xfrm>
              <a:custGeom>
                <a:avLst/>
                <a:gdLst/>
                <a:ahLst/>
                <a:cxnLst/>
                <a:rect l="l" t="t" r="r" b="b"/>
                <a:pathLst>
                  <a:path w="804" h="9783" extrusionOk="0">
                    <a:moveTo>
                      <a:pt x="1" y="9783"/>
                    </a:moveTo>
                    <a:lnTo>
                      <a:pt x="804" y="9783"/>
                    </a:lnTo>
                    <a:lnTo>
                      <a:pt x="804"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1568;p36">
                <a:extLst>
                  <a:ext uri="{FF2B5EF4-FFF2-40B4-BE49-F238E27FC236}">
                    <a16:creationId xmlns:a16="http://schemas.microsoft.com/office/drawing/2014/main" id="{80B9A5F1-9CFD-253E-40E3-CB3182A9EFA1}"/>
                  </a:ext>
                </a:extLst>
              </p:cNvPr>
              <p:cNvSpPr/>
              <p:nvPr/>
            </p:nvSpPr>
            <p:spPr>
              <a:xfrm>
                <a:off x="4775326" y="4031625"/>
                <a:ext cx="34364" cy="245050"/>
              </a:xfrm>
              <a:custGeom>
                <a:avLst/>
                <a:gdLst/>
                <a:ahLst/>
                <a:cxnLst/>
                <a:rect l="l" t="t" r="r" b="b"/>
                <a:pathLst>
                  <a:path w="822" h="9802" extrusionOk="0">
                    <a:moveTo>
                      <a:pt x="0" y="9801"/>
                    </a:moveTo>
                    <a:lnTo>
                      <a:pt x="822" y="9801"/>
                    </a:lnTo>
                    <a:lnTo>
                      <a:pt x="822"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1569;p36">
                <a:extLst>
                  <a:ext uri="{FF2B5EF4-FFF2-40B4-BE49-F238E27FC236}">
                    <a16:creationId xmlns:a16="http://schemas.microsoft.com/office/drawing/2014/main" id="{80AFE46F-70AB-3B41-E4B9-4785604ABD46}"/>
                  </a:ext>
                </a:extLst>
              </p:cNvPr>
              <p:cNvSpPr/>
              <p:nvPr/>
            </p:nvSpPr>
            <p:spPr>
              <a:xfrm>
                <a:off x="4986826" y="4024625"/>
                <a:ext cx="34364" cy="245050"/>
              </a:xfrm>
              <a:custGeom>
                <a:avLst/>
                <a:gdLst/>
                <a:ahLst/>
                <a:cxnLst/>
                <a:rect l="l" t="t" r="r" b="b"/>
                <a:pathLst>
                  <a:path w="822" h="9802" extrusionOk="0">
                    <a:moveTo>
                      <a:pt x="0" y="9801"/>
                    </a:moveTo>
                    <a:lnTo>
                      <a:pt x="822" y="9801"/>
                    </a:lnTo>
                    <a:lnTo>
                      <a:pt x="822"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1570;p36">
                <a:extLst>
                  <a:ext uri="{FF2B5EF4-FFF2-40B4-BE49-F238E27FC236}">
                    <a16:creationId xmlns:a16="http://schemas.microsoft.com/office/drawing/2014/main" id="{E152E664-9E28-F0EE-0629-5A309BBA778A}"/>
                  </a:ext>
                </a:extLst>
              </p:cNvPr>
              <p:cNvSpPr/>
              <p:nvPr/>
            </p:nvSpPr>
            <p:spPr>
              <a:xfrm>
                <a:off x="5198325" y="4018100"/>
                <a:ext cx="34364" cy="244575"/>
              </a:xfrm>
              <a:custGeom>
                <a:avLst/>
                <a:gdLst/>
                <a:ahLst/>
                <a:cxnLst/>
                <a:rect l="l" t="t" r="r" b="b"/>
                <a:pathLst>
                  <a:path w="822" h="9783" extrusionOk="0">
                    <a:moveTo>
                      <a:pt x="0" y="9782"/>
                    </a:moveTo>
                    <a:lnTo>
                      <a:pt x="822" y="9782"/>
                    </a:lnTo>
                    <a:lnTo>
                      <a:pt x="822"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1571;p36">
                <a:extLst>
                  <a:ext uri="{FF2B5EF4-FFF2-40B4-BE49-F238E27FC236}">
                    <a16:creationId xmlns:a16="http://schemas.microsoft.com/office/drawing/2014/main" id="{7B7FE93C-AAD0-3DF4-0AD6-75F0B1E55A4C}"/>
                  </a:ext>
                </a:extLst>
              </p:cNvPr>
              <p:cNvSpPr/>
              <p:nvPr/>
            </p:nvSpPr>
            <p:spPr>
              <a:xfrm>
                <a:off x="5409825" y="4011100"/>
                <a:ext cx="34364" cy="245025"/>
              </a:xfrm>
              <a:custGeom>
                <a:avLst/>
                <a:gdLst/>
                <a:ahLst/>
                <a:cxnLst/>
                <a:rect l="l" t="t" r="r" b="b"/>
                <a:pathLst>
                  <a:path w="822" h="9801" extrusionOk="0">
                    <a:moveTo>
                      <a:pt x="0" y="9801"/>
                    </a:moveTo>
                    <a:lnTo>
                      <a:pt x="822" y="9801"/>
                    </a:lnTo>
                    <a:lnTo>
                      <a:pt x="822"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1572;p36">
                <a:extLst>
                  <a:ext uri="{FF2B5EF4-FFF2-40B4-BE49-F238E27FC236}">
                    <a16:creationId xmlns:a16="http://schemas.microsoft.com/office/drawing/2014/main" id="{9C8806CA-6DB7-3A2B-AEBE-89036BEE2125}"/>
                  </a:ext>
                </a:extLst>
              </p:cNvPr>
              <p:cNvSpPr/>
              <p:nvPr/>
            </p:nvSpPr>
            <p:spPr>
              <a:xfrm>
                <a:off x="5621325" y="4004100"/>
                <a:ext cx="34364" cy="245025"/>
              </a:xfrm>
              <a:custGeom>
                <a:avLst/>
                <a:gdLst/>
                <a:ahLst/>
                <a:cxnLst/>
                <a:rect l="l" t="t" r="r" b="b"/>
                <a:pathLst>
                  <a:path w="822" h="9801" extrusionOk="0">
                    <a:moveTo>
                      <a:pt x="0" y="9801"/>
                    </a:moveTo>
                    <a:lnTo>
                      <a:pt x="822" y="9801"/>
                    </a:lnTo>
                    <a:lnTo>
                      <a:pt x="822"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1573;p36">
                <a:extLst>
                  <a:ext uri="{FF2B5EF4-FFF2-40B4-BE49-F238E27FC236}">
                    <a16:creationId xmlns:a16="http://schemas.microsoft.com/office/drawing/2014/main" id="{1F812F73-75FC-56CF-B1BC-EEBDE508F871}"/>
                  </a:ext>
                </a:extLst>
              </p:cNvPr>
              <p:cNvSpPr/>
              <p:nvPr/>
            </p:nvSpPr>
            <p:spPr>
              <a:xfrm>
                <a:off x="5832824" y="3997100"/>
                <a:ext cx="33569" cy="245025"/>
              </a:xfrm>
              <a:custGeom>
                <a:avLst/>
                <a:gdLst/>
                <a:ahLst/>
                <a:cxnLst/>
                <a:rect l="l" t="t" r="r" b="b"/>
                <a:pathLst>
                  <a:path w="803" h="9801" extrusionOk="0">
                    <a:moveTo>
                      <a:pt x="0" y="9801"/>
                    </a:moveTo>
                    <a:lnTo>
                      <a:pt x="803" y="9801"/>
                    </a:lnTo>
                    <a:lnTo>
                      <a:pt x="803"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1574;p36">
                <a:extLst>
                  <a:ext uri="{FF2B5EF4-FFF2-40B4-BE49-F238E27FC236}">
                    <a16:creationId xmlns:a16="http://schemas.microsoft.com/office/drawing/2014/main" id="{970D8F09-9616-FD8C-163A-07B551854C90}"/>
                  </a:ext>
                </a:extLst>
              </p:cNvPr>
              <p:cNvSpPr/>
              <p:nvPr/>
            </p:nvSpPr>
            <p:spPr>
              <a:xfrm>
                <a:off x="6043530" y="3990550"/>
                <a:ext cx="34364" cy="244575"/>
              </a:xfrm>
              <a:custGeom>
                <a:avLst/>
                <a:gdLst/>
                <a:ahLst/>
                <a:cxnLst/>
                <a:rect l="l" t="t" r="r" b="b"/>
                <a:pathLst>
                  <a:path w="822" h="9783" extrusionOk="0">
                    <a:moveTo>
                      <a:pt x="1" y="9783"/>
                    </a:moveTo>
                    <a:lnTo>
                      <a:pt x="822" y="9783"/>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1575;p36">
                <a:extLst>
                  <a:ext uri="{FF2B5EF4-FFF2-40B4-BE49-F238E27FC236}">
                    <a16:creationId xmlns:a16="http://schemas.microsoft.com/office/drawing/2014/main" id="{8065F89C-19FC-46AB-0FD9-6845F426B129}"/>
                  </a:ext>
                </a:extLst>
              </p:cNvPr>
              <p:cNvSpPr/>
              <p:nvPr/>
            </p:nvSpPr>
            <p:spPr>
              <a:xfrm>
                <a:off x="6255029" y="3983550"/>
                <a:ext cx="34364" cy="245050"/>
              </a:xfrm>
              <a:custGeom>
                <a:avLst/>
                <a:gdLst/>
                <a:ahLst/>
                <a:cxnLst/>
                <a:rect l="l" t="t" r="r" b="b"/>
                <a:pathLst>
                  <a:path w="822" h="9802" extrusionOk="0">
                    <a:moveTo>
                      <a:pt x="1" y="9801"/>
                    </a:moveTo>
                    <a:lnTo>
                      <a:pt x="822" y="9801"/>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1576;p36">
                <a:extLst>
                  <a:ext uri="{FF2B5EF4-FFF2-40B4-BE49-F238E27FC236}">
                    <a16:creationId xmlns:a16="http://schemas.microsoft.com/office/drawing/2014/main" id="{CA4FC64A-807B-AA7E-598D-9AC737203AA9}"/>
                  </a:ext>
                </a:extLst>
              </p:cNvPr>
              <p:cNvSpPr/>
              <p:nvPr/>
            </p:nvSpPr>
            <p:spPr>
              <a:xfrm>
                <a:off x="6466529" y="3976550"/>
                <a:ext cx="34364" cy="245050"/>
              </a:xfrm>
              <a:custGeom>
                <a:avLst/>
                <a:gdLst/>
                <a:ahLst/>
                <a:cxnLst/>
                <a:rect l="l" t="t" r="r" b="b"/>
                <a:pathLst>
                  <a:path w="822" h="9802" extrusionOk="0">
                    <a:moveTo>
                      <a:pt x="1" y="9801"/>
                    </a:moveTo>
                    <a:lnTo>
                      <a:pt x="822" y="9801"/>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1577;p36">
                <a:extLst>
                  <a:ext uri="{FF2B5EF4-FFF2-40B4-BE49-F238E27FC236}">
                    <a16:creationId xmlns:a16="http://schemas.microsoft.com/office/drawing/2014/main" id="{015A2890-5B00-8FC0-FAB1-12F96BFD4AAF}"/>
                  </a:ext>
                </a:extLst>
              </p:cNvPr>
              <p:cNvSpPr/>
              <p:nvPr/>
            </p:nvSpPr>
            <p:spPr>
              <a:xfrm>
                <a:off x="6678029" y="3969550"/>
                <a:ext cx="34364" cy="245050"/>
              </a:xfrm>
              <a:custGeom>
                <a:avLst/>
                <a:gdLst/>
                <a:ahLst/>
                <a:cxnLst/>
                <a:rect l="l" t="t" r="r" b="b"/>
                <a:pathLst>
                  <a:path w="822" h="9802" extrusionOk="0">
                    <a:moveTo>
                      <a:pt x="1" y="9801"/>
                    </a:moveTo>
                    <a:lnTo>
                      <a:pt x="822" y="9801"/>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1578;p36">
                <a:extLst>
                  <a:ext uri="{FF2B5EF4-FFF2-40B4-BE49-F238E27FC236}">
                    <a16:creationId xmlns:a16="http://schemas.microsoft.com/office/drawing/2014/main" id="{B746C29D-2422-BCF3-8FA7-52B1434B55E0}"/>
                  </a:ext>
                </a:extLst>
              </p:cNvPr>
              <p:cNvSpPr/>
              <p:nvPr/>
            </p:nvSpPr>
            <p:spPr>
              <a:xfrm>
                <a:off x="6889528" y="3963025"/>
                <a:ext cx="34364" cy="244575"/>
              </a:xfrm>
              <a:custGeom>
                <a:avLst/>
                <a:gdLst/>
                <a:ahLst/>
                <a:cxnLst/>
                <a:rect l="l" t="t" r="r" b="b"/>
                <a:pathLst>
                  <a:path w="822" h="9783" extrusionOk="0">
                    <a:moveTo>
                      <a:pt x="1" y="9782"/>
                    </a:moveTo>
                    <a:lnTo>
                      <a:pt x="822" y="9782"/>
                    </a:lnTo>
                    <a:lnTo>
                      <a:pt x="822" y="0"/>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1579;p36">
                <a:extLst>
                  <a:ext uri="{FF2B5EF4-FFF2-40B4-BE49-F238E27FC236}">
                    <a16:creationId xmlns:a16="http://schemas.microsoft.com/office/drawing/2014/main" id="{58589DE5-3828-B67F-32D1-4FFBAE797550}"/>
                  </a:ext>
                </a:extLst>
              </p:cNvPr>
              <p:cNvSpPr/>
              <p:nvPr/>
            </p:nvSpPr>
            <p:spPr>
              <a:xfrm>
                <a:off x="7101028" y="3956025"/>
                <a:ext cx="33611" cy="245050"/>
              </a:xfrm>
              <a:custGeom>
                <a:avLst/>
                <a:gdLst/>
                <a:ahLst/>
                <a:cxnLst/>
                <a:rect l="l" t="t" r="r" b="b"/>
                <a:pathLst>
                  <a:path w="804" h="9802" extrusionOk="0">
                    <a:moveTo>
                      <a:pt x="1" y="9801"/>
                    </a:moveTo>
                    <a:lnTo>
                      <a:pt x="803" y="9801"/>
                    </a:lnTo>
                    <a:lnTo>
                      <a:pt x="803" y="0"/>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1580;p36">
                <a:extLst>
                  <a:ext uri="{FF2B5EF4-FFF2-40B4-BE49-F238E27FC236}">
                    <a16:creationId xmlns:a16="http://schemas.microsoft.com/office/drawing/2014/main" id="{AF54A099-F59F-BFFA-8F1A-151B512738FA}"/>
                  </a:ext>
                </a:extLst>
              </p:cNvPr>
              <p:cNvSpPr/>
              <p:nvPr/>
            </p:nvSpPr>
            <p:spPr>
              <a:xfrm>
                <a:off x="7311733" y="3949025"/>
                <a:ext cx="34406" cy="245050"/>
              </a:xfrm>
              <a:custGeom>
                <a:avLst/>
                <a:gdLst/>
                <a:ahLst/>
                <a:cxnLst/>
                <a:rect l="l" t="t" r="r" b="b"/>
                <a:pathLst>
                  <a:path w="823" h="9802" extrusionOk="0">
                    <a:moveTo>
                      <a:pt x="1" y="9801"/>
                    </a:moveTo>
                    <a:lnTo>
                      <a:pt x="822" y="9801"/>
                    </a:lnTo>
                    <a:lnTo>
                      <a:pt x="822" y="0"/>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1581;p36">
                <a:extLst>
                  <a:ext uri="{FF2B5EF4-FFF2-40B4-BE49-F238E27FC236}">
                    <a16:creationId xmlns:a16="http://schemas.microsoft.com/office/drawing/2014/main" id="{622AC911-DA3D-B31E-E4CB-F18DB2DFFE78}"/>
                  </a:ext>
                </a:extLst>
              </p:cNvPr>
              <p:cNvSpPr/>
              <p:nvPr/>
            </p:nvSpPr>
            <p:spPr>
              <a:xfrm>
                <a:off x="7523233" y="3942025"/>
                <a:ext cx="34406" cy="245025"/>
              </a:xfrm>
              <a:custGeom>
                <a:avLst/>
                <a:gdLst/>
                <a:ahLst/>
                <a:cxnLst/>
                <a:rect l="l" t="t" r="r" b="b"/>
                <a:pathLst>
                  <a:path w="823" h="9801" extrusionOk="0">
                    <a:moveTo>
                      <a:pt x="1" y="9801"/>
                    </a:moveTo>
                    <a:lnTo>
                      <a:pt x="822" y="9801"/>
                    </a:lnTo>
                    <a:lnTo>
                      <a:pt x="822" y="0"/>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1582;p36">
                <a:extLst>
                  <a:ext uri="{FF2B5EF4-FFF2-40B4-BE49-F238E27FC236}">
                    <a16:creationId xmlns:a16="http://schemas.microsoft.com/office/drawing/2014/main" id="{119CA331-106D-EE9D-22B6-05DAF5237054}"/>
                  </a:ext>
                </a:extLst>
              </p:cNvPr>
              <p:cNvSpPr/>
              <p:nvPr/>
            </p:nvSpPr>
            <p:spPr>
              <a:xfrm>
                <a:off x="7734733" y="3935475"/>
                <a:ext cx="34406" cy="244575"/>
              </a:xfrm>
              <a:custGeom>
                <a:avLst/>
                <a:gdLst/>
                <a:ahLst/>
                <a:cxnLst/>
                <a:rect l="l" t="t" r="r" b="b"/>
                <a:pathLst>
                  <a:path w="823" h="9783" extrusionOk="0">
                    <a:moveTo>
                      <a:pt x="1" y="9783"/>
                    </a:moveTo>
                    <a:lnTo>
                      <a:pt x="822" y="9783"/>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1583;p36">
                <a:extLst>
                  <a:ext uri="{FF2B5EF4-FFF2-40B4-BE49-F238E27FC236}">
                    <a16:creationId xmlns:a16="http://schemas.microsoft.com/office/drawing/2014/main" id="{20DBB625-0D7A-C5BC-656B-54985E937942}"/>
                  </a:ext>
                </a:extLst>
              </p:cNvPr>
              <p:cNvSpPr/>
              <p:nvPr/>
            </p:nvSpPr>
            <p:spPr>
              <a:xfrm>
                <a:off x="7946232" y="3928475"/>
                <a:ext cx="34406" cy="245050"/>
              </a:xfrm>
              <a:custGeom>
                <a:avLst/>
                <a:gdLst/>
                <a:ahLst/>
                <a:cxnLst/>
                <a:rect l="l" t="t" r="r" b="b"/>
                <a:pathLst>
                  <a:path w="823" h="9802" extrusionOk="0">
                    <a:moveTo>
                      <a:pt x="1" y="9802"/>
                    </a:moveTo>
                    <a:lnTo>
                      <a:pt x="822" y="9802"/>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1584;p36">
                <a:extLst>
                  <a:ext uri="{FF2B5EF4-FFF2-40B4-BE49-F238E27FC236}">
                    <a16:creationId xmlns:a16="http://schemas.microsoft.com/office/drawing/2014/main" id="{A85001E0-C7A0-41B3-02C9-C8E6C8C8CACD}"/>
                  </a:ext>
                </a:extLst>
              </p:cNvPr>
              <p:cNvSpPr/>
              <p:nvPr/>
            </p:nvSpPr>
            <p:spPr>
              <a:xfrm>
                <a:off x="8157732" y="3921475"/>
                <a:ext cx="34406" cy="245050"/>
              </a:xfrm>
              <a:custGeom>
                <a:avLst/>
                <a:gdLst/>
                <a:ahLst/>
                <a:cxnLst/>
                <a:rect l="l" t="t" r="r" b="b"/>
                <a:pathLst>
                  <a:path w="823" h="9802" extrusionOk="0">
                    <a:moveTo>
                      <a:pt x="1" y="9802"/>
                    </a:moveTo>
                    <a:lnTo>
                      <a:pt x="822" y="9802"/>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1585;p36">
                <a:extLst>
                  <a:ext uri="{FF2B5EF4-FFF2-40B4-BE49-F238E27FC236}">
                    <a16:creationId xmlns:a16="http://schemas.microsoft.com/office/drawing/2014/main" id="{8694BE50-6CCE-FC56-4A1F-D91FB472002A}"/>
                  </a:ext>
                </a:extLst>
              </p:cNvPr>
              <p:cNvSpPr/>
              <p:nvPr/>
            </p:nvSpPr>
            <p:spPr>
              <a:xfrm>
                <a:off x="8369232" y="3914475"/>
                <a:ext cx="33611" cy="245050"/>
              </a:xfrm>
              <a:custGeom>
                <a:avLst/>
                <a:gdLst/>
                <a:ahLst/>
                <a:cxnLst/>
                <a:rect l="l" t="t" r="r" b="b"/>
                <a:pathLst>
                  <a:path w="804" h="9802" extrusionOk="0">
                    <a:moveTo>
                      <a:pt x="1" y="9802"/>
                    </a:moveTo>
                    <a:lnTo>
                      <a:pt x="804" y="9802"/>
                    </a:lnTo>
                    <a:lnTo>
                      <a:pt x="804"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1586;p36">
                <a:extLst>
                  <a:ext uri="{FF2B5EF4-FFF2-40B4-BE49-F238E27FC236}">
                    <a16:creationId xmlns:a16="http://schemas.microsoft.com/office/drawing/2014/main" id="{832547ED-E639-099B-74BD-5D535B337BDB}"/>
                  </a:ext>
                </a:extLst>
              </p:cNvPr>
              <p:cNvSpPr/>
              <p:nvPr/>
            </p:nvSpPr>
            <p:spPr>
              <a:xfrm>
                <a:off x="8580773" y="3907950"/>
                <a:ext cx="33569" cy="244575"/>
              </a:xfrm>
              <a:custGeom>
                <a:avLst/>
                <a:gdLst/>
                <a:ahLst/>
                <a:cxnLst/>
                <a:rect l="l" t="t" r="r" b="b"/>
                <a:pathLst>
                  <a:path w="803" h="9783" extrusionOk="0">
                    <a:moveTo>
                      <a:pt x="0" y="9783"/>
                    </a:moveTo>
                    <a:lnTo>
                      <a:pt x="803" y="9783"/>
                    </a:lnTo>
                    <a:lnTo>
                      <a:pt x="803"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1587;p36">
                <a:extLst>
                  <a:ext uri="{FF2B5EF4-FFF2-40B4-BE49-F238E27FC236}">
                    <a16:creationId xmlns:a16="http://schemas.microsoft.com/office/drawing/2014/main" id="{BF163634-97CA-199E-C385-D04F8380AE18}"/>
                  </a:ext>
                </a:extLst>
              </p:cNvPr>
              <p:cNvSpPr/>
              <p:nvPr/>
            </p:nvSpPr>
            <p:spPr>
              <a:xfrm>
                <a:off x="8791478" y="3900950"/>
                <a:ext cx="34364" cy="245050"/>
              </a:xfrm>
              <a:custGeom>
                <a:avLst/>
                <a:gdLst/>
                <a:ahLst/>
                <a:cxnLst/>
                <a:rect l="l" t="t" r="r" b="b"/>
                <a:pathLst>
                  <a:path w="822" h="9802" extrusionOk="0">
                    <a:moveTo>
                      <a:pt x="0" y="9801"/>
                    </a:moveTo>
                    <a:lnTo>
                      <a:pt x="822" y="9801"/>
                    </a:lnTo>
                    <a:lnTo>
                      <a:pt x="822"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 name="Google Shape;1588;p36">
              <a:extLst>
                <a:ext uri="{FF2B5EF4-FFF2-40B4-BE49-F238E27FC236}">
                  <a16:creationId xmlns:a16="http://schemas.microsoft.com/office/drawing/2014/main" id="{D4E0E8B3-D0FE-0B0F-8124-70E48E9E83A3}"/>
                </a:ext>
              </a:extLst>
            </p:cNvPr>
            <p:cNvGrpSpPr/>
            <p:nvPr/>
          </p:nvGrpSpPr>
          <p:grpSpPr>
            <a:xfrm flipH="1">
              <a:off x="5406861" y="4293100"/>
              <a:ext cx="3484400" cy="973847"/>
              <a:chOff x="3379075" y="4293100"/>
              <a:chExt cx="3484400" cy="973847"/>
            </a:xfrm>
            <a:grpFill/>
          </p:grpSpPr>
          <p:sp>
            <p:nvSpPr>
              <p:cNvPr id="37" name="Google Shape;1589;p36">
                <a:extLst>
                  <a:ext uri="{FF2B5EF4-FFF2-40B4-BE49-F238E27FC236}">
                    <a16:creationId xmlns:a16="http://schemas.microsoft.com/office/drawing/2014/main" id="{4B65A2E6-99CC-233E-89B1-570887D8CFF6}"/>
                  </a:ext>
                </a:extLst>
              </p:cNvPr>
              <p:cNvSpPr/>
              <p:nvPr/>
            </p:nvSpPr>
            <p:spPr>
              <a:xfrm>
                <a:off x="6638025" y="4293100"/>
                <a:ext cx="225450" cy="266525"/>
              </a:xfrm>
              <a:custGeom>
                <a:avLst/>
                <a:gdLst/>
                <a:ahLst/>
                <a:cxnLst/>
                <a:rect l="l" t="t" r="r" b="b"/>
                <a:pathLst>
                  <a:path w="9018" h="10661" extrusionOk="0">
                    <a:moveTo>
                      <a:pt x="1" y="10660"/>
                    </a:moveTo>
                    <a:lnTo>
                      <a:pt x="9017" y="10660"/>
                    </a:lnTo>
                    <a:lnTo>
                      <a:pt x="9017"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1590;p36">
                <a:extLst>
                  <a:ext uri="{FF2B5EF4-FFF2-40B4-BE49-F238E27FC236}">
                    <a16:creationId xmlns:a16="http://schemas.microsoft.com/office/drawing/2014/main" id="{73881EA7-2037-9C35-2D49-E1E3E56D3BF0}"/>
                  </a:ext>
                </a:extLst>
              </p:cNvPr>
              <p:cNvSpPr/>
              <p:nvPr/>
            </p:nvSpPr>
            <p:spPr>
              <a:xfrm>
                <a:off x="5628575" y="4369300"/>
                <a:ext cx="225425" cy="266525"/>
              </a:xfrm>
              <a:custGeom>
                <a:avLst/>
                <a:gdLst/>
                <a:ahLst/>
                <a:cxnLst/>
                <a:rect l="l" t="t" r="r" b="b"/>
                <a:pathLst>
                  <a:path w="9017" h="10661" extrusionOk="0">
                    <a:moveTo>
                      <a:pt x="0" y="10660"/>
                    </a:moveTo>
                    <a:lnTo>
                      <a:pt x="9017" y="10660"/>
                    </a:lnTo>
                    <a:lnTo>
                      <a:pt x="9017"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1591;p36">
                <a:extLst>
                  <a:ext uri="{FF2B5EF4-FFF2-40B4-BE49-F238E27FC236}">
                    <a16:creationId xmlns:a16="http://schemas.microsoft.com/office/drawing/2014/main" id="{5906597F-259E-77AB-4774-C6A121FBFC3A}"/>
                  </a:ext>
                </a:extLst>
              </p:cNvPr>
              <p:cNvSpPr/>
              <p:nvPr/>
            </p:nvSpPr>
            <p:spPr>
              <a:xfrm>
                <a:off x="5700425" y="4473175"/>
                <a:ext cx="72850" cy="792553"/>
              </a:xfrm>
              <a:custGeom>
                <a:avLst/>
                <a:gdLst/>
                <a:ahLst/>
                <a:cxnLst/>
                <a:rect l="l" t="t" r="r" b="b"/>
                <a:pathLst>
                  <a:path w="2914" h="48780" extrusionOk="0">
                    <a:moveTo>
                      <a:pt x="1" y="48780"/>
                    </a:moveTo>
                    <a:lnTo>
                      <a:pt x="2913" y="48780"/>
                    </a:lnTo>
                    <a:lnTo>
                      <a:pt x="291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1592;p36">
                <a:extLst>
                  <a:ext uri="{FF2B5EF4-FFF2-40B4-BE49-F238E27FC236}">
                    <a16:creationId xmlns:a16="http://schemas.microsoft.com/office/drawing/2014/main" id="{716BB5B2-6607-4370-CF60-A199906CE384}"/>
                  </a:ext>
                </a:extLst>
              </p:cNvPr>
              <p:cNvSpPr/>
              <p:nvPr/>
            </p:nvSpPr>
            <p:spPr>
              <a:xfrm>
                <a:off x="4520150" y="4369300"/>
                <a:ext cx="225450" cy="266525"/>
              </a:xfrm>
              <a:custGeom>
                <a:avLst/>
                <a:gdLst/>
                <a:ahLst/>
                <a:cxnLst/>
                <a:rect l="l" t="t" r="r" b="b"/>
                <a:pathLst>
                  <a:path w="9018" h="10661" extrusionOk="0">
                    <a:moveTo>
                      <a:pt x="1" y="10660"/>
                    </a:moveTo>
                    <a:lnTo>
                      <a:pt x="9017" y="10660"/>
                    </a:lnTo>
                    <a:lnTo>
                      <a:pt x="9017"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1593;p36">
                <a:extLst>
                  <a:ext uri="{FF2B5EF4-FFF2-40B4-BE49-F238E27FC236}">
                    <a16:creationId xmlns:a16="http://schemas.microsoft.com/office/drawing/2014/main" id="{F7B7641B-A3D1-7493-357F-C2B56B795949}"/>
                  </a:ext>
                </a:extLst>
              </p:cNvPr>
              <p:cNvSpPr/>
              <p:nvPr/>
            </p:nvSpPr>
            <p:spPr>
              <a:xfrm>
                <a:off x="4592025" y="4473175"/>
                <a:ext cx="72825" cy="792553"/>
              </a:xfrm>
              <a:custGeom>
                <a:avLst/>
                <a:gdLst/>
                <a:ahLst/>
                <a:cxnLst/>
                <a:rect l="l" t="t" r="r" b="b"/>
                <a:pathLst>
                  <a:path w="2913" h="48780" extrusionOk="0">
                    <a:moveTo>
                      <a:pt x="1" y="48780"/>
                    </a:moveTo>
                    <a:lnTo>
                      <a:pt x="2913" y="48780"/>
                    </a:lnTo>
                    <a:lnTo>
                      <a:pt x="291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1594;p36">
                <a:extLst>
                  <a:ext uri="{FF2B5EF4-FFF2-40B4-BE49-F238E27FC236}">
                    <a16:creationId xmlns:a16="http://schemas.microsoft.com/office/drawing/2014/main" id="{237C0917-4C1F-3CB7-9009-B65020D7C625}"/>
                  </a:ext>
                </a:extLst>
              </p:cNvPr>
              <p:cNvSpPr/>
              <p:nvPr/>
            </p:nvSpPr>
            <p:spPr>
              <a:xfrm>
                <a:off x="3379075" y="4403850"/>
                <a:ext cx="225450" cy="262300"/>
              </a:xfrm>
              <a:custGeom>
                <a:avLst/>
                <a:gdLst/>
                <a:ahLst/>
                <a:cxnLst/>
                <a:rect l="l" t="t" r="r" b="b"/>
                <a:pathLst>
                  <a:path w="9018" h="10492" extrusionOk="0">
                    <a:moveTo>
                      <a:pt x="1" y="10492"/>
                    </a:moveTo>
                    <a:lnTo>
                      <a:pt x="9017" y="10492"/>
                    </a:lnTo>
                    <a:lnTo>
                      <a:pt x="9017" y="0"/>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1595;p36">
                <a:extLst>
                  <a:ext uri="{FF2B5EF4-FFF2-40B4-BE49-F238E27FC236}">
                    <a16:creationId xmlns:a16="http://schemas.microsoft.com/office/drawing/2014/main" id="{ADD9C7FE-1E1D-2183-835E-978789667CDE}"/>
                  </a:ext>
                </a:extLst>
              </p:cNvPr>
              <p:cNvSpPr/>
              <p:nvPr/>
            </p:nvSpPr>
            <p:spPr>
              <a:xfrm>
                <a:off x="3450950" y="4494102"/>
                <a:ext cx="72825" cy="772845"/>
              </a:xfrm>
              <a:custGeom>
                <a:avLst/>
                <a:gdLst/>
                <a:ahLst/>
                <a:cxnLst/>
                <a:rect l="l" t="t" r="r" b="b"/>
                <a:pathLst>
                  <a:path w="2913" h="47567" extrusionOk="0">
                    <a:moveTo>
                      <a:pt x="1" y="47567"/>
                    </a:moveTo>
                    <a:lnTo>
                      <a:pt x="2913" y="47567"/>
                    </a:lnTo>
                    <a:lnTo>
                      <a:pt x="291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 name="Google Shape;1596;p36">
              <a:extLst>
                <a:ext uri="{FF2B5EF4-FFF2-40B4-BE49-F238E27FC236}">
                  <a16:creationId xmlns:a16="http://schemas.microsoft.com/office/drawing/2014/main" id="{363E7CD6-0655-7712-F188-D4A1892F1A79}"/>
                </a:ext>
              </a:extLst>
            </p:cNvPr>
            <p:cNvGrpSpPr/>
            <p:nvPr/>
          </p:nvGrpSpPr>
          <p:grpSpPr>
            <a:xfrm flipH="1">
              <a:off x="-109714" y="4175950"/>
              <a:ext cx="2474925" cy="1050047"/>
              <a:chOff x="3379075" y="4216900"/>
              <a:chExt cx="2474925" cy="1050047"/>
            </a:xfrm>
            <a:grpFill/>
          </p:grpSpPr>
          <p:sp>
            <p:nvSpPr>
              <p:cNvPr id="31" name="Google Shape;1597;p36">
                <a:extLst>
                  <a:ext uri="{FF2B5EF4-FFF2-40B4-BE49-F238E27FC236}">
                    <a16:creationId xmlns:a16="http://schemas.microsoft.com/office/drawing/2014/main" id="{F3148BB1-74BB-E3AA-0F4B-C21D4AC4EB37}"/>
                  </a:ext>
                </a:extLst>
              </p:cNvPr>
              <p:cNvSpPr/>
              <p:nvPr/>
            </p:nvSpPr>
            <p:spPr>
              <a:xfrm>
                <a:off x="5628575" y="4216900"/>
                <a:ext cx="225425" cy="266525"/>
              </a:xfrm>
              <a:custGeom>
                <a:avLst/>
                <a:gdLst/>
                <a:ahLst/>
                <a:cxnLst/>
                <a:rect l="l" t="t" r="r" b="b"/>
                <a:pathLst>
                  <a:path w="9017" h="10661" extrusionOk="0">
                    <a:moveTo>
                      <a:pt x="0" y="10660"/>
                    </a:moveTo>
                    <a:lnTo>
                      <a:pt x="9017" y="10660"/>
                    </a:lnTo>
                    <a:lnTo>
                      <a:pt x="9017"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1598;p36">
                <a:extLst>
                  <a:ext uri="{FF2B5EF4-FFF2-40B4-BE49-F238E27FC236}">
                    <a16:creationId xmlns:a16="http://schemas.microsoft.com/office/drawing/2014/main" id="{D9908424-AB83-2E5A-7E1B-4F05BF8A7D8C}"/>
                  </a:ext>
                </a:extLst>
              </p:cNvPr>
              <p:cNvSpPr/>
              <p:nvPr/>
            </p:nvSpPr>
            <p:spPr>
              <a:xfrm>
                <a:off x="5700425" y="4473175"/>
                <a:ext cx="72850" cy="792553"/>
              </a:xfrm>
              <a:custGeom>
                <a:avLst/>
                <a:gdLst/>
                <a:ahLst/>
                <a:cxnLst/>
                <a:rect l="l" t="t" r="r" b="b"/>
                <a:pathLst>
                  <a:path w="2914" h="48780" extrusionOk="0">
                    <a:moveTo>
                      <a:pt x="1" y="48780"/>
                    </a:moveTo>
                    <a:lnTo>
                      <a:pt x="2913" y="48780"/>
                    </a:lnTo>
                    <a:lnTo>
                      <a:pt x="291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1599;p36">
                <a:extLst>
                  <a:ext uri="{FF2B5EF4-FFF2-40B4-BE49-F238E27FC236}">
                    <a16:creationId xmlns:a16="http://schemas.microsoft.com/office/drawing/2014/main" id="{75784BB2-2247-526C-246D-94643E0186E7}"/>
                  </a:ext>
                </a:extLst>
              </p:cNvPr>
              <p:cNvSpPr/>
              <p:nvPr/>
            </p:nvSpPr>
            <p:spPr>
              <a:xfrm>
                <a:off x="4520150" y="4216900"/>
                <a:ext cx="225450" cy="266525"/>
              </a:xfrm>
              <a:custGeom>
                <a:avLst/>
                <a:gdLst/>
                <a:ahLst/>
                <a:cxnLst/>
                <a:rect l="l" t="t" r="r" b="b"/>
                <a:pathLst>
                  <a:path w="9018" h="10661" extrusionOk="0">
                    <a:moveTo>
                      <a:pt x="1" y="10660"/>
                    </a:moveTo>
                    <a:lnTo>
                      <a:pt x="9017" y="10660"/>
                    </a:lnTo>
                    <a:lnTo>
                      <a:pt x="9017"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1600;p36">
                <a:extLst>
                  <a:ext uri="{FF2B5EF4-FFF2-40B4-BE49-F238E27FC236}">
                    <a16:creationId xmlns:a16="http://schemas.microsoft.com/office/drawing/2014/main" id="{D446ADCA-3583-B3F1-CBA3-E3DED1818624}"/>
                  </a:ext>
                </a:extLst>
              </p:cNvPr>
              <p:cNvSpPr/>
              <p:nvPr/>
            </p:nvSpPr>
            <p:spPr>
              <a:xfrm>
                <a:off x="4592025" y="4473175"/>
                <a:ext cx="72825" cy="792553"/>
              </a:xfrm>
              <a:custGeom>
                <a:avLst/>
                <a:gdLst/>
                <a:ahLst/>
                <a:cxnLst/>
                <a:rect l="l" t="t" r="r" b="b"/>
                <a:pathLst>
                  <a:path w="2913" h="48780" extrusionOk="0">
                    <a:moveTo>
                      <a:pt x="1" y="48780"/>
                    </a:moveTo>
                    <a:lnTo>
                      <a:pt x="2913" y="48780"/>
                    </a:lnTo>
                    <a:lnTo>
                      <a:pt x="291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1601;p36">
                <a:extLst>
                  <a:ext uri="{FF2B5EF4-FFF2-40B4-BE49-F238E27FC236}">
                    <a16:creationId xmlns:a16="http://schemas.microsoft.com/office/drawing/2014/main" id="{A833F2CE-8D6D-E98A-AC55-BE507902349D}"/>
                  </a:ext>
                </a:extLst>
              </p:cNvPr>
              <p:cNvSpPr/>
              <p:nvPr/>
            </p:nvSpPr>
            <p:spPr>
              <a:xfrm>
                <a:off x="3379075" y="4251450"/>
                <a:ext cx="225450" cy="262300"/>
              </a:xfrm>
              <a:custGeom>
                <a:avLst/>
                <a:gdLst/>
                <a:ahLst/>
                <a:cxnLst/>
                <a:rect l="l" t="t" r="r" b="b"/>
                <a:pathLst>
                  <a:path w="9018" h="10492" extrusionOk="0">
                    <a:moveTo>
                      <a:pt x="1" y="10492"/>
                    </a:moveTo>
                    <a:lnTo>
                      <a:pt x="9017" y="10492"/>
                    </a:lnTo>
                    <a:lnTo>
                      <a:pt x="9017" y="0"/>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1602;p36">
                <a:extLst>
                  <a:ext uri="{FF2B5EF4-FFF2-40B4-BE49-F238E27FC236}">
                    <a16:creationId xmlns:a16="http://schemas.microsoft.com/office/drawing/2014/main" id="{7B13F487-589B-FDB6-B7CE-8A0273FBA9DC}"/>
                  </a:ext>
                </a:extLst>
              </p:cNvPr>
              <p:cNvSpPr/>
              <p:nvPr/>
            </p:nvSpPr>
            <p:spPr>
              <a:xfrm>
                <a:off x="3450950" y="4494102"/>
                <a:ext cx="72825" cy="772845"/>
              </a:xfrm>
              <a:custGeom>
                <a:avLst/>
                <a:gdLst/>
                <a:ahLst/>
                <a:cxnLst/>
                <a:rect l="l" t="t" r="r" b="b"/>
                <a:pathLst>
                  <a:path w="2913" h="47567" extrusionOk="0">
                    <a:moveTo>
                      <a:pt x="1" y="47567"/>
                    </a:moveTo>
                    <a:lnTo>
                      <a:pt x="2913" y="47567"/>
                    </a:lnTo>
                    <a:lnTo>
                      <a:pt x="291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94" name="Google Shape;1117;p30">
            <a:extLst>
              <a:ext uri="{FF2B5EF4-FFF2-40B4-BE49-F238E27FC236}">
                <a16:creationId xmlns:a16="http://schemas.microsoft.com/office/drawing/2014/main" id="{FA997088-CA70-B023-942C-0192DD5FCABF}"/>
              </a:ext>
            </a:extLst>
          </p:cNvPr>
          <p:cNvGrpSpPr/>
          <p:nvPr/>
        </p:nvGrpSpPr>
        <p:grpSpPr>
          <a:xfrm rot="150140">
            <a:off x="116459" y="3943231"/>
            <a:ext cx="2580526" cy="685136"/>
            <a:chOff x="3962175" y="2631750"/>
            <a:chExt cx="3075700" cy="952625"/>
          </a:xfrm>
        </p:grpSpPr>
        <p:sp>
          <p:nvSpPr>
            <p:cNvPr id="95" name="Google Shape;1118;p30">
              <a:extLst>
                <a:ext uri="{FF2B5EF4-FFF2-40B4-BE49-F238E27FC236}">
                  <a16:creationId xmlns:a16="http://schemas.microsoft.com/office/drawing/2014/main" id="{E765CE14-B34A-4541-590C-F15871B9B99F}"/>
                </a:ext>
              </a:extLst>
            </p:cNvPr>
            <p:cNvSpPr/>
            <p:nvPr/>
          </p:nvSpPr>
          <p:spPr>
            <a:xfrm>
              <a:off x="3962175" y="3227750"/>
              <a:ext cx="3075700" cy="356625"/>
            </a:xfrm>
            <a:custGeom>
              <a:avLst/>
              <a:gdLst/>
              <a:ahLst/>
              <a:cxnLst/>
              <a:rect l="l" t="t" r="r" b="b"/>
              <a:pathLst>
                <a:path w="123028" h="14265" extrusionOk="0">
                  <a:moveTo>
                    <a:pt x="114046" y="1"/>
                  </a:moveTo>
                  <a:lnTo>
                    <a:pt x="114046" y="1239"/>
                  </a:lnTo>
                  <a:lnTo>
                    <a:pt x="114579" y="1239"/>
                  </a:lnTo>
                  <a:lnTo>
                    <a:pt x="114579" y="3167"/>
                  </a:lnTo>
                  <a:lnTo>
                    <a:pt x="109877" y="3167"/>
                  </a:lnTo>
                  <a:lnTo>
                    <a:pt x="109877" y="2728"/>
                  </a:lnTo>
                  <a:lnTo>
                    <a:pt x="108984" y="2728"/>
                  </a:lnTo>
                  <a:lnTo>
                    <a:pt x="108984" y="1913"/>
                  </a:lnTo>
                  <a:cubicBezTo>
                    <a:pt x="108984" y="1411"/>
                    <a:pt x="108513" y="1004"/>
                    <a:pt x="107980" y="1098"/>
                  </a:cubicBezTo>
                  <a:lnTo>
                    <a:pt x="107980" y="1098"/>
                  </a:lnTo>
                  <a:cubicBezTo>
                    <a:pt x="107573" y="1161"/>
                    <a:pt x="107291" y="1553"/>
                    <a:pt x="107291" y="1960"/>
                  </a:cubicBezTo>
                  <a:lnTo>
                    <a:pt x="107291" y="1960"/>
                  </a:lnTo>
                  <a:lnTo>
                    <a:pt x="107291" y="2728"/>
                  </a:lnTo>
                  <a:lnTo>
                    <a:pt x="106397" y="2728"/>
                  </a:lnTo>
                  <a:lnTo>
                    <a:pt x="106397" y="3167"/>
                  </a:lnTo>
                  <a:lnTo>
                    <a:pt x="105237" y="3167"/>
                  </a:lnTo>
                  <a:lnTo>
                    <a:pt x="105237" y="1615"/>
                  </a:lnTo>
                  <a:lnTo>
                    <a:pt x="103921" y="1615"/>
                  </a:lnTo>
                  <a:lnTo>
                    <a:pt x="103921" y="3167"/>
                  </a:lnTo>
                  <a:lnTo>
                    <a:pt x="100112" y="3167"/>
                  </a:lnTo>
                  <a:lnTo>
                    <a:pt x="100112" y="1521"/>
                  </a:lnTo>
                  <a:cubicBezTo>
                    <a:pt x="100112" y="675"/>
                    <a:pt x="99438" y="1"/>
                    <a:pt x="98591" y="1"/>
                  </a:cubicBezTo>
                  <a:lnTo>
                    <a:pt x="98591" y="1"/>
                  </a:lnTo>
                  <a:lnTo>
                    <a:pt x="88403" y="1"/>
                  </a:lnTo>
                  <a:cubicBezTo>
                    <a:pt x="87870" y="1"/>
                    <a:pt x="87431" y="440"/>
                    <a:pt x="87463" y="988"/>
                  </a:cubicBezTo>
                  <a:lnTo>
                    <a:pt x="87463" y="988"/>
                  </a:lnTo>
                  <a:cubicBezTo>
                    <a:pt x="87494" y="1490"/>
                    <a:pt x="87949" y="1882"/>
                    <a:pt x="88466" y="1882"/>
                  </a:cubicBezTo>
                  <a:lnTo>
                    <a:pt x="88466" y="1882"/>
                  </a:lnTo>
                  <a:lnTo>
                    <a:pt x="92149" y="1882"/>
                  </a:lnTo>
                  <a:cubicBezTo>
                    <a:pt x="92964" y="1882"/>
                    <a:pt x="93638" y="2540"/>
                    <a:pt x="93638" y="3355"/>
                  </a:cubicBezTo>
                  <a:lnTo>
                    <a:pt x="93638" y="3355"/>
                  </a:lnTo>
                  <a:lnTo>
                    <a:pt x="93638" y="5785"/>
                  </a:lnTo>
                  <a:cubicBezTo>
                    <a:pt x="93638" y="5988"/>
                    <a:pt x="93466" y="6161"/>
                    <a:pt x="93247" y="6161"/>
                  </a:cubicBezTo>
                  <a:lnTo>
                    <a:pt x="93247" y="6161"/>
                  </a:lnTo>
                  <a:lnTo>
                    <a:pt x="88293" y="6161"/>
                  </a:lnTo>
                  <a:cubicBezTo>
                    <a:pt x="87839" y="6161"/>
                    <a:pt x="87463" y="6537"/>
                    <a:pt x="87463" y="6992"/>
                  </a:cubicBezTo>
                  <a:lnTo>
                    <a:pt x="87463" y="6992"/>
                  </a:lnTo>
                  <a:lnTo>
                    <a:pt x="87463" y="9468"/>
                  </a:lnTo>
                  <a:cubicBezTo>
                    <a:pt x="87463" y="10299"/>
                    <a:pt x="87823" y="11036"/>
                    <a:pt x="88403" y="11537"/>
                  </a:cubicBezTo>
                  <a:lnTo>
                    <a:pt x="88403" y="11537"/>
                  </a:lnTo>
                  <a:cubicBezTo>
                    <a:pt x="88388" y="11615"/>
                    <a:pt x="88388" y="11678"/>
                    <a:pt x="88372" y="11741"/>
                  </a:cubicBezTo>
                  <a:lnTo>
                    <a:pt x="88372" y="11741"/>
                  </a:lnTo>
                  <a:lnTo>
                    <a:pt x="85221" y="11741"/>
                  </a:lnTo>
                  <a:lnTo>
                    <a:pt x="85221" y="3512"/>
                  </a:lnTo>
                  <a:cubicBezTo>
                    <a:pt x="85221" y="2430"/>
                    <a:pt x="84359" y="1553"/>
                    <a:pt x="83278" y="1553"/>
                  </a:cubicBezTo>
                  <a:lnTo>
                    <a:pt x="83278" y="1553"/>
                  </a:lnTo>
                  <a:lnTo>
                    <a:pt x="46083" y="1553"/>
                  </a:lnTo>
                  <a:cubicBezTo>
                    <a:pt x="45017" y="1553"/>
                    <a:pt x="44139" y="2430"/>
                    <a:pt x="44139" y="3512"/>
                  </a:cubicBezTo>
                  <a:lnTo>
                    <a:pt x="44139" y="3512"/>
                  </a:lnTo>
                  <a:lnTo>
                    <a:pt x="44139" y="10330"/>
                  </a:lnTo>
                  <a:lnTo>
                    <a:pt x="42211" y="10330"/>
                  </a:lnTo>
                  <a:lnTo>
                    <a:pt x="42211" y="3512"/>
                  </a:lnTo>
                  <a:cubicBezTo>
                    <a:pt x="42211" y="2430"/>
                    <a:pt x="41333" y="1553"/>
                    <a:pt x="40267" y="1553"/>
                  </a:cubicBezTo>
                  <a:lnTo>
                    <a:pt x="40267" y="1553"/>
                  </a:lnTo>
                  <a:lnTo>
                    <a:pt x="3072" y="1553"/>
                  </a:lnTo>
                  <a:cubicBezTo>
                    <a:pt x="2006" y="1553"/>
                    <a:pt x="1129" y="2430"/>
                    <a:pt x="1129" y="3512"/>
                  </a:cubicBezTo>
                  <a:lnTo>
                    <a:pt x="1129" y="3512"/>
                  </a:lnTo>
                  <a:lnTo>
                    <a:pt x="1129" y="10330"/>
                  </a:lnTo>
                  <a:lnTo>
                    <a:pt x="0" y="10330"/>
                  </a:lnTo>
                  <a:lnTo>
                    <a:pt x="0" y="11130"/>
                  </a:lnTo>
                  <a:lnTo>
                    <a:pt x="1129" y="11130"/>
                  </a:lnTo>
                  <a:lnTo>
                    <a:pt x="1129" y="12650"/>
                  </a:lnTo>
                  <a:lnTo>
                    <a:pt x="1865" y="12650"/>
                  </a:lnTo>
                  <a:cubicBezTo>
                    <a:pt x="1865" y="13481"/>
                    <a:pt x="2555" y="14170"/>
                    <a:pt x="3386" y="14170"/>
                  </a:cubicBezTo>
                  <a:lnTo>
                    <a:pt x="3386" y="14170"/>
                  </a:lnTo>
                  <a:cubicBezTo>
                    <a:pt x="4232" y="14170"/>
                    <a:pt x="4906" y="13481"/>
                    <a:pt x="4906" y="12650"/>
                  </a:cubicBezTo>
                  <a:lnTo>
                    <a:pt x="4906" y="12650"/>
                  </a:lnTo>
                  <a:lnTo>
                    <a:pt x="6113" y="12650"/>
                  </a:lnTo>
                  <a:cubicBezTo>
                    <a:pt x="6113" y="13481"/>
                    <a:pt x="6803" y="14170"/>
                    <a:pt x="7633" y="14170"/>
                  </a:cubicBezTo>
                  <a:lnTo>
                    <a:pt x="7633" y="14170"/>
                  </a:lnTo>
                  <a:cubicBezTo>
                    <a:pt x="8480" y="14170"/>
                    <a:pt x="9154" y="13481"/>
                    <a:pt x="9154" y="12650"/>
                  </a:cubicBezTo>
                  <a:lnTo>
                    <a:pt x="9154" y="12650"/>
                  </a:lnTo>
                  <a:lnTo>
                    <a:pt x="33966" y="12650"/>
                  </a:lnTo>
                  <a:cubicBezTo>
                    <a:pt x="33966" y="13481"/>
                    <a:pt x="34640" y="14170"/>
                    <a:pt x="35487" y="14170"/>
                  </a:cubicBezTo>
                  <a:lnTo>
                    <a:pt x="35487" y="14170"/>
                  </a:lnTo>
                  <a:cubicBezTo>
                    <a:pt x="36317" y="14170"/>
                    <a:pt x="37007" y="13481"/>
                    <a:pt x="37007" y="12650"/>
                  </a:cubicBezTo>
                  <a:lnTo>
                    <a:pt x="37007" y="12650"/>
                  </a:lnTo>
                  <a:lnTo>
                    <a:pt x="38198" y="12650"/>
                  </a:lnTo>
                  <a:cubicBezTo>
                    <a:pt x="38198" y="13481"/>
                    <a:pt x="38888" y="14170"/>
                    <a:pt x="39734" y="14170"/>
                  </a:cubicBezTo>
                  <a:lnTo>
                    <a:pt x="39734" y="14170"/>
                  </a:lnTo>
                  <a:cubicBezTo>
                    <a:pt x="40565" y="14170"/>
                    <a:pt x="41255" y="13481"/>
                    <a:pt x="41255" y="12650"/>
                  </a:cubicBezTo>
                  <a:lnTo>
                    <a:pt x="41255" y="12650"/>
                  </a:lnTo>
                  <a:lnTo>
                    <a:pt x="42211" y="12650"/>
                  </a:lnTo>
                  <a:lnTo>
                    <a:pt x="42211" y="11130"/>
                  </a:lnTo>
                  <a:lnTo>
                    <a:pt x="44139" y="11130"/>
                  </a:lnTo>
                  <a:lnTo>
                    <a:pt x="44139" y="12650"/>
                  </a:lnTo>
                  <a:lnTo>
                    <a:pt x="44876" y="12650"/>
                  </a:lnTo>
                  <a:cubicBezTo>
                    <a:pt x="44876" y="13481"/>
                    <a:pt x="45565" y="14170"/>
                    <a:pt x="46412" y="14170"/>
                  </a:cubicBezTo>
                  <a:lnTo>
                    <a:pt x="46412" y="14170"/>
                  </a:lnTo>
                  <a:cubicBezTo>
                    <a:pt x="47242" y="14170"/>
                    <a:pt x="47932" y="13481"/>
                    <a:pt x="47932" y="12650"/>
                  </a:cubicBezTo>
                  <a:lnTo>
                    <a:pt x="47932" y="12650"/>
                  </a:lnTo>
                  <a:lnTo>
                    <a:pt x="49123" y="12650"/>
                  </a:lnTo>
                  <a:cubicBezTo>
                    <a:pt x="49123" y="13481"/>
                    <a:pt x="49813" y="14170"/>
                    <a:pt x="50644" y="14170"/>
                  </a:cubicBezTo>
                  <a:lnTo>
                    <a:pt x="50644" y="14170"/>
                  </a:lnTo>
                  <a:cubicBezTo>
                    <a:pt x="51490" y="14170"/>
                    <a:pt x="52164" y="13481"/>
                    <a:pt x="52164" y="12650"/>
                  </a:cubicBezTo>
                  <a:lnTo>
                    <a:pt x="52164" y="12650"/>
                  </a:lnTo>
                  <a:lnTo>
                    <a:pt x="76977" y="12650"/>
                  </a:lnTo>
                  <a:cubicBezTo>
                    <a:pt x="76977" y="13481"/>
                    <a:pt x="77651" y="14170"/>
                    <a:pt x="78497" y="14170"/>
                  </a:cubicBezTo>
                  <a:lnTo>
                    <a:pt x="78497" y="14170"/>
                  </a:lnTo>
                  <a:cubicBezTo>
                    <a:pt x="79343" y="14170"/>
                    <a:pt x="80017" y="13481"/>
                    <a:pt x="80017" y="12650"/>
                  </a:cubicBezTo>
                  <a:lnTo>
                    <a:pt x="80017" y="12650"/>
                  </a:lnTo>
                  <a:lnTo>
                    <a:pt x="81224" y="12650"/>
                  </a:lnTo>
                  <a:cubicBezTo>
                    <a:pt x="81224" y="13481"/>
                    <a:pt x="81898" y="14170"/>
                    <a:pt x="82745" y="14170"/>
                  </a:cubicBezTo>
                  <a:lnTo>
                    <a:pt x="82745" y="14170"/>
                  </a:lnTo>
                  <a:cubicBezTo>
                    <a:pt x="83575" y="14170"/>
                    <a:pt x="84265" y="13481"/>
                    <a:pt x="84265" y="12650"/>
                  </a:cubicBezTo>
                  <a:lnTo>
                    <a:pt x="84265" y="12650"/>
                  </a:lnTo>
                  <a:lnTo>
                    <a:pt x="88497" y="12650"/>
                  </a:lnTo>
                  <a:cubicBezTo>
                    <a:pt x="88811" y="13528"/>
                    <a:pt x="89657" y="14170"/>
                    <a:pt x="90645" y="14170"/>
                  </a:cubicBezTo>
                  <a:lnTo>
                    <a:pt x="90645" y="14170"/>
                  </a:lnTo>
                  <a:cubicBezTo>
                    <a:pt x="91789" y="14170"/>
                    <a:pt x="92729" y="13340"/>
                    <a:pt x="92902" y="12258"/>
                  </a:cubicBezTo>
                  <a:lnTo>
                    <a:pt x="92902" y="12258"/>
                  </a:lnTo>
                  <a:lnTo>
                    <a:pt x="94939" y="12258"/>
                  </a:lnTo>
                  <a:cubicBezTo>
                    <a:pt x="95174" y="13340"/>
                    <a:pt x="96146" y="14170"/>
                    <a:pt x="97322" y="14170"/>
                  </a:cubicBezTo>
                  <a:lnTo>
                    <a:pt x="97322" y="14170"/>
                  </a:lnTo>
                  <a:cubicBezTo>
                    <a:pt x="98482" y="14170"/>
                    <a:pt x="99454" y="13340"/>
                    <a:pt x="99704" y="12258"/>
                  </a:cubicBezTo>
                  <a:lnTo>
                    <a:pt x="99704" y="12258"/>
                  </a:lnTo>
                  <a:lnTo>
                    <a:pt x="100535" y="12258"/>
                  </a:lnTo>
                  <a:cubicBezTo>
                    <a:pt x="100770" y="13340"/>
                    <a:pt x="101758" y="14170"/>
                    <a:pt x="102918" y="14170"/>
                  </a:cubicBezTo>
                  <a:lnTo>
                    <a:pt x="102918" y="14170"/>
                  </a:lnTo>
                  <a:cubicBezTo>
                    <a:pt x="104093" y="14170"/>
                    <a:pt x="105065" y="13340"/>
                    <a:pt x="105300" y="12258"/>
                  </a:cubicBezTo>
                  <a:lnTo>
                    <a:pt x="105300" y="12258"/>
                  </a:lnTo>
                  <a:lnTo>
                    <a:pt x="106601" y="12258"/>
                  </a:lnTo>
                  <a:cubicBezTo>
                    <a:pt x="106836" y="13340"/>
                    <a:pt x="107808" y="14170"/>
                    <a:pt x="108984" y="14170"/>
                  </a:cubicBezTo>
                  <a:lnTo>
                    <a:pt x="108984" y="14170"/>
                  </a:lnTo>
                  <a:cubicBezTo>
                    <a:pt x="110143" y="14170"/>
                    <a:pt x="111115" y="13340"/>
                    <a:pt x="111366" y="12258"/>
                  </a:cubicBezTo>
                  <a:lnTo>
                    <a:pt x="111366" y="12258"/>
                  </a:lnTo>
                  <a:lnTo>
                    <a:pt x="112197" y="12258"/>
                  </a:lnTo>
                  <a:cubicBezTo>
                    <a:pt x="112448" y="13340"/>
                    <a:pt x="113419" y="14170"/>
                    <a:pt x="114579" y="14170"/>
                  </a:cubicBezTo>
                  <a:lnTo>
                    <a:pt x="114579" y="14170"/>
                  </a:lnTo>
                  <a:cubicBezTo>
                    <a:pt x="115755" y="14170"/>
                    <a:pt x="116727" y="13340"/>
                    <a:pt x="116962" y="12258"/>
                  </a:cubicBezTo>
                  <a:lnTo>
                    <a:pt x="116962" y="12258"/>
                  </a:lnTo>
                  <a:lnTo>
                    <a:pt x="117244" y="12258"/>
                  </a:lnTo>
                  <a:cubicBezTo>
                    <a:pt x="117056" y="12525"/>
                    <a:pt x="116977" y="12854"/>
                    <a:pt x="117056" y="13230"/>
                  </a:cubicBezTo>
                  <a:lnTo>
                    <a:pt x="117056" y="13230"/>
                  </a:lnTo>
                  <a:cubicBezTo>
                    <a:pt x="117166" y="13684"/>
                    <a:pt x="117542" y="14061"/>
                    <a:pt x="118012" y="14139"/>
                  </a:cubicBezTo>
                  <a:lnTo>
                    <a:pt x="118012" y="14139"/>
                  </a:lnTo>
                  <a:cubicBezTo>
                    <a:pt x="118655" y="14264"/>
                    <a:pt x="119219" y="13888"/>
                    <a:pt x="119391" y="13324"/>
                  </a:cubicBezTo>
                  <a:lnTo>
                    <a:pt x="119391" y="13324"/>
                  </a:lnTo>
                  <a:cubicBezTo>
                    <a:pt x="122369" y="13308"/>
                    <a:pt x="123028" y="12556"/>
                    <a:pt x="123028" y="12556"/>
                  </a:cubicBezTo>
                  <a:lnTo>
                    <a:pt x="123028" y="12556"/>
                  </a:lnTo>
                  <a:lnTo>
                    <a:pt x="119783" y="9108"/>
                  </a:lnTo>
                  <a:lnTo>
                    <a:pt x="118749" y="9108"/>
                  </a:lnTo>
                  <a:cubicBezTo>
                    <a:pt x="120128" y="8841"/>
                    <a:pt x="121178" y="7619"/>
                    <a:pt x="121178" y="6161"/>
                  </a:cubicBezTo>
                  <a:lnTo>
                    <a:pt x="121178" y="6161"/>
                  </a:lnTo>
                  <a:cubicBezTo>
                    <a:pt x="121178" y="5330"/>
                    <a:pt x="120849" y="4578"/>
                    <a:pt x="120300" y="4045"/>
                  </a:cubicBezTo>
                  <a:lnTo>
                    <a:pt x="120300" y="4045"/>
                  </a:lnTo>
                  <a:cubicBezTo>
                    <a:pt x="119752" y="3496"/>
                    <a:pt x="118999" y="3167"/>
                    <a:pt x="118184" y="3167"/>
                  </a:cubicBezTo>
                  <a:lnTo>
                    <a:pt x="118184" y="3167"/>
                  </a:lnTo>
                  <a:lnTo>
                    <a:pt x="116068" y="3167"/>
                  </a:lnTo>
                  <a:lnTo>
                    <a:pt x="116068" y="1239"/>
                  </a:lnTo>
                  <a:lnTo>
                    <a:pt x="116601" y="1239"/>
                  </a:lnTo>
                  <a:lnTo>
                    <a:pt x="116601" y="1"/>
                  </a:lnTo>
                  <a:close/>
                  <a:moveTo>
                    <a:pt x="58214" y="11130"/>
                  </a:moveTo>
                  <a:lnTo>
                    <a:pt x="71146" y="11130"/>
                  </a:lnTo>
                  <a:lnTo>
                    <a:pt x="71146" y="11741"/>
                  </a:lnTo>
                  <a:lnTo>
                    <a:pt x="58214" y="11741"/>
                  </a:lnTo>
                  <a:close/>
                  <a:moveTo>
                    <a:pt x="15204" y="11130"/>
                  </a:moveTo>
                  <a:lnTo>
                    <a:pt x="28135" y="11130"/>
                  </a:lnTo>
                  <a:lnTo>
                    <a:pt x="28135" y="11741"/>
                  </a:lnTo>
                  <a:lnTo>
                    <a:pt x="15204" y="11741"/>
                  </a:lnTo>
                  <a:close/>
                </a:path>
              </a:pathLst>
            </a:custGeom>
            <a:solidFill>
              <a:srgbClr val="0913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6" name="Google Shape;1119;p30">
              <a:extLst>
                <a:ext uri="{FF2B5EF4-FFF2-40B4-BE49-F238E27FC236}">
                  <a16:creationId xmlns:a16="http://schemas.microsoft.com/office/drawing/2014/main" id="{10368EF2-FEA5-0E57-1760-8662F20CDB5B}"/>
                </a:ext>
              </a:extLst>
            </p:cNvPr>
            <p:cNvSpPr/>
            <p:nvPr/>
          </p:nvSpPr>
          <p:spPr>
            <a:xfrm>
              <a:off x="6345450" y="3293600"/>
              <a:ext cx="84275" cy="84275"/>
            </a:xfrm>
            <a:custGeom>
              <a:avLst/>
              <a:gdLst/>
              <a:ahLst/>
              <a:cxnLst/>
              <a:rect l="l" t="t" r="r" b="b"/>
              <a:pathLst>
                <a:path w="3371" h="3371" extrusionOk="0">
                  <a:moveTo>
                    <a:pt x="1050" y="0"/>
                  </a:moveTo>
                  <a:cubicBezTo>
                    <a:pt x="470" y="0"/>
                    <a:pt x="0" y="470"/>
                    <a:pt x="0" y="1050"/>
                  </a:cubicBezTo>
                  <a:lnTo>
                    <a:pt x="0" y="2320"/>
                  </a:lnTo>
                  <a:cubicBezTo>
                    <a:pt x="0" y="2900"/>
                    <a:pt x="470" y="3370"/>
                    <a:pt x="1050" y="3370"/>
                  </a:cubicBezTo>
                  <a:lnTo>
                    <a:pt x="2320" y="3370"/>
                  </a:lnTo>
                  <a:cubicBezTo>
                    <a:pt x="2900" y="3370"/>
                    <a:pt x="3370" y="2900"/>
                    <a:pt x="3370" y="2320"/>
                  </a:cubicBezTo>
                  <a:lnTo>
                    <a:pt x="3370" y="1050"/>
                  </a:lnTo>
                  <a:cubicBezTo>
                    <a:pt x="3370" y="470"/>
                    <a:pt x="2900" y="0"/>
                    <a:pt x="232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1120;p30">
              <a:extLst>
                <a:ext uri="{FF2B5EF4-FFF2-40B4-BE49-F238E27FC236}">
                  <a16:creationId xmlns:a16="http://schemas.microsoft.com/office/drawing/2014/main" id="{F56CAABB-7CB8-E8FA-2FB4-91F2135669B0}"/>
                </a:ext>
              </a:extLst>
            </p:cNvPr>
            <p:cNvSpPr/>
            <p:nvPr/>
          </p:nvSpPr>
          <p:spPr>
            <a:xfrm>
              <a:off x="5924600" y="3351575"/>
              <a:ext cx="74475" cy="70575"/>
            </a:xfrm>
            <a:custGeom>
              <a:avLst/>
              <a:gdLst/>
              <a:ahLst/>
              <a:cxnLst/>
              <a:rect l="l" t="t" r="r" b="b"/>
              <a:pathLst>
                <a:path w="2979" h="2823" extrusionOk="0">
                  <a:moveTo>
                    <a:pt x="1050" y="1"/>
                  </a:moveTo>
                  <a:cubicBezTo>
                    <a:pt x="470" y="1"/>
                    <a:pt x="0" y="471"/>
                    <a:pt x="0" y="1051"/>
                  </a:cubicBezTo>
                  <a:lnTo>
                    <a:pt x="0" y="1788"/>
                  </a:lnTo>
                  <a:cubicBezTo>
                    <a:pt x="0" y="2368"/>
                    <a:pt x="470" y="2822"/>
                    <a:pt x="1050" y="2822"/>
                  </a:cubicBezTo>
                  <a:lnTo>
                    <a:pt x="1944" y="2822"/>
                  </a:lnTo>
                  <a:cubicBezTo>
                    <a:pt x="2508" y="2822"/>
                    <a:pt x="2978" y="2368"/>
                    <a:pt x="2978" y="1788"/>
                  </a:cubicBezTo>
                  <a:lnTo>
                    <a:pt x="2978" y="1051"/>
                  </a:lnTo>
                  <a:cubicBezTo>
                    <a:pt x="2978" y="471"/>
                    <a:pt x="2508"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1121;p30">
              <a:extLst>
                <a:ext uri="{FF2B5EF4-FFF2-40B4-BE49-F238E27FC236}">
                  <a16:creationId xmlns:a16="http://schemas.microsoft.com/office/drawing/2014/main" id="{C343B642-8B6B-0F0C-994D-576085753168}"/>
                </a:ext>
              </a:extLst>
            </p:cNvPr>
            <p:cNvSpPr/>
            <p:nvPr/>
          </p:nvSpPr>
          <p:spPr>
            <a:xfrm>
              <a:off x="5812125" y="3351575"/>
              <a:ext cx="74475" cy="70575"/>
            </a:xfrm>
            <a:custGeom>
              <a:avLst/>
              <a:gdLst/>
              <a:ahLst/>
              <a:cxnLst/>
              <a:rect l="l" t="t" r="r" b="b"/>
              <a:pathLst>
                <a:path w="2979" h="2823" extrusionOk="0">
                  <a:moveTo>
                    <a:pt x="1035" y="1"/>
                  </a:moveTo>
                  <a:cubicBezTo>
                    <a:pt x="455" y="1"/>
                    <a:pt x="0" y="471"/>
                    <a:pt x="0" y="1051"/>
                  </a:cubicBezTo>
                  <a:lnTo>
                    <a:pt x="0" y="1788"/>
                  </a:lnTo>
                  <a:cubicBezTo>
                    <a:pt x="0" y="2368"/>
                    <a:pt x="455" y="2822"/>
                    <a:pt x="1035" y="2822"/>
                  </a:cubicBezTo>
                  <a:lnTo>
                    <a:pt x="1928" y="2822"/>
                  </a:lnTo>
                  <a:cubicBezTo>
                    <a:pt x="2508" y="2822"/>
                    <a:pt x="2979" y="2368"/>
                    <a:pt x="2979" y="1788"/>
                  </a:cubicBezTo>
                  <a:lnTo>
                    <a:pt x="2979" y="1051"/>
                  </a:lnTo>
                  <a:cubicBezTo>
                    <a:pt x="2979" y="471"/>
                    <a:pt x="2508" y="1"/>
                    <a:pt x="192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1122;p30">
              <a:extLst>
                <a:ext uri="{FF2B5EF4-FFF2-40B4-BE49-F238E27FC236}">
                  <a16:creationId xmlns:a16="http://schemas.microsoft.com/office/drawing/2014/main" id="{59ACB365-CC84-3DC0-12DD-A09997BC5CA7}"/>
                </a:ext>
              </a:extLst>
            </p:cNvPr>
            <p:cNvSpPr/>
            <p:nvPr/>
          </p:nvSpPr>
          <p:spPr>
            <a:xfrm>
              <a:off x="5703575" y="3351575"/>
              <a:ext cx="74475" cy="70575"/>
            </a:xfrm>
            <a:custGeom>
              <a:avLst/>
              <a:gdLst/>
              <a:ahLst/>
              <a:cxnLst/>
              <a:rect l="l" t="t" r="r" b="b"/>
              <a:pathLst>
                <a:path w="2979" h="2823" extrusionOk="0">
                  <a:moveTo>
                    <a:pt x="1051" y="1"/>
                  </a:moveTo>
                  <a:cubicBezTo>
                    <a:pt x="471" y="1"/>
                    <a:pt x="1" y="471"/>
                    <a:pt x="1" y="1051"/>
                  </a:cubicBezTo>
                  <a:lnTo>
                    <a:pt x="1" y="1788"/>
                  </a:lnTo>
                  <a:cubicBezTo>
                    <a:pt x="1" y="2368"/>
                    <a:pt x="471" y="2822"/>
                    <a:pt x="1051" y="2822"/>
                  </a:cubicBezTo>
                  <a:lnTo>
                    <a:pt x="1944" y="2822"/>
                  </a:lnTo>
                  <a:cubicBezTo>
                    <a:pt x="2524" y="2822"/>
                    <a:pt x="2979" y="2368"/>
                    <a:pt x="2979" y="1788"/>
                  </a:cubicBezTo>
                  <a:lnTo>
                    <a:pt x="2979" y="1051"/>
                  </a:lnTo>
                  <a:cubicBezTo>
                    <a:pt x="2979"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123;p30">
              <a:extLst>
                <a:ext uri="{FF2B5EF4-FFF2-40B4-BE49-F238E27FC236}">
                  <a16:creationId xmlns:a16="http://schemas.microsoft.com/office/drawing/2014/main" id="{519AEB82-4C55-050F-6F36-88F201B8310E}"/>
                </a:ext>
              </a:extLst>
            </p:cNvPr>
            <p:cNvSpPr/>
            <p:nvPr/>
          </p:nvSpPr>
          <p:spPr>
            <a:xfrm>
              <a:off x="5595425" y="3351575"/>
              <a:ext cx="74475" cy="70575"/>
            </a:xfrm>
            <a:custGeom>
              <a:avLst/>
              <a:gdLst/>
              <a:ahLst/>
              <a:cxnLst/>
              <a:rect l="l" t="t" r="r" b="b"/>
              <a:pathLst>
                <a:path w="2979" h="2823" extrusionOk="0">
                  <a:moveTo>
                    <a:pt x="1035" y="1"/>
                  </a:moveTo>
                  <a:cubicBezTo>
                    <a:pt x="455" y="1"/>
                    <a:pt x="1" y="471"/>
                    <a:pt x="1" y="1051"/>
                  </a:cubicBezTo>
                  <a:lnTo>
                    <a:pt x="1" y="1788"/>
                  </a:lnTo>
                  <a:cubicBezTo>
                    <a:pt x="1" y="2368"/>
                    <a:pt x="455" y="2822"/>
                    <a:pt x="1035" y="2822"/>
                  </a:cubicBezTo>
                  <a:lnTo>
                    <a:pt x="1929" y="2822"/>
                  </a:lnTo>
                  <a:cubicBezTo>
                    <a:pt x="2508" y="2822"/>
                    <a:pt x="2979" y="2368"/>
                    <a:pt x="2979" y="1788"/>
                  </a:cubicBezTo>
                  <a:lnTo>
                    <a:pt x="2979" y="1051"/>
                  </a:lnTo>
                  <a:cubicBezTo>
                    <a:pt x="2979" y="471"/>
                    <a:pt x="2508" y="1"/>
                    <a:pt x="19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124;p30">
              <a:extLst>
                <a:ext uri="{FF2B5EF4-FFF2-40B4-BE49-F238E27FC236}">
                  <a16:creationId xmlns:a16="http://schemas.microsoft.com/office/drawing/2014/main" id="{98F2C447-2DD5-DBCB-394D-A997A508A2BB}"/>
                </a:ext>
              </a:extLst>
            </p:cNvPr>
            <p:cNvSpPr/>
            <p:nvPr/>
          </p:nvSpPr>
          <p:spPr>
            <a:xfrm>
              <a:off x="5486875" y="3351575"/>
              <a:ext cx="74475" cy="70575"/>
            </a:xfrm>
            <a:custGeom>
              <a:avLst/>
              <a:gdLst/>
              <a:ahLst/>
              <a:cxnLst/>
              <a:rect l="l" t="t" r="r" b="b"/>
              <a:pathLst>
                <a:path w="2979" h="2823" extrusionOk="0">
                  <a:moveTo>
                    <a:pt x="1051" y="1"/>
                  </a:moveTo>
                  <a:cubicBezTo>
                    <a:pt x="471" y="1"/>
                    <a:pt x="1" y="471"/>
                    <a:pt x="1" y="1051"/>
                  </a:cubicBezTo>
                  <a:lnTo>
                    <a:pt x="1" y="1788"/>
                  </a:lnTo>
                  <a:cubicBezTo>
                    <a:pt x="1" y="2368"/>
                    <a:pt x="471" y="2822"/>
                    <a:pt x="1051" y="2822"/>
                  </a:cubicBezTo>
                  <a:lnTo>
                    <a:pt x="1944" y="2822"/>
                  </a:lnTo>
                  <a:cubicBezTo>
                    <a:pt x="2509" y="2822"/>
                    <a:pt x="2979" y="2368"/>
                    <a:pt x="2979" y="1788"/>
                  </a:cubicBezTo>
                  <a:lnTo>
                    <a:pt x="2979" y="1051"/>
                  </a:lnTo>
                  <a:cubicBezTo>
                    <a:pt x="2979" y="471"/>
                    <a:pt x="2509"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125;p30">
              <a:extLst>
                <a:ext uri="{FF2B5EF4-FFF2-40B4-BE49-F238E27FC236}">
                  <a16:creationId xmlns:a16="http://schemas.microsoft.com/office/drawing/2014/main" id="{F328EDF1-32B6-5C9F-7F4A-26E51D40B170}"/>
                </a:ext>
              </a:extLst>
            </p:cNvPr>
            <p:cNvSpPr/>
            <p:nvPr/>
          </p:nvSpPr>
          <p:spPr>
            <a:xfrm>
              <a:off x="5378350" y="3351575"/>
              <a:ext cx="74850" cy="70575"/>
            </a:xfrm>
            <a:custGeom>
              <a:avLst/>
              <a:gdLst/>
              <a:ahLst/>
              <a:cxnLst/>
              <a:rect l="l" t="t" r="r" b="b"/>
              <a:pathLst>
                <a:path w="2994" h="2823" extrusionOk="0">
                  <a:moveTo>
                    <a:pt x="1050" y="1"/>
                  </a:moveTo>
                  <a:cubicBezTo>
                    <a:pt x="470" y="1"/>
                    <a:pt x="0" y="471"/>
                    <a:pt x="0" y="1051"/>
                  </a:cubicBezTo>
                  <a:lnTo>
                    <a:pt x="0" y="1788"/>
                  </a:lnTo>
                  <a:cubicBezTo>
                    <a:pt x="0" y="2368"/>
                    <a:pt x="470" y="2822"/>
                    <a:pt x="1050"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126;p30">
              <a:extLst>
                <a:ext uri="{FF2B5EF4-FFF2-40B4-BE49-F238E27FC236}">
                  <a16:creationId xmlns:a16="http://schemas.microsoft.com/office/drawing/2014/main" id="{0ECBE1C0-CE0B-BF76-4BD8-B22CC9328352}"/>
                </a:ext>
              </a:extLst>
            </p:cNvPr>
            <p:cNvSpPr/>
            <p:nvPr/>
          </p:nvSpPr>
          <p:spPr>
            <a:xfrm>
              <a:off x="5270175" y="3351575"/>
              <a:ext cx="74500" cy="70575"/>
            </a:xfrm>
            <a:custGeom>
              <a:avLst/>
              <a:gdLst/>
              <a:ahLst/>
              <a:cxnLst/>
              <a:rect l="l" t="t" r="r" b="b"/>
              <a:pathLst>
                <a:path w="2980" h="2823" extrusionOk="0">
                  <a:moveTo>
                    <a:pt x="1051" y="1"/>
                  </a:moveTo>
                  <a:cubicBezTo>
                    <a:pt x="471" y="1"/>
                    <a:pt x="1" y="471"/>
                    <a:pt x="1" y="1051"/>
                  </a:cubicBezTo>
                  <a:lnTo>
                    <a:pt x="1" y="1788"/>
                  </a:lnTo>
                  <a:cubicBezTo>
                    <a:pt x="1" y="2368"/>
                    <a:pt x="471" y="2822"/>
                    <a:pt x="1051" y="2822"/>
                  </a:cubicBezTo>
                  <a:lnTo>
                    <a:pt x="1945" y="2822"/>
                  </a:lnTo>
                  <a:cubicBezTo>
                    <a:pt x="2509" y="2822"/>
                    <a:pt x="2979" y="2368"/>
                    <a:pt x="2979" y="1788"/>
                  </a:cubicBezTo>
                  <a:lnTo>
                    <a:pt x="2979" y="1051"/>
                  </a:lnTo>
                  <a:cubicBezTo>
                    <a:pt x="2979" y="471"/>
                    <a:pt x="2509" y="1"/>
                    <a:pt x="194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127;p30">
              <a:extLst>
                <a:ext uri="{FF2B5EF4-FFF2-40B4-BE49-F238E27FC236}">
                  <a16:creationId xmlns:a16="http://schemas.microsoft.com/office/drawing/2014/main" id="{6C1507D3-FC6D-0738-C6F5-23484DFBA441}"/>
                </a:ext>
              </a:extLst>
            </p:cNvPr>
            <p:cNvSpPr/>
            <p:nvPr/>
          </p:nvSpPr>
          <p:spPr>
            <a:xfrm>
              <a:off x="5161650" y="3351575"/>
              <a:ext cx="74850" cy="70575"/>
            </a:xfrm>
            <a:custGeom>
              <a:avLst/>
              <a:gdLst/>
              <a:ahLst/>
              <a:cxnLst/>
              <a:rect l="l" t="t" r="r" b="b"/>
              <a:pathLst>
                <a:path w="2994" h="2823" extrusionOk="0">
                  <a:moveTo>
                    <a:pt x="1050" y="1"/>
                  </a:moveTo>
                  <a:cubicBezTo>
                    <a:pt x="470" y="1"/>
                    <a:pt x="0" y="471"/>
                    <a:pt x="0" y="1051"/>
                  </a:cubicBezTo>
                  <a:lnTo>
                    <a:pt x="0" y="1788"/>
                  </a:lnTo>
                  <a:cubicBezTo>
                    <a:pt x="0" y="2368"/>
                    <a:pt x="470" y="2822"/>
                    <a:pt x="1050"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128;p30">
              <a:extLst>
                <a:ext uri="{FF2B5EF4-FFF2-40B4-BE49-F238E27FC236}">
                  <a16:creationId xmlns:a16="http://schemas.microsoft.com/office/drawing/2014/main" id="{04793CD7-0601-BFA2-EC26-AE49EC5928D0}"/>
                </a:ext>
              </a:extLst>
            </p:cNvPr>
            <p:cNvSpPr/>
            <p:nvPr/>
          </p:nvSpPr>
          <p:spPr>
            <a:xfrm>
              <a:off x="4849325" y="3351575"/>
              <a:ext cx="74475" cy="70575"/>
            </a:xfrm>
            <a:custGeom>
              <a:avLst/>
              <a:gdLst/>
              <a:ahLst/>
              <a:cxnLst/>
              <a:rect l="l" t="t" r="r" b="b"/>
              <a:pathLst>
                <a:path w="2979" h="2823" extrusionOk="0">
                  <a:moveTo>
                    <a:pt x="1035" y="1"/>
                  </a:moveTo>
                  <a:cubicBezTo>
                    <a:pt x="471" y="1"/>
                    <a:pt x="1" y="471"/>
                    <a:pt x="1" y="1051"/>
                  </a:cubicBezTo>
                  <a:lnTo>
                    <a:pt x="1" y="1788"/>
                  </a:lnTo>
                  <a:cubicBezTo>
                    <a:pt x="1" y="2368"/>
                    <a:pt x="471" y="2822"/>
                    <a:pt x="1035" y="2822"/>
                  </a:cubicBezTo>
                  <a:lnTo>
                    <a:pt x="1929" y="2822"/>
                  </a:lnTo>
                  <a:cubicBezTo>
                    <a:pt x="2509" y="2822"/>
                    <a:pt x="2979" y="2368"/>
                    <a:pt x="2979" y="1788"/>
                  </a:cubicBezTo>
                  <a:lnTo>
                    <a:pt x="2979" y="1051"/>
                  </a:lnTo>
                  <a:cubicBezTo>
                    <a:pt x="2979" y="471"/>
                    <a:pt x="2509" y="1"/>
                    <a:pt x="19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129;p30">
              <a:extLst>
                <a:ext uri="{FF2B5EF4-FFF2-40B4-BE49-F238E27FC236}">
                  <a16:creationId xmlns:a16="http://schemas.microsoft.com/office/drawing/2014/main" id="{C74294A8-B9D5-8CB1-682D-15D286F9604A}"/>
                </a:ext>
              </a:extLst>
            </p:cNvPr>
            <p:cNvSpPr/>
            <p:nvPr/>
          </p:nvSpPr>
          <p:spPr>
            <a:xfrm>
              <a:off x="4736475" y="3351575"/>
              <a:ext cx="74875" cy="70575"/>
            </a:xfrm>
            <a:custGeom>
              <a:avLst/>
              <a:gdLst/>
              <a:ahLst/>
              <a:cxnLst/>
              <a:rect l="l" t="t" r="r" b="b"/>
              <a:pathLst>
                <a:path w="2995" h="2823" extrusionOk="0">
                  <a:moveTo>
                    <a:pt x="1051" y="1"/>
                  </a:moveTo>
                  <a:cubicBezTo>
                    <a:pt x="471" y="1"/>
                    <a:pt x="0" y="471"/>
                    <a:pt x="0" y="1051"/>
                  </a:cubicBezTo>
                  <a:lnTo>
                    <a:pt x="0" y="1788"/>
                  </a:lnTo>
                  <a:cubicBezTo>
                    <a:pt x="0" y="2368"/>
                    <a:pt x="471" y="2822"/>
                    <a:pt x="1051"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130;p30">
              <a:extLst>
                <a:ext uri="{FF2B5EF4-FFF2-40B4-BE49-F238E27FC236}">
                  <a16:creationId xmlns:a16="http://schemas.microsoft.com/office/drawing/2014/main" id="{3511A421-8692-52CE-FEF0-E5896B636D5B}"/>
                </a:ext>
              </a:extLst>
            </p:cNvPr>
            <p:cNvSpPr/>
            <p:nvPr/>
          </p:nvSpPr>
          <p:spPr>
            <a:xfrm>
              <a:off x="4628325" y="3351575"/>
              <a:ext cx="74475" cy="70575"/>
            </a:xfrm>
            <a:custGeom>
              <a:avLst/>
              <a:gdLst/>
              <a:ahLst/>
              <a:cxnLst/>
              <a:rect l="l" t="t" r="r" b="b"/>
              <a:pathLst>
                <a:path w="2979" h="2823" extrusionOk="0">
                  <a:moveTo>
                    <a:pt x="1051" y="1"/>
                  </a:moveTo>
                  <a:cubicBezTo>
                    <a:pt x="471" y="1"/>
                    <a:pt x="0" y="471"/>
                    <a:pt x="0" y="1051"/>
                  </a:cubicBezTo>
                  <a:lnTo>
                    <a:pt x="0" y="1788"/>
                  </a:lnTo>
                  <a:cubicBezTo>
                    <a:pt x="0" y="2368"/>
                    <a:pt x="471" y="2822"/>
                    <a:pt x="1051" y="2822"/>
                  </a:cubicBezTo>
                  <a:lnTo>
                    <a:pt x="1944" y="2822"/>
                  </a:lnTo>
                  <a:cubicBezTo>
                    <a:pt x="2508" y="2822"/>
                    <a:pt x="2978" y="2368"/>
                    <a:pt x="2978" y="1788"/>
                  </a:cubicBezTo>
                  <a:lnTo>
                    <a:pt x="2978" y="1051"/>
                  </a:lnTo>
                  <a:cubicBezTo>
                    <a:pt x="2978" y="471"/>
                    <a:pt x="2508"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131;p30">
              <a:extLst>
                <a:ext uri="{FF2B5EF4-FFF2-40B4-BE49-F238E27FC236}">
                  <a16:creationId xmlns:a16="http://schemas.microsoft.com/office/drawing/2014/main" id="{540D14EC-34A7-C31E-40C3-CB2F173F8E9B}"/>
                </a:ext>
              </a:extLst>
            </p:cNvPr>
            <p:cNvSpPr/>
            <p:nvPr/>
          </p:nvSpPr>
          <p:spPr>
            <a:xfrm>
              <a:off x="4519775" y="3351575"/>
              <a:ext cx="74875" cy="70575"/>
            </a:xfrm>
            <a:custGeom>
              <a:avLst/>
              <a:gdLst/>
              <a:ahLst/>
              <a:cxnLst/>
              <a:rect l="l" t="t" r="r" b="b"/>
              <a:pathLst>
                <a:path w="2995" h="2823" extrusionOk="0">
                  <a:moveTo>
                    <a:pt x="1051" y="1"/>
                  </a:moveTo>
                  <a:cubicBezTo>
                    <a:pt x="471" y="1"/>
                    <a:pt x="1" y="471"/>
                    <a:pt x="1" y="1051"/>
                  </a:cubicBezTo>
                  <a:lnTo>
                    <a:pt x="1" y="1788"/>
                  </a:lnTo>
                  <a:cubicBezTo>
                    <a:pt x="1" y="2368"/>
                    <a:pt x="471" y="2822"/>
                    <a:pt x="1051"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132;p30">
              <a:extLst>
                <a:ext uri="{FF2B5EF4-FFF2-40B4-BE49-F238E27FC236}">
                  <a16:creationId xmlns:a16="http://schemas.microsoft.com/office/drawing/2014/main" id="{16A82A2B-EA0A-BDE4-F1F5-36807A01F282}"/>
                </a:ext>
              </a:extLst>
            </p:cNvPr>
            <p:cNvSpPr/>
            <p:nvPr/>
          </p:nvSpPr>
          <p:spPr>
            <a:xfrm>
              <a:off x="4411625" y="3351575"/>
              <a:ext cx="74475" cy="70575"/>
            </a:xfrm>
            <a:custGeom>
              <a:avLst/>
              <a:gdLst/>
              <a:ahLst/>
              <a:cxnLst/>
              <a:rect l="l" t="t" r="r" b="b"/>
              <a:pathLst>
                <a:path w="2979" h="2823" extrusionOk="0">
                  <a:moveTo>
                    <a:pt x="1035" y="1"/>
                  </a:moveTo>
                  <a:cubicBezTo>
                    <a:pt x="471" y="1"/>
                    <a:pt x="0" y="471"/>
                    <a:pt x="0" y="1051"/>
                  </a:cubicBezTo>
                  <a:lnTo>
                    <a:pt x="0" y="1788"/>
                  </a:lnTo>
                  <a:cubicBezTo>
                    <a:pt x="0" y="2368"/>
                    <a:pt x="471" y="2822"/>
                    <a:pt x="1035" y="2822"/>
                  </a:cubicBezTo>
                  <a:lnTo>
                    <a:pt x="1928" y="2822"/>
                  </a:lnTo>
                  <a:cubicBezTo>
                    <a:pt x="2508" y="2822"/>
                    <a:pt x="2979" y="2368"/>
                    <a:pt x="2979" y="1788"/>
                  </a:cubicBezTo>
                  <a:lnTo>
                    <a:pt x="2979" y="1051"/>
                  </a:lnTo>
                  <a:cubicBezTo>
                    <a:pt x="2979" y="471"/>
                    <a:pt x="2508" y="1"/>
                    <a:pt x="192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33;p30">
              <a:extLst>
                <a:ext uri="{FF2B5EF4-FFF2-40B4-BE49-F238E27FC236}">
                  <a16:creationId xmlns:a16="http://schemas.microsoft.com/office/drawing/2014/main" id="{9A17B1FA-4B3F-D9D9-3F80-27AD64E5B946}"/>
                </a:ext>
              </a:extLst>
            </p:cNvPr>
            <p:cNvSpPr/>
            <p:nvPr/>
          </p:nvSpPr>
          <p:spPr>
            <a:xfrm>
              <a:off x="4303075" y="3351575"/>
              <a:ext cx="74875" cy="70575"/>
            </a:xfrm>
            <a:custGeom>
              <a:avLst/>
              <a:gdLst/>
              <a:ahLst/>
              <a:cxnLst/>
              <a:rect l="l" t="t" r="r" b="b"/>
              <a:pathLst>
                <a:path w="2995" h="2823" extrusionOk="0">
                  <a:moveTo>
                    <a:pt x="1051" y="1"/>
                  </a:moveTo>
                  <a:cubicBezTo>
                    <a:pt x="471" y="1"/>
                    <a:pt x="1" y="471"/>
                    <a:pt x="1" y="1051"/>
                  </a:cubicBezTo>
                  <a:lnTo>
                    <a:pt x="1" y="1788"/>
                  </a:lnTo>
                  <a:cubicBezTo>
                    <a:pt x="1" y="2368"/>
                    <a:pt x="471" y="2822"/>
                    <a:pt x="1051"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34;p30">
              <a:extLst>
                <a:ext uri="{FF2B5EF4-FFF2-40B4-BE49-F238E27FC236}">
                  <a16:creationId xmlns:a16="http://schemas.microsoft.com/office/drawing/2014/main" id="{6205D456-9F12-4274-0EF2-0C29AA7996F4}"/>
                </a:ext>
              </a:extLst>
            </p:cNvPr>
            <p:cNvSpPr/>
            <p:nvPr/>
          </p:nvSpPr>
          <p:spPr>
            <a:xfrm>
              <a:off x="4194925" y="3351575"/>
              <a:ext cx="74475" cy="70575"/>
            </a:xfrm>
            <a:custGeom>
              <a:avLst/>
              <a:gdLst/>
              <a:ahLst/>
              <a:cxnLst/>
              <a:rect l="l" t="t" r="r" b="b"/>
              <a:pathLst>
                <a:path w="2979" h="2823" extrusionOk="0">
                  <a:moveTo>
                    <a:pt x="1035" y="1"/>
                  </a:moveTo>
                  <a:cubicBezTo>
                    <a:pt x="471" y="1"/>
                    <a:pt x="1" y="471"/>
                    <a:pt x="1" y="1051"/>
                  </a:cubicBezTo>
                  <a:lnTo>
                    <a:pt x="1" y="1788"/>
                  </a:lnTo>
                  <a:cubicBezTo>
                    <a:pt x="1" y="2368"/>
                    <a:pt x="471" y="2822"/>
                    <a:pt x="1035" y="2822"/>
                  </a:cubicBezTo>
                  <a:lnTo>
                    <a:pt x="1928" y="2822"/>
                  </a:lnTo>
                  <a:cubicBezTo>
                    <a:pt x="2508" y="2822"/>
                    <a:pt x="2979" y="2368"/>
                    <a:pt x="2979" y="1788"/>
                  </a:cubicBezTo>
                  <a:lnTo>
                    <a:pt x="2979" y="1051"/>
                  </a:lnTo>
                  <a:cubicBezTo>
                    <a:pt x="2979" y="471"/>
                    <a:pt x="2508" y="1"/>
                    <a:pt x="192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35;p30">
              <a:extLst>
                <a:ext uri="{FF2B5EF4-FFF2-40B4-BE49-F238E27FC236}">
                  <a16:creationId xmlns:a16="http://schemas.microsoft.com/office/drawing/2014/main" id="{3AF1B2ED-756C-D9C1-B4B7-A97E3045B75F}"/>
                </a:ext>
              </a:extLst>
            </p:cNvPr>
            <p:cNvSpPr/>
            <p:nvPr/>
          </p:nvSpPr>
          <p:spPr>
            <a:xfrm>
              <a:off x="4086375" y="3351575"/>
              <a:ext cx="74875" cy="70575"/>
            </a:xfrm>
            <a:custGeom>
              <a:avLst/>
              <a:gdLst/>
              <a:ahLst/>
              <a:cxnLst/>
              <a:rect l="l" t="t" r="r" b="b"/>
              <a:pathLst>
                <a:path w="2995" h="2823" extrusionOk="0">
                  <a:moveTo>
                    <a:pt x="1051" y="1"/>
                  </a:moveTo>
                  <a:cubicBezTo>
                    <a:pt x="471" y="1"/>
                    <a:pt x="1" y="471"/>
                    <a:pt x="1" y="1051"/>
                  </a:cubicBezTo>
                  <a:lnTo>
                    <a:pt x="1" y="1788"/>
                  </a:lnTo>
                  <a:cubicBezTo>
                    <a:pt x="1" y="2368"/>
                    <a:pt x="471" y="2822"/>
                    <a:pt x="1051" y="2822"/>
                  </a:cubicBezTo>
                  <a:lnTo>
                    <a:pt x="1944" y="2822"/>
                  </a:lnTo>
                  <a:cubicBezTo>
                    <a:pt x="2524" y="2822"/>
                    <a:pt x="2995" y="2368"/>
                    <a:pt x="2995" y="1788"/>
                  </a:cubicBezTo>
                  <a:lnTo>
                    <a:pt x="2995" y="1051"/>
                  </a:lnTo>
                  <a:cubicBezTo>
                    <a:pt x="2995"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6;p30">
              <a:extLst>
                <a:ext uri="{FF2B5EF4-FFF2-40B4-BE49-F238E27FC236}">
                  <a16:creationId xmlns:a16="http://schemas.microsoft.com/office/drawing/2014/main" id="{1253B75C-63F3-D23F-BB57-1CC08015EAAD}"/>
                </a:ext>
              </a:extLst>
            </p:cNvPr>
            <p:cNvSpPr/>
            <p:nvPr/>
          </p:nvSpPr>
          <p:spPr>
            <a:xfrm>
              <a:off x="4570325" y="2631750"/>
              <a:ext cx="2293575" cy="582700"/>
            </a:xfrm>
            <a:custGeom>
              <a:avLst/>
              <a:gdLst/>
              <a:ahLst/>
              <a:cxnLst/>
              <a:rect l="l" t="t" r="r" b="b"/>
              <a:pathLst>
                <a:path w="91743" h="23308" extrusionOk="0">
                  <a:moveTo>
                    <a:pt x="23857" y="188"/>
                  </a:moveTo>
                  <a:cubicBezTo>
                    <a:pt x="21694" y="658"/>
                    <a:pt x="19813" y="1944"/>
                    <a:pt x="17854" y="2947"/>
                  </a:cubicBezTo>
                  <a:lnTo>
                    <a:pt x="17854" y="2947"/>
                  </a:lnTo>
                  <a:cubicBezTo>
                    <a:pt x="15001" y="4420"/>
                    <a:pt x="11835" y="5376"/>
                    <a:pt x="8637" y="5282"/>
                  </a:cubicBezTo>
                  <a:lnTo>
                    <a:pt x="8637" y="5282"/>
                  </a:lnTo>
                  <a:cubicBezTo>
                    <a:pt x="5440" y="5204"/>
                    <a:pt x="2211" y="4013"/>
                    <a:pt x="1" y="1709"/>
                  </a:cubicBezTo>
                  <a:lnTo>
                    <a:pt x="1" y="1709"/>
                  </a:lnTo>
                  <a:cubicBezTo>
                    <a:pt x="251" y="3339"/>
                    <a:pt x="1458" y="4467"/>
                    <a:pt x="2963" y="5173"/>
                  </a:cubicBezTo>
                  <a:lnTo>
                    <a:pt x="2963" y="5173"/>
                  </a:lnTo>
                  <a:cubicBezTo>
                    <a:pt x="6082" y="6615"/>
                    <a:pt x="9672" y="7022"/>
                    <a:pt x="13026" y="6286"/>
                  </a:cubicBezTo>
                  <a:lnTo>
                    <a:pt x="13026" y="6286"/>
                  </a:lnTo>
                  <a:cubicBezTo>
                    <a:pt x="15910" y="5643"/>
                    <a:pt x="18559" y="4232"/>
                    <a:pt x="21365" y="3323"/>
                  </a:cubicBezTo>
                  <a:lnTo>
                    <a:pt x="21365" y="3323"/>
                  </a:lnTo>
                  <a:cubicBezTo>
                    <a:pt x="24170" y="2414"/>
                    <a:pt x="27384" y="2069"/>
                    <a:pt x="29954" y="3511"/>
                  </a:cubicBezTo>
                  <a:lnTo>
                    <a:pt x="29954" y="3511"/>
                  </a:lnTo>
                  <a:cubicBezTo>
                    <a:pt x="31804" y="4546"/>
                    <a:pt x="33058" y="6364"/>
                    <a:pt x="34735" y="7649"/>
                  </a:cubicBezTo>
                  <a:lnTo>
                    <a:pt x="34735" y="7649"/>
                  </a:lnTo>
                  <a:cubicBezTo>
                    <a:pt x="39108" y="11051"/>
                    <a:pt x="45440" y="10330"/>
                    <a:pt x="50629" y="8386"/>
                  </a:cubicBezTo>
                  <a:lnTo>
                    <a:pt x="50629" y="8386"/>
                  </a:lnTo>
                  <a:cubicBezTo>
                    <a:pt x="52274" y="7775"/>
                    <a:pt x="53905" y="7038"/>
                    <a:pt x="55644" y="6803"/>
                  </a:cubicBezTo>
                  <a:lnTo>
                    <a:pt x="55644" y="6803"/>
                  </a:lnTo>
                  <a:cubicBezTo>
                    <a:pt x="57384" y="6552"/>
                    <a:pt x="59312" y="6897"/>
                    <a:pt x="60550" y="8135"/>
                  </a:cubicBezTo>
                  <a:lnTo>
                    <a:pt x="60550" y="8135"/>
                  </a:lnTo>
                  <a:cubicBezTo>
                    <a:pt x="61851" y="9452"/>
                    <a:pt x="62149" y="11489"/>
                    <a:pt x="63340" y="12916"/>
                  </a:cubicBezTo>
                  <a:lnTo>
                    <a:pt x="63340" y="12916"/>
                  </a:lnTo>
                  <a:cubicBezTo>
                    <a:pt x="64516" y="14326"/>
                    <a:pt x="66413" y="14922"/>
                    <a:pt x="68231" y="15126"/>
                  </a:cubicBezTo>
                  <a:lnTo>
                    <a:pt x="68231" y="15126"/>
                  </a:lnTo>
                  <a:cubicBezTo>
                    <a:pt x="73215" y="15690"/>
                    <a:pt x="76648" y="12571"/>
                    <a:pt x="81397" y="12383"/>
                  </a:cubicBezTo>
                  <a:lnTo>
                    <a:pt x="81397" y="12383"/>
                  </a:lnTo>
                  <a:cubicBezTo>
                    <a:pt x="83200" y="12305"/>
                    <a:pt x="85081" y="12712"/>
                    <a:pt x="86476" y="13841"/>
                  </a:cubicBezTo>
                  <a:lnTo>
                    <a:pt x="86476" y="13841"/>
                  </a:lnTo>
                  <a:cubicBezTo>
                    <a:pt x="87479" y="14656"/>
                    <a:pt x="88169" y="15800"/>
                    <a:pt x="88796" y="16944"/>
                  </a:cubicBezTo>
                  <a:lnTo>
                    <a:pt x="88796" y="16944"/>
                  </a:lnTo>
                  <a:cubicBezTo>
                    <a:pt x="89877" y="18935"/>
                    <a:pt x="90833" y="21051"/>
                    <a:pt x="91225" y="23292"/>
                  </a:cubicBezTo>
                  <a:lnTo>
                    <a:pt x="91225" y="23292"/>
                  </a:lnTo>
                  <a:lnTo>
                    <a:pt x="91398" y="23308"/>
                  </a:lnTo>
                  <a:cubicBezTo>
                    <a:pt x="91742" y="20048"/>
                    <a:pt x="91492" y="16631"/>
                    <a:pt x="89940" y="13747"/>
                  </a:cubicBezTo>
                  <a:lnTo>
                    <a:pt x="89940" y="13747"/>
                  </a:lnTo>
                  <a:cubicBezTo>
                    <a:pt x="88388" y="10862"/>
                    <a:pt x="85332" y="8637"/>
                    <a:pt x="82056" y="8746"/>
                  </a:cubicBezTo>
                  <a:lnTo>
                    <a:pt x="82056" y="8746"/>
                  </a:lnTo>
                  <a:cubicBezTo>
                    <a:pt x="79846" y="8809"/>
                    <a:pt x="77808" y="9891"/>
                    <a:pt x="75723" y="10643"/>
                  </a:cubicBezTo>
                  <a:lnTo>
                    <a:pt x="75723" y="10643"/>
                  </a:lnTo>
                  <a:cubicBezTo>
                    <a:pt x="73544" y="11411"/>
                    <a:pt x="71240" y="11819"/>
                    <a:pt x="68936" y="11850"/>
                  </a:cubicBezTo>
                  <a:lnTo>
                    <a:pt x="68936" y="11850"/>
                  </a:lnTo>
                  <a:cubicBezTo>
                    <a:pt x="67745" y="11881"/>
                    <a:pt x="66491" y="11787"/>
                    <a:pt x="65425" y="11223"/>
                  </a:cubicBezTo>
                  <a:lnTo>
                    <a:pt x="65425" y="11223"/>
                  </a:lnTo>
                  <a:cubicBezTo>
                    <a:pt x="63654" y="10314"/>
                    <a:pt x="62714" y="8370"/>
                    <a:pt x="61334" y="6944"/>
                  </a:cubicBezTo>
                  <a:lnTo>
                    <a:pt x="61334" y="6944"/>
                  </a:lnTo>
                  <a:cubicBezTo>
                    <a:pt x="57839" y="3370"/>
                    <a:pt x="51977" y="3574"/>
                    <a:pt x="47243" y="5188"/>
                  </a:cubicBezTo>
                  <a:lnTo>
                    <a:pt x="47243" y="5188"/>
                  </a:lnTo>
                  <a:cubicBezTo>
                    <a:pt x="45064" y="5925"/>
                    <a:pt x="42838" y="6913"/>
                    <a:pt x="40581" y="6521"/>
                  </a:cubicBezTo>
                  <a:lnTo>
                    <a:pt x="40581" y="6521"/>
                  </a:lnTo>
                  <a:cubicBezTo>
                    <a:pt x="39030" y="6239"/>
                    <a:pt x="37682" y="5345"/>
                    <a:pt x="36381" y="4452"/>
                  </a:cubicBezTo>
                  <a:lnTo>
                    <a:pt x="36381" y="4452"/>
                  </a:lnTo>
                  <a:cubicBezTo>
                    <a:pt x="33152" y="2273"/>
                    <a:pt x="29515" y="0"/>
                    <a:pt x="25738" y="0"/>
                  </a:cubicBezTo>
                  <a:lnTo>
                    <a:pt x="25738" y="0"/>
                  </a:lnTo>
                  <a:cubicBezTo>
                    <a:pt x="25111" y="0"/>
                    <a:pt x="24484" y="63"/>
                    <a:pt x="23857" y="188"/>
                  </a:cubicBezTo>
                </a:path>
              </a:pathLst>
            </a:custGeom>
            <a:solidFill>
              <a:srgbClr val="FFFFFF">
                <a:alpha val="410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1" name="Rectangle: Rounded Corners 130">
            <a:extLst>
              <a:ext uri="{FF2B5EF4-FFF2-40B4-BE49-F238E27FC236}">
                <a16:creationId xmlns:a16="http://schemas.microsoft.com/office/drawing/2014/main" id="{7B0AB098-5041-963B-CFB2-352E52A4919B}"/>
              </a:ext>
            </a:extLst>
          </p:cNvPr>
          <p:cNvSpPr/>
          <p:nvPr/>
        </p:nvSpPr>
        <p:spPr>
          <a:xfrm>
            <a:off x="298428" y="1198093"/>
            <a:ext cx="2077414" cy="2878787"/>
          </a:xfrm>
          <a:prstGeom prst="roundRect">
            <a:avLst/>
          </a:prstGeom>
          <a:solidFill>
            <a:srgbClr val="002060"/>
          </a:solidFill>
          <a:ln>
            <a:solidFill>
              <a:srgbClr val="3A729A"/>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dirty="0">
              <a:solidFill>
                <a:srgbClr val="FFFFFF"/>
              </a:solidFill>
            </a:endParaRPr>
          </a:p>
        </p:txBody>
      </p:sp>
      <p:sp>
        <p:nvSpPr>
          <p:cNvPr id="132" name="Google Shape;397;p38">
            <a:extLst>
              <a:ext uri="{FF2B5EF4-FFF2-40B4-BE49-F238E27FC236}">
                <a16:creationId xmlns:a16="http://schemas.microsoft.com/office/drawing/2014/main" id="{083F59E3-CD0D-34D2-EE18-0526EC21F312}"/>
              </a:ext>
            </a:extLst>
          </p:cNvPr>
          <p:cNvSpPr txBox="1">
            <a:spLocks/>
          </p:cNvSpPr>
          <p:nvPr/>
        </p:nvSpPr>
        <p:spPr>
          <a:xfrm>
            <a:off x="493838" y="2397589"/>
            <a:ext cx="1875955" cy="595205"/>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r>
              <a:rPr lang="en-US" sz="1200" dirty="0">
                <a:solidFill>
                  <a:srgbClr val="FFFFFF"/>
                </a:solidFill>
              </a:rPr>
              <a:t>Refund percentage</a:t>
            </a:r>
          </a:p>
        </p:txBody>
      </p:sp>
      <p:sp>
        <p:nvSpPr>
          <p:cNvPr id="133" name="Google Shape;397;p38">
            <a:extLst>
              <a:ext uri="{FF2B5EF4-FFF2-40B4-BE49-F238E27FC236}">
                <a16:creationId xmlns:a16="http://schemas.microsoft.com/office/drawing/2014/main" id="{E9EE759A-334E-421B-CC97-5A974339A9FC}"/>
              </a:ext>
            </a:extLst>
          </p:cNvPr>
          <p:cNvSpPr txBox="1">
            <a:spLocks/>
          </p:cNvSpPr>
          <p:nvPr/>
        </p:nvSpPr>
        <p:spPr>
          <a:xfrm>
            <a:off x="459745" y="3106944"/>
            <a:ext cx="1875955" cy="595205"/>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r>
              <a:rPr lang="en-US" sz="1200" dirty="0">
                <a:solidFill>
                  <a:srgbClr val="FFFFFF"/>
                </a:solidFill>
              </a:rPr>
              <a:t>Reason of delay</a:t>
            </a:r>
          </a:p>
        </p:txBody>
      </p:sp>
      <p:grpSp>
        <p:nvGrpSpPr>
          <p:cNvPr id="2" name="Group 1">
            <a:extLst>
              <a:ext uri="{FF2B5EF4-FFF2-40B4-BE49-F238E27FC236}">
                <a16:creationId xmlns:a16="http://schemas.microsoft.com/office/drawing/2014/main" id="{A030832F-64F7-EBE7-7943-CAE37873B100}"/>
              </a:ext>
            </a:extLst>
          </p:cNvPr>
          <p:cNvGrpSpPr/>
          <p:nvPr/>
        </p:nvGrpSpPr>
        <p:grpSpPr>
          <a:xfrm>
            <a:off x="2866640" y="1547831"/>
            <a:ext cx="5759245" cy="840000"/>
            <a:chOff x="2882253" y="1434468"/>
            <a:chExt cx="4227652" cy="840000"/>
          </a:xfrm>
        </p:grpSpPr>
        <p:sp>
          <p:nvSpPr>
            <p:cNvPr id="3" name="Arrow: Pentagon 2">
              <a:extLst>
                <a:ext uri="{FF2B5EF4-FFF2-40B4-BE49-F238E27FC236}">
                  <a16:creationId xmlns:a16="http://schemas.microsoft.com/office/drawing/2014/main" id="{69D52ACF-6076-FC0B-E302-FFEB29AF2953}"/>
                </a:ext>
              </a:extLst>
            </p:cNvPr>
            <p:cNvSpPr/>
            <p:nvPr/>
          </p:nvSpPr>
          <p:spPr>
            <a:xfrm flipH="1">
              <a:off x="2882253" y="1537783"/>
              <a:ext cx="4227652" cy="656924"/>
            </a:xfrm>
            <a:prstGeom prst="homePlate">
              <a:avLst/>
            </a:prstGeom>
            <a:solidFill>
              <a:srgbClr val="3A729A"/>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Google Shape;397;p38">
              <a:extLst>
                <a:ext uri="{FF2B5EF4-FFF2-40B4-BE49-F238E27FC236}">
                  <a16:creationId xmlns:a16="http://schemas.microsoft.com/office/drawing/2014/main" id="{053FF2E5-843D-7E32-C6A7-0D35593100BB}"/>
                </a:ext>
              </a:extLst>
            </p:cNvPr>
            <p:cNvSpPr txBox="1">
              <a:spLocks/>
            </p:cNvSpPr>
            <p:nvPr/>
          </p:nvSpPr>
          <p:spPr>
            <a:xfrm>
              <a:off x="3301105" y="1434468"/>
              <a:ext cx="3757222" cy="8400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b="1" dirty="0">
                  <a:solidFill>
                    <a:srgbClr val="00B0F0"/>
                  </a:solidFill>
                </a:rPr>
                <a:t>362</a:t>
              </a:r>
              <a:r>
                <a:rPr lang="en-US" sz="1200" dirty="0">
                  <a:solidFill>
                    <a:srgbClr val="FFFFFF"/>
                  </a:solidFill>
                </a:rPr>
                <a:t> of </a:t>
              </a:r>
              <a:r>
                <a:rPr lang="en-US" b="1" dirty="0">
                  <a:solidFill>
                    <a:srgbClr val="00B0F0"/>
                  </a:solidFill>
                </a:rPr>
                <a:t>1602 </a:t>
              </a:r>
              <a:r>
                <a:rPr lang="en-US" dirty="0">
                  <a:solidFill>
                    <a:srgbClr val="FFFFFF"/>
                  </a:solidFill>
                </a:rPr>
                <a:t>delay in Liverpool to London journey with 56% delay percentage</a:t>
              </a:r>
            </a:p>
          </p:txBody>
        </p:sp>
      </p:grpSp>
      <p:sp>
        <p:nvSpPr>
          <p:cNvPr id="5" name="Flowchart: Alternate Process 4">
            <a:extLst>
              <a:ext uri="{FF2B5EF4-FFF2-40B4-BE49-F238E27FC236}">
                <a16:creationId xmlns:a16="http://schemas.microsoft.com/office/drawing/2014/main" id="{EECFE4CD-C0C3-38ED-0CB8-AD2A2AEAAC60}"/>
              </a:ext>
            </a:extLst>
          </p:cNvPr>
          <p:cNvSpPr/>
          <p:nvPr/>
        </p:nvSpPr>
        <p:spPr>
          <a:xfrm>
            <a:off x="487788" y="1683746"/>
            <a:ext cx="2183341" cy="554753"/>
          </a:xfrm>
          <a:prstGeom prst="flowChartAlternateProcess">
            <a:avLst/>
          </a:prstGeom>
          <a:solidFill>
            <a:srgbClr val="0070C0"/>
          </a:solidFill>
          <a:ln>
            <a:solidFill>
              <a:srgbClr val="69ABD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 name="Google Shape;397;p38">
            <a:extLst>
              <a:ext uri="{FF2B5EF4-FFF2-40B4-BE49-F238E27FC236}">
                <a16:creationId xmlns:a16="http://schemas.microsoft.com/office/drawing/2014/main" id="{149E5BDB-9B06-B62D-B2B1-BEB3DAE139B0}"/>
              </a:ext>
            </a:extLst>
          </p:cNvPr>
          <p:cNvSpPr txBox="1">
            <a:spLocks/>
          </p:cNvSpPr>
          <p:nvPr/>
        </p:nvSpPr>
        <p:spPr>
          <a:xfrm>
            <a:off x="525531" y="1653037"/>
            <a:ext cx="1907152" cy="595205"/>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r>
              <a:rPr lang="en-US" sz="1600" b="1" dirty="0">
                <a:solidFill>
                  <a:srgbClr val="FFFFFF"/>
                </a:solidFill>
              </a:rPr>
              <a:t>Delay percentage</a:t>
            </a:r>
          </a:p>
        </p:txBody>
      </p:sp>
      <p:sp>
        <p:nvSpPr>
          <p:cNvPr id="6" name="Google Shape;397;p38">
            <a:extLst>
              <a:ext uri="{FF2B5EF4-FFF2-40B4-BE49-F238E27FC236}">
                <a16:creationId xmlns:a16="http://schemas.microsoft.com/office/drawing/2014/main" id="{91AA3CE4-2FC6-C9EA-4AAF-168FCA3FC47C}"/>
              </a:ext>
            </a:extLst>
          </p:cNvPr>
          <p:cNvSpPr txBox="1">
            <a:spLocks/>
          </p:cNvSpPr>
          <p:nvPr/>
        </p:nvSpPr>
        <p:spPr>
          <a:xfrm>
            <a:off x="2348029" y="106920"/>
            <a:ext cx="4972958" cy="8400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6000"/>
              <a:buFont typeface="Montserrat ExtraBold"/>
              <a:buNone/>
              <a:defRPr sz="4000" b="0" i="0" u="none" strike="noStrike" cap="none">
                <a:solidFill>
                  <a:schemeClr val="dk2"/>
                </a:solidFill>
                <a:latin typeface="Montserrat ExtraBold"/>
                <a:ea typeface="Montserrat ExtraBold"/>
                <a:cs typeface="Montserrat ExtraBold"/>
                <a:sym typeface="Montserrat ExtraBold"/>
              </a:defRPr>
            </a:lvl1pPr>
            <a:lvl2pPr marR="0" lvl="1"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2pPr>
            <a:lvl3pPr marR="0" lvl="2"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3pPr>
            <a:lvl4pPr marR="0" lvl="3"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4pPr>
            <a:lvl5pPr marR="0" lvl="4"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5pPr>
            <a:lvl6pPr marR="0" lvl="5"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6pPr>
            <a:lvl7pPr marR="0" lvl="6"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7pPr>
            <a:lvl8pPr marR="0" lvl="7"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8pPr>
            <a:lvl9pPr marR="0" lvl="8"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9pPr>
          </a:lstStyle>
          <a:p>
            <a:pPr lvl="0"/>
            <a:r>
              <a:rPr lang="en-US" sz="3600" dirty="0">
                <a:solidFill>
                  <a:srgbClr val="002060"/>
                </a:solidFill>
              </a:rPr>
              <a:t>troublesome Route</a:t>
            </a:r>
          </a:p>
        </p:txBody>
      </p:sp>
    </p:spTree>
    <p:extLst>
      <p:ext uri="{BB962C8B-B14F-4D97-AF65-F5344CB8AC3E}">
        <p14:creationId xmlns:p14="http://schemas.microsoft.com/office/powerpoint/2010/main" val="3514019438"/>
      </p:ext>
    </p:extLst>
  </p:cSld>
  <p:clrMapOvr>
    <a:masterClrMapping/>
  </p:clrMapOvr>
  <mc:AlternateContent xmlns:mc="http://schemas.openxmlformats.org/markup-compatibility/2006">
    <mc:Choice xmlns:p159="http://schemas.microsoft.com/office/powerpoint/2015/09/main" Requires="p159">
      <p:transition spd="slow" advTm="1000">
        <p159:morph option="byObject"/>
      </p:transition>
    </mc:Choice>
    <mc:Fallback>
      <p:transition spd="slow" advTm="1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250"/>
                                        <p:tgtEl>
                                          <p:spTgt spid="5"/>
                                        </p:tgtEl>
                                      </p:cBhvr>
                                    </p:animEffect>
                                  </p:childTnLst>
                                </p:cTn>
                              </p:par>
                            </p:childTnLst>
                          </p:cTn>
                        </p:par>
                        <p:par>
                          <p:cTn id="8" fill="hold">
                            <p:stCondLst>
                              <p:cond delay="250"/>
                            </p:stCondLst>
                            <p:childTnLst>
                              <p:par>
                                <p:cTn id="9" presetID="12" presetClass="entr" presetSubtype="8"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250"/>
                                        <p:tgtEl>
                                          <p:spTgt spid="2"/>
                                        </p:tgtEl>
                                        <p:attrNameLst>
                                          <p:attrName>ppt_x</p:attrName>
                                        </p:attrNameLst>
                                      </p:cBhvr>
                                      <p:tavLst>
                                        <p:tav tm="0">
                                          <p:val>
                                            <p:strVal val="#ppt_x-#ppt_w*1.125000"/>
                                          </p:val>
                                        </p:tav>
                                        <p:tav tm="100000">
                                          <p:val>
                                            <p:strVal val="#ppt_x"/>
                                          </p:val>
                                        </p:tav>
                                      </p:tavLst>
                                    </p:anim>
                                    <p:animEffect transition="in" filter="wipe(right)">
                                      <p:cBhvr>
                                        <p:cTn id="12" dur="25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 name="Google Shape;1534;p36">
            <a:extLst>
              <a:ext uri="{FF2B5EF4-FFF2-40B4-BE49-F238E27FC236}">
                <a16:creationId xmlns:a16="http://schemas.microsoft.com/office/drawing/2014/main" id="{69C0E481-1A7C-8DFF-E143-F58CFD321E08}"/>
              </a:ext>
            </a:extLst>
          </p:cNvPr>
          <p:cNvGrpSpPr/>
          <p:nvPr/>
        </p:nvGrpSpPr>
        <p:grpSpPr>
          <a:xfrm>
            <a:off x="0" y="4421430"/>
            <a:ext cx="9276783" cy="1398672"/>
            <a:chOff x="-139347" y="3868275"/>
            <a:chExt cx="9276783" cy="1398672"/>
          </a:xfrm>
          <a:solidFill>
            <a:srgbClr val="091359"/>
          </a:solidFill>
        </p:grpSpPr>
        <p:sp>
          <p:nvSpPr>
            <p:cNvPr id="26" name="Google Shape;1535;p36">
              <a:extLst>
                <a:ext uri="{FF2B5EF4-FFF2-40B4-BE49-F238E27FC236}">
                  <a16:creationId xmlns:a16="http://schemas.microsoft.com/office/drawing/2014/main" id="{89AF1B9C-9B87-9AF0-0C2B-D6FDEF03DF0B}"/>
                </a:ext>
              </a:extLst>
            </p:cNvPr>
            <p:cNvSpPr/>
            <p:nvPr/>
          </p:nvSpPr>
          <p:spPr>
            <a:xfrm flipH="1">
              <a:off x="-139347" y="4015425"/>
              <a:ext cx="9276772" cy="548850"/>
            </a:xfrm>
            <a:custGeom>
              <a:avLst/>
              <a:gdLst/>
              <a:ahLst/>
              <a:cxnLst/>
              <a:rect l="l" t="t" r="r" b="b"/>
              <a:pathLst>
                <a:path w="219946" h="21954" extrusionOk="0">
                  <a:moveTo>
                    <a:pt x="0" y="12956"/>
                  </a:moveTo>
                  <a:lnTo>
                    <a:pt x="0" y="21954"/>
                  </a:lnTo>
                  <a:lnTo>
                    <a:pt x="219946" y="8998"/>
                  </a:lnTo>
                  <a:lnTo>
                    <a:pt x="219946"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7" name="Google Shape;1536;p36">
              <a:extLst>
                <a:ext uri="{FF2B5EF4-FFF2-40B4-BE49-F238E27FC236}">
                  <a16:creationId xmlns:a16="http://schemas.microsoft.com/office/drawing/2014/main" id="{C962049F-7EAE-45FF-9475-2EE4F0DF3B4E}"/>
                </a:ext>
              </a:extLst>
            </p:cNvPr>
            <p:cNvGrpSpPr/>
            <p:nvPr/>
          </p:nvGrpSpPr>
          <p:grpSpPr>
            <a:xfrm flipH="1">
              <a:off x="2134836" y="4216900"/>
              <a:ext cx="3484400" cy="1050047"/>
              <a:chOff x="3379075" y="4216900"/>
              <a:chExt cx="3484400" cy="1050047"/>
            </a:xfrm>
            <a:grpFill/>
          </p:grpSpPr>
          <p:sp>
            <p:nvSpPr>
              <p:cNvPr id="87" name="Google Shape;1537;p36">
                <a:extLst>
                  <a:ext uri="{FF2B5EF4-FFF2-40B4-BE49-F238E27FC236}">
                    <a16:creationId xmlns:a16="http://schemas.microsoft.com/office/drawing/2014/main" id="{5713E945-E397-67EA-EAF1-D77279F6DC33}"/>
                  </a:ext>
                </a:extLst>
              </p:cNvPr>
              <p:cNvSpPr/>
              <p:nvPr/>
            </p:nvSpPr>
            <p:spPr>
              <a:xfrm>
                <a:off x="6638025" y="4216900"/>
                <a:ext cx="225450" cy="266525"/>
              </a:xfrm>
              <a:custGeom>
                <a:avLst/>
                <a:gdLst/>
                <a:ahLst/>
                <a:cxnLst/>
                <a:rect l="l" t="t" r="r" b="b"/>
                <a:pathLst>
                  <a:path w="9018" h="10661" extrusionOk="0">
                    <a:moveTo>
                      <a:pt x="1" y="10660"/>
                    </a:moveTo>
                    <a:lnTo>
                      <a:pt x="9017" y="10660"/>
                    </a:lnTo>
                    <a:lnTo>
                      <a:pt x="9017"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1538;p36">
                <a:extLst>
                  <a:ext uri="{FF2B5EF4-FFF2-40B4-BE49-F238E27FC236}">
                    <a16:creationId xmlns:a16="http://schemas.microsoft.com/office/drawing/2014/main" id="{D3BFE6C1-A617-DD21-1BCA-EA4A8EBDF3CD}"/>
                  </a:ext>
                </a:extLst>
              </p:cNvPr>
              <p:cNvSpPr/>
              <p:nvPr/>
            </p:nvSpPr>
            <p:spPr>
              <a:xfrm>
                <a:off x="5628575" y="4216900"/>
                <a:ext cx="225425" cy="266525"/>
              </a:xfrm>
              <a:custGeom>
                <a:avLst/>
                <a:gdLst/>
                <a:ahLst/>
                <a:cxnLst/>
                <a:rect l="l" t="t" r="r" b="b"/>
                <a:pathLst>
                  <a:path w="9017" h="10661" extrusionOk="0">
                    <a:moveTo>
                      <a:pt x="0" y="10660"/>
                    </a:moveTo>
                    <a:lnTo>
                      <a:pt x="9017" y="10660"/>
                    </a:lnTo>
                    <a:lnTo>
                      <a:pt x="9017"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1539;p36">
                <a:extLst>
                  <a:ext uri="{FF2B5EF4-FFF2-40B4-BE49-F238E27FC236}">
                    <a16:creationId xmlns:a16="http://schemas.microsoft.com/office/drawing/2014/main" id="{93BE9C1F-C27E-6192-934F-EF6F41DF4331}"/>
                  </a:ext>
                </a:extLst>
              </p:cNvPr>
              <p:cNvSpPr/>
              <p:nvPr/>
            </p:nvSpPr>
            <p:spPr>
              <a:xfrm>
                <a:off x="5700425" y="4473175"/>
                <a:ext cx="72850" cy="792553"/>
              </a:xfrm>
              <a:custGeom>
                <a:avLst/>
                <a:gdLst/>
                <a:ahLst/>
                <a:cxnLst/>
                <a:rect l="l" t="t" r="r" b="b"/>
                <a:pathLst>
                  <a:path w="2914" h="48780" extrusionOk="0">
                    <a:moveTo>
                      <a:pt x="1" y="48780"/>
                    </a:moveTo>
                    <a:lnTo>
                      <a:pt x="2913" y="48780"/>
                    </a:lnTo>
                    <a:lnTo>
                      <a:pt x="291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1540;p36">
                <a:extLst>
                  <a:ext uri="{FF2B5EF4-FFF2-40B4-BE49-F238E27FC236}">
                    <a16:creationId xmlns:a16="http://schemas.microsoft.com/office/drawing/2014/main" id="{1CD70B06-D350-3926-587D-A2E3E780A67D}"/>
                  </a:ext>
                </a:extLst>
              </p:cNvPr>
              <p:cNvSpPr/>
              <p:nvPr/>
            </p:nvSpPr>
            <p:spPr>
              <a:xfrm>
                <a:off x="4520150" y="4293100"/>
                <a:ext cx="225450" cy="266525"/>
              </a:xfrm>
              <a:custGeom>
                <a:avLst/>
                <a:gdLst/>
                <a:ahLst/>
                <a:cxnLst/>
                <a:rect l="l" t="t" r="r" b="b"/>
                <a:pathLst>
                  <a:path w="9018" h="10661" extrusionOk="0">
                    <a:moveTo>
                      <a:pt x="1" y="10660"/>
                    </a:moveTo>
                    <a:lnTo>
                      <a:pt x="9017" y="10660"/>
                    </a:lnTo>
                    <a:lnTo>
                      <a:pt x="9017"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1541;p36">
                <a:extLst>
                  <a:ext uri="{FF2B5EF4-FFF2-40B4-BE49-F238E27FC236}">
                    <a16:creationId xmlns:a16="http://schemas.microsoft.com/office/drawing/2014/main" id="{88763C1F-FEE5-43B9-D18F-6EE0FC4AFF5D}"/>
                  </a:ext>
                </a:extLst>
              </p:cNvPr>
              <p:cNvSpPr/>
              <p:nvPr/>
            </p:nvSpPr>
            <p:spPr>
              <a:xfrm>
                <a:off x="4592025" y="4473175"/>
                <a:ext cx="72825" cy="792553"/>
              </a:xfrm>
              <a:custGeom>
                <a:avLst/>
                <a:gdLst/>
                <a:ahLst/>
                <a:cxnLst/>
                <a:rect l="l" t="t" r="r" b="b"/>
                <a:pathLst>
                  <a:path w="2913" h="48780" extrusionOk="0">
                    <a:moveTo>
                      <a:pt x="1" y="48780"/>
                    </a:moveTo>
                    <a:lnTo>
                      <a:pt x="2913" y="48780"/>
                    </a:lnTo>
                    <a:lnTo>
                      <a:pt x="291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1542;p36">
                <a:extLst>
                  <a:ext uri="{FF2B5EF4-FFF2-40B4-BE49-F238E27FC236}">
                    <a16:creationId xmlns:a16="http://schemas.microsoft.com/office/drawing/2014/main" id="{D06B1159-567A-3EB8-69E6-8C4C3671E48A}"/>
                  </a:ext>
                </a:extLst>
              </p:cNvPr>
              <p:cNvSpPr/>
              <p:nvPr/>
            </p:nvSpPr>
            <p:spPr>
              <a:xfrm>
                <a:off x="3379075" y="4327650"/>
                <a:ext cx="225450" cy="262300"/>
              </a:xfrm>
              <a:custGeom>
                <a:avLst/>
                <a:gdLst/>
                <a:ahLst/>
                <a:cxnLst/>
                <a:rect l="l" t="t" r="r" b="b"/>
                <a:pathLst>
                  <a:path w="9018" h="10492" extrusionOk="0">
                    <a:moveTo>
                      <a:pt x="1" y="10492"/>
                    </a:moveTo>
                    <a:lnTo>
                      <a:pt x="9017" y="10492"/>
                    </a:lnTo>
                    <a:lnTo>
                      <a:pt x="9017" y="0"/>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1543;p36">
                <a:extLst>
                  <a:ext uri="{FF2B5EF4-FFF2-40B4-BE49-F238E27FC236}">
                    <a16:creationId xmlns:a16="http://schemas.microsoft.com/office/drawing/2014/main" id="{BD98C59D-D6EF-491D-AA53-ABD76B4A2623}"/>
                  </a:ext>
                </a:extLst>
              </p:cNvPr>
              <p:cNvSpPr/>
              <p:nvPr/>
            </p:nvSpPr>
            <p:spPr>
              <a:xfrm>
                <a:off x="3450950" y="4494102"/>
                <a:ext cx="72825" cy="772845"/>
              </a:xfrm>
              <a:custGeom>
                <a:avLst/>
                <a:gdLst/>
                <a:ahLst/>
                <a:cxnLst/>
                <a:rect l="l" t="t" r="r" b="b"/>
                <a:pathLst>
                  <a:path w="2913" h="47567" extrusionOk="0">
                    <a:moveTo>
                      <a:pt x="1" y="47567"/>
                    </a:moveTo>
                    <a:lnTo>
                      <a:pt x="2913" y="47567"/>
                    </a:lnTo>
                    <a:lnTo>
                      <a:pt x="291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 name="Google Shape;1544;p36">
              <a:extLst>
                <a:ext uri="{FF2B5EF4-FFF2-40B4-BE49-F238E27FC236}">
                  <a16:creationId xmlns:a16="http://schemas.microsoft.com/office/drawing/2014/main" id="{54A9CCB7-B41C-4B06-F9A7-0B48C2839929}"/>
                </a:ext>
              </a:extLst>
            </p:cNvPr>
            <p:cNvGrpSpPr/>
            <p:nvPr/>
          </p:nvGrpSpPr>
          <p:grpSpPr>
            <a:xfrm flipH="1">
              <a:off x="-57406" y="3868275"/>
              <a:ext cx="9194843" cy="559600"/>
              <a:chOff x="-139125" y="3868275"/>
              <a:chExt cx="9194843" cy="559600"/>
            </a:xfrm>
            <a:grpFill/>
          </p:grpSpPr>
          <p:sp>
            <p:nvSpPr>
              <p:cNvPr id="44" name="Google Shape;1545;p36">
                <a:extLst>
                  <a:ext uri="{FF2B5EF4-FFF2-40B4-BE49-F238E27FC236}">
                    <a16:creationId xmlns:a16="http://schemas.microsoft.com/office/drawing/2014/main" id="{90E6CAF2-DA24-9C35-0554-7F758E89AB02}"/>
                  </a:ext>
                </a:extLst>
              </p:cNvPr>
              <p:cNvSpPr/>
              <p:nvPr/>
            </p:nvSpPr>
            <p:spPr>
              <a:xfrm>
                <a:off x="-139125" y="3868275"/>
                <a:ext cx="9194843" cy="351450"/>
              </a:xfrm>
              <a:custGeom>
                <a:avLst/>
                <a:gdLst/>
                <a:ahLst/>
                <a:cxnLst/>
                <a:rect l="l" t="t" r="r" b="b"/>
                <a:pathLst>
                  <a:path w="219946" h="14058" extrusionOk="0">
                    <a:moveTo>
                      <a:pt x="0" y="12956"/>
                    </a:moveTo>
                    <a:lnTo>
                      <a:pt x="0" y="14058"/>
                    </a:lnTo>
                    <a:lnTo>
                      <a:pt x="219946" y="1102"/>
                    </a:lnTo>
                    <a:lnTo>
                      <a:pt x="219946"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1546;p36">
                <a:extLst>
                  <a:ext uri="{FF2B5EF4-FFF2-40B4-BE49-F238E27FC236}">
                    <a16:creationId xmlns:a16="http://schemas.microsoft.com/office/drawing/2014/main" id="{48260650-71E9-85AC-38EF-BEAD638C4D54}"/>
                  </a:ext>
                </a:extLst>
              </p:cNvPr>
              <p:cNvSpPr/>
              <p:nvPr/>
            </p:nvSpPr>
            <p:spPr>
              <a:xfrm>
                <a:off x="125427" y="4182825"/>
                <a:ext cx="34406" cy="245050"/>
              </a:xfrm>
              <a:custGeom>
                <a:avLst/>
                <a:gdLst/>
                <a:ahLst/>
                <a:cxnLst/>
                <a:rect l="l" t="t" r="r" b="b"/>
                <a:pathLst>
                  <a:path w="823" h="9802" extrusionOk="0">
                    <a:moveTo>
                      <a:pt x="1" y="9802"/>
                    </a:moveTo>
                    <a:lnTo>
                      <a:pt x="822" y="9802"/>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1547;p36">
                <a:extLst>
                  <a:ext uri="{FF2B5EF4-FFF2-40B4-BE49-F238E27FC236}">
                    <a16:creationId xmlns:a16="http://schemas.microsoft.com/office/drawing/2014/main" id="{CB4D4D1C-E62E-F434-4382-9070971E9FA0}"/>
                  </a:ext>
                </a:extLst>
              </p:cNvPr>
              <p:cNvSpPr/>
              <p:nvPr/>
            </p:nvSpPr>
            <p:spPr>
              <a:xfrm>
                <a:off x="336927" y="4176300"/>
                <a:ext cx="34406" cy="244575"/>
              </a:xfrm>
              <a:custGeom>
                <a:avLst/>
                <a:gdLst/>
                <a:ahLst/>
                <a:cxnLst/>
                <a:rect l="l" t="t" r="r" b="b"/>
                <a:pathLst>
                  <a:path w="823" h="9783" extrusionOk="0">
                    <a:moveTo>
                      <a:pt x="1" y="9783"/>
                    </a:moveTo>
                    <a:lnTo>
                      <a:pt x="822" y="9783"/>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1548;p36">
                <a:extLst>
                  <a:ext uri="{FF2B5EF4-FFF2-40B4-BE49-F238E27FC236}">
                    <a16:creationId xmlns:a16="http://schemas.microsoft.com/office/drawing/2014/main" id="{E23E5D9F-AD63-A544-ADB3-7C1291583BAA}"/>
                  </a:ext>
                </a:extLst>
              </p:cNvPr>
              <p:cNvSpPr/>
              <p:nvPr/>
            </p:nvSpPr>
            <p:spPr>
              <a:xfrm>
                <a:off x="548427" y="4169300"/>
                <a:ext cx="33611" cy="245050"/>
              </a:xfrm>
              <a:custGeom>
                <a:avLst/>
                <a:gdLst/>
                <a:ahLst/>
                <a:cxnLst/>
                <a:rect l="l" t="t" r="r" b="b"/>
                <a:pathLst>
                  <a:path w="804" h="9802" extrusionOk="0">
                    <a:moveTo>
                      <a:pt x="1" y="9801"/>
                    </a:moveTo>
                    <a:lnTo>
                      <a:pt x="803" y="9801"/>
                    </a:lnTo>
                    <a:lnTo>
                      <a:pt x="80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1549;p36">
                <a:extLst>
                  <a:ext uri="{FF2B5EF4-FFF2-40B4-BE49-F238E27FC236}">
                    <a16:creationId xmlns:a16="http://schemas.microsoft.com/office/drawing/2014/main" id="{183717F5-A57F-B829-65C5-89B280725CFE}"/>
                  </a:ext>
                </a:extLst>
              </p:cNvPr>
              <p:cNvSpPr/>
              <p:nvPr/>
            </p:nvSpPr>
            <p:spPr>
              <a:xfrm>
                <a:off x="759174" y="4162300"/>
                <a:ext cx="34364" cy="245050"/>
              </a:xfrm>
              <a:custGeom>
                <a:avLst/>
                <a:gdLst/>
                <a:ahLst/>
                <a:cxnLst/>
                <a:rect l="l" t="t" r="r" b="b"/>
                <a:pathLst>
                  <a:path w="822" h="9802" extrusionOk="0">
                    <a:moveTo>
                      <a:pt x="0" y="9801"/>
                    </a:moveTo>
                    <a:lnTo>
                      <a:pt x="821" y="9801"/>
                    </a:lnTo>
                    <a:lnTo>
                      <a:pt x="821"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1550;p36">
                <a:extLst>
                  <a:ext uri="{FF2B5EF4-FFF2-40B4-BE49-F238E27FC236}">
                    <a16:creationId xmlns:a16="http://schemas.microsoft.com/office/drawing/2014/main" id="{640904B9-2E93-328F-9ACA-E0D5450B4F01}"/>
                  </a:ext>
                </a:extLst>
              </p:cNvPr>
              <p:cNvSpPr/>
              <p:nvPr/>
            </p:nvSpPr>
            <p:spPr>
              <a:xfrm>
                <a:off x="970673" y="4155300"/>
                <a:ext cx="34364" cy="245050"/>
              </a:xfrm>
              <a:custGeom>
                <a:avLst/>
                <a:gdLst/>
                <a:ahLst/>
                <a:cxnLst/>
                <a:rect l="l" t="t" r="r" b="b"/>
                <a:pathLst>
                  <a:path w="822" h="9802" extrusionOk="0">
                    <a:moveTo>
                      <a:pt x="0" y="9801"/>
                    </a:moveTo>
                    <a:lnTo>
                      <a:pt x="821" y="9801"/>
                    </a:lnTo>
                    <a:lnTo>
                      <a:pt x="821"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1551;p36">
                <a:extLst>
                  <a:ext uri="{FF2B5EF4-FFF2-40B4-BE49-F238E27FC236}">
                    <a16:creationId xmlns:a16="http://schemas.microsoft.com/office/drawing/2014/main" id="{ABF15E2D-83BA-120A-F493-5B454ECBF85C}"/>
                  </a:ext>
                </a:extLst>
              </p:cNvPr>
              <p:cNvSpPr/>
              <p:nvPr/>
            </p:nvSpPr>
            <p:spPr>
              <a:xfrm>
                <a:off x="1182173" y="4148775"/>
                <a:ext cx="34364" cy="244575"/>
              </a:xfrm>
              <a:custGeom>
                <a:avLst/>
                <a:gdLst/>
                <a:ahLst/>
                <a:cxnLst/>
                <a:rect l="l" t="t" r="r" b="b"/>
                <a:pathLst>
                  <a:path w="822" h="9783" extrusionOk="0">
                    <a:moveTo>
                      <a:pt x="0" y="9782"/>
                    </a:moveTo>
                    <a:lnTo>
                      <a:pt x="821" y="9782"/>
                    </a:lnTo>
                    <a:lnTo>
                      <a:pt x="821"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1552;p36">
                <a:extLst>
                  <a:ext uri="{FF2B5EF4-FFF2-40B4-BE49-F238E27FC236}">
                    <a16:creationId xmlns:a16="http://schemas.microsoft.com/office/drawing/2014/main" id="{E955D1FF-80A1-8623-F4A6-AAC5F0A4B521}"/>
                  </a:ext>
                </a:extLst>
              </p:cNvPr>
              <p:cNvSpPr/>
              <p:nvPr/>
            </p:nvSpPr>
            <p:spPr>
              <a:xfrm>
                <a:off x="1393673" y="4141775"/>
                <a:ext cx="34364" cy="245025"/>
              </a:xfrm>
              <a:custGeom>
                <a:avLst/>
                <a:gdLst/>
                <a:ahLst/>
                <a:cxnLst/>
                <a:rect l="l" t="t" r="r" b="b"/>
                <a:pathLst>
                  <a:path w="822" h="9801" extrusionOk="0">
                    <a:moveTo>
                      <a:pt x="0" y="9801"/>
                    </a:moveTo>
                    <a:lnTo>
                      <a:pt x="821" y="9801"/>
                    </a:lnTo>
                    <a:lnTo>
                      <a:pt x="821"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1553;p36">
                <a:extLst>
                  <a:ext uri="{FF2B5EF4-FFF2-40B4-BE49-F238E27FC236}">
                    <a16:creationId xmlns:a16="http://schemas.microsoft.com/office/drawing/2014/main" id="{9FC08D44-AB53-513C-0F67-24176A3D431E}"/>
                  </a:ext>
                </a:extLst>
              </p:cNvPr>
              <p:cNvSpPr/>
              <p:nvPr/>
            </p:nvSpPr>
            <p:spPr>
              <a:xfrm>
                <a:off x="1605172" y="4134775"/>
                <a:ext cx="34364" cy="245025"/>
              </a:xfrm>
              <a:custGeom>
                <a:avLst/>
                <a:gdLst/>
                <a:ahLst/>
                <a:cxnLst/>
                <a:rect l="l" t="t" r="r" b="b"/>
                <a:pathLst>
                  <a:path w="822" h="9801" extrusionOk="0">
                    <a:moveTo>
                      <a:pt x="0" y="9801"/>
                    </a:moveTo>
                    <a:lnTo>
                      <a:pt x="821" y="9801"/>
                    </a:lnTo>
                    <a:lnTo>
                      <a:pt x="821"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1554;p36">
                <a:extLst>
                  <a:ext uri="{FF2B5EF4-FFF2-40B4-BE49-F238E27FC236}">
                    <a16:creationId xmlns:a16="http://schemas.microsoft.com/office/drawing/2014/main" id="{821CEC93-45C0-6A25-1AFC-F687C7AA66A6}"/>
                  </a:ext>
                </a:extLst>
              </p:cNvPr>
              <p:cNvSpPr/>
              <p:nvPr/>
            </p:nvSpPr>
            <p:spPr>
              <a:xfrm>
                <a:off x="1816672" y="4127775"/>
                <a:ext cx="33569" cy="245025"/>
              </a:xfrm>
              <a:custGeom>
                <a:avLst/>
                <a:gdLst/>
                <a:ahLst/>
                <a:cxnLst/>
                <a:rect l="l" t="t" r="r" b="b"/>
                <a:pathLst>
                  <a:path w="803" h="9801" extrusionOk="0">
                    <a:moveTo>
                      <a:pt x="0" y="9801"/>
                    </a:moveTo>
                    <a:lnTo>
                      <a:pt x="803" y="9801"/>
                    </a:lnTo>
                    <a:lnTo>
                      <a:pt x="803"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1555;p36">
                <a:extLst>
                  <a:ext uri="{FF2B5EF4-FFF2-40B4-BE49-F238E27FC236}">
                    <a16:creationId xmlns:a16="http://schemas.microsoft.com/office/drawing/2014/main" id="{17F48074-A7B8-B7E4-9965-00271F503D4E}"/>
                  </a:ext>
                </a:extLst>
              </p:cNvPr>
              <p:cNvSpPr/>
              <p:nvPr/>
            </p:nvSpPr>
            <p:spPr>
              <a:xfrm>
                <a:off x="2027377" y="4121225"/>
                <a:ext cx="34364" cy="244575"/>
              </a:xfrm>
              <a:custGeom>
                <a:avLst/>
                <a:gdLst/>
                <a:ahLst/>
                <a:cxnLst/>
                <a:rect l="l" t="t" r="r" b="b"/>
                <a:pathLst>
                  <a:path w="822" h="9783" extrusionOk="0">
                    <a:moveTo>
                      <a:pt x="0" y="9783"/>
                    </a:moveTo>
                    <a:lnTo>
                      <a:pt x="822" y="9783"/>
                    </a:lnTo>
                    <a:lnTo>
                      <a:pt x="822"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1556;p36">
                <a:extLst>
                  <a:ext uri="{FF2B5EF4-FFF2-40B4-BE49-F238E27FC236}">
                    <a16:creationId xmlns:a16="http://schemas.microsoft.com/office/drawing/2014/main" id="{52C0F10A-12FB-E6F4-E6A1-534E17EF31E1}"/>
                  </a:ext>
                </a:extLst>
              </p:cNvPr>
              <p:cNvSpPr/>
              <p:nvPr/>
            </p:nvSpPr>
            <p:spPr>
              <a:xfrm>
                <a:off x="2238877" y="4114225"/>
                <a:ext cx="34364" cy="245050"/>
              </a:xfrm>
              <a:custGeom>
                <a:avLst/>
                <a:gdLst/>
                <a:ahLst/>
                <a:cxnLst/>
                <a:rect l="l" t="t" r="r" b="b"/>
                <a:pathLst>
                  <a:path w="822" h="9802" extrusionOk="0">
                    <a:moveTo>
                      <a:pt x="0" y="9801"/>
                    </a:moveTo>
                    <a:lnTo>
                      <a:pt x="822" y="9801"/>
                    </a:lnTo>
                    <a:lnTo>
                      <a:pt x="822"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1557;p36">
                <a:extLst>
                  <a:ext uri="{FF2B5EF4-FFF2-40B4-BE49-F238E27FC236}">
                    <a16:creationId xmlns:a16="http://schemas.microsoft.com/office/drawing/2014/main" id="{13607C2D-15B6-2269-701A-421DD1927134}"/>
                  </a:ext>
                </a:extLst>
              </p:cNvPr>
              <p:cNvSpPr/>
              <p:nvPr/>
            </p:nvSpPr>
            <p:spPr>
              <a:xfrm>
                <a:off x="2450377" y="4107225"/>
                <a:ext cx="34364" cy="245050"/>
              </a:xfrm>
              <a:custGeom>
                <a:avLst/>
                <a:gdLst/>
                <a:ahLst/>
                <a:cxnLst/>
                <a:rect l="l" t="t" r="r" b="b"/>
                <a:pathLst>
                  <a:path w="822" h="9802" extrusionOk="0">
                    <a:moveTo>
                      <a:pt x="0" y="9801"/>
                    </a:moveTo>
                    <a:lnTo>
                      <a:pt x="822" y="9801"/>
                    </a:lnTo>
                    <a:lnTo>
                      <a:pt x="822"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1558;p36">
                <a:extLst>
                  <a:ext uri="{FF2B5EF4-FFF2-40B4-BE49-F238E27FC236}">
                    <a16:creationId xmlns:a16="http://schemas.microsoft.com/office/drawing/2014/main" id="{EAD57549-8981-6B50-6A9F-1397E63C8317}"/>
                  </a:ext>
                </a:extLst>
              </p:cNvPr>
              <p:cNvSpPr/>
              <p:nvPr/>
            </p:nvSpPr>
            <p:spPr>
              <a:xfrm>
                <a:off x="2661876" y="4100225"/>
                <a:ext cx="34364" cy="245050"/>
              </a:xfrm>
              <a:custGeom>
                <a:avLst/>
                <a:gdLst/>
                <a:ahLst/>
                <a:cxnLst/>
                <a:rect l="l" t="t" r="r" b="b"/>
                <a:pathLst>
                  <a:path w="822" h="9802" extrusionOk="0">
                    <a:moveTo>
                      <a:pt x="0" y="9801"/>
                    </a:moveTo>
                    <a:lnTo>
                      <a:pt x="822" y="9801"/>
                    </a:lnTo>
                    <a:lnTo>
                      <a:pt x="822"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1559;p36">
                <a:extLst>
                  <a:ext uri="{FF2B5EF4-FFF2-40B4-BE49-F238E27FC236}">
                    <a16:creationId xmlns:a16="http://schemas.microsoft.com/office/drawing/2014/main" id="{D13F7B01-F709-6164-5BFB-F31D4454ED29}"/>
                  </a:ext>
                </a:extLst>
              </p:cNvPr>
              <p:cNvSpPr/>
              <p:nvPr/>
            </p:nvSpPr>
            <p:spPr>
              <a:xfrm>
                <a:off x="2873376" y="4093700"/>
                <a:ext cx="34364" cy="244575"/>
              </a:xfrm>
              <a:custGeom>
                <a:avLst/>
                <a:gdLst/>
                <a:ahLst/>
                <a:cxnLst/>
                <a:rect l="l" t="t" r="r" b="b"/>
                <a:pathLst>
                  <a:path w="822" h="9783" extrusionOk="0">
                    <a:moveTo>
                      <a:pt x="0" y="9782"/>
                    </a:moveTo>
                    <a:lnTo>
                      <a:pt x="822" y="9782"/>
                    </a:lnTo>
                    <a:lnTo>
                      <a:pt x="822"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1560;p36">
                <a:extLst>
                  <a:ext uri="{FF2B5EF4-FFF2-40B4-BE49-F238E27FC236}">
                    <a16:creationId xmlns:a16="http://schemas.microsoft.com/office/drawing/2014/main" id="{629235BD-D406-38DA-0108-41AE1E2A7883}"/>
                  </a:ext>
                </a:extLst>
              </p:cNvPr>
              <p:cNvSpPr/>
              <p:nvPr/>
            </p:nvSpPr>
            <p:spPr>
              <a:xfrm>
                <a:off x="3084876" y="4086700"/>
                <a:ext cx="33611" cy="245050"/>
              </a:xfrm>
              <a:custGeom>
                <a:avLst/>
                <a:gdLst/>
                <a:ahLst/>
                <a:cxnLst/>
                <a:rect l="l" t="t" r="r" b="b"/>
                <a:pathLst>
                  <a:path w="804" h="9802" extrusionOk="0">
                    <a:moveTo>
                      <a:pt x="0" y="9801"/>
                    </a:moveTo>
                    <a:lnTo>
                      <a:pt x="803" y="9801"/>
                    </a:lnTo>
                    <a:lnTo>
                      <a:pt x="803"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1561;p36">
                <a:extLst>
                  <a:ext uri="{FF2B5EF4-FFF2-40B4-BE49-F238E27FC236}">
                    <a16:creationId xmlns:a16="http://schemas.microsoft.com/office/drawing/2014/main" id="{508D0919-FB4B-B97F-2D0F-3F1060A372EA}"/>
                  </a:ext>
                </a:extLst>
              </p:cNvPr>
              <p:cNvSpPr/>
              <p:nvPr/>
            </p:nvSpPr>
            <p:spPr>
              <a:xfrm>
                <a:off x="3296375" y="4079700"/>
                <a:ext cx="33611" cy="245050"/>
              </a:xfrm>
              <a:custGeom>
                <a:avLst/>
                <a:gdLst/>
                <a:ahLst/>
                <a:cxnLst/>
                <a:rect l="l" t="t" r="r" b="b"/>
                <a:pathLst>
                  <a:path w="804" h="9802" extrusionOk="0">
                    <a:moveTo>
                      <a:pt x="0" y="9801"/>
                    </a:moveTo>
                    <a:lnTo>
                      <a:pt x="803" y="9801"/>
                    </a:lnTo>
                    <a:lnTo>
                      <a:pt x="803"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1562;p36">
                <a:extLst>
                  <a:ext uri="{FF2B5EF4-FFF2-40B4-BE49-F238E27FC236}">
                    <a16:creationId xmlns:a16="http://schemas.microsoft.com/office/drawing/2014/main" id="{0630A504-6226-C0AD-2AEF-87DF59999BB3}"/>
                  </a:ext>
                </a:extLst>
              </p:cNvPr>
              <p:cNvSpPr/>
              <p:nvPr/>
            </p:nvSpPr>
            <p:spPr>
              <a:xfrm>
                <a:off x="3507081" y="4072700"/>
                <a:ext cx="34406" cy="245025"/>
              </a:xfrm>
              <a:custGeom>
                <a:avLst/>
                <a:gdLst/>
                <a:ahLst/>
                <a:cxnLst/>
                <a:rect l="l" t="t" r="r" b="b"/>
                <a:pathLst>
                  <a:path w="823" h="9801" extrusionOk="0">
                    <a:moveTo>
                      <a:pt x="1" y="9801"/>
                    </a:moveTo>
                    <a:lnTo>
                      <a:pt x="822" y="9801"/>
                    </a:lnTo>
                    <a:lnTo>
                      <a:pt x="822" y="0"/>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1563;p36">
                <a:extLst>
                  <a:ext uri="{FF2B5EF4-FFF2-40B4-BE49-F238E27FC236}">
                    <a16:creationId xmlns:a16="http://schemas.microsoft.com/office/drawing/2014/main" id="{674B3B94-EC8B-089E-3AB5-1D0512CBD38E}"/>
                  </a:ext>
                </a:extLst>
              </p:cNvPr>
              <p:cNvSpPr/>
              <p:nvPr/>
            </p:nvSpPr>
            <p:spPr>
              <a:xfrm>
                <a:off x="3718580" y="4066175"/>
                <a:ext cx="34406" cy="244550"/>
              </a:xfrm>
              <a:custGeom>
                <a:avLst/>
                <a:gdLst/>
                <a:ahLst/>
                <a:cxnLst/>
                <a:rect l="l" t="t" r="r" b="b"/>
                <a:pathLst>
                  <a:path w="823" h="9782" extrusionOk="0">
                    <a:moveTo>
                      <a:pt x="1" y="9782"/>
                    </a:moveTo>
                    <a:lnTo>
                      <a:pt x="822" y="9782"/>
                    </a:lnTo>
                    <a:lnTo>
                      <a:pt x="822" y="0"/>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1564;p36">
                <a:extLst>
                  <a:ext uri="{FF2B5EF4-FFF2-40B4-BE49-F238E27FC236}">
                    <a16:creationId xmlns:a16="http://schemas.microsoft.com/office/drawing/2014/main" id="{37255BB0-0EFE-2FF9-24F4-9B4351C6DA55}"/>
                  </a:ext>
                </a:extLst>
              </p:cNvPr>
              <p:cNvSpPr/>
              <p:nvPr/>
            </p:nvSpPr>
            <p:spPr>
              <a:xfrm>
                <a:off x="3930080" y="4059150"/>
                <a:ext cx="34406" cy="245050"/>
              </a:xfrm>
              <a:custGeom>
                <a:avLst/>
                <a:gdLst/>
                <a:ahLst/>
                <a:cxnLst/>
                <a:rect l="l" t="t" r="r" b="b"/>
                <a:pathLst>
                  <a:path w="823" h="9802" extrusionOk="0">
                    <a:moveTo>
                      <a:pt x="1" y="9802"/>
                    </a:moveTo>
                    <a:lnTo>
                      <a:pt x="822" y="9802"/>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1565;p36">
                <a:extLst>
                  <a:ext uri="{FF2B5EF4-FFF2-40B4-BE49-F238E27FC236}">
                    <a16:creationId xmlns:a16="http://schemas.microsoft.com/office/drawing/2014/main" id="{D3E8D6F9-0F4F-66E4-0BAA-AED624483F46}"/>
                  </a:ext>
                </a:extLst>
              </p:cNvPr>
              <p:cNvSpPr/>
              <p:nvPr/>
            </p:nvSpPr>
            <p:spPr>
              <a:xfrm>
                <a:off x="4141580" y="4052150"/>
                <a:ext cx="34406" cy="245050"/>
              </a:xfrm>
              <a:custGeom>
                <a:avLst/>
                <a:gdLst/>
                <a:ahLst/>
                <a:cxnLst/>
                <a:rect l="l" t="t" r="r" b="b"/>
                <a:pathLst>
                  <a:path w="823" h="9802" extrusionOk="0">
                    <a:moveTo>
                      <a:pt x="1" y="9802"/>
                    </a:moveTo>
                    <a:lnTo>
                      <a:pt x="822" y="9802"/>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1566;p36">
                <a:extLst>
                  <a:ext uri="{FF2B5EF4-FFF2-40B4-BE49-F238E27FC236}">
                    <a16:creationId xmlns:a16="http://schemas.microsoft.com/office/drawing/2014/main" id="{A0F64FCE-F14A-595A-3649-EA9ACABCC7CD}"/>
                  </a:ext>
                </a:extLst>
              </p:cNvPr>
              <p:cNvSpPr/>
              <p:nvPr/>
            </p:nvSpPr>
            <p:spPr>
              <a:xfrm>
                <a:off x="4353079" y="4045625"/>
                <a:ext cx="33611" cy="244575"/>
              </a:xfrm>
              <a:custGeom>
                <a:avLst/>
                <a:gdLst/>
                <a:ahLst/>
                <a:cxnLst/>
                <a:rect l="l" t="t" r="r" b="b"/>
                <a:pathLst>
                  <a:path w="804" h="9783" extrusionOk="0">
                    <a:moveTo>
                      <a:pt x="1" y="9783"/>
                    </a:moveTo>
                    <a:lnTo>
                      <a:pt x="804" y="9783"/>
                    </a:lnTo>
                    <a:lnTo>
                      <a:pt x="804"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1567;p36">
                <a:extLst>
                  <a:ext uri="{FF2B5EF4-FFF2-40B4-BE49-F238E27FC236}">
                    <a16:creationId xmlns:a16="http://schemas.microsoft.com/office/drawing/2014/main" id="{A0A93F4B-B717-5CE1-95BF-FE883BDD1637}"/>
                  </a:ext>
                </a:extLst>
              </p:cNvPr>
              <p:cNvSpPr/>
              <p:nvPr/>
            </p:nvSpPr>
            <p:spPr>
              <a:xfrm>
                <a:off x="4564579" y="4038625"/>
                <a:ext cx="33611" cy="244575"/>
              </a:xfrm>
              <a:custGeom>
                <a:avLst/>
                <a:gdLst/>
                <a:ahLst/>
                <a:cxnLst/>
                <a:rect l="l" t="t" r="r" b="b"/>
                <a:pathLst>
                  <a:path w="804" h="9783" extrusionOk="0">
                    <a:moveTo>
                      <a:pt x="1" y="9783"/>
                    </a:moveTo>
                    <a:lnTo>
                      <a:pt x="804" y="9783"/>
                    </a:lnTo>
                    <a:lnTo>
                      <a:pt x="804"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1568;p36">
                <a:extLst>
                  <a:ext uri="{FF2B5EF4-FFF2-40B4-BE49-F238E27FC236}">
                    <a16:creationId xmlns:a16="http://schemas.microsoft.com/office/drawing/2014/main" id="{80B9A5F1-9CFD-253E-40E3-CB3182A9EFA1}"/>
                  </a:ext>
                </a:extLst>
              </p:cNvPr>
              <p:cNvSpPr/>
              <p:nvPr/>
            </p:nvSpPr>
            <p:spPr>
              <a:xfrm>
                <a:off x="4775326" y="4031625"/>
                <a:ext cx="34364" cy="245050"/>
              </a:xfrm>
              <a:custGeom>
                <a:avLst/>
                <a:gdLst/>
                <a:ahLst/>
                <a:cxnLst/>
                <a:rect l="l" t="t" r="r" b="b"/>
                <a:pathLst>
                  <a:path w="822" h="9802" extrusionOk="0">
                    <a:moveTo>
                      <a:pt x="0" y="9801"/>
                    </a:moveTo>
                    <a:lnTo>
                      <a:pt x="822" y="9801"/>
                    </a:lnTo>
                    <a:lnTo>
                      <a:pt x="822"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1569;p36">
                <a:extLst>
                  <a:ext uri="{FF2B5EF4-FFF2-40B4-BE49-F238E27FC236}">
                    <a16:creationId xmlns:a16="http://schemas.microsoft.com/office/drawing/2014/main" id="{80AFE46F-70AB-3B41-E4B9-4785604ABD46}"/>
                  </a:ext>
                </a:extLst>
              </p:cNvPr>
              <p:cNvSpPr/>
              <p:nvPr/>
            </p:nvSpPr>
            <p:spPr>
              <a:xfrm>
                <a:off x="4986826" y="4024625"/>
                <a:ext cx="34364" cy="245050"/>
              </a:xfrm>
              <a:custGeom>
                <a:avLst/>
                <a:gdLst/>
                <a:ahLst/>
                <a:cxnLst/>
                <a:rect l="l" t="t" r="r" b="b"/>
                <a:pathLst>
                  <a:path w="822" h="9802" extrusionOk="0">
                    <a:moveTo>
                      <a:pt x="0" y="9801"/>
                    </a:moveTo>
                    <a:lnTo>
                      <a:pt x="822" y="9801"/>
                    </a:lnTo>
                    <a:lnTo>
                      <a:pt x="822"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1570;p36">
                <a:extLst>
                  <a:ext uri="{FF2B5EF4-FFF2-40B4-BE49-F238E27FC236}">
                    <a16:creationId xmlns:a16="http://schemas.microsoft.com/office/drawing/2014/main" id="{E152E664-9E28-F0EE-0629-5A309BBA778A}"/>
                  </a:ext>
                </a:extLst>
              </p:cNvPr>
              <p:cNvSpPr/>
              <p:nvPr/>
            </p:nvSpPr>
            <p:spPr>
              <a:xfrm>
                <a:off x="5198325" y="4018100"/>
                <a:ext cx="34364" cy="244575"/>
              </a:xfrm>
              <a:custGeom>
                <a:avLst/>
                <a:gdLst/>
                <a:ahLst/>
                <a:cxnLst/>
                <a:rect l="l" t="t" r="r" b="b"/>
                <a:pathLst>
                  <a:path w="822" h="9783" extrusionOk="0">
                    <a:moveTo>
                      <a:pt x="0" y="9782"/>
                    </a:moveTo>
                    <a:lnTo>
                      <a:pt x="822" y="9782"/>
                    </a:lnTo>
                    <a:lnTo>
                      <a:pt x="822"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1571;p36">
                <a:extLst>
                  <a:ext uri="{FF2B5EF4-FFF2-40B4-BE49-F238E27FC236}">
                    <a16:creationId xmlns:a16="http://schemas.microsoft.com/office/drawing/2014/main" id="{7B7FE93C-AAD0-3DF4-0AD6-75F0B1E55A4C}"/>
                  </a:ext>
                </a:extLst>
              </p:cNvPr>
              <p:cNvSpPr/>
              <p:nvPr/>
            </p:nvSpPr>
            <p:spPr>
              <a:xfrm>
                <a:off x="5409825" y="4011100"/>
                <a:ext cx="34364" cy="245025"/>
              </a:xfrm>
              <a:custGeom>
                <a:avLst/>
                <a:gdLst/>
                <a:ahLst/>
                <a:cxnLst/>
                <a:rect l="l" t="t" r="r" b="b"/>
                <a:pathLst>
                  <a:path w="822" h="9801" extrusionOk="0">
                    <a:moveTo>
                      <a:pt x="0" y="9801"/>
                    </a:moveTo>
                    <a:lnTo>
                      <a:pt x="822" y="9801"/>
                    </a:lnTo>
                    <a:lnTo>
                      <a:pt x="822"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1572;p36">
                <a:extLst>
                  <a:ext uri="{FF2B5EF4-FFF2-40B4-BE49-F238E27FC236}">
                    <a16:creationId xmlns:a16="http://schemas.microsoft.com/office/drawing/2014/main" id="{9C8806CA-6DB7-3A2B-AEBE-89036BEE2125}"/>
                  </a:ext>
                </a:extLst>
              </p:cNvPr>
              <p:cNvSpPr/>
              <p:nvPr/>
            </p:nvSpPr>
            <p:spPr>
              <a:xfrm>
                <a:off x="5621325" y="4004100"/>
                <a:ext cx="34364" cy="245025"/>
              </a:xfrm>
              <a:custGeom>
                <a:avLst/>
                <a:gdLst/>
                <a:ahLst/>
                <a:cxnLst/>
                <a:rect l="l" t="t" r="r" b="b"/>
                <a:pathLst>
                  <a:path w="822" h="9801" extrusionOk="0">
                    <a:moveTo>
                      <a:pt x="0" y="9801"/>
                    </a:moveTo>
                    <a:lnTo>
                      <a:pt x="822" y="9801"/>
                    </a:lnTo>
                    <a:lnTo>
                      <a:pt x="822"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1573;p36">
                <a:extLst>
                  <a:ext uri="{FF2B5EF4-FFF2-40B4-BE49-F238E27FC236}">
                    <a16:creationId xmlns:a16="http://schemas.microsoft.com/office/drawing/2014/main" id="{1F812F73-75FC-56CF-B1BC-EEBDE508F871}"/>
                  </a:ext>
                </a:extLst>
              </p:cNvPr>
              <p:cNvSpPr/>
              <p:nvPr/>
            </p:nvSpPr>
            <p:spPr>
              <a:xfrm>
                <a:off x="5832824" y="3997100"/>
                <a:ext cx="33569" cy="245025"/>
              </a:xfrm>
              <a:custGeom>
                <a:avLst/>
                <a:gdLst/>
                <a:ahLst/>
                <a:cxnLst/>
                <a:rect l="l" t="t" r="r" b="b"/>
                <a:pathLst>
                  <a:path w="803" h="9801" extrusionOk="0">
                    <a:moveTo>
                      <a:pt x="0" y="9801"/>
                    </a:moveTo>
                    <a:lnTo>
                      <a:pt x="803" y="9801"/>
                    </a:lnTo>
                    <a:lnTo>
                      <a:pt x="803"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1574;p36">
                <a:extLst>
                  <a:ext uri="{FF2B5EF4-FFF2-40B4-BE49-F238E27FC236}">
                    <a16:creationId xmlns:a16="http://schemas.microsoft.com/office/drawing/2014/main" id="{970D8F09-9616-FD8C-163A-07B551854C90}"/>
                  </a:ext>
                </a:extLst>
              </p:cNvPr>
              <p:cNvSpPr/>
              <p:nvPr/>
            </p:nvSpPr>
            <p:spPr>
              <a:xfrm>
                <a:off x="6043530" y="3990550"/>
                <a:ext cx="34364" cy="244575"/>
              </a:xfrm>
              <a:custGeom>
                <a:avLst/>
                <a:gdLst/>
                <a:ahLst/>
                <a:cxnLst/>
                <a:rect l="l" t="t" r="r" b="b"/>
                <a:pathLst>
                  <a:path w="822" h="9783" extrusionOk="0">
                    <a:moveTo>
                      <a:pt x="1" y="9783"/>
                    </a:moveTo>
                    <a:lnTo>
                      <a:pt x="822" y="9783"/>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1575;p36">
                <a:extLst>
                  <a:ext uri="{FF2B5EF4-FFF2-40B4-BE49-F238E27FC236}">
                    <a16:creationId xmlns:a16="http://schemas.microsoft.com/office/drawing/2014/main" id="{8065F89C-19FC-46AB-0FD9-6845F426B129}"/>
                  </a:ext>
                </a:extLst>
              </p:cNvPr>
              <p:cNvSpPr/>
              <p:nvPr/>
            </p:nvSpPr>
            <p:spPr>
              <a:xfrm>
                <a:off x="6255029" y="3983550"/>
                <a:ext cx="34364" cy="245050"/>
              </a:xfrm>
              <a:custGeom>
                <a:avLst/>
                <a:gdLst/>
                <a:ahLst/>
                <a:cxnLst/>
                <a:rect l="l" t="t" r="r" b="b"/>
                <a:pathLst>
                  <a:path w="822" h="9802" extrusionOk="0">
                    <a:moveTo>
                      <a:pt x="1" y="9801"/>
                    </a:moveTo>
                    <a:lnTo>
                      <a:pt x="822" y="9801"/>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1576;p36">
                <a:extLst>
                  <a:ext uri="{FF2B5EF4-FFF2-40B4-BE49-F238E27FC236}">
                    <a16:creationId xmlns:a16="http://schemas.microsoft.com/office/drawing/2014/main" id="{CA4FC64A-807B-AA7E-598D-9AC737203AA9}"/>
                  </a:ext>
                </a:extLst>
              </p:cNvPr>
              <p:cNvSpPr/>
              <p:nvPr/>
            </p:nvSpPr>
            <p:spPr>
              <a:xfrm>
                <a:off x="6466529" y="3976550"/>
                <a:ext cx="34364" cy="245050"/>
              </a:xfrm>
              <a:custGeom>
                <a:avLst/>
                <a:gdLst/>
                <a:ahLst/>
                <a:cxnLst/>
                <a:rect l="l" t="t" r="r" b="b"/>
                <a:pathLst>
                  <a:path w="822" h="9802" extrusionOk="0">
                    <a:moveTo>
                      <a:pt x="1" y="9801"/>
                    </a:moveTo>
                    <a:lnTo>
                      <a:pt x="822" y="9801"/>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1577;p36">
                <a:extLst>
                  <a:ext uri="{FF2B5EF4-FFF2-40B4-BE49-F238E27FC236}">
                    <a16:creationId xmlns:a16="http://schemas.microsoft.com/office/drawing/2014/main" id="{015A2890-5B00-8FC0-FAB1-12F96BFD4AAF}"/>
                  </a:ext>
                </a:extLst>
              </p:cNvPr>
              <p:cNvSpPr/>
              <p:nvPr/>
            </p:nvSpPr>
            <p:spPr>
              <a:xfrm>
                <a:off x="6678029" y="3969550"/>
                <a:ext cx="34364" cy="245050"/>
              </a:xfrm>
              <a:custGeom>
                <a:avLst/>
                <a:gdLst/>
                <a:ahLst/>
                <a:cxnLst/>
                <a:rect l="l" t="t" r="r" b="b"/>
                <a:pathLst>
                  <a:path w="822" h="9802" extrusionOk="0">
                    <a:moveTo>
                      <a:pt x="1" y="9801"/>
                    </a:moveTo>
                    <a:lnTo>
                      <a:pt x="822" y="9801"/>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1578;p36">
                <a:extLst>
                  <a:ext uri="{FF2B5EF4-FFF2-40B4-BE49-F238E27FC236}">
                    <a16:creationId xmlns:a16="http://schemas.microsoft.com/office/drawing/2014/main" id="{B746C29D-2422-BCF3-8FA7-52B1434B55E0}"/>
                  </a:ext>
                </a:extLst>
              </p:cNvPr>
              <p:cNvSpPr/>
              <p:nvPr/>
            </p:nvSpPr>
            <p:spPr>
              <a:xfrm>
                <a:off x="6889528" y="3963025"/>
                <a:ext cx="34364" cy="244575"/>
              </a:xfrm>
              <a:custGeom>
                <a:avLst/>
                <a:gdLst/>
                <a:ahLst/>
                <a:cxnLst/>
                <a:rect l="l" t="t" r="r" b="b"/>
                <a:pathLst>
                  <a:path w="822" h="9783" extrusionOk="0">
                    <a:moveTo>
                      <a:pt x="1" y="9782"/>
                    </a:moveTo>
                    <a:lnTo>
                      <a:pt x="822" y="9782"/>
                    </a:lnTo>
                    <a:lnTo>
                      <a:pt x="822" y="0"/>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1579;p36">
                <a:extLst>
                  <a:ext uri="{FF2B5EF4-FFF2-40B4-BE49-F238E27FC236}">
                    <a16:creationId xmlns:a16="http://schemas.microsoft.com/office/drawing/2014/main" id="{58589DE5-3828-B67F-32D1-4FFBAE797550}"/>
                  </a:ext>
                </a:extLst>
              </p:cNvPr>
              <p:cNvSpPr/>
              <p:nvPr/>
            </p:nvSpPr>
            <p:spPr>
              <a:xfrm>
                <a:off x="7101028" y="3956025"/>
                <a:ext cx="33611" cy="245050"/>
              </a:xfrm>
              <a:custGeom>
                <a:avLst/>
                <a:gdLst/>
                <a:ahLst/>
                <a:cxnLst/>
                <a:rect l="l" t="t" r="r" b="b"/>
                <a:pathLst>
                  <a:path w="804" h="9802" extrusionOk="0">
                    <a:moveTo>
                      <a:pt x="1" y="9801"/>
                    </a:moveTo>
                    <a:lnTo>
                      <a:pt x="803" y="9801"/>
                    </a:lnTo>
                    <a:lnTo>
                      <a:pt x="803" y="0"/>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1580;p36">
                <a:extLst>
                  <a:ext uri="{FF2B5EF4-FFF2-40B4-BE49-F238E27FC236}">
                    <a16:creationId xmlns:a16="http://schemas.microsoft.com/office/drawing/2014/main" id="{AF54A099-F59F-BFFA-8F1A-151B512738FA}"/>
                  </a:ext>
                </a:extLst>
              </p:cNvPr>
              <p:cNvSpPr/>
              <p:nvPr/>
            </p:nvSpPr>
            <p:spPr>
              <a:xfrm>
                <a:off x="7311733" y="3949025"/>
                <a:ext cx="34406" cy="245050"/>
              </a:xfrm>
              <a:custGeom>
                <a:avLst/>
                <a:gdLst/>
                <a:ahLst/>
                <a:cxnLst/>
                <a:rect l="l" t="t" r="r" b="b"/>
                <a:pathLst>
                  <a:path w="823" h="9802" extrusionOk="0">
                    <a:moveTo>
                      <a:pt x="1" y="9801"/>
                    </a:moveTo>
                    <a:lnTo>
                      <a:pt x="822" y="9801"/>
                    </a:lnTo>
                    <a:lnTo>
                      <a:pt x="822" y="0"/>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1581;p36">
                <a:extLst>
                  <a:ext uri="{FF2B5EF4-FFF2-40B4-BE49-F238E27FC236}">
                    <a16:creationId xmlns:a16="http://schemas.microsoft.com/office/drawing/2014/main" id="{622AC911-DA3D-B31E-E4CB-F18DB2DFFE78}"/>
                  </a:ext>
                </a:extLst>
              </p:cNvPr>
              <p:cNvSpPr/>
              <p:nvPr/>
            </p:nvSpPr>
            <p:spPr>
              <a:xfrm>
                <a:off x="7523233" y="3942025"/>
                <a:ext cx="34406" cy="245025"/>
              </a:xfrm>
              <a:custGeom>
                <a:avLst/>
                <a:gdLst/>
                <a:ahLst/>
                <a:cxnLst/>
                <a:rect l="l" t="t" r="r" b="b"/>
                <a:pathLst>
                  <a:path w="823" h="9801" extrusionOk="0">
                    <a:moveTo>
                      <a:pt x="1" y="9801"/>
                    </a:moveTo>
                    <a:lnTo>
                      <a:pt x="822" y="9801"/>
                    </a:lnTo>
                    <a:lnTo>
                      <a:pt x="822" y="0"/>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1582;p36">
                <a:extLst>
                  <a:ext uri="{FF2B5EF4-FFF2-40B4-BE49-F238E27FC236}">
                    <a16:creationId xmlns:a16="http://schemas.microsoft.com/office/drawing/2014/main" id="{119CA331-106D-EE9D-22B6-05DAF5237054}"/>
                  </a:ext>
                </a:extLst>
              </p:cNvPr>
              <p:cNvSpPr/>
              <p:nvPr/>
            </p:nvSpPr>
            <p:spPr>
              <a:xfrm>
                <a:off x="7734733" y="3935475"/>
                <a:ext cx="34406" cy="244575"/>
              </a:xfrm>
              <a:custGeom>
                <a:avLst/>
                <a:gdLst/>
                <a:ahLst/>
                <a:cxnLst/>
                <a:rect l="l" t="t" r="r" b="b"/>
                <a:pathLst>
                  <a:path w="823" h="9783" extrusionOk="0">
                    <a:moveTo>
                      <a:pt x="1" y="9783"/>
                    </a:moveTo>
                    <a:lnTo>
                      <a:pt x="822" y="9783"/>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1583;p36">
                <a:extLst>
                  <a:ext uri="{FF2B5EF4-FFF2-40B4-BE49-F238E27FC236}">
                    <a16:creationId xmlns:a16="http://schemas.microsoft.com/office/drawing/2014/main" id="{20DBB625-0D7A-C5BC-656B-54985E937942}"/>
                  </a:ext>
                </a:extLst>
              </p:cNvPr>
              <p:cNvSpPr/>
              <p:nvPr/>
            </p:nvSpPr>
            <p:spPr>
              <a:xfrm>
                <a:off x="7946232" y="3928475"/>
                <a:ext cx="34406" cy="245050"/>
              </a:xfrm>
              <a:custGeom>
                <a:avLst/>
                <a:gdLst/>
                <a:ahLst/>
                <a:cxnLst/>
                <a:rect l="l" t="t" r="r" b="b"/>
                <a:pathLst>
                  <a:path w="823" h="9802" extrusionOk="0">
                    <a:moveTo>
                      <a:pt x="1" y="9802"/>
                    </a:moveTo>
                    <a:lnTo>
                      <a:pt x="822" y="9802"/>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1584;p36">
                <a:extLst>
                  <a:ext uri="{FF2B5EF4-FFF2-40B4-BE49-F238E27FC236}">
                    <a16:creationId xmlns:a16="http://schemas.microsoft.com/office/drawing/2014/main" id="{A85001E0-C7A0-41B3-02C9-C8E6C8C8CACD}"/>
                  </a:ext>
                </a:extLst>
              </p:cNvPr>
              <p:cNvSpPr/>
              <p:nvPr/>
            </p:nvSpPr>
            <p:spPr>
              <a:xfrm>
                <a:off x="8157732" y="3921475"/>
                <a:ext cx="34406" cy="245050"/>
              </a:xfrm>
              <a:custGeom>
                <a:avLst/>
                <a:gdLst/>
                <a:ahLst/>
                <a:cxnLst/>
                <a:rect l="l" t="t" r="r" b="b"/>
                <a:pathLst>
                  <a:path w="823" h="9802" extrusionOk="0">
                    <a:moveTo>
                      <a:pt x="1" y="9802"/>
                    </a:moveTo>
                    <a:lnTo>
                      <a:pt x="822" y="9802"/>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1585;p36">
                <a:extLst>
                  <a:ext uri="{FF2B5EF4-FFF2-40B4-BE49-F238E27FC236}">
                    <a16:creationId xmlns:a16="http://schemas.microsoft.com/office/drawing/2014/main" id="{8694BE50-6CCE-FC56-4A1F-D91FB472002A}"/>
                  </a:ext>
                </a:extLst>
              </p:cNvPr>
              <p:cNvSpPr/>
              <p:nvPr/>
            </p:nvSpPr>
            <p:spPr>
              <a:xfrm>
                <a:off x="8369232" y="3914475"/>
                <a:ext cx="33611" cy="245050"/>
              </a:xfrm>
              <a:custGeom>
                <a:avLst/>
                <a:gdLst/>
                <a:ahLst/>
                <a:cxnLst/>
                <a:rect l="l" t="t" r="r" b="b"/>
                <a:pathLst>
                  <a:path w="804" h="9802" extrusionOk="0">
                    <a:moveTo>
                      <a:pt x="1" y="9802"/>
                    </a:moveTo>
                    <a:lnTo>
                      <a:pt x="804" y="9802"/>
                    </a:lnTo>
                    <a:lnTo>
                      <a:pt x="804"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1586;p36">
                <a:extLst>
                  <a:ext uri="{FF2B5EF4-FFF2-40B4-BE49-F238E27FC236}">
                    <a16:creationId xmlns:a16="http://schemas.microsoft.com/office/drawing/2014/main" id="{832547ED-E639-099B-74BD-5D535B337BDB}"/>
                  </a:ext>
                </a:extLst>
              </p:cNvPr>
              <p:cNvSpPr/>
              <p:nvPr/>
            </p:nvSpPr>
            <p:spPr>
              <a:xfrm>
                <a:off x="8580773" y="3907950"/>
                <a:ext cx="33569" cy="244575"/>
              </a:xfrm>
              <a:custGeom>
                <a:avLst/>
                <a:gdLst/>
                <a:ahLst/>
                <a:cxnLst/>
                <a:rect l="l" t="t" r="r" b="b"/>
                <a:pathLst>
                  <a:path w="803" h="9783" extrusionOk="0">
                    <a:moveTo>
                      <a:pt x="0" y="9783"/>
                    </a:moveTo>
                    <a:lnTo>
                      <a:pt x="803" y="9783"/>
                    </a:lnTo>
                    <a:lnTo>
                      <a:pt x="803"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1587;p36">
                <a:extLst>
                  <a:ext uri="{FF2B5EF4-FFF2-40B4-BE49-F238E27FC236}">
                    <a16:creationId xmlns:a16="http://schemas.microsoft.com/office/drawing/2014/main" id="{BF163634-97CA-199E-C385-D04F8380AE18}"/>
                  </a:ext>
                </a:extLst>
              </p:cNvPr>
              <p:cNvSpPr/>
              <p:nvPr/>
            </p:nvSpPr>
            <p:spPr>
              <a:xfrm>
                <a:off x="8791478" y="3900950"/>
                <a:ext cx="34364" cy="245050"/>
              </a:xfrm>
              <a:custGeom>
                <a:avLst/>
                <a:gdLst/>
                <a:ahLst/>
                <a:cxnLst/>
                <a:rect l="l" t="t" r="r" b="b"/>
                <a:pathLst>
                  <a:path w="822" h="9802" extrusionOk="0">
                    <a:moveTo>
                      <a:pt x="0" y="9801"/>
                    </a:moveTo>
                    <a:lnTo>
                      <a:pt x="822" y="9801"/>
                    </a:lnTo>
                    <a:lnTo>
                      <a:pt x="822"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 name="Google Shape;1588;p36">
              <a:extLst>
                <a:ext uri="{FF2B5EF4-FFF2-40B4-BE49-F238E27FC236}">
                  <a16:creationId xmlns:a16="http://schemas.microsoft.com/office/drawing/2014/main" id="{D4E0E8B3-D0FE-0B0F-8124-70E48E9E83A3}"/>
                </a:ext>
              </a:extLst>
            </p:cNvPr>
            <p:cNvGrpSpPr/>
            <p:nvPr/>
          </p:nvGrpSpPr>
          <p:grpSpPr>
            <a:xfrm flipH="1">
              <a:off x="5406861" y="4293100"/>
              <a:ext cx="3484400" cy="973847"/>
              <a:chOff x="3379075" y="4293100"/>
              <a:chExt cx="3484400" cy="973847"/>
            </a:xfrm>
            <a:grpFill/>
          </p:grpSpPr>
          <p:sp>
            <p:nvSpPr>
              <p:cNvPr id="37" name="Google Shape;1589;p36">
                <a:extLst>
                  <a:ext uri="{FF2B5EF4-FFF2-40B4-BE49-F238E27FC236}">
                    <a16:creationId xmlns:a16="http://schemas.microsoft.com/office/drawing/2014/main" id="{4B65A2E6-99CC-233E-89B1-570887D8CFF6}"/>
                  </a:ext>
                </a:extLst>
              </p:cNvPr>
              <p:cNvSpPr/>
              <p:nvPr/>
            </p:nvSpPr>
            <p:spPr>
              <a:xfrm>
                <a:off x="6638025" y="4293100"/>
                <a:ext cx="225450" cy="266525"/>
              </a:xfrm>
              <a:custGeom>
                <a:avLst/>
                <a:gdLst/>
                <a:ahLst/>
                <a:cxnLst/>
                <a:rect l="l" t="t" r="r" b="b"/>
                <a:pathLst>
                  <a:path w="9018" h="10661" extrusionOk="0">
                    <a:moveTo>
                      <a:pt x="1" y="10660"/>
                    </a:moveTo>
                    <a:lnTo>
                      <a:pt x="9017" y="10660"/>
                    </a:lnTo>
                    <a:lnTo>
                      <a:pt x="9017"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1590;p36">
                <a:extLst>
                  <a:ext uri="{FF2B5EF4-FFF2-40B4-BE49-F238E27FC236}">
                    <a16:creationId xmlns:a16="http://schemas.microsoft.com/office/drawing/2014/main" id="{73881EA7-2037-9C35-2D49-E1E3E56D3BF0}"/>
                  </a:ext>
                </a:extLst>
              </p:cNvPr>
              <p:cNvSpPr/>
              <p:nvPr/>
            </p:nvSpPr>
            <p:spPr>
              <a:xfrm>
                <a:off x="5628575" y="4369300"/>
                <a:ext cx="225425" cy="266525"/>
              </a:xfrm>
              <a:custGeom>
                <a:avLst/>
                <a:gdLst/>
                <a:ahLst/>
                <a:cxnLst/>
                <a:rect l="l" t="t" r="r" b="b"/>
                <a:pathLst>
                  <a:path w="9017" h="10661" extrusionOk="0">
                    <a:moveTo>
                      <a:pt x="0" y="10660"/>
                    </a:moveTo>
                    <a:lnTo>
                      <a:pt x="9017" y="10660"/>
                    </a:lnTo>
                    <a:lnTo>
                      <a:pt x="9017"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1591;p36">
                <a:extLst>
                  <a:ext uri="{FF2B5EF4-FFF2-40B4-BE49-F238E27FC236}">
                    <a16:creationId xmlns:a16="http://schemas.microsoft.com/office/drawing/2014/main" id="{5906597F-259E-77AB-4774-C6A121FBFC3A}"/>
                  </a:ext>
                </a:extLst>
              </p:cNvPr>
              <p:cNvSpPr/>
              <p:nvPr/>
            </p:nvSpPr>
            <p:spPr>
              <a:xfrm>
                <a:off x="5700425" y="4473175"/>
                <a:ext cx="72850" cy="792553"/>
              </a:xfrm>
              <a:custGeom>
                <a:avLst/>
                <a:gdLst/>
                <a:ahLst/>
                <a:cxnLst/>
                <a:rect l="l" t="t" r="r" b="b"/>
                <a:pathLst>
                  <a:path w="2914" h="48780" extrusionOk="0">
                    <a:moveTo>
                      <a:pt x="1" y="48780"/>
                    </a:moveTo>
                    <a:lnTo>
                      <a:pt x="2913" y="48780"/>
                    </a:lnTo>
                    <a:lnTo>
                      <a:pt x="291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1592;p36">
                <a:extLst>
                  <a:ext uri="{FF2B5EF4-FFF2-40B4-BE49-F238E27FC236}">
                    <a16:creationId xmlns:a16="http://schemas.microsoft.com/office/drawing/2014/main" id="{716BB5B2-6607-4370-CF60-A199906CE384}"/>
                  </a:ext>
                </a:extLst>
              </p:cNvPr>
              <p:cNvSpPr/>
              <p:nvPr/>
            </p:nvSpPr>
            <p:spPr>
              <a:xfrm>
                <a:off x="4520150" y="4369300"/>
                <a:ext cx="225450" cy="266525"/>
              </a:xfrm>
              <a:custGeom>
                <a:avLst/>
                <a:gdLst/>
                <a:ahLst/>
                <a:cxnLst/>
                <a:rect l="l" t="t" r="r" b="b"/>
                <a:pathLst>
                  <a:path w="9018" h="10661" extrusionOk="0">
                    <a:moveTo>
                      <a:pt x="1" y="10660"/>
                    </a:moveTo>
                    <a:lnTo>
                      <a:pt x="9017" y="10660"/>
                    </a:lnTo>
                    <a:lnTo>
                      <a:pt x="9017"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1593;p36">
                <a:extLst>
                  <a:ext uri="{FF2B5EF4-FFF2-40B4-BE49-F238E27FC236}">
                    <a16:creationId xmlns:a16="http://schemas.microsoft.com/office/drawing/2014/main" id="{F7B7641B-A3D1-7493-357F-C2B56B795949}"/>
                  </a:ext>
                </a:extLst>
              </p:cNvPr>
              <p:cNvSpPr/>
              <p:nvPr/>
            </p:nvSpPr>
            <p:spPr>
              <a:xfrm>
                <a:off x="4592025" y="4473175"/>
                <a:ext cx="72825" cy="792553"/>
              </a:xfrm>
              <a:custGeom>
                <a:avLst/>
                <a:gdLst/>
                <a:ahLst/>
                <a:cxnLst/>
                <a:rect l="l" t="t" r="r" b="b"/>
                <a:pathLst>
                  <a:path w="2913" h="48780" extrusionOk="0">
                    <a:moveTo>
                      <a:pt x="1" y="48780"/>
                    </a:moveTo>
                    <a:lnTo>
                      <a:pt x="2913" y="48780"/>
                    </a:lnTo>
                    <a:lnTo>
                      <a:pt x="291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1594;p36">
                <a:extLst>
                  <a:ext uri="{FF2B5EF4-FFF2-40B4-BE49-F238E27FC236}">
                    <a16:creationId xmlns:a16="http://schemas.microsoft.com/office/drawing/2014/main" id="{237C0917-4C1F-3CB7-9009-B65020D7C625}"/>
                  </a:ext>
                </a:extLst>
              </p:cNvPr>
              <p:cNvSpPr/>
              <p:nvPr/>
            </p:nvSpPr>
            <p:spPr>
              <a:xfrm>
                <a:off x="3379075" y="4403850"/>
                <a:ext cx="225450" cy="262300"/>
              </a:xfrm>
              <a:custGeom>
                <a:avLst/>
                <a:gdLst/>
                <a:ahLst/>
                <a:cxnLst/>
                <a:rect l="l" t="t" r="r" b="b"/>
                <a:pathLst>
                  <a:path w="9018" h="10492" extrusionOk="0">
                    <a:moveTo>
                      <a:pt x="1" y="10492"/>
                    </a:moveTo>
                    <a:lnTo>
                      <a:pt x="9017" y="10492"/>
                    </a:lnTo>
                    <a:lnTo>
                      <a:pt x="9017" y="0"/>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1595;p36">
                <a:extLst>
                  <a:ext uri="{FF2B5EF4-FFF2-40B4-BE49-F238E27FC236}">
                    <a16:creationId xmlns:a16="http://schemas.microsoft.com/office/drawing/2014/main" id="{ADD9C7FE-1E1D-2183-835E-978789667CDE}"/>
                  </a:ext>
                </a:extLst>
              </p:cNvPr>
              <p:cNvSpPr/>
              <p:nvPr/>
            </p:nvSpPr>
            <p:spPr>
              <a:xfrm>
                <a:off x="3450950" y="4494102"/>
                <a:ext cx="72825" cy="772845"/>
              </a:xfrm>
              <a:custGeom>
                <a:avLst/>
                <a:gdLst/>
                <a:ahLst/>
                <a:cxnLst/>
                <a:rect l="l" t="t" r="r" b="b"/>
                <a:pathLst>
                  <a:path w="2913" h="47567" extrusionOk="0">
                    <a:moveTo>
                      <a:pt x="1" y="47567"/>
                    </a:moveTo>
                    <a:lnTo>
                      <a:pt x="2913" y="47567"/>
                    </a:lnTo>
                    <a:lnTo>
                      <a:pt x="291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 name="Google Shape;1596;p36">
              <a:extLst>
                <a:ext uri="{FF2B5EF4-FFF2-40B4-BE49-F238E27FC236}">
                  <a16:creationId xmlns:a16="http://schemas.microsoft.com/office/drawing/2014/main" id="{363E7CD6-0655-7712-F188-D4A1892F1A79}"/>
                </a:ext>
              </a:extLst>
            </p:cNvPr>
            <p:cNvGrpSpPr/>
            <p:nvPr/>
          </p:nvGrpSpPr>
          <p:grpSpPr>
            <a:xfrm flipH="1">
              <a:off x="-109714" y="4175950"/>
              <a:ext cx="2474925" cy="1050047"/>
              <a:chOff x="3379075" y="4216900"/>
              <a:chExt cx="2474925" cy="1050047"/>
            </a:xfrm>
            <a:grpFill/>
          </p:grpSpPr>
          <p:sp>
            <p:nvSpPr>
              <p:cNvPr id="31" name="Google Shape;1597;p36">
                <a:extLst>
                  <a:ext uri="{FF2B5EF4-FFF2-40B4-BE49-F238E27FC236}">
                    <a16:creationId xmlns:a16="http://schemas.microsoft.com/office/drawing/2014/main" id="{F3148BB1-74BB-E3AA-0F4B-C21D4AC4EB37}"/>
                  </a:ext>
                </a:extLst>
              </p:cNvPr>
              <p:cNvSpPr/>
              <p:nvPr/>
            </p:nvSpPr>
            <p:spPr>
              <a:xfrm>
                <a:off x="5628575" y="4216900"/>
                <a:ext cx="225425" cy="266525"/>
              </a:xfrm>
              <a:custGeom>
                <a:avLst/>
                <a:gdLst/>
                <a:ahLst/>
                <a:cxnLst/>
                <a:rect l="l" t="t" r="r" b="b"/>
                <a:pathLst>
                  <a:path w="9017" h="10661" extrusionOk="0">
                    <a:moveTo>
                      <a:pt x="0" y="10660"/>
                    </a:moveTo>
                    <a:lnTo>
                      <a:pt x="9017" y="10660"/>
                    </a:lnTo>
                    <a:lnTo>
                      <a:pt x="9017"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1598;p36">
                <a:extLst>
                  <a:ext uri="{FF2B5EF4-FFF2-40B4-BE49-F238E27FC236}">
                    <a16:creationId xmlns:a16="http://schemas.microsoft.com/office/drawing/2014/main" id="{D9908424-AB83-2E5A-7E1B-4F05BF8A7D8C}"/>
                  </a:ext>
                </a:extLst>
              </p:cNvPr>
              <p:cNvSpPr/>
              <p:nvPr/>
            </p:nvSpPr>
            <p:spPr>
              <a:xfrm>
                <a:off x="5700425" y="4473175"/>
                <a:ext cx="72850" cy="792553"/>
              </a:xfrm>
              <a:custGeom>
                <a:avLst/>
                <a:gdLst/>
                <a:ahLst/>
                <a:cxnLst/>
                <a:rect l="l" t="t" r="r" b="b"/>
                <a:pathLst>
                  <a:path w="2914" h="48780" extrusionOk="0">
                    <a:moveTo>
                      <a:pt x="1" y="48780"/>
                    </a:moveTo>
                    <a:lnTo>
                      <a:pt x="2913" y="48780"/>
                    </a:lnTo>
                    <a:lnTo>
                      <a:pt x="291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1599;p36">
                <a:extLst>
                  <a:ext uri="{FF2B5EF4-FFF2-40B4-BE49-F238E27FC236}">
                    <a16:creationId xmlns:a16="http://schemas.microsoft.com/office/drawing/2014/main" id="{75784BB2-2247-526C-246D-94643E0186E7}"/>
                  </a:ext>
                </a:extLst>
              </p:cNvPr>
              <p:cNvSpPr/>
              <p:nvPr/>
            </p:nvSpPr>
            <p:spPr>
              <a:xfrm>
                <a:off x="4520150" y="4216900"/>
                <a:ext cx="225450" cy="266525"/>
              </a:xfrm>
              <a:custGeom>
                <a:avLst/>
                <a:gdLst/>
                <a:ahLst/>
                <a:cxnLst/>
                <a:rect l="l" t="t" r="r" b="b"/>
                <a:pathLst>
                  <a:path w="9018" h="10661" extrusionOk="0">
                    <a:moveTo>
                      <a:pt x="1" y="10660"/>
                    </a:moveTo>
                    <a:lnTo>
                      <a:pt x="9017" y="10660"/>
                    </a:lnTo>
                    <a:lnTo>
                      <a:pt x="9017"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1600;p36">
                <a:extLst>
                  <a:ext uri="{FF2B5EF4-FFF2-40B4-BE49-F238E27FC236}">
                    <a16:creationId xmlns:a16="http://schemas.microsoft.com/office/drawing/2014/main" id="{D446ADCA-3583-B3F1-CBA3-E3DED1818624}"/>
                  </a:ext>
                </a:extLst>
              </p:cNvPr>
              <p:cNvSpPr/>
              <p:nvPr/>
            </p:nvSpPr>
            <p:spPr>
              <a:xfrm>
                <a:off x="4592025" y="4473175"/>
                <a:ext cx="72825" cy="792553"/>
              </a:xfrm>
              <a:custGeom>
                <a:avLst/>
                <a:gdLst/>
                <a:ahLst/>
                <a:cxnLst/>
                <a:rect l="l" t="t" r="r" b="b"/>
                <a:pathLst>
                  <a:path w="2913" h="48780" extrusionOk="0">
                    <a:moveTo>
                      <a:pt x="1" y="48780"/>
                    </a:moveTo>
                    <a:lnTo>
                      <a:pt x="2913" y="48780"/>
                    </a:lnTo>
                    <a:lnTo>
                      <a:pt x="291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1601;p36">
                <a:extLst>
                  <a:ext uri="{FF2B5EF4-FFF2-40B4-BE49-F238E27FC236}">
                    <a16:creationId xmlns:a16="http://schemas.microsoft.com/office/drawing/2014/main" id="{A833F2CE-8D6D-E98A-AC55-BE507902349D}"/>
                  </a:ext>
                </a:extLst>
              </p:cNvPr>
              <p:cNvSpPr/>
              <p:nvPr/>
            </p:nvSpPr>
            <p:spPr>
              <a:xfrm>
                <a:off x="3379075" y="4251450"/>
                <a:ext cx="225450" cy="262300"/>
              </a:xfrm>
              <a:custGeom>
                <a:avLst/>
                <a:gdLst/>
                <a:ahLst/>
                <a:cxnLst/>
                <a:rect l="l" t="t" r="r" b="b"/>
                <a:pathLst>
                  <a:path w="9018" h="10492" extrusionOk="0">
                    <a:moveTo>
                      <a:pt x="1" y="10492"/>
                    </a:moveTo>
                    <a:lnTo>
                      <a:pt x="9017" y="10492"/>
                    </a:lnTo>
                    <a:lnTo>
                      <a:pt x="9017" y="0"/>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1602;p36">
                <a:extLst>
                  <a:ext uri="{FF2B5EF4-FFF2-40B4-BE49-F238E27FC236}">
                    <a16:creationId xmlns:a16="http://schemas.microsoft.com/office/drawing/2014/main" id="{7B13F487-589B-FDB6-B7CE-8A0273FBA9DC}"/>
                  </a:ext>
                </a:extLst>
              </p:cNvPr>
              <p:cNvSpPr/>
              <p:nvPr/>
            </p:nvSpPr>
            <p:spPr>
              <a:xfrm>
                <a:off x="3450950" y="4494102"/>
                <a:ext cx="72825" cy="772845"/>
              </a:xfrm>
              <a:custGeom>
                <a:avLst/>
                <a:gdLst/>
                <a:ahLst/>
                <a:cxnLst/>
                <a:rect l="l" t="t" r="r" b="b"/>
                <a:pathLst>
                  <a:path w="2913" h="47567" extrusionOk="0">
                    <a:moveTo>
                      <a:pt x="1" y="47567"/>
                    </a:moveTo>
                    <a:lnTo>
                      <a:pt x="2913" y="47567"/>
                    </a:lnTo>
                    <a:lnTo>
                      <a:pt x="291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94" name="Google Shape;1117;p30">
            <a:extLst>
              <a:ext uri="{FF2B5EF4-FFF2-40B4-BE49-F238E27FC236}">
                <a16:creationId xmlns:a16="http://schemas.microsoft.com/office/drawing/2014/main" id="{FA997088-CA70-B023-942C-0192DD5FCABF}"/>
              </a:ext>
            </a:extLst>
          </p:cNvPr>
          <p:cNvGrpSpPr/>
          <p:nvPr/>
        </p:nvGrpSpPr>
        <p:grpSpPr>
          <a:xfrm rot="150140">
            <a:off x="3741831" y="4033563"/>
            <a:ext cx="2580526" cy="685136"/>
            <a:chOff x="3962175" y="2631750"/>
            <a:chExt cx="3075700" cy="952625"/>
          </a:xfrm>
        </p:grpSpPr>
        <p:sp>
          <p:nvSpPr>
            <p:cNvPr id="95" name="Google Shape;1118;p30">
              <a:extLst>
                <a:ext uri="{FF2B5EF4-FFF2-40B4-BE49-F238E27FC236}">
                  <a16:creationId xmlns:a16="http://schemas.microsoft.com/office/drawing/2014/main" id="{E765CE14-B34A-4541-590C-F15871B9B99F}"/>
                </a:ext>
              </a:extLst>
            </p:cNvPr>
            <p:cNvSpPr/>
            <p:nvPr/>
          </p:nvSpPr>
          <p:spPr>
            <a:xfrm>
              <a:off x="3962175" y="3227750"/>
              <a:ext cx="3075700" cy="356625"/>
            </a:xfrm>
            <a:custGeom>
              <a:avLst/>
              <a:gdLst/>
              <a:ahLst/>
              <a:cxnLst/>
              <a:rect l="l" t="t" r="r" b="b"/>
              <a:pathLst>
                <a:path w="123028" h="14265" extrusionOk="0">
                  <a:moveTo>
                    <a:pt x="114046" y="1"/>
                  </a:moveTo>
                  <a:lnTo>
                    <a:pt x="114046" y="1239"/>
                  </a:lnTo>
                  <a:lnTo>
                    <a:pt x="114579" y="1239"/>
                  </a:lnTo>
                  <a:lnTo>
                    <a:pt x="114579" y="3167"/>
                  </a:lnTo>
                  <a:lnTo>
                    <a:pt x="109877" y="3167"/>
                  </a:lnTo>
                  <a:lnTo>
                    <a:pt x="109877" y="2728"/>
                  </a:lnTo>
                  <a:lnTo>
                    <a:pt x="108984" y="2728"/>
                  </a:lnTo>
                  <a:lnTo>
                    <a:pt x="108984" y="1913"/>
                  </a:lnTo>
                  <a:cubicBezTo>
                    <a:pt x="108984" y="1411"/>
                    <a:pt x="108513" y="1004"/>
                    <a:pt x="107980" y="1098"/>
                  </a:cubicBezTo>
                  <a:lnTo>
                    <a:pt x="107980" y="1098"/>
                  </a:lnTo>
                  <a:cubicBezTo>
                    <a:pt x="107573" y="1161"/>
                    <a:pt x="107291" y="1553"/>
                    <a:pt x="107291" y="1960"/>
                  </a:cubicBezTo>
                  <a:lnTo>
                    <a:pt x="107291" y="1960"/>
                  </a:lnTo>
                  <a:lnTo>
                    <a:pt x="107291" y="2728"/>
                  </a:lnTo>
                  <a:lnTo>
                    <a:pt x="106397" y="2728"/>
                  </a:lnTo>
                  <a:lnTo>
                    <a:pt x="106397" y="3167"/>
                  </a:lnTo>
                  <a:lnTo>
                    <a:pt x="105237" y="3167"/>
                  </a:lnTo>
                  <a:lnTo>
                    <a:pt x="105237" y="1615"/>
                  </a:lnTo>
                  <a:lnTo>
                    <a:pt x="103921" y="1615"/>
                  </a:lnTo>
                  <a:lnTo>
                    <a:pt x="103921" y="3167"/>
                  </a:lnTo>
                  <a:lnTo>
                    <a:pt x="100112" y="3167"/>
                  </a:lnTo>
                  <a:lnTo>
                    <a:pt x="100112" y="1521"/>
                  </a:lnTo>
                  <a:cubicBezTo>
                    <a:pt x="100112" y="675"/>
                    <a:pt x="99438" y="1"/>
                    <a:pt x="98591" y="1"/>
                  </a:cubicBezTo>
                  <a:lnTo>
                    <a:pt x="98591" y="1"/>
                  </a:lnTo>
                  <a:lnTo>
                    <a:pt x="88403" y="1"/>
                  </a:lnTo>
                  <a:cubicBezTo>
                    <a:pt x="87870" y="1"/>
                    <a:pt x="87431" y="440"/>
                    <a:pt x="87463" y="988"/>
                  </a:cubicBezTo>
                  <a:lnTo>
                    <a:pt x="87463" y="988"/>
                  </a:lnTo>
                  <a:cubicBezTo>
                    <a:pt x="87494" y="1490"/>
                    <a:pt x="87949" y="1882"/>
                    <a:pt x="88466" y="1882"/>
                  </a:cubicBezTo>
                  <a:lnTo>
                    <a:pt x="88466" y="1882"/>
                  </a:lnTo>
                  <a:lnTo>
                    <a:pt x="92149" y="1882"/>
                  </a:lnTo>
                  <a:cubicBezTo>
                    <a:pt x="92964" y="1882"/>
                    <a:pt x="93638" y="2540"/>
                    <a:pt x="93638" y="3355"/>
                  </a:cubicBezTo>
                  <a:lnTo>
                    <a:pt x="93638" y="3355"/>
                  </a:lnTo>
                  <a:lnTo>
                    <a:pt x="93638" y="5785"/>
                  </a:lnTo>
                  <a:cubicBezTo>
                    <a:pt x="93638" y="5988"/>
                    <a:pt x="93466" y="6161"/>
                    <a:pt x="93247" y="6161"/>
                  </a:cubicBezTo>
                  <a:lnTo>
                    <a:pt x="93247" y="6161"/>
                  </a:lnTo>
                  <a:lnTo>
                    <a:pt x="88293" y="6161"/>
                  </a:lnTo>
                  <a:cubicBezTo>
                    <a:pt x="87839" y="6161"/>
                    <a:pt x="87463" y="6537"/>
                    <a:pt x="87463" y="6992"/>
                  </a:cubicBezTo>
                  <a:lnTo>
                    <a:pt x="87463" y="6992"/>
                  </a:lnTo>
                  <a:lnTo>
                    <a:pt x="87463" y="9468"/>
                  </a:lnTo>
                  <a:cubicBezTo>
                    <a:pt x="87463" y="10299"/>
                    <a:pt x="87823" y="11036"/>
                    <a:pt x="88403" y="11537"/>
                  </a:cubicBezTo>
                  <a:lnTo>
                    <a:pt x="88403" y="11537"/>
                  </a:lnTo>
                  <a:cubicBezTo>
                    <a:pt x="88388" y="11615"/>
                    <a:pt x="88388" y="11678"/>
                    <a:pt x="88372" y="11741"/>
                  </a:cubicBezTo>
                  <a:lnTo>
                    <a:pt x="88372" y="11741"/>
                  </a:lnTo>
                  <a:lnTo>
                    <a:pt x="85221" y="11741"/>
                  </a:lnTo>
                  <a:lnTo>
                    <a:pt x="85221" y="3512"/>
                  </a:lnTo>
                  <a:cubicBezTo>
                    <a:pt x="85221" y="2430"/>
                    <a:pt x="84359" y="1553"/>
                    <a:pt x="83278" y="1553"/>
                  </a:cubicBezTo>
                  <a:lnTo>
                    <a:pt x="83278" y="1553"/>
                  </a:lnTo>
                  <a:lnTo>
                    <a:pt x="46083" y="1553"/>
                  </a:lnTo>
                  <a:cubicBezTo>
                    <a:pt x="45017" y="1553"/>
                    <a:pt x="44139" y="2430"/>
                    <a:pt x="44139" y="3512"/>
                  </a:cubicBezTo>
                  <a:lnTo>
                    <a:pt x="44139" y="3512"/>
                  </a:lnTo>
                  <a:lnTo>
                    <a:pt x="44139" y="10330"/>
                  </a:lnTo>
                  <a:lnTo>
                    <a:pt x="42211" y="10330"/>
                  </a:lnTo>
                  <a:lnTo>
                    <a:pt x="42211" y="3512"/>
                  </a:lnTo>
                  <a:cubicBezTo>
                    <a:pt x="42211" y="2430"/>
                    <a:pt x="41333" y="1553"/>
                    <a:pt x="40267" y="1553"/>
                  </a:cubicBezTo>
                  <a:lnTo>
                    <a:pt x="40267" y="1553"/>
                  </a:lnTo>
                  <a:lnTo>
                    <a:pt x="3072" y="1553"/>
                  </a:lnTo>
                  <a:cubicBezTo>
                    <a:pt x="2006" y="1553"/>
                    <a:pt x="1129" y="2430"/>
                    <a:pt x="1129" y="3512"/>
                  </a:cubicBezTo>
                  <a:lnTo>
                    <a:pt x="1129" y="3512"/>
                  </a:lnTo>
                  <a:lnTo>
                    <a:pt x="1129" y="10330"/>
                  </a:lnTo>
                  <a:lnTo>
                    <a:pt x="0" y="10330"/>
                  </a:lnTo>
                  <a:lnTo>
                    <a:pt x="0" y="11130"/>
                  </a:lnTo>
                  <a:lnTo>
                    <a:pt x="1129" y="11130"/>
                  </a:lnTo>
                  <a:lnTo>
                    <a:pt x="1129" y="12650"/>
                  </a:lnTo>
                  <a:lnTo>
                    <a:pt x="1865" y="12650"/>
                  </a:lnTo>
                  <a:cubicBezTo>
                    <a:pt x="1865" y="13481"/>
                    <a:pt x="2555" y="14170"/>
                    <a:pt x="3386" y="14170"/>
                  </a:cubicBezTo>
                  <a:lnTo>
                    <a:pt x="3386" y="14170"/>
                  </a:lnTo>
                  <a:cubicBezTo>
                    <a:pt x="4232" y="14170"/>
                    <a:pt x="4906" y="13481"/>
                    <a:pt x="4906" y="12650"/>
                  </a:cubicBezTo>
                  <a:lnTo>
                    <a:pt x="4906" y="12650"/>
                  </a:lnTo>
                  <a:lnTo>
                    <a:pt x="6113" y="12650"/>
                  </a:lnTo>
                  <a:cubicBezTo>
                    <a:pt x="6113" y="13481"/>
                    <a:pt x="6803" y="14170"/>
                    <a:pt x="7633" y="14170"/>
                  </a:cubicBezTo>
                  <a:lnTo>
                    <a:pt x="7633" y="14170"/>
                  </a:lnTo>
                  <a:cubicBezTo>
                    <a:pt x="8480" y="14170"/>
                    <a:pt x="9154" y="13481"/>
                    <a:pt x="9154" y="12650"/>
                  </a:cubicBezTo>
                  <a:lnTo>
                    <a:pt x="9154" y="12650"/>
                  </a:lnTo>
                  <a:lnTo>
                    <a:pt x="33966" y="12650"/>
                  </a:lnTo>
                  <a:cubicBezTo>
                    <a:pt x="33966" y="13481"/>
                    <a:pt x="34640" y="14170"/>
                    <a:pt x="35487" y="14170"/>
                  </a:cubicBezTo>
                  <a:lnTo>
                    <a:pt x="35487" y="14170"/>
                  </a:lnTo>
                  <a:cubicBezTo>
                    <a:pt x="36317" y="14170"/>
                    <a:pt x="37007" y="13481"/>
                    <a:pt x="37007" y="12650"/>
                  </a:cubicBezTo>
                  <a:lnTo>
                    <a:pt x="37007" y="12650"/>
                  </a:lnTo>
                  <a:lnTo>
                    <a:pt x="38198" y="12650"/>
                  </a:lnTo>
                  <a:cubicBezTo>
                    <a:pt x="38198" y="13481"/>
                    <a:pt x="38888" y="14170"/>
                    <a:pt x="39734" y="14170"/>
                  </a:cubicBezTo>
                  <a:lnTo>
                    <a:pt x="39734" y="14170"/>
                  </a:lnTo>
                  <a:cubicBezTo>
                    <a:pt x="40565" y="14170"/>
                    <a:pt x="41255" y="13481"/>
                    <a:pt x="41255" y="12650"/>
                  </a:cubicBezTo>
                  <a:lnTo>
                    <a:pt x="41255" y="12650"/>
                  </a:lnTo>
                  <a:lnTo>
                    <a:pt x="42211" y="12650"/>
                  </a:lnTo>
                  <a:lnTo>
                    <a:pt x="42211" y="11130"/>
                  </a:lnTo>
                  <a:lnTo>
                    <a:pt x="44139" y="11130"/>
                  </a:lnTo>
                  <a:lnTo>
                    <a:pt x="44139" y="12650"/>
                  </a:lnTo>
                  <a:lnTo>
                    <a:pt x="44876" y="12650"/>
                  </a:lnTo>
                  <a:cubicBezTo>
                    <a:pt x="44876" y="13481"/>
                    <a:pt x="45565" y="14170"/>
                    <a:pt x="46412" y="14170"/>
                  </a:cubicBezTo>
                  <a:lnTo>
                    <a:pt x="46412" y="14170"/>
                  </a:lnTo>
                  <a:cubicBezTo>
                    <a:pt x="47242" y="14170"/>
                    <a:pt x="47932" y="13481"/>
                    <a:pt x="47932" y="12650"/>
                  </a:cubicBezTo>
                  <a:lnTo>
                    <a:pt x="47932" y="12650"/>
                  </a:lnTo>
                  <a:lnTo>
                    <a:pt x="49123" y="12650"/>
                  </a:lnTo>
                  <a:cubicBezTo>
                    <a:pt x="49123" y="13481"/>
                    <a:pt x="49813" y="14170"/>
                    <a:pt x="50644" y="14170"/>
                  </a:cubicBezTo>
                  <a:lnTo>
                    <a:pt x="50644" y="14170"/>
                  </a:lnTo>
                  <a:cubicBezTo>
                    <a:pt x="51490" y="14170"/>
                    <a:pt x="52164" y="13481"/>
                    <a:pt x="52164" y="12650"/>
                  </a:cubicBezTo>
                  <a:lnTo>
                    <a:pt x="52164" y="12650"/>
                  </a:lnTo>
                  <a:lnTo>
                    <a:pt x="76977" y="12650"/>
                  </a:lnTo>
                  <a:cubicBezTo>
                    <a:pt x="76977" y="13481"/>
                    <a:pt x="77651" y="14170"/>
                    <a:pt x="78497" y="14170"/>
                  </a:cubicBezTo>
                  <a:lnTo>
                    <a:pt x="78497" y="14170"/>
                  </a:lnTo>
                  <a:cubicBezTo>
                    <a:pt x="79343" y="14170"/>
                    <a:pt x="80017" y="13481"/>
                    <a:pt x="80017" y="12650"/>
                  </a:cubicBezTo>
                  <a:lnTo>
                    <a:pt x="80017" y="12650"/>
                  </a:lnTo>
                  <a:lnTo>
                    <a:pt x="81224" y="12650"/>
                  </a:lnTo>
                  <a:cubicBezTo>
                    <a:pt x="81224" y="13481"/>
                    <a:pt x="81898" y="14170"/>
                    <a:pt x="82745" y="14170"/>
                  </a:cubicBezTo>
                  <a:lnTo>
                    <a:pt x="82745" y="14170"/>
                  </a:lnTo>
                  <a:cubicBezTo>
                    <a:pt x="83575" y="14170"/>
                    <a:pt x="84265" y="13481"/>
                    <a:pt x="84265" y="12650"/>
                  </a:cubicBezTo>
                  <a:lnTo>
                    <a:pt x="84265" y="12650"/>
                  </a:lnTo>
                  <a:lnTo>
                    <a:pt x="88497" y="12650"/>
                  </a:lnTo>
                  <a:cubicBezTo>
                    <a:pt x="88811" y="13528"/>
                    <a:pt x="89657" y="14170"/>
                    <a:pt x="90645" y="14170"/>
                  </a:cubicBezTo>
                  <a:lnTo>
                    <a:pt x="90645" y="14170"/>
                  </a:lnTo>
                  <a:cubicBezTo>
                    <a:pt x="91789" y="14170"/>
                    <a:pt x="92729" y="13340"/>
                    <a:pt x="92902" y="12258"/>
                  </a:cubicBezTo>
                  <a:lnTo>
                    <a:pt x="92902" y="12258"/>
                  </a:lnTo>
                  <a:lnTo>
                    <a:pt x="94939" y="12258"/>
                  </a:lnTo>
                  <a:cubicBezTo>
                    <a:pt x="95174" y="13340"/>
                    <a:pt x="96146" y="14170"/>
                    <a:pt x="97322" y="14170"/>
                  </a:cubicBezTo>
                  <a:lnTo>
                    <a:pt x="97322" y="14170"/>
                  </a:lnTo>
                  <a:cubicBezTo>
                    <a:pt x="98482" y="14170"/>
                    <a:pt x="99454" y="13340"/>
                    <a:pt x="99704" y="12258"/>
                  </a:cubicBezTo>
                  <a:lnTo>
                    <a:pt x="99704" y="12258"/>
                  </a:lnTo>
                  <a:lnTo>
                    <a:pt x="100535" y="12258"/>
                  </a:lnTo>
                  <a:cubicBezTo>
                    <a:pt x="100770" y="13340"/>
                    <a:pt x="101758" y="14170"/>
                    <a:pt x="102918" y="14170"/>
                  </a:cubicBezTo>
                  <a:lnTo>
                    <a:pt x="102918" y="14170"/>
                  </a:lnTo>
                  <a:cubicBezTo>
                    <a:pt x="104093" y="14170"/>
                    <a:pt x="105065" y="13340"/>
                    <a:pt x="105300" y="12258"/>
                  </a:cubicBezTo>
                  <a:lnTo>
                    <a:pt x="105300" y="12258"/>
                  </a:lnTo>
                  <a:lnTo>
                    <a:pt x="106601" y="12258"/>
                  </a:lnTo>
                  <a:cubicBezTo>
                    <a:pt x="106836" y="13340"/>
                    <a:pt x="107808" y="14170"/>
                    <a:pt x="108984" y="14170"/>
                  </a:cubicBezTo>
                  <a:lnTo>
                    <a:pt x="108984" y="14170"/>
                  </a:lnTo>
                  <a:cubicBezTo>
                    <a:pt x="110143" y="14170"/>
                    <a:pt x="111115" y="13340"/>
                    <a:pt x="111366" y="12258"/>
                  </a:cubicBezTo>
                  <a:lnTo>
                    <a:pt x="111366" y="12258"/>
                  </a:lnTo>
                  <a:lnTo>
                    <a:pt x="112197" y="12258"/>
                  </a:lnTo>
                  <a:cubicBezTo>
                    <a:pt x="112448" y="13340"/>
                    <a:pt x="113419" y="14170"/>
                    <a:pt x="114579" y="14170"/>
                  </a:cubicBezTo>
                  <a:lnTo>
                    <a:pt x="114579" y="14170"/>
                  </a:lnTo>
                  <a:cubicBezTo>
                    <a:pt x="115755" y="14170"/>
                    <a:pt x="116727" y="13340"/>
                    <a:pt x="116962" y="12258"/>
                  </a:cubicBezTo>
                  <a:lnTo>
                    <a:pt x="116962" y="12258"/>
                  </a:lnTo>
                  <a:lnTo>
                    <a:pt x="117244" y="12258"/>
                  </a:lnTo>
                  <a:cubicBezTo>
                    <a:pt x="117056" y="12525"/>
                    <a:pt x="116977" y="12854"/>
                    <a:pt x="117056" y="13230"/>
                  </a:cubicBezTo>
                  <a:lnTo>
                    <a:pt x="117056" y="13230"/>
                  </a:lnTo>
                  <a:cubicBezTo>
                    <a:pt x="117166" y="13684"/>
                    <a:pt x="117542" y="14061"/>
                    <a:pt x="118012" y="14139"/>
                  </a:cubicBezTo>
                  <a:lnTo>
                    <a:pt x="118012" y="14139"/>
                  </a:lnTo>
                  <a:cubicBezTo>
                    <a:pt x="118655" y="14264"/>
                    <a:pt x="119219" y="13888"/>
                    <a:pt x="119391" y="13324"/>
                  </a:cubicBezTo>
                  <a:lnTo>
                    <a:pt x="119391" y="13324"/>
                  </a:lnTo>
                  <a:cubicBezTo>
                    <a:pt x="122369" y="13308"/>
                    <a:pt x="123028" y="12556"/>
                    <a:pt x="123028" y="12556"/>
                  </a:cubicBezTo>
                  <a:lnTo>
                    <a:pt x="123028" y="12556"/>
                  </a:lnTo>
                  <a:lnTo>
                    <a:pt x="119783" y="9108"/>
                  </a:lnTo>
                  <a:lnTo>
                    <a:pt x="118749" y="9108"/>
                  </a:lnTo>
                  <a:cubicBezTo>
                    <a:pt x="120128" y="8841"/>
                    <a:pt x="121178" y="7619"/>
                    <a:pt x="121178" y="6161"/>
                  </a:cubicBezTo>
                  <a:lnTo>
                    <a:pt x="121178" y="6161"/>
                  </a:lnTo>
                  <a:cubicBezTo>
                    <a:pt x="121178" y="5330"/>
                    <a:pt x="120849" y="4578"/>
                    <a:pt x="120300" y="4045"/>
                  </a:cubicBezTo>
                  <a:lnTo>
                    <a:pt x="120300" y="4045"/>
                  </a:lnTo>
                  <a:cubicBezTo>
                    <a:pt x="119752" y="3496"/>
                    <a:pt x="118999" y="3167"/>
                    <a:pt x="118184" y="3167"/>
                  </a:cubicBezTo>
                  <a:lnTo>
                    <a:pt x="118184" y="3167"/>
                  </a:lnTo>
                  <a:lnTo>
                    <a:pt x="116068" y="3167"/>
                  </a:lnTo>
                  <a:lnTo>
                    <a:pt x="116068" y="1239"/>
                  </a:lnTo>
                  <a:lnTo>
                    <a:pt x="116601" y="1239"/>
                  </a:lnTo>
                  <a:lnTo>
                    <a:pt x="116601" y="1"/>
                  </a:lnTo>
                  <a:close/>
                  <a:moveTo>
                    <a:pt x="58214" y="11130"/>
                  </a:moveTo>
                  <a:lnTo>
                    <a:pt x="71146" y="11130"/>
                  </a:lnTo>
                  <a:lnTo>
                    <a:pt x="71146" y="11741"/>
                  </a:lnTo>
                  <a:lnTo>
                    <a:pt x="58214" y="11741"/>
                  </a:lnTo>
                  <a:close/>
                  <a:moveTo>
                    <a:pt x="15204" y="11130"/>
                  </a:moveTo>
                  <a:lnTo>
                    <a:pt x="28135" y="11130"/>
                  </a:lnTo>
                  <a:lnTo>
                    <a:pt x="28135" y="11741"/>
                  </a:lnTo>
                  <a:lnTo>
                    <a:pt x="15204" y="11741"/>
                  </a:lnTo>
                  <a:close/>
                </a:path>
              </a:pathLst>
            </a:custGeom>
            <a:solidFill>
              <a:srgbClr val="0913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6" name="Google Shape;1119;p30">
              <a:extLst>
                <a:ext uri="{FF2B5EF4-FFF2-40B4-BE49-F238E27FC236}">
                  <a16:creationId xmlns:a16="http://schemas.microsoft.com/office/drawing/2014/main" id="{10368EF2-FEA5-0E57-1760-8662F20CDB5B}"/>
                </a:ext>
              </a:extLst>
            </p:cNvPr>
            <p:cNvSpPr/>
            <p:nvPr/>
          </p:nvSpPr>
          <p:spPr>
            <a:xfrm>
              <a:off x="6345450" y="3293600"/>
              <a:ext cx="84275" cy="84275"/>
            </a:xfrm>
            <a:custGeom>
              <a:avLst/>
              <a:gdLst/>
              <a:ahLst/>
              <a:cxnLst/>
              <a:rect l="l" t="t" r="r" b="b"/>
              <a:pathLst>
                <a:path w="3371" h="3371" extrusionOk="0">
                  <a:moveTo>
                    <a:pt x="1050" y="0"/>
                  </a:moveTo>
                  <a:cubicBezTo>
                    <a:pt x="470" y="0"/>
                    <a:pt x="0" y="470"/>
                    <a:pt x="0" y="1050"/>
                  </a:cubicBezTo>
                  <a:lnTo>
                    <a:pt x="0" y="2320"/>
                  </a:lnTo>
                  <a:cubicBezTo>
                    <a:pt x="0" y="2900"/>
                    <a:pt x="470" y="3370"/>
                    <a:pt x="1050" y="3370"/>
                  </a:cubicBezTo>
                  <a:lnTo>
                    <a:pt x="2320" y="3370"/>
                  </a:lnTo>
                  <a:cubicBezTo>
                    <a:pt x="2900" y="3370"/>
                    <a:pt x="3370" y="2900"/>
                    <a:pt x="3370" y="2320"/>
                  </a:cubicBezTo>
                  <a:lnTo>
                    <a:pt x="3370" y="1050"/>
                  </a:lnTo>
                  <a:cubicBezTo>
                    <a:pt x="3370" y="470"/>
                    <a:pt x="2900" y="0"/>
                    <a:pt x="232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1120;p30">
              <a:extLst>
                <a:ext uri="{FF2B5EF4-FFF2-40B4-BE49-F238E27FC236}">
                  <a16:creationId xmlns:a16="http://schemas.microsoft.com/office/drawing/2014/main" id="{F56CAABB-7CB8-E8FA-2FB4-91F2135669B0}"/>
                </a:ext>
              </a:extLst>
            </p:cNvPr>
            <p:cNvSpPr/>
            <p:nvPr/>
          </p:nvSpPr>
          <p:spPr>
            <a:xfrm>
              <a:off x="5924600" y="3351575"/>
              <a:ext cx="74475" cy="70575"/>
            </a:xfrm>
            <a:custGeom>
              <a:avLst/>
              <a:gdLst/>
              <a:ahLst/>
              <a:cxnLst/>
              <a:rect l="l" t="t" r="r" b="b"/>
              <a:pathLst>
                <a:path w="2979" h="2823" extrusionOk="0">
                  <a:moveTo>
                    <a:pt x="1050" y="1"/>
                  </a:moveTo>
                  <a:cubicBezTo>
                    <a:pt x="470" y="1"/>
                    <a:pt x="0" y="471"/>
                    <a:pt x="0" y="1051"/>
                  </a:cubicBezTo>
                  <a:lnTo>
                    <a:pt x="0" y="1788"/>
                  </a:lnTo>
                  <a:cubicBezTo>
                    <a:pt x="0" y="2368"/>
                    <a:pt x="470" y="2822"/>
                    <a:pt x="1050" y="2822"/>
                  </a:cubicBezTo>
                  <a:lnTo>
                    <a:pt x="1944" y="2822"/>
                  </a:lnTo>
                  <a:cubicBezTo>
                    <a:pt x="2508" y="2822"/>
                    <a:pt x="2978" y="2368"/>
                    <a:pt x="2978" y="1788"/>
                  </a:cubicBezTo>
                  <a:lnTo>
                    <a:pt x="2978" y="1051"/>
                  </a:lnTo>
                  <a:cubicBezTo>
                    <a:pt x="2978" y="471"/>
                    <a:pt x="2508"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1121;p30">
              <a:extLst>
                <a:ext uri="{FF2B5EF4-FFF2-40B4-BE49-F238E27FC236}">
                  <a16:creationId xmlns:a16="http://schemas.microsoft.com/office/drawing/2014/main" id="{C343B642-8B6B-0F0C-994D-576085753168}"/>
                </a:ext>
              </a:extLst>
            </p:cNvPr>
            <p:cNvSpPr/>
            <p:nvPr/>
          </p:nvSpPr>
          <p:spPr>
            <a:xfrm>
              <a:off x="5812125" y="3351575"/>
              <a:ext cx="74475" cy="70575"/>
            </a:xfrm>
            <a:custGeom>
              <a:avLst/>
              <a:gdLst/>
              <a:ahLst/>
              <a:cxnLst/>
              <a:rect l="l" t="t" r="r" b="b"/>
              <a:pathLst>
                <a:path w="2979" h="2823" extrusionOk="0">
                  <a:moveTo>
                    <a:pt x="1035" y="1"/>
                  </a:moveTo>
                  <a:cubicBezTo>
                    <a:pt x="455" y="1"/>
                    <a:pt x="0" y="471"/>
                    <a:pt x="0" y="1051"/>
                  </a:cubicBezTo>
                  <a:lnTo>
                    <a:pt x="0" y="1788"/>
                  </a:lnTo>
                  <a:cubicBezTo>
                    <a:pt x="0" y="2368"/>
                    <a:pt x="455" y="2822"/>
                    <a:pt x="1035" y="2822"/>
                  </a:cubicBezTo>
                  <a:lnTo>
                    <a:pt x="1928" y="2822"/>
                  </a:lnTo>
                  <a:cubicBezTo>
                    <a:pt x="2508" y="2822"/>
                    <a:pt x="2979" y="2368"/>
                    <a:pt x="2979" y="1788"/>
                  </a:cubicBezTo>
                  <a:lnTo>
                    <a:pt x="2979" y="1051"/>
                  </a:lnTo>
                  <a:cubicBezTo>
                    <a:pt x="2979" y="471"/>
                    <a:pt x="2508" y="1"/>
                    <a:pt x="192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1122;p30">
              <a:extLst>
                <a:ext uri="{FF2B5EF4-FFF2-40B4-BE49-F238E27FC236}">
                  <a16:creationId xmlns:a16="http://schemas.microsoft.com/office/drawing/2014/main" id="{59ACB365-CC84-3DC0-12DD-A09997BC5CA7}"/>
                </a:ext>
              </a:extLst>
            </p:cNvPr>
            <p:cNvSpPr/>
            <p:nvPr/>
          </p:nvSpPr>
          <p:spPr>
            <a:xfrm>
              <a:off x="5703575" y="3351575"/>
              <a:ext cx="74475" cy="70575"/>
            </a:xfrm>
            <a:custGeom>
              <a:avLst/>
              <a:gdLst/>
              <a:ahLst/>
              <a:cxnLst/>
              <a:rect l="l" t="t" r="r" b="b"/>
              <a:pathLst>
                <a:path w="2979" h="2823" extrusionOk="0">
                  <a:moveTo>
                    <a:pt x="1051" y="1"/>
                  </a:moveTo>
                  <a:cubicBezTo>
                    <a:pt x="471" y="1"/>
                    <a:pt x="1" y="471"/>
                    <a:pt x="1" y="1051"/>
                  </a:cubicBezTo>
                  <a:lnTo>
                    <a:pt x="1" y="1788"/>
                  </a:lnTo>
                  <a:cubicBezTo>
                    <a:pt x="1" y="2368"/>
                    <a:pt x="471" y="2822"/>
                    <a:pt x="1051" y="2822"/>
                  </a:cubicBezTo>
                  <a:lnTo>
                    <a:pt x="1944" y="2822"/>
                  </a:lnTo>
                  <a:cubicBezTo>
                    <a:pt x="2524" y="2822"/>
                    <a:pt x="2979" y="2368"/>
                    <a:pt x="2979" y="1788"/>
                  </a:cubicBezTo>
                  <a:lnTo>
                    <a:pt x="2979" y="1051"/>
                  </a:lnTo>
                  <a:cubicBezTo>
                    <a:pt x="2979"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123;p30">
              <a:extLst>
                <a:ext uri="{FF2B5EF4-FFF2-40B4-BE49-F238E27FC236}">
                  <a16:creationId xmlns:a16="http://schemas.microsoft.com/office/drawing/2014/main" id="{519AEB82-4C55-050F-6F36-88F201B8310E}"/>
                </a:ext>
              </a:extLst>
            </p:cNvPr>
            <p:cNvSpPr/>
            <p:nvPr/>
          </p:nvSpPr>
          <p:spPr>
            <a:xfrm>
              <a:off x="5595425" y="3351575"/>
              <a:ext cx="74475" cy="70575"/>
            </a:xfrm>
            <a:custGeom>
              <a:avLst/>
              <a:gdLst/>
              <a:ahLst/>
              <a:cxnLst/>
              <a:rect l="l" t="t" r="r" b="b"/>
              <a:pathLst>
                <a:path w="2979" h="2823" extrusionOk="0">
                  <a:moveTo>
                    <a:pt x="1035" y="1"/>
                  </a:moveTo>
                  <a:cubicBezTo>
                    <a:pt x="455" y="1"/>
                    <a:pt x="1" y="471"/>
                    <a:pt x="1" y="1051"/>
                  </a:cubicBezTo>
                  <a:lnTo>
                    <a:pt x="1" y="1788"/>
                  </a:lnTo>
                  <a:cubicBezTo>
                    <a:pt x="1" y="2368"/>
                    <a:pt x="455" y="2822"/>
                    <a:pt x="1035" y="2822"/>
                  </a:cubicBezTo>
                  <a:lnTo>
                    <a:pt x="1929" y="2822"/>
                  </a:lnTo>
                  <a:cubicBezTo>
                    <a:pt x="2508" y="2822"/>
                    <a:pt x="2979" y="2368"/>
                    <a:pt x="2979" y="1788"/>
                  </a:cubicBezTo>
                  <a:lnTo>
                    <a:pt x="2979" y="1051"/>
                  </a:lnTo>
                  <a:cubicBezTo>
                    <a:pt x="2979" y="471"/>
                    <a:pt x="2508" y="1"/>
                    <a:pt x="19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124;p30">
              <a:extLst>
                <a:ext uri="{FF2B5EF4-FFF2-40B4-BE49-F238E27FC236}">
                  <a16:creationId xmlns:a16="http://schemas.microsoft.com/office/drawing/2014/main" id="{98F2C447-2DD5-DBCB-394D-A997A508A2BB}"/>
                </a:ext>
              </a:extLst>
            </p:cNvPr>
            <p:cNvSpPr/>
            <p:nvPr/>
          </p:nvSpPr>
          <p:spPr>
            <a:xfrm>
              <a:off x="5486875" y="3351575"/>
              <a:ext cx="74475" cy="70575"/>
            </a:xfrm>
            <a:custGeom>
              <a:avLst/>
              <a:gdLst/>
              <a:ahLst/>
              <a:cxnLst/>
              <a:rect l="l" t="t" r="r" b="b"/>
              <a:pathLst>
                <a:path w="2979" h="2823" extrusionOk="0">
                  <a:moveTo>
                    <a:pt x="1051" y="1"/>
                  </a:moveTo>
                  <a:cubicBezTo>
                    <a:pt x="471" y="1"/>
                    <a:pt x="1" y="471"/>
                    <a:pt x="1" y="1051"/>
                  </a:cubicBezTo>
                  <a:lnTo>
                    <a:pt x="1" y="1788"/>
                  </a:lnTo>
                  <a:cubicBezTo>
                    <a:pt x="1" y="2368"/>
                    <a:pt x="471" y="2822"/>
                    <a:pt x="1051" y="2822"/>
                  </a:cubicBezTo>
                  <a:lnTo>
                    <a:pt x="1944" y="2822"/>
                  </a:lnTo>
                  <a:cubicBezTo>
                    <a:pt x="2509" y="2822"/>
                    <a:pt x="2979" y="2368"/>
                    <a:pt x="2979" y="1788"/>
                  </a:cubicBezTo>
                  <a:lnTo>
                    <a:pt x="2979" y="1051"/>
                  </a:lnTo>
                  <a:cubicBezTo>
                    <a:pt x="2979" y="471"/>
                    <a:pt x="2509"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125;p30">
              <a:extLst>
                <a:ext uri="{FF2B5EF4-FFF2-40B4-BE49-F238E27FC236}">
                  <a16:creationId xmlns:a16="http://schemas.microsoft.com/office/drawing/2014/main" id="{F328EDF1-32B6-5C9F-7F4A-26E51D40B170}"/>
                </a:ext>
              </a:extLst>
            </p:cNvPr>
            <p:cNvSpPr/>
            <p:nvPr/>
          </p:nvSpPr>
          <p:spPr>
            <a:xfrm>
              <a:off x="5378350" y="3351575"/>
              <a:ext cx="74850" cy="70575"/>
            </a:xfrm>
            <a:custGeom>
              <a:avLst/>
              <a:gdLst/>
              <a:ahLst/>
              <a:cxnLst/>
              <a:rect l="l" t="t" r="r" b="b"/>
              <a:pathLst>
                <a:path w="2994" h="2823" extrusionOk="0">
                  <a:moveTo>
                    <a:pt x="1050" y="1"/>
                  </a:moveTo>
                  <a:cubicBezTo>
                    <a:pt x="470" y="1"/>
                    <a:pt x="0" y="471"/>
                    <a:pt x="0" y="1051"/>
                  </a:cubicBezTo>
                  <a:lnTo>
                    <a:pt x="0" y="1788"/>
                  </a:lnTo>
                  <a:cubicBezTo>
                    <a:pt x="0" y="2368"/>
                    <a:pt x="470" y="2822"/>
                    <a:pt x="1050"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126;p30">
              <a:extLst>
                <a:ext uri="{FF2B5EF4-FFF2-40B4-BE49-F238E27FC236}">
                  <a16:creationId xmlns:a16="http://schemas.microsoft.com/office/drawing/2014/main" id="{0ECBE1C0-CE0B-BF76-4BD8-B22CC9328352}"/>
                </a:ext>
              </a:extLst>
            </p:cNvPr>
            <p:cNvSpPr/>
            <p:nvPr/>
          </p:nvSpPr>
          <p:spPr>
            <a:xfrm>
              <a:off x="5270175" y="3351575"/>
              <a:ext cx="74500" cy="70575"/>
            </a:xfrm>
            <a:custGeom>
              <a:avLst/>
              <a:gdLst/>
              <a:ahLst/>
              <a:cxnLst/>
              <a:rect l="l" t="t" r="r" b="b"/>
              <a:pathLst>
                <a:path w="2980" h="2823" extrusionOk="0">
                  <a:moveTo>
                    <a:pt x="1051" y="1"/>
                  </a:moveTo>
                  <a:cubicBezTo>
                    <a:pt x="471" y="1"/>
                    <a:pt x="1" y="471"/>
                    <a:pt x="1" y="1051"/>
                  </a:cubicBezTo>
                  <a:lnTo>
                    <a:pt x="1" y="1788"/>
                  </a:lnTo>
                  <a:cubicBezTo>
                    <a:pt x="1" y="2368"/>
                    <a:pt x="471" y="2822"/>
                    <a:pt x="1051" y="2822"/>
                  </a:cubicBezTo>
                  <a:lnTo>
                    <a:pt x="1945" y="2822"/>
                  </a:lnTo>
                  <a:cubicBezTo>
                    <a:pt x="2509" y="2822"/>
                    <a:pt x="2979" y="2368"/>
                    <a:pt x="2979" y="1788"/>
                  </a:cubicBezTo>
                  <a:lnTo>
                    <a:pt x="2979" y="1051"/>
                  </a:lnTo>
                  <a:cubicBezTo>
                    <a:pt x="2979" y="471"/>
                    <a:pt x="2509" y="1"/>
                    <a:pt x="194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127;p30">
              <a:extLst>
                <a:ext uri="{FF2B5EF4-FFF2-40B4-BE49-F238E27FC236}">
                  <a16:creationId xmlns:a16="http://schemas.microsoft.com/office/drawing/2014/main" id="{6C1507D3-FC6D-0738-C6F5-23484DFBA441}"/>
                </a:ext>
              </a:extLst>
            </p:cNvPr>
            <p:cNvSpPr/>
            <p:nvPr/>
          </p:nvSpPr>
          <p:spPr>
            <a:xfrm>
              <a:off x="5161650" y="3351575"/>
              <a:ext cx="74850" cy="70575"/>
            </a:xfrm>
            <a:custGeom>
              <a:avLst/>
              <a:gdLst/>
              <a:ahLst/>
              <a:cxnLst/>
              <a:rect l="l" t="t" r="r" b="b"/>
              <a:pathLst>
                <a:path w="2994" h="2823" extrusionOk="0">
                  <a:moveTo>
                    <a:pt x="1050" y="1"/>
                  </a:moveTo>
                  <a:cubicBezTo>
                    <a:pt x="470" y="1"/>
                    <a:pt x="0" y="471"/>
                    <a:pt x="0" y="1051"/>
                  </a:cubicBezTo>
                  <a:lnTo>
                    <a:pt x="0" y="1788"/>
                  </a:lnTo>
                  <a:cubicBezTo>
                    <a:pt x="0" y="2368"/>
                    <a:pt x="470" y="2822"/>
                    <a:pt x="1050"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128;p30">
              <a:extLst>
                <a:ext uri="{FF2B5EF4-FFF2-40B4-BE49-F238E27FC236}">
                  <a16:creationId xmlns:a16="http://schemas.microsoft.com/office/drawing/2014/main" id="{04793CD7-0601-BFA2-EC26-AE49EC5928D0}"/>
                </a:ext>
              </a:extLst>
            </p:cNvPr>
            <p:cNvSpPr/>
            <p:nvPr/>
          </p:nvSpPr>
          <p:spPr>
            <a:xfrm>
              <a:off x="4849325" y="3351575"/>
              <a:ext cx="74475" cy="70575"/>
            </a:xfrm>
            <a:custGeom>
              <a:avLst/>
              <a:gdLst/>
              <a:ahLst/>
              <a:cxnLst/>
              <a:rect l="l" t="t" r="r" b="b"/>
              <a:pathLst>
                <a:path w="2979" h="2823" extrusionOk="0">
                  <a:moveTo>
                    <a:pt x="1035" y="1"/>
                  </a:moveTo>
                  <a:cubicBezTo>
                    <a:pt x="471" y="1"/>
                    <a:pt x="1" y="471"/>
                    <a:pt x="1" y="1051"/>
                  </a:cubicBezTo>
                  <a:lnTo>
                    <a:pt x="1" y="1788"/>
                  </a:lnTo>
                  <a:cubicBezTo>
                    <a:pt x="1" y="2368"/>
                    <a:pt x="471" y="2822"/>
                    <a:pt x="1035" y="2822"/>
                  </a:cubicBezTo>
                  <a:lnTo>
                    <a:pt x="1929" y="2822"/>
                  </a:lnTo>
                  <a:cubicBezTo>
                    <a:pt x="2509" y="2822"/>
                    <a:pt x="2979" y="2368"/>
                    <a:pt x="2979" y="1788"/>
                  </a:cubicBezTo>
                  <a:lnTo>
                    <a:pt x="2979" y="1051"/>
                  </a:lnTo>
                  <a:cubicBezTo>
                    <a:pt x="2979" y="471"/>
                    <a:pt x="2509" y="1"/>
                    <a:pt x="19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129;p30">
              <a:extLst>
                <a:ext uri="{FF2B5EF4-FFF2-40B4-BE49-F238E27FC236}">
                  <a16:creationId xmlns:a16="http://schemas.microsoft.com/office/drawing/2014/main" id="{C74294A8-B9D5-8CB1-682D-15D286F9604A}"/>
                </a:ext>
              </a:extLst>
            </p:cNvPr>
            <p:cNvSpPr/>
            <p:nvPr/>
          </p:nvSpPr>
          <p:spPr>
            <a:xfrm>
              <a:off x="4736475" y="3351575"/>
              <a:ext cx="74875" cy="70575"/>
            </a:xfrm>
            <a:custGeom>
              <a:avLst/>
              <a:gdLst/>
              <a:ahLst/>
              <a:cxnLst/>
              <a:rect l="l" t="t" r="r" b="b"/>
              <a:pathLst>
                <a:path w="2995" h="2823" extrusionOk="0">
                  <a:moveTo>
                    <a:pt x="1051" y="1"/>
                  </a:moveTo>
                  <a:cubicBezTo>
                    <a:pt x="471" y="1"/>
                    <a:pt x="0" y="471"/>
                    <a:pt x="0" y="1051"/>
                  </a:cubicBezTo>
                  <a:lnTo>
                    <a:pt x="0" y="1788"/>
                  </a:lnTo>
                  <a:cubicBezTo>
                    <a:pt x="0" y="2368"/>
                    <a:pt x="471" y="2822"/>
                    <a:pt x="1051"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130;p30">
              <a:extLst>
                <a:ext uri="{FF2B5EF4-FFF2-40B4-BE49-F238E27FC236}">
                  <a16:creationId xmlns:a16="http://schemas.microsoft.com/office/drawing/2014/main" id="{3511A421-8692-52CE-FEF0-E5896B636D5B}"/>
                </a:ext>
              </a:extLst>
            </p:cNvPr>
            <p:cNvSpPr/>
            <p:nvPr/>
          </p:nvSpPr>
          <p:spPr>
            <a:xfrm>
              <a:off x="4628325" y="3351575"/>
              <a:ext cx="74475" cy="70575"/>
            </a:xfrm>
            <a:custGeom>
              <a:avLst/>
              <a:gdLst/>
              <a:ahLst/>
              <a:cxnLst/>
              <a:rect l="l" t="t" r="r" b="b"/>
              <a:pathLst>
                <a:path w="2979" h="2823" extrusionOk="0">
                  <a:moveTo>
                    <a:pt x="1051" y="1"/>
                  </a:moveTo>
                  <a:cubicBezTo>
                    <a:pt x="471" y="1"/>
                    <a:pt x="0" y="471"/>
                    <a:pt x="0" y="1051"/>
                  </a:cubicBezTo>
                  <a:lnTo>
                    <a:pt x="0" y="1788"/>
                  </a:lnTo>
                  <a:cubicBezTo>
                    <a:pt x="0" y="2368"/>
                    <a:pt x="471" y="2822"/>
                    <a:pt x="1051" y="2822"/>
                  </a:cubicBezTo>
                  <a:lnTo>
                    <a:pt x="1944" y="2822"/>
                  </a:lnTo>
                  <a:cubicBezTo>
                    <a:pt x="2508" y="2822"/>
                    <a:pt x="2978" y="2368"/>
                    <a:pt x="2978" y="1788"/>
                  </a:cubicBezTo>
                  <a:lnTo>
                    <a:pt x="2978" y="1051"/>
                  </a:lnTo>
                  <a:cubicBezTo>
                    <a:pt x="2978" y="471"/>
                    <a:pt x="2508"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131;p30">
              <a:extLst>
                <a:ext uri="{FF2B5EF4-FFF2-40B4-BE49-F238E27FC236}">
                  <a16:creationId xmlns:a16="http://schemas.microsoft.com/office/drawing/2014/main" id="{540D14EC-34A7-C31E-40C3-CB2F173F8E9B}"/>
                </a:ext>
              </a:extLst>
            </p:cNvPr>
            <p:cNvSpPr/>
            <p:nvPr/>
          </p:nvSpPr>
          <p:spPr>
            <a:xfrm>
              <a:off x="4519775" y="3351575"/>
              <a:ext cx="74875" cy="70575"/>
            </a:xfrm>
            <a:custGeom>
              <a:avLst/>
              <a:gdLst/>
              <a:ahLst/>
              <a:cxnLst/>
              <a:rect l="l" t="t" r="r" b="b"/>
              <a:pathLst>
                <a:path w="2995" h="2823" extrusionOk="0">
                  <a:moveTo>
                    <a:pt x="1051" y="1"/>
                  </a:moveTo>
                  <a:cubicBezTo>
                    <a:pt x="471" y="1"/>
                    <a:pt x="1" y="471"/>
                    <a:pt x="1" y="1051"/>
                  </a:cubicBezTo>
                  <a:lnTo>
                    <a:pt x="1" y="1788"/>
                  </a:lnTo>
                  <a:cubicBezTo>
                    <a:pt x="1" y="2368"/>
                    <a:pt x="471" y="2822"/>
                    <a:pt x="1051"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132;p30">
              <a:extLst>
                <a:ext uri="{FF2B5EF4-FFF2-40B4-BE49-F238E27FC236}">
                  <a16:creationId xmlns:a16="http://schemas.microsoft.com/office/drawing/2014/main" id="{16A82A2B-EA0A-BDE4-F1F5-36807A01F282}"/>
                </a:ext>
              </a:extLst>
            </p:cNvPr>
            <p:cNvSpPr/>
            <p:nvPr/>
          </p:nvSpPr>
          <p:spPr>
            <a:xfrm>
              <a:off x="4411625" y="3351575"/>
              <a:ext cx="74475" cy="70575"/>
            </a:xfrm>
            <a:custGeom>
              <a:avLst/>
              <a:gdLst/>
              <a:ahLst/>
              <a:cxnLst/>
              <a:rect l="l" t="t" r="r" b="b"/>
              <a:pathLst>
                <a:path w="2979" h="2823" extrusionOk="0">
                  <a:moveTo>
                    <a:pt x="1035" y="1"/>
                  </a:moveTo>
                  <a:cubicBezTo>
                    <a:pt x="471" y="1"/>
                    <a:pt x="0" y="471"/>
                    <a:pt x="0" y="1051"/>
                  </a:cubicBezTo>
                  <a:lnTo>
                    <a:pt x="0" y="1788"/>
                  </a:lnTo>
                  <a:cubicBezTo>
                    <a:pt x="0" y="2368"/>
                    <a:pt x="471" y="2822"/>
                    <a:pt x="1035" y="2822"/>
                  </a:cubicBezTo>
                  <a:lnTo>
                    <a:pt x="1928" y="2822"/>
                  </a:lnTo>
                  <a:cubicBezTo>
                    <a:pt x="2508" y="2822"/>
                    <a:pt x="2979" y="2368"/>
                    <a:pt x="2979" y="1788"/>
                  </a:cubicBezTo>
                  <a:lnTo>
                    <a:pt x="2979" y="1051"/>
                  </a:lnTo>
                  <a:cubicBezTo>
                    <a:pt x="2979" y="471"/>
                    <a:pt x="2508" y="1"/>
                    <a:pt x="192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33;p30">
              <a:extLst>
                <a:ext uri="{FF2B5EF4-FFF2-40B4-BE49-F238E27FC236}">
                  <a16:creationId xmlns:a16="http://schemas.microsoft.com/office/drawing/2014/main" id="{9A17B1FA-4B3F-D9D9-3F80-27AD64E5B946}"/>
                </a:ext>
              </a:extLst>
            </p:cNvPr>
            <p:cNvSpPr/>
            <p:nvPr/>
          </p:nvSpPr>
          <p:spPr>
            <a:xfrm>
              <a:off x="4303075" y="3351575"/>
              <a:ext cx="74875" cy="70575"/>
            </a:xfrm>
            <a:custGeom>
              <a:avLst/>
              <a:gdLst/>
              <a:ahLst/>
              <a:cxnLst/>
              <a:rect l="l" t="t" r="r" b="b"/>
              <a:pathLst>
                <a:path w="2995" h="2823" extrusionOk="0">
                  <a:moveTo>
                    <a:pt x="1051" y="1"/>
                  </a:moveTo>
                  <a:cubicBezTo>
                    <a:pt x="471" y="1"/>
                    <a:pt x="1" y="471"/>
                    <a:pt x="1" y="1051"/>
                  </a:cubicBezTo>
                  <a:lnTo>
                    <a:pt x="1" y="1788"/>
                  </a:lnTo>
                  <a:cubicBezTo>
                    <a:pt x="1" y="2368"/>
                    <a:pt x="471" y="2822"/>
                    <a:pt x="1051"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34;p30">
              <a:extLst>
                <a:ext uri="{FF2B5EF4-FFF2-40B4-BE49-F238E27FC236}">
                  <a16:creationId xmlns:a16="http://schemas.microsoft.com/office/drawing/2014/main" id="{6205D456-9F12-4274-0EF2-0C29AA7996F4}"/>
                </a:ext>
              </a:extLst>
            </p:cNvPr>
            <p:cNvSpPr/>
            <p:nvPr/>
          </p:nvSpPr>
          <p:spPr>
            <a:xfrm>
              <a:off x="4194925" y="3351575"/>
              <a:ext cx="74475" cy="70575"/>
            </a:xfrm>
            <a:custGeom>
              <a:avLst/>
              <a:gdLst/>
              <a:ahLst/>
              <a:cxnLst/>
              <a:rect l="l" t="t" r="r" b="b"/>
              <a:pathLst>
                <a:path w="2979" h="2823" extrusionOk="0">
                  <a:moveTo>
                    <a:pt x="1035" y="1"/>
                  </a:moveTo>
                  <a:cubicBezTo>
                    <a:pt x="471" y="1"/>
                    <a:pt x="1" y="471"/>
                    <a:pt x="1" y="1051"/>
                  </a:cubicBezTo>
                  <a:lnTo>
                    <a:pt x="1" y="1788"/>
                  </a:lnTo>
                  <a:cubicBezTo>
                    <a:pt x="1" y="2368"/>
                    <a:pt x="471" y="2822"/>
                    <a:pt x="1035" y="2822"/>
                  </a:cubicBezTo>
                  <a:lnTo>
                    <a:pt x="1928" y="2822"/>
                  </a:lnTo>
                  <a:cubicBezTo>
                    <a:pt x="2508" y="2822"/>
                    <a:pt x="2979" y="2368"/>
                    <a:pt x="2979" y="1788"/>
                  </a:cubicBezTo>
                  <a:lnTo>
                    <a:pt x="2979" y="1051"/>
                  </a:lnTo>
                  <a:cubicBezTo>
                    <a:pt x="2979" y="471"/>
                    <a:pt x="2508" y="1"/>
                    <a:pt x="192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35;p30">
              <a:extLst>
                <a:ext uri="{FF2B5EF4-FFF2-40B4-BE49-F238E27FC236}">
                  <a16:creationId xmlns:a16="http://schemas.microsoft.com/office/drawing/2014/main" id="{3AF1B2ED-756C-D9C1-B4B7-A97E3045B75F}"/>
                </a:ext>
              </a:extLst>
            </p:cNvPr>
            <p:cNvSpPr/>
            <p:nvPr/>
          </p:nvSpPr>
          <p:spPr>
            <a:xfrm>
              <a:off x="4086375" y="3351575"/>
              <a:ext cx="74875" cy="70575"/>
            </a:xfrm>
            <a:custGeom>
              <a:avLst/>
              <a:gdLst/>
              <a:ahLst/>
              <a:cxnLst/>
              <a:rect l="l" t="t" r="r" b="b"/>
              <a:pathLst>
                <a:path w="2995" h="2823" extrusionOk="0">
                  <a:moveTo>
                    <a:pt x="1051" y="1"/>
                  </a:moveTo>
                  <a:cubicBezTo>
                    <a:pt x="471" y="1"/>
                    <a:pt x="1" y="471"/>
                    <a:pt x="1" y="1051"/>
                  </a:cubicBezTo>
                  <a:lnTo>
                    <a:pt x="1" y="1788"/>
                  </a:lnTo>
                  <a:cubicBezTo>
                    <a:pt x="1" y="2368"/>
                    <a:pt x="471" y="2822"/>
                    <a:pt x="1051" y="2822"/>
                  </a:cubicBezTo>
                  <a:lnTo>
                    <a:pt x="1944" y="2822"/>
                  </a:lnTo>
                  <a:cubicBezTo>
                    <a:pt x="2524" y="2822"/>
                    <a:pt x="2995" y="2368"/>
                    <a:pt x="2995" y="1788"/>
                  </a:cubicBezTo>
                  <a:lnTo>
                    <a:pt x="2995" y="1051"/>
                  </a:lnTo>
                  <a:cubicBezTo>
                    <a:pt x="2995"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6;p30">
              <a:extLst>
                <a:ext uri="{FF2B5EF4-FFF2-40B4-BE49-F238E27FC236}">
                  <a16:creationId xmlns:a16="http://schemas.microsoft.com/office/drawing/2014/main" id="{1253B75C-63F3-D23F-BB57-1CC08015EAAD}"/>
                </a:ext>
              </a:extLst>
            </p:cNvPr>
            <p:cNvSpPr/>
            <p:nvPr/>
          </p:nvSpPr>
          <p:spPr>
            <a:xfrm>
              <a:off x="4570325" y="2631750"/>
              <a:ext cx="2293575" cy="582700"/>
            </a:xfrm>
            <a:custGeom>
              <a:avLst/>
              <a:gdLst/>
              <a:ahLst/>
              <a:cxnLst/>
              <a:rect l="l" t="t" r="r" b="b"/>
              <a:pathLst>
                <a:path w="91743" h="23308" extrusionOk="0">
                  <a:moveTo>
                    <a:pt x="23857" y="188"/>
                  </a:moveTo>
                  <a:cubicBezTo>
                    <a:pt x="21694" y="658"/>
                    <a:pt x="19813" y="1944"/>
                    <a:pt x="17854" y="2947"/>
                  </a:cubicBezTo>
                  <a:lnTo>
                    <a:pt x="17854" y="2947"/>
                  </a:lnTo>
                  <a:cubicBezTo>
                    <a:pt x="15001" y="4420"/>
                    <a:pt x="11835" y="5376"/>
                    <a:pt x="8637" y="5282"/>
                  </a:cubicBezTo>
                  <a:lnTo>
                    <a:pt x="8637" y="5282"/>
                  </a:lnTo>
                  <a:cubicBezTo>
                    <a:pt x="5440" y="5204"/>
                    <a:pt x="2211" y="4013"/>
                    <a:pt x="1" y="1709"/>
                  </a:cubicBezTo>
                  <a:lnTo>
                    <a:pt x="1" y="1709"/>
                  </a:lnTo>
                  <a:cubicBezTo>
                    <a:pt x="251" y="3339"/>
                    <a:pt x="1458" y="4467"/>
                    <a:pt x="2963" y="5173"/>
                  </a:cubicBezTo>
                  <a:lnTo>
                    <a:pt x="2963" y="5173"/>
                  </a:lnTo>
                  <a:cubicBezTo>
                    <a:pt x="6082" y="6615"/>
                    <a:pt x="9672" y="7022"/>
                    <a:pt x="13026" y="6286"/>
                  </a:cubicBezTo>
                  <a:lnTo>
                    <a:pt x="13026" y="6286"/>
                  </a:lnTo>
                  <a:cubicBezTo>
                    <a:pt x="15910" y="5643"/>
                    <a:pt x="18559" y="4232"/>
                    <a:pt x="21365" y="3323"/>
                  </a:cubicBezTo>
                  <a:lnTo>
                    <a:pt x="21365" y="3323"/>
                  </a:lnTo>
                  <a:cubicBezTo>
                    <a:pt x="24170" y="2414"/>
                    <a:pt x="27384" y="2069"/>
                    <a:pt x="29954" y="3511"/>
                  </a:cubicBezTo>
                  <a:lnTo>
                    <a:pt x="29954" y="3511"/>
                  </a:lnTo>
                  <a:cubicBezTo>
                    <a:pt x="31804" y="4546"/>
                    <a:pt x="33058" y="6364"/>
                    <a:pt x="34735" y="7649"/>
                  </a:cubicBezTo>
                  <a:lnTo>
                    <a:pt x="34735" y="7649"/>
                  </a:lnTo>
                  <a:cubicBezTo>
                    <a:pt x="39108" y="11051"/>
                    <a:pt x="45440" y="10330"/>
                    <a:pt x="50629" y="8386"/>
                  </a:cubicBezTo>
                  <a:lnTo>
                    <a:pt x="50629" y="8386"/>
                  </a:lnTo>
                  <a:cubicBezTo>
                    <a:pt x="52274" y="7775"/>
                    <a:pt x="53905" y="7038"/>
                    <a:pt x="55644" y="6803"/>
                  </a:cubicBezTo>
                  <a:lnTo>
                    <a:pt x="55644" y="6803"/>
                  </a:lnTo>
                  <a:cubicBezTo>
                    <a:pt x="57384" y="6552"/>
                    <a:pt x="59312" y="6897"/>
                    <a:pt x="60550" y="8135"/>
                  </a:cubicBezTo>
                  <a:lnTo>
                    <a:pt x="60550" y="8135"/>
                  </a:lnTo>
                  <a:cubicBezTo>
                    <a:pt x="61851" y="9452"/>
                    <a:pt x="62149" y="11489"/>
                    <a:pt x="63340" y="12916"/>
                  </a:cubicBezTo>
                  <a:lnTo>
                    <a:pt x="63340" y="12916"/>
                  </a:lnTo>
                  <a:cubicBezTo>
                    <a:pt x="64516" y="14326"/>
                    <a:pt x="66413" y="14922"/>
                    <a:pt x="68231" y="15126"/>
                  </a:cubicBezTo>
                  <a:lnTo>
                    <a:pt x="68231" y="15126"/>
                  </a:lnTo>
                  <a:cubicBezTo>
                    <a:pt x="73215" y="15690"/>
                    <a:pt x="76648" y="12571"/>
                    <a:pt x="81397" y="12383"/>
                  </a:cubicBezTo>
                  <a:lnTo>
                    <a:pt x="81397" y="12383"/>
                  </a:lnTo>
                  <a:cubicBezTo>
                    <a:pt x="83200" y="12305"/>
                    <a:pt x="85081" y="12712"/>
                    <a:pt x="86476" y="13841"/>
                  </a:cubicBezTo>
                  <a:lnTo>
                    <a:pt x="86476" y="13841"/>
                  </a:lnTo>
                  <a:cubicBezTo>
                    <a:pt x="87479" y="14656"/>
                    <a:pt x="88169" y="15800"/>
                    <a:pt x="88796" y="16944"/>
                  </a:cubicBezTo>
                  <a:lnTo>
                    <a:pt x="88796" y="16944"/>
                  </a:lnTo>
                  <a:cubicBezTo>
                    <a:pt x="89877" y="18935"/>
                    <a:pt x="90833" y="21051"/>
                    <a:pt x="91225" y="23292"/>
                  </a:cubicBezTo>
                  <a:lnTo>
                    <a:pt x="91225" y="23292"/>
                  </a:lnTo>
                  <a:lnTo>
                    <a:pt x="91398" y="23308"/>
                  </a:lnTo>
                  <a:cubicBezTo>
                    <a:pt x="91742" y="20048"/>
                    <a:pt x="91492" y="16631"/>
                    <a:pt x="89940" y="13747"/>
                  </a:cubicBezTo>
                  <a:lnTo>
                    <a:pt x="89940" y="13747"/>
                  </a:lnTo>
                  <a:cubicBezTo>
                    <a:pt x="88388" y="10862"/>
                    <a:pt x="85332" y="8637"/>
                    <a:pt x="82056" y="8746"/>
                  </a:cubicBezTo>
                  <a:lnTo>
                    <a:pt x="82056" y="8746"/>
                  </a:lnTo>
                  <a:cubicBezTo>
                    <a:pt x="79846" y="8809"/>
                    <a:pt x="77808" y="9891"/>
                    <a:pt x="75723" y="10643"/>
                  </a:cubicBezTo>
                  <a:lnTo>
                    <a:pt x="75723" y="10643"/>
                  </a:lnTo>
                  <a:cubicBezTo>
                    <a:pt x="73544" y="11411"/>
                    <a:pt x="71240" y="11819"/>
                    <a:pt x="68936" y="11850"/>
                  </a:cubicBezTo>
                  <a:lnTo>
                    <a:pt x="68936" y="11850"/>
                  </a:lnTo>
                  <a:cubicBezTo>
                    <a:pt x="67745" y="11881"/>
                    <a:pt x="66491" y="11787"/>
                    <a:pt x="65425" y="11223"/>
                  </a:cubicBezTo>
                  <a:lnTo>
                    <a:pt x="65425" y="11223"/>
                  </a:lnTo>
                  <a:cubicBezTo>
                    <a:pt x="63654" y="10314"/>
                    <a:pt x="62714" y="8370"/>
                    <a:pt x="61334" y="6944"/>
                  </a:cubicBezTo>
                  <a:lnTo>
                    <a:pt x="61334" y="6944"/>
                  </a:lnTo>
                  <a:cubicBezTo>
                    <a:pt x="57839" y="3370"/>
                    <a:pt x="51977" y="3574"/>
                    <a:pt x="47243" y="5188"/>
                  </a:cubicBezTo>
                  <a:lnTo>
                    <a:pt x="47243" y="5188"/>
                  </a:lnTo>
                  <a:cubicBezTo>
                    <a:pt x="45064" y="5925"/>
                    <a:pt x="42838" y="6913"/>
                    <a:pt x="40581" y="6521"/>
                  </a:cubicBezTo>
                  <a:lnTo>
                    <a:pt x="40581" y="6521"/>
                  </a:lnTo>
                  <a:cubicBezTo>
                    <a:pt x="39030" y="6239"/>
                    <a:pt x="37682" y="5345"/>
                    <a:pt x="36381" y="4452"/>
                  </a:cubicBezTo>
                  <a:lnTo>
                    <a:pt x="36381" y="4452"/>
                  </a:lnTo>
                  <a:cubicBezTo>
                    <a:pt x="33152" y="2273"/>
                    <a:pt x="29515" y="0"/>
                    <a:pt x="25738" y="0"/>
                  </a:cubicBezTo>
                  <a:lnTo>
                    <a:pt x="25738" y="0"/>
                  </a:lnTo>
                  <a:cubicBezTo>
                    <a:pt x="25111" y="0"/>
                    <a:pt x="24484" y="63"/>
                    <a:pt x="23857" y="188"/>
                  </a:cubicBezTo>
                </a:path>
              </a:pathLst>
            </a:custGeom>
            <a:solidFill>
              <a:srgbClr val="FFFFFF">
                <a:alpha val="410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1" name="Rectangle: Rounded Corners 130">
            <a:extLst>
              <a:ext uri="{FF2B5EF4-FFF2-40B4-BE49-F238E27FC236}">
                <a16:creationId xmlns:a16="http://schemas.microsoft.com/office/drawing/2014/main" id="{7B0AB098-5041-963B-CFB2-352E52A4919B}"/>
              </a:ext>
            </a:extLst>
          </p:cNvPr>
          <p:cNvSpPr/>
          <p:nvPr/>
        </p:nvSpPr>
        <p:spPr>
          <a:xfrm>
            <a:off x="298428" y="1198093"/>
            <a:ext cx="2077414" cy="2878787"/>
          </a:xfrm>
          <a:prstGeom prst="roundRect">
            <a:avLst/>
          </a:prstGeom>
          <a:solidFill>
            <a:srgbClr val="002060"/>
          </a:solidFill>
          <a:ln>
            <a:solidFill>
              <a:srgbClr val="3A729A"/>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dirty="0">
              <a:solidFill>
                <a:srgbClr val="FFFFFF"/>
              </a:solidFill>
            </a:endParaRPr>
          </a:p>
        </p:txBody>
      </p:sp>
      <p:sp>
        <p:nvSpPr>
          <p:cNvPr id="133" name="Google Shape;397;p38">
            <a:extLst>
              <a:ext uri="{FF2B5EF4-FFF2-40B4-BE49-F238E27FC236}">
                <a16:creationId xmlns:a16="http://schemas.microsoft.com/office/drawing/2014/main" id="{E9EE759A-334E-421B-CC97-5A974339A9FC}"/>
              </a:ext>
            </a:extLst>
          </p:cNvPr>
          <p:cNvSpPr txBox="1">
            <a:spLocks/>
          </p:cNvSpPr>
          <p:nvPr/>
        </p:nvSpPr>
        <p:spPr>
          <a:xfrm>
            <a:off x="459745" y="3106944"/>
            <a:ext cx="1875955" cy="595205"/>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r>
              <a:rPr lang="en-US" sz="1200" dirty="0">
                <a:solidFill>
                  <a:srgbClr val="FFFFFF"/>
                </a:solidFill>
              </a:rPr>
              <a:t>Reason of delay</a:t>
            </a:r>
          </a:p>
        </p:txBody>
      </p:sp>
      <p:sp>
        <p:nvSpPr>
          <p:cNvPr id="5" name="Flowchart: Alternate Process 4">
            <a:extLst>
              <a:ext uri="{FF2B5EF4-FFF2-40B4-BE49-F238E27FC236}">
                <a16:creationId xmlns:a16="http://schemas.microsoft.com/office/drawing/2014/main" id="{EECFE4CD-C0C3-38ED-0CB8-AD2A2AEAAC60}"/>
              </a:ext>
            </a:extLst>
          </p:cNvPr>
          <p:cNvSpPr/>
          <p:nvPr/>
        </p:nvSpPr>
        <p:spPr>
          <a:xfrm>
            <a:off x="487788" y="2410572"/>
            <a:ext cx="2183341" cy="554753"/>
          </a:xfrm>
          <a:prstGeom prst="flowChartAlternateProcess">
            <a:avLst/>
          </a:prstGeom>
          <a:solidFill>
            <a:srgbClr val="0070C0"/>
          </a:solidFill>
          <a:ln>
            <a:solidFill>
              <a:srgbClr val="69ABD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 name="Google Shape;397;p38">
            <a:extLst>
              <a:ext uri="{FF2B5EF4-FFF2-40B4-BE49-F238E27FC236}">
                <a16:creationId xmlns:a16="http://schemas.microsoft.com/office/drawing/2014/main" id="{083F59E3-CD0D-34D2-EE18-0526EC21F312}"/>
              </a:ext>
            </a:extLst>
          </p:cNvPr>
          <p:cNvSpPr txBox="1">
            <a:spLocks/>
          </p:cNvSpPr>
          <p:nvPr/>
        </p:nvSpPr>
        <p:spPr>
          <a:xfrm>
            <a:off x="493838" y="2397589"/>
            <a:ext cx="2077414" cy="595205"/>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r>
              <a:rPr lang="en-US" sz="1600" b="1" dirty="0">
                <a:solidFill>
                  <a:srgbClr val="FFFFFF"/>
                </a:solidFill>
              </a:rPr>
              <a:t>Refund percentage</a:t>
            </a:r>
          </a:p>
        </p:txBody>
      </p:sp>
      <p:sp>
        <p:nvSpPr>
          <p:cNvPr id="6" name="Google Shape;397;p38">
            <a:extLst>
              <a:ext uri="{FF2B5EF4-FFF2-40B4-BE49-F238E27FC236}">
                <a16:creationId xmlns:a16="http://schemas.microsoft.com/office/drawing/2014/main" id="{B99A9BC4-7369-11B9-55DE-277154E95ECD}"/>
              </a:ext>
            </a:extLst>
          </p:cNvPr>
          <p:cNvSpPr txBox="1">
            <a:spLocks/>
          </p:cNvSpPr>
          <p:nvPr/>
        </p:nvSpPr>
        <p:spPr>
          <a:xfrm>
            <a:off x="518114" y="1640227"/>
            <a:ext cx="1695653" cy="595205"/>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r>
              <a:rPr lang="en-US" sz="1200" dirty="0">
                <a:solidFill>
                  <a:srgbClr val="FFFFFF"/>
                </a:solidFill>
              </a:rPr>
              <a:t>Delay percentage</a:t>
            </a:r>
          </a:p>
        </p:txBody>
      </p:sp>
      <p:grpSp>
        <p:nvGrpSpPr>
          <p:cNvPr id="7" name="Group 6">
            <a:extLst>
              <a:ext uri="{FF2B5EF4-FFF2-40B4-BE49-F238E27FC236}">
                <a16:creationId xmlns:a16="http://schemas.microsoft.com/office/drawing/2014/main" id="{98914811-A660-513D-05FE-D93680200546}"/>
              </a:ext>
            </a:extLst>
          </p:cNvPr>
          <p:cNvGrpSpPr/>
          <p:nvPr/>
        </p:nvGrpSpPr>
        <p:grpSpPr>
          <a:xfrm>
            <a:off x="2878364" y="2298104"/>
            <a:ext cx="5759245" cy="840000"/>
            <a:chOff x="2882253" y="1434468"/>
            <a:chExt cx="4227652" cy="840000"/>
          </a:xfrm>
        </p:grpSpPr>
        <p:sp>
          <p:nvSpPr>
            <p:cNvPr id="8" name="Arrow: Pentagon 7">
              <a:extLst>
                <a:ext uri="{FF2B5EF4-FFF2-40B4-BE49-F238E27FC236}">
                  <a16:creationId xmlns:a16="http://schemas.microsoft.com/office/drawing/2014/main" id="{D2503B3E-9579-3C64-C47D-2FFB5EF12B4B}"/>
                </a:ext>
              </a:extLst>
            </p:cNvPr>
            <p:cNvSpPr/>
            <p:nvPr/>
          </p:nvSpPr>
          <p:spPr>
            <a:xfrm flipH="1">
              <a:off x="2882253" y="1537783"/>
              <a:ext cx="4227652" cy="656924"/>
            </a:xfrm>
            <a:prstGeom prst="homePlate">
              <a:avLst/>
            </a:prstGeom>
            <a:solidFill>
              <a:srgbClr val="3A729A"/>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Google Shape;397;p38">
              <a:extLst>
                <a:ext uri="{FF2B5EF4-FFF2-40B4-BE49-F238E27FC236}">
                  <a16:creationId xmlns:a16="http://schemas.microsoft.com/office/drawing/2014/main" id="{FC51478D-11E1-2534-431E-C82577DCB534}"/>
                </a:ext>
              </a:extLst>
            </p:cNvPr>
            <p:cNvSpPr txBox="1">
              <a:spLocks/>
            </p:cNvSpPr>
            <p:nvPr/>
          </p:nvSpPr>
          <p:spPr>
            <a:xfrm>
              <a:off x="3301105" y="1434468"/>
              <a:ext cx="3757222" cy="8400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b="1" dirty="0">
                  <a:solidFill>
                    <a:srgbClr val="00B0F0"/>
                  </a:solidFill>
                </a:rPr>
                <a:t>$13K</a:t>
              </a:r>
              <a:r>
                <a:rPr lang="en-US" sz="1200" dirty="0">
                  <a:solidFill>
                    <a:srgbClr val="FFFFFF"/>
                  </a:solidFill>
                </a:rPr>
                <a:t> out of </a:t>
              </a:r>
              <a:r>
                <a:rPr lang="en-US" sz="1200" b="1" dirty="0">
                  <a:solidFill>
                    <a:srgbClr val="00B0F0"/>
                  </a:solidFill>
                </a:rPr>
                <a:t>$113K</a:t>
              </a:r>
              <a:r>
                <a:rPr lang="en-US" b="1" dirty="0">
                  <a:solidFill>
                    <a:srgbClr val="00B0F0"/>
                  </a:solidFill>
                </a:rPr>
                <a:t> </a:t>
              </a:r>
              <a:r>
                <a:rPr lang="en-US" dirty="0">
                  <a:solidFill>
                    <a:srgbClr val="FFFFFF"/>
                  </a:solidFill>
                </a:rPr>
                <a:t>revenues with </a:t>
              </a:r>
              <a:r>
                <a:rPr lang="en-US" b="1" dirty="0">
                  <a:solidFill>
                    <a:srgbClr val="00B0F0"/>
                  </a:solidFill>
                </a:rPr>
                <a:t>15.6%</a:t>
              </a:r>
              <a:r>
                <a:rPr lang="en-US" dirty="0">
                  <a:solidFill>
                    <a:srgbClr val="FFFFFF"/>
                  </a:solidFill>
                </a:rPr>
                <a:t> refund percentage</a:t>
              </a:r>
            </a:p>
          </p:txBody>
        </p:sp>
      </p:grpSp>
      <p:sp>
        <p:nvSpPr>
          <p:cNvPr id="10" name="Google Shape;397;p38">
            <a:extLst>
              <a:ext uri="{FF2B5EF4-FFF2-40B4-BE49-F238E27FC236}">
                <a16:creationId xmlns:a16="http://schemas.microsoft.com/office/drawing/2014/main" id="{CCBB3F6E-DA2C-090D-B4B2-2788FFF799A4}"/>
              </a:ext>
            </a:extLst>
          </p:cNvPr>
          <p:cNvSpPr txBox="1">
            <a:spLocks/>
          </p:cNvSpPr>
          <p:nvPr/>
        </p:nvSpPr>
        <p:spPr>
          <a:xfrm>
            <a:off x="2348029" y="106920"/>
            <a:ext cx="4972958" cy="8400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6000"/>
              <a:buFont typeface="Montserrat ExtraBold"/>
              <a:buNone/>
              <a:defRPr sz="4000" b="0" i="0" u="none" strike="noStrike" cap="none">
                <a:solidFill>
                  <a:schemeClr val="dk2"/>
                </a:solidFill>
                <a:latin typeface="Montserrat ExtraBold"/>
                <a:ea typeface="Montserrat ExtraBold"/>
                <a:cs typeface="Montserrat ExtraBold"/>
                <a:sym typeface="Montserrat ExtraBold"/>
              </a:defRPr>
            </a:lvl1pPr>
            <a:lvl2pPr marR="0" lvl="1"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2pPr>
            <a:lvl3pPr marR="0" lvl="2"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3pPr>
            <a:lvl4pPr marR="0" lvl="3"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4pPr>
            <a:lvl5pPr marR="0" lvl="4"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5pPr>
            <a:lvl6pPr marR="0" lvl="5"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6pPr>
            <a:lvl7pPr marR="0" lvl="6"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7pPr>
            <a:lvl8pPr marR="0" lvl="7"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8pPr>
            <a:lvl9pPr marR="0" lvl="8"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9pPr>
          </a:lstStyle>
          <a:p>
            <a:pPr lvl="0"/>
            <a:r>
              <a:rPr lang="en-US" sz="3600" dirty="0">
                <a:solidFill>
                  <a:srgbClr val="002060"/>
                </a:solidFill>
              </a:rPr>
              <a:t>troublesome Route</a:t>
            </a:r>
          </a:p>
        </p:txBody>
      </p:sp>
      <p:grpSp>
        <p:nvGrpSpPr>
          <p:cNvPr id="11" name="Group 10">
            <a:extLst>
              <a:ext uri="{FF2B5EF4-FFF2-40B4-BE49-F238E27FC236}">
                <a16:creationId xmlns:a16="http://schemas.microsoft.com/office/drawing/2014/main" id="{79DD834A-3F9B-E0C4-7F35-E0E48C04FFD3}"/>
              </a:ext>
            </a:extLst>
          </p:cNvPr>
          <p:cNvGrpSpPr/>
          <p:nvPr/>
        </p:nvGrpSpPr>
        <p:grpSpPr>
          <a:xfrm>
            <a:off x="2866640" y="1547831"/>
            <a:ext cx="5759245" cy="840000"/>
            <a:chOff x="2882253" y="1434468"/>
            <a:chExt cx="4227652" cy="840000"/>
          </a:xfrm>
        </p:grpSpPr>
        <p:sp>
          <p:nvSpPr>
            <p:cNvPr id="12" name="Arrow: Pentagon 11">
              <a:extLst>
                <a:ext uri="{FF2B5EF4-FFF2-40B4-BE49-F238E27FC236}">
                  <a16:creationId xmlns:a16="http://schemas.microsoft.com/office/drawing/2014/main" id="{29FD715B-7490-F21D-F0C3-D4E331A9ED79}"/>
                </a:ext>
              </a:extLst>
            </p:cNvPr>
            <p:cNvSpPr/>
            <p:nvPr/>
          </p:nvSpPr>
          <p:spPr>
            <a:xfrm flipH="1">
              <a:off x="2882253" y="1537783"/>
              <a:ext cx="4227652" cy="656924"/>
            </a:xfrm>
            <a:prstGeom prst="homePlate">
              <a:avLst/>
            </a:prstGeom>
            <a:solidFill>
              <a:srgbClr val="3A729A"/>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Google Shape;397;p38">
              <a:extLst>
                <a:ext uri="{FF2B5EF4-FFF2-40B4-BE49-F238E27FC236}">
                  <a16:creationId xmlns:a16="http://schemas.microsoft.com/office/drawing/2014/main" id="{EB478539-FF04-C5A1-B65D-A8007888D2EB}"/>
                </a:ext>
              </a:extLst>
            </p:cNvPr>
            <p:cNvSpPr txBox="1">
              <a:spLocks/>
            </p:cNvSpPr>
            <p:nvPr/>
          </p:nvSpPr>
          <p:spPr>
            <a:xfrm>
              <a:off x="3301105" y="1434468"/>
              <a:ext cx="3757222" cy="8400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b="1" dirty="0">
                  <a:solidFill>
                    <a:srgbClr val="00B0F0"/>
                  </a:solidFill>
                </a:rPr>
                <a:t>362</a:t>
              </a:r>
              <a:r>
                <a:rPr lang="en-US" sz="1200" dirty="0">
                  <a:solidFill>
                    <a:srgbClr val="FFFFFF"/>
                  </a:solidFill>
                </a:rPr>
                <a:t> of </a:t>
              </a:r>
              <a:r>
                <a:rPr lang="en-US" b="1" dirty="0">
                  <a:solidFill>
                    <a:srgbClr val="00B0F0"/>
                  </a:solidFill>
                </a:rPr>
                <a:t>1602 </a:t>
              </a:r>
              <a:r>
                <a:rPr lang="en-US" dirty="0">
                  <a:solidFill>
                    <a:srgbClr val="FFFFFF"/>
                  </a:solidFill>
                </a:rPr>
                <a:t>delay in Liverpool to London journey with 56% delay percentage</a:t>
              </a:r>
            </a:p>
          </p:txBody>
        </p:sp>
      </p:grpSp>
    </p:spTree>
    <p:extLst>
      <p:ext uri="{BB962C8B-B14F-4D97-AF65-F5344CB8AC3E}">
        <p14:creationId xmlns:p14="http://schemas.microsoft.com/office/powerpoint/2010/main" val="1024067891"/>
      </p:ext>
    </p:extLst>
  </p:cSld>
  <p:clrMapOvr>
    <a:masterClrMapping/>
  </p:clrMapOvr>
  <mc:AlternateContent xmlns:mc="http://schemas.openxmlformats.org/markup-compatibility/2006">
    <mc:Choice xmlns:p159="http://schemas.microsoft.com/office/powerpoint/2015/09/main" Requires="p159">
      <p:transition spd="slow" advTm="1000">
        <p159:morph option="byObject"/>
      </p:transition>
    </mc:Choice>
    <mc:Fallback>
      <p:transition spd="slow" advTm="1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250"/>
                                        <p:tgtEl>
                                          <p:spTgt spid="7"/>
                                        </p:tgtEl>
                                        <p:attrNameLst>
                                          <p:attrName>ppt_x</p:attrName>
                                        </p:attrNameLst>
                                      </p:cBhvr>
                                      <p:tavLst>
                                        <p:tav tm="0">
                                          <p:val>
                                            <p:strVal val="#ppt_x-#ppt_w*1.125000"/>
                                          </p:val>
                                        </p:tav>
                                        <p:tav tm="100000">
                                          <p:val>
                                            <p:strVal val="#ppt_x"/>
                                          </p:val>
                                        </p:tav>
                                      </p:tavLst>
                                    </p:anim>
                                    <p:animEffect transition="in" filter="wipe(right)">
                                      <p:cBhvr>
                                        <p:cTn id="8" dur="25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 name="Google Shape;1534;p36">
            <a:extLst>
              <a:ext uri="{FF2B5EF4-FFF2-40B4-BE49-F238E27FC236}">
                <a16:creationId xmlns:a16="http://schemas.microsoft.com/office/drawing/2014/main" id="{69C0E481-1A7C-8DFF-E143-F58CFD321E08}"/>
              </a:ext>
            </a:extLst>
          </p:cNvPr>
          <p:cNvGrpSpPr/>
          <p:nvPr/>
        </p:nvGrpSpPr>
        <p:grpSpPr>
          <a:xfrm>
            <a:off x="0" y="4421430"/>
            <a:ext cx="9276783" cy="1398672"/>
            <a:chOff x="-139347" y="3868275"/>
            <a:chExt cx="9276783" cy="1398672"/>
          </a:xfrm>
          <a:solidFill>
            <a:srgbClr val="091359"/>
          </a:solidFill>
        </p:grpSpPr>
        <p:sp>
          <p:nvSpPr>
            <p:cNvPr id="26" name="Google Shape;1535;p36">
              <a:extLst>
                <a:ext uri="{FF2B5EF4-FFF2-40B4-BE49-F238E27FC236}">
                  <a16:creationId xmlns:a16="http://schemas.microsoft.com/office/drawing/2014/main" id="{89AF1B9C-9B87-9AF0-0C2B-D6FDEF03DF0B}"/>
                </a:ext>
              </a:extLst>
            </p:cNvPr>
            <p:cNvSpPr/>
            <p:nvPr/>
          </p:nvSpPr>
          <p:spPr>
            <a:xfrm flipH="1">
              <a:off x="-139347" y="4015425"/>
              <a:ext cx="9276772" cy="548850"/>
            </a:xfrm>
            <a:custGeom>
              <a:avLst/>
              <a:gdLst/>
              <a:ahLst/>
              <a:cxnLst/>
              <a:rect l="l" t="t" r="r" b="b"/>
              <a:pathLst>
                <a:path w="219946" h="21954" extrusionOk="0">
                  <a:moveTo>
                    <a:pt x="0" y="12956"/>
                  </a:moveTo>
                  <a:lnTo>
                    <a:pt x="0" y="21954"/>
                  </a:lnTo>
                  <a:lnTo>
                    <a:pt x="219946" y="8998"/>
                  </a:lnTo>
                  <a:lnTo>
                    <a:pt x="219946"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7" name="Google Shape;1536;p36">
              <a:extLst>
                <a:ext uri="{FF2B5EF4-FFF2-40B4-BE49-F238E27FC236}">
                  <a16:creationId xmlns:a16="http://schemas.microsoft.com/office/drawing/2014/main" id="{C962049F-7EAE-45FF-9475-2EE4F0DF3B4E}"/>
                </a:ext>
              </a:extLst>
            </p:cNvPr>
            <p:cNvGrpSpPr/>
            <p:nvPr/>
          </p:nvGrpSpPr>
          <p:grpSpPr>
            <a:xfrm flipH="1">
              <a:off x="2134836" y="4216900"/>
              <a:ext cx="3484400" cy="1050047"/>
              <a:chOff x="3379075" y="4216900"/>
              <a:chExt cx="3484400" cy="1050047"/>
            </a:xfrm>
            <a:grpFill/>
          </p:grpSpPr>
          <p:sp>
            <p:nvSpPr>
              <p:cNvPr id="87" name="Google Shape;1537;p36">
                <a:extLst>
                  <a:ext uri="{FF2B5EF4-FFF2-40B4-BE49-F238E27FC236}">
                    <a16:creationId xmlns:a16="http://schemas.microsoft.com/office/drawing/2014/main" id="{5713E945-E397-67EA-EAF1-D77279F6DC33}"/>
                  </a:ext>
                </a:extLst>
              </p:cNvPr>
              <p:cNvSpPr/>
              <p:nvPr/>
            </p:nvSpPr>
            <p:spPr>
              <a:xfrm>
                <a:off x="6638025" y="4216900"/>
                <a:ext cx="225450" cy="266525"/>
              </a:xfrm>
              <a:custGeom>
                <a:avLst/>
                <a:gdLst/>
                <a:ahLst/>
                <a:cxnLst/>
                <a:rect l="l" t="t" r="r" b="b"/>
                <a:pathLst>
                  <a:path w="9018" h="10661" extrusionOk="0">
                    <a:moveTo>
                      <a:pt x="1" y="10660"/>
                    </a:moveTo>
                    <a:lnTo>
                      <a:pt x="9017" y="10660"/>
                    </a:lnTo>
                    <a:lnTo>
                      <a:pt x="9017"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1538;p36">
                <a:extLst>
                  <a:ext uri="{FF2B5EF4-FFF2-40B4-BE49-F238E27FC236}">
                    <a16:creationId xmlns:a16="http://schemas.microsoft.com/office/drawing/2014/main" id="{D3BFE6C1-A617-DD21-1BCA-EA4A8EBDF3CD}"/>
                  </a:ext>
                </a:extLst>
              </p:cNvPr>
              <p:cNvSpPr/>
              <p:nvPr/>
            </p:nvSpPr>
            <p:spPr>
              <a:xfrm>
                <a:off x="5628575" y="4216900"/>
                <a:ext cx="225425" cy="266525"/>
              </a:xfrm>
              <a:custGeom>
                <a:avLst/>
                <a:gdLst/>
                <a:ahLst/>
                <a:cxnLst/>
                <a:rect l="l" t="t" r="r" b="b"/>
                <a:pathLst>
                  <a:path w="9017" h="10661" extrusionOk="0">
                    <a:moveTo>
                      <a:pt x="0" y="10660"/>
                    </a:moveTo>
                    <a:lnTo>
                      <a:pt x="9017" y="10660"/>
                    </a:lnTo>
                    <a:lnTo>
                      <a:pt x="9017"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1539;p36">
                <a:extLst>
                  <a:ext uri="{FF2B5EF4-FFF2-40B4-BE49-F238E27FC236}">
                    <a16:creationId xmlns:a16="http://schemas.microsoft.com/office/drawing/2014/main" id="{93BE9C1F-C27E-6192-934F-EF6F41DF4331}"/>
                  </a:ext>
                </a:extLst>
              </p:cNvPr>
              <p:cNvSpPr/>
              <p:nvPr/>
            </p:nvSpPr>
            <p:spPr>
              <a:xfrm>
                <a:off x="5700425" y="4473175"/>
                <a:ext cx="72850" cy="792553"/>
              </a:xfrm>
              <a:custGeom>
                <a:avLst/>
                <a:gdLst/>
                <a:ahLst/>
                <a:cxnLst/>
                <a:rect l="l" t="t" r="r" b="b"/>
                <a:pathLst>
                  <a:path w="2914" h="48780" extrusionOk="0">
                    <a:moveTo>
                      <a:pt x="1" y="48780"/>
                    </a:moveTo>
                    <a:lnTo>
                      <a:pt x="2913" y="48780"/>
                    </a:lnTo>
                    <a:lnTo>
                      <a:pt x="291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1540;p36">
                <a:extLst>
                  <a:ext uri="{FF2B5EF4-FFF2-40B4-BE49-F238E27FC236}">
                    <a16:creationId xmlns:a16="http://schemas.microsoft.com/office/drawing/2014/main" id="{1CD70B06-D350-3926-587D-A2E3E780A67D}"/>
                  </a:ext>
                </a:extLst>
              </p:cNvPr>
              <p:cNvSpPr/>
              <p:nvPr/>
            </p:nvSpPr>
            <p:spPr>
              <a:xfrm>
                <a:off x="4520150" y="4293100"/>
                <a:ext cx="225450" cy="266525"/>
              </a:xfrm>
              <a:custGeom>
                <a:avLst/>
                <a:gdLst/>
                <a:ahLst/>
                <a:cxnLst/>
                <a:rect l="l" t="t" r="r" b="b"/>
                <a:pathLst>
                  <a:path w="9018" h="10661" extrusionOk="0">
                    <a:moveTo>
                      <a:pt x="1" y="10660"/>
                    </a:moveTo>
                    <a:lnTo>
                      <a:pt x="9017" y="10660"/>
                    </a:lnTo>
                    <a:lnTo>
                      <a:pt x="9017"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1541;p36">
                <a:extLst>
                  <a:ext uri="{FF2B5EF4-FFF2-40B4-BE49-F238E27FC236}">
                    <a16:creationId xmlns:a16="http://schemas.microsoft.com/office/drawing/2014/main" id="{88763C1F-FEE5-43B9-D18F-6EE0FC4AFF5D}"/>
                  </a:ext>
                </a:extLst>
              </p:cNvPr>
              <p:cNvSpPr/>
              <p:nvPr/>
            </p:nvSpPr>
            <p:spPr>
              <a:xfrm>
                <a:off x="4592025" y="4473175"/>
                <a:ext cx="72825" cy="792553"/>
              </a:xfrm>
              <a:custGeom>
                <a:avLst/>
                <a:gdLst/>
                <a:ahLst/>
                <a:cxnLst/>
                <a:rect l="l" t="t" r="r" b="b"/>
                <a:pathLst>
                  <a:path w="2913" h="48780" extrusionOk="0">
                    <a:moveTo>
                      <a:pt x="1" y="48780"/>
                    </a:moveTo>
                    <a:lnTo>
                      <a:pt x="2913" y="48780"/>
                    </a:lnTo>
                    <a:lnTo>
                      <a:pt x="291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1542;p36">
                <a:extLst>
                  <a:ext uri="{FF2B5EF4-FFF2-40B4-BE49-F238E27FC236}">
                    <a16:creationId xmlns:a16="http://schemas.microsoft.com/office/drawing/2014/main" id="{D06B1159-567A-3EB8-69E6-8C4C3671E48A}"/>
                  </a:ext>
                </a:extLst>
              </p:cNvPr>
              <p:cNvSpPr/>
              <p:nvPr/>
            </p:nvSpPr>
            <p:spPr>
              <a:xfrm>
                <a:off x="3379075" y="4327650"/>
                <a:ext cx="225450" cy="262300"/>
              </a:xfrm>
              <a:custGeom>
                <a:avLst/>
                <a:gdLst/>
                <a:ahLst/>
                <a:cxnLst/>
                <a:rect l="l" t="t" r="r" b="b"/>
                <a:pathLst>
                  <a:path w="9018" h="10492" extrusionOk="0">
                    <a:moveTo>
                      <a:pt x="1" y="10492"/>
                    </a:moveTo>
                    <a:lnTo>
                      <a:pt x="9017" y="10492"/>
                    </a:lnTo>
                    <a:lnTo>
                      <a:pt x="9017" y="0"/>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1543;p36">
                <a:extLst>
                  <a:ext uri="{FF2B5EF4-FFF2-40B4-BE49-F238E27FC236}">
                    <a16:creationId xmlns:a16="http://schemas.microsoft.com/office/drawing/2014/main" id="{BD98C59D-D6EF-491D-AA53-ABD76B4A2623}"/>
                  </a:ext>
                </a:extLst>
              </p:cNvPr>
              <p:cNvSpPr/>
              <p:nvPr/>
            </p:nvSpPr>
            <p:spPr>
              <a:xfrm>
                <a:off x="3450950" y="4494102"/>
                <a:ext cx="72825" cy="772845"/>
              </a:xfrm>
              <a:custGeom>
                <a:avLst/>
                <a:gdLst/>
                <a:ahLst/>
                <a:cxnLst/>
                <a:rect l="l" t="t" r="r" b="b"/>
                <a:pathLst>
                  <a:path w="2913" h="47567" extrusionOk="0">
                    <a:moveTo>
                      <a:pt x="1" y="47567"/>
                    </a:moveTo>
                    <a:lnTo>
                      <a:pt x="2913" y="47567"/>
                    </a:lnTo>
                    <a:lnTo>
                      <a:pt x="291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 name="Google Shape;1544;p36">
              <a:extLst>
                <a:ext uri="{FF2B5EF4-FFF2-40B4-BE49-F238E27FC236}">
                  <a16:creationId xmlns:a16="http://schemas.microsoft.com/office/drawing/2014/main" id="{54A9CCB7-B41C-4B06-F9A7-0B48C2839929}"/>
                </a:ext>
              </a:extLst>
            </p:cNvPr>
            <p:cNvGrpSpPr/>
            <p:nvPr/>
          </p:nvGrpSpPr>
          <p:grpSpPr>
            <a:xfrm flipH="1">
              <a:off x="-57406" y="3868275"/>
              <a:ext cx="9194843" cy="559600"/>
              <a:chOff x="-139125" y="3868275"/>
              <a:chExt cx="9194843" cy="559600"/>
            </a:xfrm>
            <a:grpFill/>
          </p:grpSpPr>
          <p:sp>
            <p:nvSpPr>
              <p:cNvPr id="44" name="Google Shape;1545;p36">
                <a:extLst>
                  <a:ext uri="{FF2B5EF4-FFF2-40B4-BE49-F238E27FC236}">
                    <a16:creationId xmlns:a16="http://schemas.microsoft.com/office/drawing/2014/main" id="{90E6CAF2-DA24-9C35-0554-7F758E89AB02}"/>
                  </a:ext>
                </a:extLst>
              </p:cNvPr>
              <p:cNvSpPr/>
              <p:nvPr/>
            </p:nvSpPr>
            <p:spPr>
              <a:xfrm>
                <a:off x="-139125" y="3868275"/>
                <a:ext cx="9194843" cy="351450"/>
              </a:xfrm>
              <a:custGeom>
                <a:avLst/>
                <a:gdLst/>
                <a:ahLst/>
                <a:cxnLst/>
                <a:rect l="l" t="t" r="r" b="b"/>
                <a:pathLst>
                  <a:path w="219946" h="14058" extrusionOk="0">
                    <a:moveTo>
                      <a:pt x="0" y="12956"/>
                    </a:moveTo>
                    <a:lnTo>
                      <a:pt x="0" y="14058"/>
                    </a:lnTo>
                    <a:lnTo>
                      <a:pt x="219946" y="1102"/>
                    </a:lnTo>
                    <a:lnTo>
                      <a:pt x="219946"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1546;p36">
                <a:extLst>
                  <a:ext uri="{FF2B5EF4-FFF2-40B4-BE49-F238E27FC236}">
                    <a16:creationId xmlns:a16="http://schemas.microsoft.com/office/drawing/2014/main" id="{48260650-71E9-85AC-38EF-BEAD638C4D54}"/>
                  </a:ext>
                </a:extLst>
              </p:cNvPr>
              <p:cNvSpPr/>
              <p:nvPr/>
            </p:nvSpPr>
            <p:spPr>
              <a:xfrm>
                <a:off x="125427" y="4182825"/>
                <a:ext cx="34406" cy="245050"/>
              </a:xfrm>
              <a:custGeom>
                <a:avLst/>
                <a:gdLst/>
                <a:ahLst/>
                <a:cxnLst/>
                <a:rect l="l" t="t" r="r" b="b"/>
                <a:pathLst>
                  <a:path w="823" h="9802" extrusionOk="0">
                    <a:moveTo>
                      <a:pt x="1" y="9802"/>
                    </a:moveTo>
                    <a:lnTo>
                      <a:pt x="822" y="9802"/>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1547;p36">
                <a:extLst>
                  <a:ext uri="{FF2B5EF4-FFF2-40B4-BE49-F238E27FC236}">
                    <a16:creationId xmlns:a16="http://schemas.microsoft.com/office/drawing/2014/main" id="{CB4D4D1C-E62E-F434-4382-9070971E9FA0}"/>
                  </a:ext>
                </a:extLst>
              </p:cNvPr>
              <p:cNvSpPr/>
              <p:nvPr/>
            </p:nvSpPr>
            <p:spPr>
              <a:xfrm>
                <a:off x="336927" y="4176300"/>
                <a:ext cx="34406" cy="244575"/>
              </a:xfrm>
              <a:custGeom>
                <a:avLst/>
                <a:gdLst/>
                <a:ahLst/>
                <a:cxnLst/>
                <a:rect l="l" t="t" r="r" b="b"/>
                <a:pathLst>
                  <a:path w="823" h="9783" extrusionOk="0">
                    <a:moveTo>
                      <a:pt x="1" y="9783"/>
                    </a:moveTo>
                    <a:lnTo>
                      <a:pt x="822" y="9783"/>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1548;p36">
                <a:extLst>
                  <a:ext uri="{FF2B5EF4-FFF2-40B4-BE49-F238E27FC236}">
                    <a16:creationId xmlns:a16="http://schemas.microsoft.com/office/drawing/2014/main" id="{E23E5D9F-AD63-A544-ADB3-7C1291583BAA}"/>
                  </a:ext>
                </a:extLst>
              </p:cNvPr>
              <p:cNvSpPr/>
              <p:nvPr/>
            </p:nvSpPr>
            <p:spPr>
              <a:xfrm>
                <a:off x="548427" y="4169300"/>
                <a:ext cx="33611" cy="245050"/>
              </a:xfrm>
              <a:custGeom>
                <a:avLst/>
                <a:gdLst/>
                <a:ahLst/>
                <a:cxnLst/>
                <a:rect l="l" t="t" r="r" b="b"/>
                <a:pathLst>
                  <a:path w="804" h="9802" extrusionOk="0">
                    <a:moveTo>
                      <a:pt x="1" y="9801"/>
                    </a:moveTo>
                    <a:lnTo>
                      <a:pt x="803" y="9801"/>
                    </a:lnTo>
                    <a:lnTo>
                      <a:pt x="80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1549;p36">
                <a:extLst>
                  <a:ext uri="{FF2B5EF4-FFF2-40B4-BE49-F238E27FC236}">
                    <a16:creationId xmlns:a16="http://schemas.microsoft.com/office/drawing/2014/main" id="{183717F5-A57F-B829-65C5-89B280725CFE}"/>
                  </a:ext>
                </a:extLst>
              </p:cNvPr>
              <p:cNvSpPr/>
              <p:nvPr/>
            </p:nvSpPr>
            <p:spPr>
              <a:xfrm>
                <a:off x="759174" y="4162300"/>
                <a:ext cx="34364" cy="245050"/>
              </a:xfrm>
              <a:custGeom>
                <a:avLst/>
                <a:gdLst/>
                <a:ahLst/>
                <a:cxnLst/>
                <a:rect l="l" t="t" r="r" b="b"/>
                <a:pathLst>
                  <a:path w="822" h="9802" extrusionOk="0">
                    <a:moveTo>
                      <a:pt x="0" y="9801"/>
                    </a:moveTo>
                    <a:lnTo>
                      <a:pt x="821" y="9801"/>
                    </a:lnTo>
                    <a:lnTo>
                      <a:pt x="821"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1550;p36">
                <a:extLst>
                  <a:ext uri="{FF2B5EF4-FFF2-40B4-BE49-F238E27FC236}">
                    <a16:creationId xmlns:a16="http://schemas.microsoft.com/office/drawing/2014/main" id="{640904B9-2E93-328F-9ACA-E0D5450B4F01}"/>
                  </a:ext>
                </a:extLst>
              </p:cNvPr>
              <p:cNvSpPr/>
              <p:nvPr/>
            </p:nvSpPr>
            <p:spPr>
              <a:xfrm>
                <a:off x="970673" y="4155300"/>
                <a:ext cx="34364" cy="245050"/>
              </a:xfrm>
              <a:custGeom>
                <a:avLst/>
                <a:gdLst/>
                <a:ahLst/>
                <a:cxnLst/>
                <a:rect l="l" t="t" r="r" b="b"/>
                <a:pathLst>
                  <a:path w="822" h="9802" extrusionOk="0">
                    <a:moveTo>
                      <a:pt x="0" y="9801"/>
                    </a:moveTo>
                    <a:lnTo>
                      <a:pt x="821" y="9801"/>
                    </a:lnTo>
                    <a:lnTo>
                      <a:pt x="821"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1551;p36">
                <a:extLst>
                  <a:ext uri="{FF2B5EF4-FFF2-40B4-BE49-F238E27FC236}">
                    <a16:creationId xmlns:a16="http://schemas.microsoft.com/office/drawing/2014/main" id="{ABF15E2D-83BA-120A-F493-5B454ECBF85C}"/>
                  </a:ext>
                </a:extLst>
              </p:cNvPr>
              <p:cNvSpPr/>
              <p:nvPr/>
            </p:nvSpPr>
            <p:spPr>
              <a:xfrm>
                <a:off x="1182173" y="4148775"/>
                <a:ext cx="34364" cy="244575"/>
              </a:xfrm>
              <a:custGeom>
                <a:avLst/>
                <a:gdLst/>
                <a:ahLst/>
                <a:cxnLst/>
                <a:rect l="l" t="t" r="r" b="b"/>
                <a:pathLst>
                  <a:path w="822" h="9783" extrusionOk="0">
                    <a:moveTo>
                      <a:pt x="0" y="9782"/>
                    </a:moveTo>
                    <a:lnTo>
                      <a:pt x="821" y="9782"/>
                    </a:lnTo>
                    <a:lnTo>
                      <a:pt x="821"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1552;p36">
                <a:extLst>
                  <a:ext uri="{FF2B5EF4-FFF2-40B4-BE49-F238E27FC236}">
                    <a16:creationId xmlns:a16="http://schemas.microsoft.com/office/drawing/2014/main" id="{E955D1FF-80A1-8623-F4A6-AAC5F0A4B521}"/>
                  </a:ext>
                </a:extLst>
              </p:cNvPr>
              <p:cNvSpPr/>
              <p:nvPr/>
            </p:nvSpPr>
            <p:spPr>
              <a:xfrm>
                <a:off x="1393673" y="4141775"/>
                <a:ext cx="34364" cy="245025"/>
              </a:xfrm>
              <a:custGeom>
                <a:avLst/>
                <a:gdLst/>
                <a:ahLst/>
                <a:cxnLst/>
                <a:rect l="l" t="t" r="r" b="b"/>
                <a:pathLst>
                  <a:path w="822" h="9801" extrusionOk="0">
                    <a:moveTo>
                      <a:pt x="0" y="9801"/>
                    </a:moveTo>
                    <a:lnTo>
                      <a:pt x="821" y="9801"/>
                    </a:lnTo>
                    <a:lnTo>
                      <a:pt x="821"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1553;p36">
                <a:extLst>
                  <a:ext uri="{FF2B5EF4-FFF2-40B4-BE49-F238E27FC236}">
                    <a16:creationId xmlns:a16="http://schemas.microsoft.com/office/drawing/2014/main" id="{9FC08D44-AB53-513C-0F67-24176A3D431E}"/>
                  </a:ext>
                </a:extLst>
              </p:cNvPr>
              <p:cNvSpPr/>
              <p:nvPr/>
            </p:nvSpPr>
            <p:spPr>
              <a:xfrm>
                <a:off x="1605172" y="4134775"/>
                <a:ext cx="34364" cy="245025"/>
              </a:xfrm>
              <a:custGeom>
                <a:avLst/>
                <a:gdLst/>
                <a:ahLst/>
                <a:cxnLst/>
                <a:rect l="l" t="t" r="r" b="b"/>
                <a:pathLst>
                  <a:path w="822" h="9801" extrusionOk="0">
                    <a:moveTo>
                      <a:pt x="0" y="9801"/>
                    </a:moveTo>
                    <a:lnTo>
                      <a:pt x="821" y="9801"/>
                    </a:lnTo>
                    <a:lnTo>
                      <a:pt x="821"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1554;p36">
                <a:extLst>
                  <a:ext uri="{FF2B5EF4-FFF2-40B4-BE49-F238E27FC236}">
                    <a16:creationId xmlns:a16="http://schemas.microsoft.com/office/drawing/2014/main" id="{821CEC93-45C0-6A25-1AFC-F687C7AA66A6}"/>
                  </a:ext>
                </a:extLst>
              </p:cNvPr>
              <p:cNvSpPr/>
              <p:nvPr/>
            </p:nvSpPr>
            <p:spPr>
              <a:xfrm>
                <a:off x="1816672" y="4127775"/>
                <a:ext cx="33569" cy="245025"/>
              </a:xfrm>
              <a:custGeom>
                <a:avLst/>
                <a:gdLst/>
                <a:ahLst/>
                <a:cxnLst/>
                <a:rect l="l" t="t" r="r" b="b"/>
                <a:pathLst>
                  <a:path w="803" h="9801" extrusionOk="0">
                    <a:moveTo>
                      <a:pt x="0" y="9801"/>
                    </a:moveTo>
                    <a:lnTo>
                      <a:pt x="803" y="9801"/>
                    </a:lnTo>
                    <a:lnTo>
                      <a:pt x="803"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1555;p36">
                <a:extLst>
                  <a:ext uri="{FF2B5EF4-FFF2-40B4-BE49-F238E27FC236}">
                    <a16:creationId xmlns:a16="http://schemas.microsoft.com/office/drawing/2014/main" id="{17F48074-A7B8-B7E4-9965-00271F503D4E}"/>
                  </a:ext>
                </a:extLst>
              </p:cNvPr>
              <p:cNvSpPr/>
              <p:nvPr/>
            </p:nvSpPr>
            <p:spPr>
              <a:xfrm>
                <a:off x="2027377" y="4121225"/>
                <a:ext cx="34364" cy="244575"/>
              </a:xfrm>
              <a:custGeom>
                <a:avLst/>
                <a:gdLst/>
                <a:ahLst/>
                <a:cxnLst/>
                <a:rect l="l" t="t" r="r" b="b"/>
                <a:pathLst>
                  <a:path w="822" h="9783" extrusionOk="0">
                    <a:moveTo>
                      <a:pt x="0" y="9783"/>
                    </a:moveTo>
                    <a:lnTo>
                      <a:pt x="822" y="9783"/>
                    </a:lnTo>
                    <a:lnTo>
                      <a:pt x="822"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1556;p36">
                <a:extLst>
                  <a:ext uri="{FF2B5EF4-FFF2-40B4-BE49-F238E27FC236}">
                    <a16:creationId xmlns:a16="http://schemas.microsoft.com/office/drawing/2014/main" id="{52C0F10A-12FB-E6F4-E6A1-534E17EF31E1}"/>
                  </a:ext>
                </a:extLst>
              </p:cNvPr>
              <p:cNvSpPr/>
              <p:nvPr/>
            </p:nvSpPr>
            <p:spPr>
              <a:xfrm>
                <a:off x="2238877" y="4114225"/>
                <a:ext cx="34364" cy="245050"/>
              </a:xfrm>
              <a:custGeom>
                <a:avLst/>
                <a:gdLst/>
                <a:ahLst/>
                <a:cxnLst/>
                <a:rect l="l" t="t" r="r" b="b"/>
                <a:pathLst>
                  <a:path w="822" h="9802" extrusionOk="0">
                    <a:moveTo>
                      <a:pt x="0" y="9801"/>
                    </a:moveTo>
                    <a:lnTo>
                      <a:pt x="822" y="9801"/>
                    </a:lnTo>
                    <a:lnTo>
                      <a:pt x="822"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1557;p36">
                <a:extLst>
                  <a:ext uri="{FF2B5EF4-FFF2-40B4-BE49-F238E27FC236}">
                    <a16:creationId xmlns:a16="http://schemas.microsoft.com/office/drawing/2014/main" id="{13607C2D-15B6-2269-701A-421DD1927134}"/>
                  </a:ext>
                </a:extLst>
              </p:cNvPr>
              <p:cNvSpPr/>
              <p:nvPr/>
            </p:nvSpPr>
            <p:spPr>
              <a:xfrm>
                <a:off x="2450377" y="4107225"/>
                <a:ext cx="34364" cy="245050"/>
              </a:xfrm>
              <a:custGeom>
                <a:avLst/>
                <a:gdLst/>
                <a:ahLst/>
                <a:cxnLst/>
                <a:rect l="l" t="t" r="r" b="b"/>
                <a:pathLst>
                  <a:path w="822" h="9802" extrusionOk="0">
                    <a:moveTo>
                      <a:pt x="0" y="9801"/>
                    </a:moveTo>
                    <a:lnTo>
                      <a:pt x="822" y="9801"/>
                    </a:lnTo>
                    <a:lnTo>
                      <a:pt x="822"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1558;p36">
                <a:extLst>
                  <a:ext uri="{FF2B5EF4-FFF2-40B4-BE49-F238E27FC236}">
                    <a16:creationId xmlns:a16="http://schemas.microsoft.com/office/drawing/2014/main" id="{EAD57549-8981-6B50-6A9F-1397E63C8317}"/>
                  </a:ext>
                </a:extLst>
              </p:cNvPr>
              <p:cNvSpPr/>
              <p:nvPr/>
            </p:nvSpPr>
            <p:spPr>
              <a:xfrm>
                <a:off x="2661876" y="4100225"/>
                <a:ext cx="34364" cy="245050"/>
              </a:xfrm>
              <a:custGeom>
                <a:avLst/>
                <a:gdLst/>
                <a:ahLst/>
                <a:cxnLst/>
                <a:rect l="l" t="t" r="r" b="b"/>
                <a:pathLst>
                  <a:path w="822" h="9802" extrusionOk="0">
                    <a:moveTo>
                      <a:pt x="0" y="9801"/>
                    </a:moveTo>
                    <a:lnTo>
                      <a:pt x="822" y="9801"/>
                    </a:lnTo>
                    <a:lnTo>
                      <a:pt x="822"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1559;p36">
                <a:extLst>
                  <a:ext uri="{FF2B5EF4-FFF2-40B4-BE49-F238E27FC236}">
                    <a16:creationId xmlns:a16="http://schemas.microsoft.com/office/drawing/2014/main" id="{D13F7B01-F709-6164-5BFB-F31D4454ED29}"/>
                  </a:ext>
                </a:extLst>
              </p:cNvPr>
              <p:cNvSpPr/>
              <p:nvPr/>
            </p:nvSpPr>
            <p:spPr>
              <a:xfrm>
                <a:off x="2873376" y="4093700"/>
                <a:ext cx="34364" cy="244575"/>
              </a:xfrm>
              <a:custGeom>
                <a:avLst/>
                <a:gdLst/>
                <a:ahLst/>
                <a:cxnLst/>
                <a:rect l="l" t="t" r="r" b="b"/>
                <a:pathLst>
                  <a:path w="822" h="9783" extrusionOk="0">
                    <a:moveTo>
                      <a:pt x="0" y="9782"/>
                    </a:moveTo>
                    <a:lnTo>
                      <a:pt x="822" y="9782"/>
                    </a:lnTo>
                    <a:lnTo>
                      <a:pt x="822"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1560;p36">
                <a:extLst>
                  <a:ext uri="{FF2B5EF4-FFF2-40B4-BE49-F238E27FC236}">
                    <a16:creationId xmlns:a16="http://schemas.microsoft.com/office/drawing/2014/main" id="{629235BD-D406-38DA-0108-41AE1E2A7883}"/>
                  </a:ext>
                </a:extLst>
              </p:cNvPr>
              <p:cNvSpPr/>
              <p:nvPr/>
            </p:nvSpPr>
            <p:spPr>
              <a:xfrm>
                <a:off x="3084876" y="4086700"/>
                <a:ext cx="33611" cy="245050"/>
              </a:xfrm>
              <a:custGeom>
                <a:avLst/>
                <a:gdLst/>
                <a:ahLst/>
                <a:cxnLst/>
                <a:rect l="l" t="t" r="r" b="b"/>
                <a:pathLst>
                  <a:path w="804" h="9802" extrusionOk="0">
                    <a:moveTo>
                      <a:pt x="0" y="9801"/>
                    </a:moveTo>
                    <a:lnTo>
                      <a:pt x="803" y="9801"/>
                    </a:lnTo>
                    <a:lnTo>
                      <a:pt x="803"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1561;p36">
                <a:extLst>
                  <a:ext uri="{FF2B5EF4-FFF2-40B4-BE49-F238E27FC236}">
                    <a16:creationId xmlns:a16="http://schemas.microsoft.com/office/drawing/2014/main" id="{508D0919-FB4B-B97F-2D0F-3F1060A372EA}"/>
                  </a:ext>
                </a:extLst>
              </p:cNvPr>
              <p:cNvSpPr/>
              <p:nvPr/>
            </p:nvSpPr>
            <p:spPr>
              <a:xfrm>
                <a:off x="3296375" y="4079700"/>
                <a:ext cx="33611" cy="245050"/>
              </a:xfrm>
              <a:custGeom>
                <a:avLst/>
                <a:gdLst/>
                <a:ahLst/>
                <a:cxnLst/>
                <a:rect l="l" t="t" r="r" b="b"/>
                <a:pathLst>
                  <a:path w="804" h="9802" extrusionOk="0">
                    <a:moveTo>
                      <a:pt x="0" y="9801"/>
                    </a:moveTo>
                    <a:lnTo>
                      <a:pt x="803" y="9801"/>
                    </a:lnTo>
                    <a:lnTo>
                      <a:pt x="803"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1562;p36">
                <a:extLst>
                  <a:ext uri="{FF2B5EF4-FFF2-40B4-BE49-F238E27FC236}">
                    <a16:creationId xmlns:a16="http://schemas.microsoft.com/office/drawing/2014/main" id="{0630A504-6226-C0AD-2AEF-87DF59999BB3}"/>
                  </a:ext>
                </a:extLst>
              </p:cNvPr>
              <p:cNvSpPr/>
              <p:nvPr/>
            </p:nvSpPr>
            <p:spPr>
              <a:xfrm>
                <a:off x="3507081" y="4072700"/>
                <a:ext cx="34406" cy="245025"/>
              </a:xfrm>
              <a:custGeom>
                <a:avLst/>
                <a:gdLst/>
                <a:ahLst/>
                <a:cxnLst/>
                <a:rect l="l" t="t" r="r" b="b"/>
                <a:pathLst>
                  <a:path w="823" h="9801" extrusionOk="0">
                    <a:moveTo>
                      <a:pt x="1" y="9801"/>
                    </a:moveTo>
                    <a:lnTo>
                      <a:pt x="822" y="9801"/>
                    </a:lnTo>
                    <a:lnTo>
                      <a:pt x="822" y="0"/>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1563;p36">
                <a:extLst>
                  <a:ext uri="{FF2B5EF4-FFF2-40B4-BE49-F238E27FC236}">
                    <a16:creationId xmlns:a16="http://schemas.microsoft.com/office/drawing/2014/main" id="{674B3B94-EC8B-089E-3AB5-1D0512CBD38E}"/>
                  </a:ext>
                </a:extLst>
              </p:cNvPr>
              <p:cNvSpPr/>
              <p:nvPr/>
            </p:nvSpPr>
            <p:spPr>
              <a:xfrm>
                <a:off x="3718580" y="4066175"/>
                <a:ext cx="34406" cy="244550"/>
              </a:xfrm>
              <a:custGeom>
                <a:avLst/>
                <a:gdLst/>
                <a:ahLst/>
                <a:cxnLst/>
                <a:rect l="l" t="t" r="r" b="b"/>
                <a:pathLst>
                  <a:path w="823" h="9782" extrusionOk="0">
                    <a:moveTo>
                      <a:pt x="1" y="9782"/>
                    </a:moveTo>
                    <a:lnTo>
                      <a:pt x="822" y="9782"/>
                    </a:lnTo>
                    <a:lnTo>
                      <a:pt x="822" y="0"/>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1564;p36">
                <a:extLst>
                  <a:ext uri="{FF2B5EF4-FFF2-40B4-BE49-F238E27FC236}">
                    <a16:creationId xmlns:a16="http://schemas.microsoft.com/office/drawing/2014/main" id="{37255BB0-0EFE-2FF9-24F4-9B4351C6DA55}"/>
                  </a:ext>
                </a:extLst>
              </p:cNvPr>
              <p:cNvSpPr/>
              <p:nvPr/>
            </p:nvSpPr>
            <p:spPr>
              <a:xfrm>
                <a:off x="3930080" y="4059150"/>
                <a:ext cx="34406" cy="245050"/>
              </a:xfrm>
              <a:custGeom>
                <a:avLst/>
                <a:gdLst/>
                <a:ahLst/>
                <a:cxnLst/>
                <a:rect l="l" t="t" r="r" b="b"/>
                <a:pathLst>
                  <a:path w="823" h="9802" extrusionOk="0">
                    <a:moveTo>
                      <a:pt x="1" y="9802"/>
                    </a:moveTo>
                    <a:lnTo>
                      <a:pt x="822" y="9802"/>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1565;p36">
                <a:extLst>
                  <a:ext uri="{FF2B5EF4-FFF2-40B4-BE49-F238E27FC236}">
                    <a16:creationId xmlns:a16="http://schemas.microsoft.com/office/drawing/2014/main" id="{D3E8D6F9-0F4F-66E4-0BAA-AED624483F46}"/>
                  </a:ext>
                </a:extLst>
              </p:cNvPr>
              <p:cNvSpPr/>
              <p:nvPr/>
            </p:nvSpPr>
            <p:spPr>
              <a:xfrm>
                <a:off x="4141580" y="4052150"/>
                <a:ext cx="34406" cy="245050"/>
              </a:xfrm>
              <a:custGeom>
                <a:avLst/>
                <a:gdLst/>
                <a:ahLst/>
                <a:cxnLst/>
                <a:rect l="l" t="t" r="r" b="b"/>
                <a:pathLst>
                  <a:path w="823" h="9802" extrusionOk="0">
                    <a:moveTo>
                      <a:pt x="1" y="9802"/>
                    </a:moveTo>
                    <a:lnTo>
                      <a:pt x="822" y="9802"/>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1566;p36">
                <a:extLst>
                  <a:ext uri="{FF2B5EF4-FFF2-40B4-BE49-F238E27FC236}">
                    <a16:creationId xmlns:a16="http://schemas.microsoft.com/office/drawing/2014/main" id="{A0F64FCE-F14A-595A-3649-EA9ACABCC7CD}"/>
                  </a:ext>
                </a:extLst>
              </p:cNvPr>
              <p:cNvSpPr/>
              <p:nvPr/>
            </p:nvSpPr>
            <p:spPr>
              <a:xfrm>
                <a:off x="4353079" y="4045625"/>
                <a:ext cx="33611" cy="244575"/>
              </a:xfrm>
              <a:custGeom>
                <a:avLst/>
                <a:gdLst/>
                <a:ahLst/>
                <a:cxnLst/>
                <a:rect l="l" t="t" r="r" b="b"/>
                <a:pathLst>
                  <a:path w="804" h="9783" extrusionOk="0">
                    <a:moveTo>
                      <a:pt x="1" y="9783"/>
                    </a:moveTo>
                    <a:lnTo>
                      <a:pt x="804" y="9783"/>
                    </a:lnTo>
                    <a:lnTo>
                      <a:pt x="804"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1567;p36">
                <a:extLst>
                  <a:ext uri="{FF2B5EF4-FFF2-40B4-BE49-F238E27FC236}">
                    <a16:creationId xmlns:a16="http://schemas.microsoft.com/office/drawing/2014/main" id="{A0A93F4B-B717-5CE1-95BF-FE883BDD1637}"/>
                  </a:ext>
                </a:extLst>
              </p:cNvPr>
              <p:cNvSpPr/>
              <p:nvPr/>
            </p:nvSpPr>
            <p:spPr>
              <a:xfrm>
                <a:off x="4564579" y="4038625"/>
                <a:ext cx="33611" cy="244575"/>
              </a:xfrm>
              <a:custGeom>
                <a:avLst/>
                <a:gdLst/>
                <a:ahLst/>
                <a:cxnLst/>
                <a:rect l="l" t="t" r="r" b="b"/>
                <a:pathLst>
                  <a:path w="804" h="9783" extrusionOk="0">
                    <a:moveTo>
                      <a:pt x="1" y="9783"/>
                    </a:moveTo>
                    <a:lnTo>
                      <a:pt x="804" y="9783"/>
                    </a:lnTo>
                    <a:lnTo>
                      <a:pt x="804"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1568;p36">
                <a:extLst>
                  <a:ext uri="{FF2B5EF4-FFF2-40B4-BE49-F238E27FC236}">
                    <a16:creationId xmlns:a16="http://schemas.microsoft.com/office/drawing/2014/main" id="{80B9A5F1-9CFD-253E-40E3-CB3182A9EFA1}"/>
                  </a:ext>
                </a:extLst>
              </p:cNvPr>
              <p:cNvSpPr/>
              <p:nvPr/>
            </p:nvSpPr>
            <p:spPr>
              <a:xfrm>
                <a:off x="4775326" y="4031625"/>
                <a:ext cx="34364" cy="245050"/>
              </a:xfrm>
              <a:custGeom>
                <a:avLst/>
                <a:gdLst/>
                <a:ahLst/>
                <a:cxnLst/>
                <a:rect l="l" t="t" r="r" b="b"/>
                <a:pathLst>
                  <a:path w="822" h="9802" extrusionOk="0">
                    <a:moveTo>
                      <a:pt x="0" y="9801"/>
                    </a:moveTo>
                    <a:lnTo>
                      <a:pt x="822" y="9801"/>
                    </a:lnTo>
                    <a:lnTo>
                      <a:pt x="822"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1569;p36">
                <a:extLst>
                  <a:ext uri="{FF2B5EF4-FFF2-40B4-BE49-F238E27FC236}">
                    <a16:creationId xmlns:a16="http://schemas.microsoft.com/office/drawing/2014/main" id="{80AFE46F-70AB-3B41-E4B9-4785604ABD46}"/>
                  </a:ext>
                </a:extLst>
              </p:cNvPr>
              <p:cNvSpPr/>
              <p:nvPr/>
            </p:nvSpPr>
            <p:spPr>
              <a:xfrm>
                <a:off x="4986826" y="4024625"/>
                <a:ext cx="34364" cy="245050"/>
              </a:xfrm>
              <a:custGeom>
                <a:avLst/>
                <a:gdLst/>
                <a:ahLst/>
                <a:cxnLst/>
                <a:rect l="l" t="t" r="r" b="b"/>
                <a:pathLst>
                  <a:path w="822" h="9802" extrusionOk="0">
                    <a:moveTo>
                      <a:pt x="0" y="9801"/>
                    </a:moveTo>
                    <a:lnTo>
                      <a:pt x="822" y="9801"/>
                    </a:lnTo>
                    <a:lnTo>
                      <a:pt x="822"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1570;p36">
                <a:extLst>
                  <a:ext uri="{FF2B5EF4-FFF2-40B4-BE49-F238E27FC236}">
                    <a16:creationId xmlns:a16="http://schemas.microsoft.com/office/drawing/2014/main" id="{E152E664-9E28-F0EE-0629-5A309BBA778A}"/>
                  </a:ext>
                </a:extLst>
              </p:cNvPr>
              <p:cNvSpPr/>
              <p:nvPr/>
            </p:nvSpPr>
            <p:spPr>
              <a:xfrm>
                <a:off x="5198325" y="4018100"/>
                <a:ext cx="34364" cy="244575"/>
              </a:xfrm>
              <a:custGeom>
                <a:avLst/>
                <a:gdLst/>
                <a:ahLst/>
                <a:cxnLst/>
                <a:rect l="l" t="t" r="r" b="b"/>
                <a:pathLst>
                  <a:path w="822" h="9783" extrusionOk="0">
                    <a:moveTo>
                      <a:pt x="0" y="9782"/>
                    </a:moveTo>
                    <a:lnTo>
                      <a:pt x="822" y="9782"/>
                    </a:lnTo>
                    <a:lnTo>
                      <a:pt x="822"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1571;p36">
                <a:extLst>
                  <a:ext uri="{FF2B5EF4-FFF2-40B4-BE49-F238E27FC236}">
                    <a16:creationId xmlns:a16="http://schemas.microsoft.com/office/drawing/2014/main" id="{7B7FE93C-AAD0-3DF4-0AD6-75F0B1E55A4C}"/>
                  </a:ext>
                </a:extLst>
              </p:cNvPr>
              <p:cNvSpPr/>
              <p:nvPr/>
            </p:nvSpPr>
            <p:spPr>
              <a:xfrm>
                <a:off x="5409825" y="4011100"/>
                <a:ext cx="34364" cy="245025"/>
              </a:xfrm>
              <a:custGeom>
                <a:avLst/>
                <a:gdLst/>
                <a:ahLst/>
                <a:cxnLst/>
                <a:rect l="l" t="t" r="r" b="b"/>
                <a:pathLst>
                  <a:path w="822" h="9801" extrusionOk="0">
                    <a:moveTo>
                      <a:pt x="0" y="9801"/>
                    </a:moveTo>
                    <a:lnTo>
                      <a:pt x="822" y="9801"/>
                    </a:lnTo>
                    <a:lnTo>
                      <a:pt x="822"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1572;p36">
                <a:extLst>
                  <a:ext uri="{FF2B5EF4-FFF2-40B4-BE49-F238E27FC236}">
                    <a16:creationId xmlns:a16="http://schemas.microsoft.com/office/drawing/2014/main" id="{9C8806CA-6DB7-3A2B-AEBE-89036BEE2125}"/>
                  </a:ext>
                </a:extLst>
              </p:cNvPr>
              <p:cNvSpPr/>
              <p:nvPr/>
            </p:nvSpPr>
            <p:spPr>
              <a:xfrm>
                <a:off x="5621325" y="4004100"/>
                <a:ext cx="34364" cy="245025"/>
              </a:xfrm>
              <a:custGeom>
                <a:avLst/>
                <a:gdLst/>
                <a:ahLst/>
                <a:cxnLst/>
                <a:rect l="l" t="t" r="r" b="b"/>
                <a:pathLst>
                  <a:path w="822" h="9801" extrusionOk="0">
                    <a:moveTo>
                      <a:pt x="0" y="9801"/>
                    </a:moveTo>
                    <a:lnTo>
                      <a:pt x="822" y="9801"/>
                    </a:lnTo>
                    <a:lnTo>
                      <a:pt x="822"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1573;p36">
                <a:extLst>
                  <a:ext uri="{FF2B5EF4-FFF2-40B4-BE49-F238E27FC236}">
                    <a16:creationId xmlns:a16="http://schemas.microsoft.com/office/drawing/2014/main" id="{1F812F73-75FC-56CF-B1BC-EEBDE508F871}"/>
                  </a:ext>
                </a:extLst>
              </p:cNvPr>
              <p:cNvSpPr/>
              <p:nvPr/>
            </p:nvSpPr>
            <p:spPr>
              <a:xfrm>
                <a:off x="5832824" y="3997100"/>
                <a:ext cx="33569" cy="245025"/>
              </a:xfrm>
              <a:custGeom>
                <a:avLst/>
                <a:gdLst/>
                <a:ahLst/>
                <a:cxnLst/>
                <a:rect l="l" t="t" r="r" b="b"/>
                <a:pathLst>
                  <a:path w="803" h="9801" extrusionOk="0">
                    <a:moveTo>
                      <a:pt x="0" y="9801"/>
                    </a:moveTo>
                    <a:lnTo>
                      <a:pt x="803" y="9801"/>
                    </a:lnTo>
                    <a:lnTo>
                      <a:pt x="803"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1574;p36">
                <a:extLst>
                  <a:ext uri="{FF2B5EF4-FFF2-40B4-BE49-F238E27FC236}">
                    <a16:creationId xmlns:a16="http://schemas.microsoft.com/office/drawing/2014/main" id="{970D8F09-9616-FD8C-163A-07B551854C90}"/>
                  </a:ext>
                </a:extLst>
              </p:cNvPr>
              <p:cNvSpPr/>
              <p:nvPr/>
            </p:nvSpPr>
            <p:spPr>
              <a:xfrm>
                <a:off x="6043530" y="3990550"/>
                <a:ext cx="34364" cy="244575"/>
              </a:xfrm>
              <a:custGeom>
                <a:avLst/>
                <a:gdLst/>
                <a:ahLst/>
                <a:cxnLst/>
                <a:rect l="l" t="t" r="r" b="b"/>
                <a:pathLst>
                  <a:path w="822" h="9783" extrusionOk="0">
                    <a:moveTo>
                      <a:pt x="1" y="9783"/>
                    </a:moveTo>
                    <a:lnTo>
                      <a:pt x="822" y="9783"/>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1575;p36">
                <a:extLst>
                  <a:ext uri="{FF2B5EF4-FFF2-40B4-BE49-F238E27FC236}">
                    <a16:creationId xmlns:a16="http://schemas.microsoft.com/office/drawing/2014/main" id="{8065F89C-19FC-46AB-0FD9-6845F426B129}"/>
                  </a:ext>
                </a:extLst>
              </p:cNvPr>
              <p:cNvSpPr/>
              <p:nvPr/>
            </p:nvSpPr>
            <p:spPr>
              <a:xfrm>
                <a:off x="6255029" y="3983550"/>
                <a:ext cx="34364" cy="245050"/>
              </a:xfrm>
              <a:custGeom>
                <a:avLst/>
                <a:gdLst/>
                <a:ahLst/>
                <a:cxnLst/>
                <a:rect l="l" t="t" r="r" b="b"/>
                <a:pathLst>
                  <a:path w="822" h="9802" extrusionOk="0">
                    <a:moveTo>
                      <a:pt x="1" y="9801"/>
                    </a:moveTo>
                    <a:lnTo>
                      <a:pt x="822" y="9801"/>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1576;p36">
                <a:extLst>
                  <a:ext uri="{FF2B5EF4-FFF2-40B4-BE49-F238E27FC236}">
                    <a16:creationId xmlns:a16="http://schemas.microsoft.com/office/drawing/2014/main" id="{CA4FC64A-807B-AA7E-598D-9AC737203AA9}"/>
                  </a:ext>
                </a:extLst>
              </p:cNvPr>
              <p:cNvSpPr/>
              <p:nvPr/>
            </p:nvSpPr>
            <p:spPr>
              <a:xfrm>
                <a:off x="6466529" y="3976550"/>
                <a:ext cx="34364" cy="245050"/>
              </a:xfrm>
              <a:custGeom>
                <a:avLst/>
                <a:gdLst/>
                <a:ahLst/>
                <a:cxnLst/>
                <a:rect l="l" t="t" r="r" b="b"/>
                <a:pathLst>
                  <a:path w="822" h="9802" extrusionOk="0">
                    <a:moveTo>
                      <a:pt x="1" y="9801"/>
                    </a:moveTo>
                    <a:lnTo>
                      <a:pt x="822" y="9801"/>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1577;p36">
                <a:extLst>
                  <a:ext uri="{FF2B5EF4-FFF2-40B4-BE49-F238E27FC236}">
                    <a16:creationId xmlns:a16="http://schemas.microsoft.com/office/drawing/2014/main" id="{015A2890-5B00-8FC0-FAB1-12F96BFD4AAF}"/>
                  </a:ext>
                </a:extLst>
              </p:cNvPr>
              <p:cNvSpPr/>
              <p:nvPr/>
            </p:nvSpPr>
            <p:spPr>
              <a:xfrm>
                <a:off x="6678029" y="3969550"/>
                <a:ext cx="34364" cy="245050"/>
              </a:xfrm>
              <a:custGeom>
                <a:avLst/>
                <a:gdLst/>
                <a:ahLst/>
                <a:cxnLst/>
                <a:rect l="l" t="t" r="r" b="b"/>
                <a:pathLst>
                  <a:path w="822" h="9802" extrusionOk="0">
                    <a:moveTo>
                      <a:pt x="1" y="9801"/>
                    </a:moveTo>
                    <a:lnTo>
                      <a:pt x="822" y="9801"/>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1578;p36">
                <a:extLst>
                  <a:ext uri="{FF2B5EF4-FFF2-40B4-BE49-F238E27FC236}">
                    <a16:creationId xmlns:a16="http://schemas.microsoft.com/office/drawing/2014/main" id="{B746C29D-2422-BCF3-8FA7-52B1434B55E0}"/>
                  </a:ext>
                </a:extLst>
              </p:cNvPr>
              <p:cNvSpPr/>
              <p:nvPr/>
            </p:nvSpPr>
            <p:spPr>
              <a:xfrm>
                <a:off x="6889528" y="3963025"/>
                <a:ext cx="34364" cy="244575"/>
              </a:xfrm>
              <a:custGeom>
                <a:avLst/>
                <a:gdLst/>
                <a:ahLst/>
                <a:cxnLst/>
                <a:rect l="l" t="t" r="r" b="b"/>
                <a:pathLst>
                  <a:path w="822" h="9783" extrusionOk="0">
                    <a:moveTo>
                      <a:pt x="1" y="9782"/>
                    </a:moveTo>
                    <a:lnTo>
                      <a:pt x="822" y="9782"/>
                    </a:lnTo>
                    <a:lnTo>
                      <a:pt x="822" y="0"/>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1579;p36">
                <a:extLst>
                  <a:ext uri="{FF2B5EF4-FFF2-40B4-BE49-F238E27FC236}">
                    <a16:creationId xmlns:a16="http://schemas.microsoft.com/office/drawing/2014/main" id="{58589DE5-3828-B67F-32D1-4FFBAE797550}"/>
                  </a:ext>
                </a:extLst>
              </p:cNvPr>
              <p:cNvSpPr/>
              <p:nvPr/>
            </p:nvSpPr>
            <p:spPr>
              <a:xfrm>
                <a:off x="7101028" y="3956025"/>
                <a:ext cx="33611" cy="245050"/>
              </a:xfrm>
              <a:custGeom>
                <a:avLst/>
                <a:gdLst/>
                <a:ahLst/>
                <a:cxnLst/>
                <a:rect l="l" t="t" r="r" b="b"/>
                <a:pathLst>
                  <a:path w="804" h="9802" extrusionOk="0">
                    <a:moveTo>
                      <a:pt x="1" y="9801"/>
                    </a:moveTo>
                    <a:lnTo>
                      <a:pt x="803" y="9801"/>
                    </a:lnTo>
                    <a:lnTo>
                      <a:pt x="803" y="0"/>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1580;p36">
                <a:extLst>
                  <a:ext uri="{FF2B5EF4-FFF2-40B4-BE49-F238E27FC236}">
                    <a16:creationId xmlns:a16="http://schemas.microsoft.com/office/drawing/2014/main" id="{AF54A099-F59F-BFFA-8F1A-151B512738FA}"/>
                  </a:ext>
                </a:extLst>
              </p:cNvPr>
              <p:cNvSpPr/>
              <p:nvPr/>
            </p:nvSpPr>
            <p:spPr>
              <a:xfrm>
                <a:off x="7311733" y="3949025"/>
                <a:ext cx="34406" cy="245050"/>
              </a:xfrm>
              <a:custGeom>
                <a:avLst/>
                <a:gdLst/>
                <a:ahLst/>
                <a:cxnLst/>
                <a:rect l="l" t="t" r="r" b="b"/>
                <a:pathLst>
                  <a:path w="823" h="9802" extrusionOk="0">
                    <a:moveTo>
                      <a:pt x="1" y="9801"/>
                    </a:moveTo>
                    <a:lnTo>
                      <a:pt x="822" y="9801"/>
                    </a:lnTo>
                    <a:lnTo>
                      <a:pt x="822" y="0"/>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1581;p36">
                <a:extLst>
                  <a:ext uri="{FF2B5EF4-FFF2-40B4-BE49-F238E27FC236}">
                    <a16:creationId xmlns:a16="http://schemas.microsoft.com/office/drawing/2014/main" id="{622AC911-DA3D-B31E-E4CB-F18DB2DFFE78}"/>
                  </a:ext>
                </a:extLst>
              </p:cNvPr>
              <p:cNvSpPr/>
              <p:nvPr/>
            </p:nvSpPr>
            <p:spPr>
              <a:xfrm>
                <a:off x="7523233" y="3942025"/>
                <a:ext cx="34406" cy="245025"/>
              </a:xfrm>
              <a:custGeom>
                <a:avLst/>
                <a:gdLst/>
                <a:ahLst/>
                <a:cxnLst/>
                <a:rect l="l" t="t" r="r" b="b"/>
                <a:pathLst>
                  <a:path w="823" h="9801" extrusionOk="0">
                    <a:moveTo>
                      <a:pt x="1" y="9801"/>
                    </a:moveTo>
                    <a:lnTo>
                      <a:pt x="822" y="9801"/>
                    </a:lnTo>
                    <a:lnTo>
                      <a:pt x="822" y="0"/>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1582;p36">
                <a:extLst>
                  <a:ext uri="{FF2B5EF4-FFF2-40B4-BE49-F238E27FC236}">
                    <a16:creationId xmlns:a16="http://schemas.microsoft.com/office/drawing/2014/main" id="{119CA331-106D-EE9D-22B6-05DAF5237054}"/>
                  </a:ext>
                </a:extLst>
              </p:cNvPr>
              <p:cNvSpPr/>
              <p:nvPr/>
            </p:nvSpPr>
            <p:spPr>
              <a:xfrm>
                <a:off x="7734733" y="3935475"/>
                <a:ext cx="34406" cy="244575"/>
              </a:xfrm>
              <a:custGeom>
                <a:avLst/>
                <a:gdLst/>
                <a:ahLst/>
                <a:cxnLst/>
                <a:rect l="l" t="t" r="r" b="b"/>
                <a:pathLst>
                  <a:path w="823" h="9783" extrusionOk="0">
                    <a:moveTo>
                      <a:pt x="1" y="9783"/>
                    </a:moveTo>
                    <a:lnTo>
                      <a:pt x="822" y="9783"/>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1583;p36">
                <a:extLst>
                  <a:ext uri="{FF2B5EF4-FFF2-40B4-BE49-F238E27FC236}">
                    <a16:creationId xmlns:a16="http://schemas.microsoft.com/office/drawing/2014/main" id="{20DBB625-0D7A-C5BC-656B-54985E937942}"/>
                  </a:ext>
                </a:extLst>
              </p:cNvPr>
              <p:cNvSpPr/>
              <p:nvPr/>
            </p:nvSpPr>
            <p:spPr>
              <a:xfrm>
                <a:off x="7946232" y="3928475"/>
                <a:ext cx="34406" cy="245050"/>
              </a:xfrm>
              <a:custGeom>
                <a:avLst/>
                <a:gdLst/>
                <a:ahLst/>
                <a:cxnLst/>
                <a:rect l="l" t="t" r="r" b="b"/>
                <a:pathLst>
                  <a:path w="823" h="9802" extrusionOk="0">
                    <a:moveTo>
                      <a:pt x="1" y="9802"/>
                    </a:moveTo>
                    <a:lnTo>
                      <a:pt x="822" y="9802"/>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1584;p36">
                <a:extLst>
                  <a:ext uri="{FF2B5EF4-FFF2-40B4-BE49-F238E27FC236}">
                    <a16:creationId xmlns:a16="http://schemas.microsoft.com/office/drawing/2014/main" id="{A85001E0-C7A0-41B3-02C9-C8E6C8C8CACD}"/>
                  </a:ext>
                </a:extLst>
              </p:cNvPr>
              <p:cNvSpPr/>
              <p:nvPr/>
            </p:nvSpPr>
            <p:spPr>
              <a:xfrm>
                <a:off x="8157732" y="3921475"/>
                <a:ext cx="34406" cy="245050"/>
              </a:xfrm>
              <a:custGeom>
                <a:avLst/>
                <a:gdLst/>
                <a:ahLst/>
                <a:cxnLst/>
                <a:rect l="l" t="t" r="r" b="b"/>
                <a:pathLst>
                  <a:path w="823" h="9802" extrusionOk="0">
                    <a:moveTo>
                      <a:pt x="1" y="9802"/>
                    </a:moveTo>
                    <a:lnTo>
                      <a:pt x="822" y="9802"/>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1585;p36">
                <a:extLst>
                  <a:ext uri="{FF2B5EF4-FFF2-40B4-BE49-F238E27FC236}">
                    <a16:creationId xmlns:a16="http://schemas.microsoft.com/office/drawing/2014/main" id="{8694BE50-6CCE-FC56-4A1F-D91FB472002A}"/>
                  </a:ext>
                </a:extLst>
              </p:cNvPr>
              <p:cNvSpPr/>
              <p:nvPr/>
            </p:nvSpPr>
            <p:spPr>
              <a:xfrm>
                <a:off x="8369232" y="3914475"/>
                <a:ext cx="33611" cy="245050"/>
              </a:xfrm>
              <a:custGeom>
                <a:avLst/>
                <a:gdLst/>
                <a:ahLst/>
                <a:cxnLst/>
                <a:rect l="l" t="t" r="r" b="b"/>
                <a:pathLst>
                  <a:path w="804" h="9802" extrusionOk="0">
                    <a:moveTo>
                      <a:pt x="1" y="9802"/>
                    </a:moveTo>
                    <a:lnTo>
                      <a:pt x="804" y="9802"/>
                    </a:lnTo>
                    <a:lnTo>
                      <a:pt x="804"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1586;p36">
                <a:extLst>
                  <a:ext uri="{FF2B5EF4-FFF2-40B4-BE49-F238E27FC236}">
                    <a16:creationId xmlns:a16="http://schemas.microsoft.com/office/drawing/2014/main" id="{832547ED-E639-099B-74BD-5D535B337BDB}"/>
                  </a:ext>
                </a:extLst>
              </p:cNvPr>
              <p:cNvSpPr/>
              <p:nvPr/>
            </p:nvSpPr>
            <p:spPr>
              <a:xfrm>
                <a:off x="8580773" y="3907950"/>
                <a:ext cx="33569" cy="244575"/>
              </a:xfrm>
              <a:custGeom>
                <a:avLst/>
                <a:gdLst/>
                <a:ahLst/>
                <a:cxnLst/>
                <a:rect l="l" t="t" r="r" b="b"/>
                <a:pathLst>
                  <a:path w="803" h="9783" extrusionOk="0">
                    <a:moveTo>
                      <a:pt x="0" y="9783"/>
                    </a:moveTo>
                    <a:lnTo>
                      <a:pt x="803" y="9783"/>
                    </a:lnTo>
                    <a:lnTo>
                      <a:pt x="803"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1587;p36">
                <a:extLst>
                  <a:ext uri="{FF2B5EF4-FFF2-40B4-BE49-F238E27FC236}">
                    <a16:creationId xmlns:a16="http://schemas.microsoft.com/office/drawing/2014/main" id="{BF163634-97CA-199E-C385-D04F8380AE18}"/>
                  </a:ext>
                </a:extLst>
              </p:cNvPr>
              <p:cNvSpPr/>
              <p:nvPr/>
            </p:nvSpPr>
            <p:spPr>
              <a:xfrm>
                <a:off x="8791478" y="3900950"/>
                <a:ext cx="34364" cy="245050"/>
              </a:xfrm>
              <a:custGeom>
                <a:avLst/>
                <a:gdLst/>
                <a:ahLst/>
                <a:cxnLst/>
                <a:rect l="l" t="t" r="r" b="b"/>
                <a:pathLst>
                  <a:path w="822" h="9802" extrusionOk="0">
                    <a:moveTo>
                      <a:pt x="0" y="9801"/>
                    </a:moveTo>
                    <a:lnTo>
                      <a:pt x="822" y="9801"/>
                    </a:lnTo>
                    <a:lnTo>
                      <a:pt x="822"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 name="Google Shape;1588;p36">
              <a:extLst>
                <a:ext uri="{FF2B5EF4-FFF2-40B4-BE49-F238E27FC236}">
                  <a16:creationId xmlns:a16="http://schemas.microsoft.com/office/drawing/2014/main" id="{D4E0E8B3-D0FE-0B0F-8124-70E48E9E83A3}"/>
                </a:ext>
              </a:extLst>
            </p:cNvPr>
            <p:cNvGrpSpPr/>
            <p:nvPr/>
          </p:nvGrpSpPr>
          <p:grpSpPr>
            <a:xfrm flipH="1">
              <a:off x="5406861" y="4293100"/>
              <a:ext cx="3484400" cy="973847"/>
              <a:chOff x="3379075" y="4293100"/>
              <a:chExt cx="3484400" cy="973847"/>
            </a:xfrm>
            <a:grpFill/>
          </p:grpSpPr>
          <p:sp>
            <p:nvSpPr>
              <p:cNvPr id="37" name="Google Shape;1589;p36">
                <a:extLst>
                  <a:ext uri="{FF2B5EF4-FFF2-40B4-BE49-F238E27FC236}">
                    <a16:creationId xmlns:a16="http://schemas.microsoft.com/office/drawing/2014/main" id="{4B65A2E6-99CC-233E-89B1-570887D8CFF6}"/>
                  </a:ext>
                </a:extLst>
              </p:cNvPr>
              <p:cNvSpPr/>
              <p:nvPr/>
            </p:nvSpPr>
            <p:spPr>
              <a:xfrm>
                <a:off x="6638025" y="4293100"/>
                <a:ext cx="225450" cy="266525"/>
              </a:xfrm>
              <a:custGeom>
                <a:avLst/>
                <a:gdLst/>
                <a:ahLst/>
                <a:cxnLst/>
                <a:rect l="l" t="t" r="r" b="b"/>
                <a:pathLst>
                  <a:path w="9018" h="10661" extrusionOk="0">
                    <a:moveTo>
                      <a:pt x="1" y="10660"/>
                    </a:moveTo>
                    <a:lnTo>
                      <a:pt x="9017" y="10660"/>
                    </a:lnTo>
                    <a:lnTo>
                      <a:pt x="9017"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1590;p36">
                <a:extLst>
                  <a:ext uri="{FF2B5EF4-FFF2-40B4-BE49-F238E27FC236}">
                    <a16:creationId xmlns:a16="http://schemas.microsoft.com/office/drawing/2014/main" id="{73881EA7-2037-9C35-2D49-E1E3E56D3BF0}"/>
                  </a:ext>
                </a:extLst>
              </p:cNvPr>
              <p:cNvSpPr/>
              <p:nvPr/>
            </p:nvSpPr>
            <p:spPr>
              <a:xfrm>
                <a:off x="5628575" y="4369300"/>
                <a:ext cx="225425" cy="266525"/>
              </a:xfrm>
              <a:custGeom>
                <a:avLst/>
                <a:gdLst/>
                <a:ahLst/>
                <a:cxnLst/>
                <a:rect l="l" t="t" r="r" b="b"/>
                <a:pathLst>
                  <a:path w="9017" h="10661" extrusionOk="0">
                    <a:moveTo>
                      <a:pt x="0" y="10660"/>
                    </a:moveTo>
                    <a:lnTo>
                      <a:pt x="9017" y="10660"/>
                    </a:lnTo>
                    <a:lnTo>
                      <a:pt x="9017"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1591;p36">
                <a:extLst>
                  <a:ext uri="{FF2B5EF4-FFF2-40B4-BE49-F238E27FC236}">
                    <a16:creationId xmlns:a16="http://schemas.microsoft.com/office/drawing/2014/main" id="{5906597F-259E-77AB-4774-C6A121FBFC3A}"/>
                  </a:ext>
                </a:extLst>
              </p:cNvPr>
              <p:cNvSpPr/>
              <p:nvPr/>
            </p:nvSpPr>
            <p:spPr>
              <a:xfrm>
                <a:off x="5700425" y="4473175"/>
                <a:ext cx="72850" cy="792553"/>
              </a:xfrm>
              <a:custGeom>
                <a:avLst/>
                <a:gdLst/>
                <a:ahLst/>
                <a:cxnLst/>
                <a:rect l="l" t="t" r="r" b="b"/>
                <a:pathLst>
                  <a:path w="2914" h="48780" extrusionOk="0">
                    <a:moveTo>
                      <a:pt x="1" y="48780"/>
                    </a:moveTo>
                    <a:lnTo>
                      <a:pt x="2913" y="48780"/>
                    </a:lnTo>
                    <a:lnTo>
                      <a:pt x="291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1592;p36">
                <a:extLst>
                  <a:ext uri="{FF2B5EF4-FFF2-40B4-BE49-F238E27FC236}">
                    <a16:creationId xmlns:a16="http://schemas.microsoft.com/office/drawing/2014/main" id="{716BB5B2-6607-4370-CF60-A199906CE384}"/>
                  </a:ext>
                </a:extLst>
              </p:cNvPr>
              <p:cNvSpPr/>
              <p:nvPr/>
            </p:nvSpPr>
            <p:spPr>
              <a:xfrm>
                <a:off x="4520150" y="4369300"/>
                <a:ext cx="225450" cy="266525"/>
              </a:xfrm>
              <a:custGeom>
                <a:avLst/>
                <a:gdLst/>
                <a:ahLst/>
                <a:cxnLst/>
                <a:rect l="l" t="t" r="r" b="b"/>
                <a:pathLst>
                  <a:path w="9018" h="10661" extrusionOk="0">
                    <a:moveTo>
                      <a:pt x="1" y="10660"/>
                    </a:moveTo>
                    <a:lnTo>
                      <a:pt x="9017" y="10660"/>
                    </a:lnTo>
                    <a:lnTo>
                      <a:pt x="9017"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1593;p36">
                <a:extLst>
                  <a:ext uri="{FF2B5EF4-FFF2-40B4-BE49-F238E27FC236}">
                    <a16:creationId xmlns:a16="http://schemas.microsoft.com/office/drawing/2014/main" id="{F7B7641B-A3D1-7493-357F-C2B56B795949}"/>
                  </a:ext>
                </a:extLst>
              </p:cNvPr>
              <p:cNvSpPr/>
              <p:nvPr/>
            </p:nvSpPr>
            <p:spPr>
              <a:xfrm>
                <a:off x="4592025" y="4473175"/>
                <a:ext cx="72825" cy="792553"/>
              </a:xfrm>
              <a:custGeom>
                <a:avLst/>
                <a:gdLst/>
                <a:ahLst/>
                <a:cxnLst/>
                <a:rect l="l" t="t" r="r" b="b"/>
                <a:pathLst>
                  <a:path w="2913" h="48780" extrusionOk="0">
                    <a:moveTo>
                      <a:pt x="1" y="48780"/>
                    </a:moveTo>
                    <a:lnTo>
                      <a:pt x="2913" y="48780"/>
                    </a:lnTo>
                    <a:lnTo>
                      <a:pt x="291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1594;p36">
                <a:extLst>
                  <a:ext uri="{FF2B5EF4-FFF2-40B4-BE49-F238E27FC236}">
                    <a16:creationId xmlns:a16="http://schemas.microsoft.com/office/drawing/2014/main" id="{237C0917-4C1F-3CB7-9009-B65020D7C625}"/>
                  </a:ext>
                </a:extLst>
              </p:cNvPr>
              <p:cNvSpPr/>
              <p:nvPr/>
            </p:nvSpPr>
            <p:spPr>
              <a:xfrm>
                <a:off x="3379075" y="4403850"/>
                <a:ext cx="225450" cy="262300"/>
              </a:xfrm>
              <a:custGeom>
                <a:avLst/>
                <a:gdLst/>
                <a:ahLst/>
                <a:cxnLst/>
                <a:rect l="l" t="t" r="r" b="b"/>
                <a:pathLst>
                  <a:path w="9018" h="10492" extrusionOk="0">
                    <a:moveTo>
                      <a:pt x="1" y="10492"/>
                    </a:moveTo>
                    <a:lnTo>
                      <a:pt x="9017" y="10492"/>
                    </a:lnTo>
                    <a:lnTo>
                      <a:pt x="9017" y="0"/>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1595;p36">
                <a:extLst>
                  <a:ext uri="{FF2B5EF4-FFF2-40B4-BE49-F238E27FC236}">
                    <a16:creationId xmlns:a16="http://schemas.microsoft.com/office/drawing/2014/main" id="{ADD9C7FE-1E1D-2183-835E-978789667CDE}"/>
                  </a:ext>
                </a:extLst>
              </p:cNvPr>
              <p:cNvSpPr/>
              <p:nvPr/>
            </p:nvSpPr>
            <p:spPr>
              <a:xfrm>
                <a:off x="3450950" y="4494102"/>
                <a:ext cx="72825" cy="772845"/>
              </a:xfrm>
              <a:custGeom>
                <a:avLst/>
                <a:gdLst/>
                <a:ahLst/>
                <a:cxnLst/>
                <a:rect l="l" t="t" r="r" b="b"/>
                <a:pathLst>
                  <a:path w="2913" h="47567" extrusionOk="0">
                    <a:moveTo>
                      <a:pt x="1" y="47567"/>
                    </a:moveTo>
                    <a:lnTo>
                      <a:pt x="2913" y="47567"/>
                    </a:lnTo>
                    <a:lnTo>
                      <a:pt x="291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 name="Google Shape;1596;p36">
              <a:extLst>
                <a:ext uri="{FF2B5EF4-FFF2-40B4-BE49-F238E27FC236}">
                  <a16:creationId xmlns:a16="http://schemas.microsoft.com/office/drawing/2014/main" id="{363E7CD6-0655-7712-F188-D4A1892F1A79}"/>
                </a:ext>
              </a:extLst>
            </p:cNvPr>
            <p:cNvGrpSpPr/>
            <p:nvPr/>
          </p:nvGrpSpPr>
          <p:grpSpPr>
            <a:xfrm flipH="1">
              <a:off x="-109714" y="4175950"/>
              <a:ext cx="2474925" cy="1050047"/>
              <a:chOff x="3379075" y="4216900"/>
              <a:chExt cx="2474925" cy="1050047"/>
            </a:xfrm>
            <a:grpFill/>
          </p:grpSpPr>
          <p:sp>
            <p:nvSpPr>
              <p:cNvPr id="31" name="Google Shape;1597;p36">
                <a:extLst>
                  <a:ext uri="{FF2B5EF4-FFF2-40B4-BE49-F238E27FC236}">
                    <a16:creationId xmlns:a16="http://schemas.microsoft.com/office/drawing/2014/main" id="{F3148BB1-74BB-E3AA-0F4B-C21D4AC4EB37}"/>
                  </a:ext>
                </a:extLst>
              </p:cNvPr>
              <p:cNvSpPr/>
              <p:nvPr/>
            </p:nvSpPr>
            <p:spPr>
              <a:xfrm>
                <a:off x="5628575" y="4216900"/>
                <a:ext cx="225425" cy="266525"/>
              </a:xfrm>
              <a:custGeom>
                <a:avLst/>
                <a:gdLst/>
                <a:ahLst/>
                <a:cxnLst/>
                <a:rect l="l" t="t" r="r" b="b"/>
                <a:pathLst>
                  <a:path w="9017" h="10661" extrusionOk="0">
                    <a:moveTo>
                      <a:pt x="0" y="10660"/>
                    </a:moveTo>
                    <a:lnTo>
                      <a:pt x="9017" y="10660"/>
                    </a:lnTo>
                    <a:lnTo>
                      <a:pt x="9017"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1598;p36">
                <a:extLst>
                  <a:ext uri="{FF2B5EF4-FFF2-40B4-BE49-F238E27FC236}">
                    <a16:creationId xmlns:a16="http://schemas.microsoft.com/office/drawing/2014/main" id="{D9908424-AB83-2E5A-7E1B-4F05BF8A7D8C}"/>
                  </a:ext>
                </a:extLst>
              </p:cNvPr>
              <p:cNvSpPr/>
              <p:nvPr/>
            </p:nvSpPr>
            <p:spPr>
              <a:xfrm>
                <a:off x="5700425" y="4473175"/>
                <a:ext cx="72850" cy="792553"/>
              </a:xfrm>
              <a:custGeom>
                <a:avLst/>
                <a:gdLst/>
                <a:ahLst/>
                <a:cxnLst/>
                <a:rect l="l" t="t" r="r" b="b"/>
                <a:pathLst>
                  <a:path w="2914" h="48780" extrusionOk="0">
                    <a:moveTo>
                      <a:pt x="1" y="48780"/>
                    </a:moveTo>
                    <a:lnTo>
                      <a:pt x="2913" y="48780"/>
                    </a:lnTo>
                    <a:lnTo>
                      <a:pt x="291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1599;p36">
                <a:extLst>
                  <a:ext uri="{FF2B5EF4-FFF2-40B4-BE49-F238E27FC236}">
                    <a16:creationId xmlns:a16="http://schemas.microsoft.com/office/drawing/2014/main" id="{75784BB2-2247-526C-246D-94643E0186E7}"/>
                  </a:ext>
                </a:extLst>
              </p:cNvPr>
              <p:cNvSpPr/>
              <p:nvPr/>
            </p:nvSpPr>
            <p:spPr>
              <a:xfrm>
                <a:off x="4520150" y="4216900"/>
                <a:ext cx="225450" cy="266525"/>
              </a:xfrm>
              <a:custGeom>
                <a:avLst/>
                <a:gdLst/>
                <a:ahLst/>
                <a:cxnLst/>
                <a:rect l="l" t="t" r="r" b="b"/>
                <a:pathLst>
                  <a:path w="9018" h="10661" extrusionOk="0">
                    <a:moveTo>
                      <a:pt x="1" y="10660"/>
                    </a:moveTo>
                    <a:lnTo>
                      <a:pt x="9017" y="10660"/>
                    </a:lnTo>
                    <a:lnTo>
                      <a:pt x="9017"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1600;p36">
                <a:extLst>
                  <a:ext uri="{FF2B5EF4-FFF2-40B4-BE49-F238E27FC236}">
                    <a16:creationId xmlns:a16="http://schemas.microsoft.com/office/drawing/2014/main" id="{D446ADCA-3583-B3F1-CBA3-E3DED1818624}"/>
                  </a:ext>
                </a:extLst>
              </p:cNvPr>
              <p:cNvSpPr/>
              <p:nvPr/>
            </p:nvSpPr>
            <p:spPr>
              <a:xfrm>
                <a:off x="4592025" y="4473175"/>
                <a:ext cx="72825" cy="792553"/>
              </a:xfrm>
              <a:custGeom>
                <a:avLst/>
                <a:gdLst/>
                <a:ahLst/>
                <a:cxnLst/>
                <a:rect l="l" t="t" r="r" b="b"/>
                <a:pathLst>
                  <a:path w="2913" h="48780" extrusionOk="0">
                    <a:moveTo>
                      <a:pt x="1" y="48780"/>
                    </a:moveTo>
                    <a:lnTo>
                      <a:pt x="2913" y="48780"/>
                    </a:lnTo>
                    <a:lnTo>
                      <a:pt x="291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1601;p36">
                <a:extLst>
                  <a:ext uri="{FF2B5EF4-FFF2-40B4-BE49-F238E27FC236}">
                    <a16:creationId xmlns:a16="http://schemas.microsoft.com/office/drawing/2014/main" id="{A833F2CE-8D6D-E98A-AC55-BE507902349D}"/>
                  </a:ext>
                </a:extLst>
              </p:cNvPr>
              <p:cNvSpPr/>
              <p:nvPr/>
            </p:nvSpPr>
            <p:spPr>
              <a:xfrm>
                <a:off x="3379075" y="4251450"/>
                <a:ext cx="225450" cy="262300"/>
              </a:xfrm>
              <a:custGeom>
                <a:avLst/>
                <a:gdLst/>
                <a:ahLst/>
                <a:cxnLst/>
                <a:rect l="l" t="t" r="r" b="b"/>
                <a:pathLst>
                  <a:path w="9018" h="10492" extrusionOk="0">
                    <a:moveTo>
                      <a:pt x="1" y="10492"/>
                    </a:moveTo>
                    <a:lnTo>
                      <a:pt x="9017" y="10492"/>
                    </a:lnTo>
                    <a:lnTo>
                      <a:pt x="9017" y="0"/>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1602;p36">
                <a:extLst>
                  <a:ext uri="{FF2B5EF4-FFF2-40B4-BE49-F238E27FC236}">
                    <a16:creationId xmlns:a16="http://schemas.microsoft.com/office/drawing/2014/main" id="{7B13F487-589B-FDB6-B7CE-8A0273FBA9DC}"/>
                  </a:ext>
                </a:extLst>
              </p:cNvPr>
              <p:cNvSpPr/>
              <p:nvPr/>
            </p:nvSpPr>
            <p:spPr>
              <a:xfrm>
                <a:off x="3450950" y="4494102"/>
                <a:ext cx="72825" cy="772845"/>
              </a:xfrm>
              <a:custGeom>
                <a:avLst/>
                <a:gdLst/>
                <a:ahLst/>
                <a:cxnLst/>
                <a:rect l="l" t="t" r="r" b="b"/>
                <a:pathLst>
                  <a:path w="2913" h="47567" extrusionOk="0">
                    <a:moveTo>
                      <a:pt x="1" y="47567"/>
                    </a:moveTo>
                    <a:lnTo>
                      <a:pt x="2913" y="47567"/>
                    </a:lnTo>
                    <a:lnTo>
                      <a:pt x="291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94" name="Google Shape;1117;p30">
            <a:extLst>
              <a:ext uri="{FF2B5EF4-FFF2-40B4-BE49-F238E27FC236}">
                <a16:creationId xmlns:a16="http://schemas.microsoft.com/office/drawing/2014/main" id="{FA997088-CA70-B023-942C-0192DD5FCABF}"/>
              </a:ext>
            </a:extLst>
          </p:cNvPr>
          <p:cNvGrpSpPr/>
          <p:nvPr/>
        </p:nvGrpSpPr>
        <p:grpSpPr>
          <a:xfrm rot="150140">
            <a:off x="6569409" y="4157495"/>
            <a:ext cx="2580526" cy="685136"/>
            <a:chOff x="3962175" y="2631750"/>
            <a:chExt cx="3075700" cy="952625"/>
          </a:xfrm>
        </p:grpSpPr>
        <p:sp>
          <p:nvSpPr>
            <p:cNvPr id="95" name="Google Shape;1118;p30">
              <a:extLst>
                <a:ext uri="{FF2B5EF4-FFF2-40B4-BE49-F238E27FC236}">
                  <a16:creationId xmlns:a16="http://schemas.microsoft.com/office/drawing/2014/main" id="{E765CE14-B34A-4541-590C-F15871B9B99F}"/>
                </a:ext>
              </a:extLst>
            </p:cNvPr>
            <p:cNvSpPr/>
            <p:nvPr/>
          </p:nvSpPr>
          <p:spPr>
            <a:xfrm>
              <a:off x="3962175" y="3227750"/>
              <a:ext cx="3075700" cy="356625"/>
            </a:xfrm>
            <a:custGeom>
              <a:avLst/>
              <a:gdLst/>
              <a:ahLst/>
              <a:cxnLst/>
              <a:rect l="l" t="t" r="r" b="b"/>
              <a:pathLst>
                <a:path w="123028" h="14265" extrusionOk="0">
                  <a:moveTo>
                    <a:pt x="114046" y="1"/>
                  </a:moveTo>
                  <a:lnTo>
                    <a:pt x="114046" y="1239"/>
                  </a:lnTo>
                  <a:lnTo>
                    <a:pt x="114579" y="1239"/>
                  </a:lnTo>
                  <a:lnTo>
                    <a:pt x="114579" y="3167"/>
                  </a:lnTo>
                  <a:lnTo>
                    <a:pt x="109877" y="3167"/>
                  </a:lnTo>
                  <a:lnTo>
                    <a:pt x="109877" y="2728"/>
                  </a:lnTo>
                  <a:lnTo>
                    <a:pt x="108984" y="2728"/>
                  </a:lnTo>
                  <a:lnTo>
                    <a:pt x="108984" y="1913"/>
                  </a:lnTo>
                  <a:cubicBezTo>
                    <a:pt x="108984" y="1411"/>
                    <a:pt x="108513" y="1004"/>
                    <a:pt x="107980" y="1098"/>
                  </a:cubicBezTo>
                  <a:lnTo>
                    <a:pt x="107980" y="1098"/>
                  </a:lnTo>
                  <a:cubicBezTo>
                    <a:pt x="107573" y="1161"/>
                    <a:pt x="107291" y="1553"/>
                    <a:pt x="107291" y="1960"/>
                  </a:cubicBezTo>
                  <a:lnTo>
                    <a:pt x="107291" y="1960"/>
                  </a:lnTo>
                  <a:lnTo>
                    <a:pt x="107291" y="2728"/>
                  </a:lnTo>
                  <a:lnTo>
                    <a:pt x="106397" y="2728"/>
                  </a:lnTo>
                  <a:lnTo>
                    <a:pt x="106397" y="3167"/>
                  </a:lnTo>
                  <a:lnTo>
                    <a:pt x="105237" y="3167"/>
                  </a:lnTo>
                  <a:lnTo>
                    <a:pt x="105237" y="1615"/>
                  </a:lnTo>
                  <a:lnTo>
                    <a:pt x="103921" y="1615"/>
                  </a:lnTo>
                  <a:lnTo>
                    <a:pt x="103921" y="3167"/>
                  </a:lnTo>
                  <a:lnTo>
                    <a:pt x="100112" y="3167"/>
                  </a:lnTo>
                  <a:lnTo>
                    <a:pt x="100112" y="1521"/>
                  </a:lnTo>
                  <a:cubicBezTo>
                    <a:pt x="100112" y="675"/>
                    <a:pt x="99438" y="1"/>
                    <a:pt x="98591" y="1"/>
                  </a:cubicBezTo>
                  <a:lnTo>
                    <a:pt x="98591" y="1"/>
                  </a:lnTo>
                  <a:lnTo>
                    <a:pt x="88403" y="1"/>
                  </a:lnTo>
                  <a:cubicBezTo>
                    <a:pt x="87870" y="1"/>
                    <a:pt x="87431" y="440"/>
                    <a:pt x="87463" y="988"/>
                  </a:cubicBezTo>
                  <a:lnTo>
                    <a:pt x="87463" y="988"/>
                  </a:lnTo>
                  <a:cubicBezTo>
                    <a:pt x="87494" y="1490"/>
                    <a:pt x="87949" y="1882"/>
                    <a:pt x="88466" y="1882"/>
                  </a:cubicBezTo>
                  <a:lnTo>
                    <a:pt x="88466" y="1882"/>
                  </a:lnTo>
                  <a:lnTo>
                    <a:pt x="92149" y="1882"/>
                  </a:lnTo>
                  <a:cubicBezTo>
                    <a:pt x="92964" y="1882"/>
                    <a:pt x="93638" y="2540"/>
                    <a:pt x="93638" y="3355"/>
                  </a:cubicBezTo>
                  <a:lnTo>
                    <a:pt x="93638" y="3355"/>
                  </a:lnTo>
                  <a:lnTo>
                    <a:pt x="93638" y="5785"/>
                  </a:lnTo>
                  <a:cubicBezTo>
                    <a:pt x="93638" y="5988"/>
                    <a:pt x="93466" y="6161"/>
                    <a:pt x="93247" y="6161"/>
                  </a:cubicBezTo>
                  <a:lnTo>
                    <a:pt x="93247" y="6161"/>
                  </a:lnTo>
                  <a:lnTo>
                    <a:pt x="88293" y="6161"/>
                  </a:lnTo>
                  <a:cubicBezTo>
                    <a:pt x="87839" y="6161"/>
                    <a:pt x="87463" y="6537"/>
                    <a:pt x="87463" y="6992"/>
                  </a:cubicBezTo>
                  <a:lnTo>
                    <a:pt x="87463" y="6992"/>
                  </a:lnTo>
                  <a:lnTo>
                    <a:pt x="87463" y="9468"/>
                  </a:lnTo>
                  <a:cubicBezTo>
                    <a:pt x="87463" y="10299"/>
                    <a:pt x="87823" y="11036"/>
                    <a:pt x="88403" y="11537"/>
                  </a:cubicBezTo>
                  <a:lnTo>
                    <a:pt x="88403" y="11537"/>
                  </a:lnTo>
                  <a:cubicBezTo>
                    <a:pt x="88388" y="11615"/>
                    <a:pt x="88388" y="11678"/>
                    <a:pt x="88372" y="11741"/>
                  </a:cubicBezTo>
                  <a:lnTo>
                    <a:pt x="88372" y="11741"/>
                  </a:lnTo>
                  <a:lnTo>
                    <a:pt x="85221" y="11741"/>
                  </a:lnTo>
                  <a:lnTo>
                    <a:pt x="85221" y="3512"/>
                  </a:lnTo>
                  <a:cubicBezTo>
                    <a:pt x="85221" y="2430"/>
                    <a:pt x="84359" y="1553"/>
                    <a:pt x="83278" y="1553"/>
                  </a:cubicBezTo>
                  <a:lnTo>
                    <a:pt x="83278" y="1553"/>
                  </a:lnTo>
                  <a:lnTo>
                    <a:pt x="46083" y="1553"/>
                  </a:lnTo>
                  <a:cubicBezTo>
                    <a:pt x="45017" y="1553"/>
                    <a:pt x="44139" y="2430"/>
                    <a:pt x="44139" y="3512"/>
                  </a:cubicBezTo>
                  <a:lnTo>
                    <a:pt x="44139" y="3512"/>
                  </a:lnTo>
                  <a:lnTo>
                    <a:pt x="44139" y="10330"/>
                  </a:lnTo>
                  <a:lnTo>
                    <a:pt x="42211" y="10330"/>
                  </a:lnTo>
                  <a:lnTo>
                    <a:pt x="42211" y="3512"/>
                  </a:lnTo>
                  <a:cubicBezTo>
                    <a:pt x="42211" y="2430"/>
                    <a:pt x="41333" y="1553"/>
                    <a:pt x="40267" y="1553"/>
                  </a:cubicBezTo>
                  <a:lnTo>
                    <a:pt x="40267" y="1553"/>
                  </a:lnTo>
                  <a:lnTo>
                    <a:pt x="3072" y="1553"/>
                  </a:lnTo>
                  <a:cubicBezTo>
                    <a:pt x="2006" y="1553"/>
                    <a:pt x="1129" y="2430"/>
                    <a:pt x="1129" y="3512"/>
                  </a:cubicBezTo>
                  <a:lnTo>
                    <a:pt x="1129" y="3512"/>
                  </a:lnTo>
                  <a:lnTo>
                    <a:pt x="1129" y="10330"/>
                  </a:lnTo>
                  <a:lnTo>
                    <a:pt x="0" y="10330"/>
                  </a:lnTo>
                  <a:lnTo>
                    <a:pt x="0" y="11130"/>
                  </a:lnTo>
                  <a:lnTo>
                    <a:pt x="1129" y="11130"/>
                  </a:lnTo>
                  <a:lnTo>
                    <a:pt x="1129" y="12650"/>
                  </a:lnTo>
                  <a:lnTo>
                    <a:pt x="1865" y="12650"/>
                  </a:lnTo>
                  <a:cubicBezTo>
                    <a:pt x="1865" y="13481"/>
                    <a:pt x="2555" y="14170"/>
                    <a:pt x="3386" y="14170"/>
                  </a:cubicBezTo>
                  <a:lnTo>
                    <a:pt x="3386" y="14170"/>
                  </a:lnTo>
                  <a:cubicBezTo>
                    <a:pt x="4232" y="14170"/>
                    <a:pt x="4906" y="13481"/>
                    <a:pt x="4906" y="12650"/>
                  </a:cubicBezTo>
                  <a:lnTo>
                    <a:pt x="4906" y="12650"/>
                  </a:lnTo>
                  <a:lnTo>
                    <a:pt x="6113" y="12650"/>
                  </a:lnTo>
                  <a:cubicBezTo>
                    <a:pt x="6113" y="13481"/>
                    <a:pt x="6803" y="14170"/>
                    <a:pt x="7633" y="14170"/>
                  </a:cubicBezTo>
                  <a:lnTo>
                    <a:pt x="7633" y="14170"/>
                  </a:lnTo>
                  <a:cubicBezTo>
                    <a:pt x="8480" y="14170"/>
                    <a:pt x="9154" y="13481"/>
                    <a:pt x="9154" y="12650"/>
                  </a:cubicBezTo>
                  <a:lnTo>
                    <a:pt x="9154" y="12650"/>
                  </a:lnTo>
                  <a:lnTo>
                    <a:pt x="33966" y="12650"/>
                  </a:lnTo>
                  <a:cubicBezTo>
                    <a:pt x="33966" y="13481"/>
                    <a:pt x="34640" y="14170"/>
                    <a:pt x="35487" y="14170"/>
                  </a:cubicBezTo>
                  <a:lnTo>
                    <a:pt x="35487" y="14170"/>
                  </a:lnTo>
                  <a:cubicBezTo>
                    <a:pt x="36317" y="14170"/>
                    <a:pt x="37007" y="13481"/>
                    <a:pt x="37007" y="12650"/>
                  </a:cubicBezTo>
                  <a:lnTo>
                    <a:pt x="37007" y="12650"/>
                  </a:lnTo>
                  <a:lnTo>
                    <a:pt x="38198" y="12650"/>
                  </a:lnTo>
                  <a:cubicBezTo>
                    <a:pt x="38198" y="13481"/>
                    <a:pt x="38888" y="14170"/>
                    <a:pt x="39734" y="14170"/>
                  </a:cubicBezTo>
                  <a:lnTo>
                    <a:pt x="39734" y="14170"/>
                  </a:lnTo>
                  <a:cubicBezTo>
                    <a:pt x="40565" y="14170"/>
                    <a:pt x="41255" y="13481"/>
                    <a:pt x="41255" y="12650"/>
                  </a:cubicBezTo>
                  <a:lnTo>
                    <a:pt x="41255" y="12650"/>
                  </a:lnTo>
                  <a:lnTo>
                    <a:pt x="42211" y="12650"/>
                  </a:lnTo>
                  <a:lnTo>
                    <a:pt x="42211" y="11130"/>
                  </a:lnTo>
                  <a:lnTo>
                    <a:pt x="44139" y="11130"/>
                  </a:lnTo>
                  <a:lnTo>
                    <a:pt x="44139" y="12650"/>
                  </a:lnTo>
                  <a:lnTo>
                    <a:pt x="44876" y="12650"/>
                  </a:lnTo>
                  <a:cubicBezTo>
                    <a:pt x="44876" y="13481"/>
                    <a:pt x="45565" y="14170"/>
                    <a:pt x="46412" y="14170"/>
                  </a:cubicBezTo>
                  <a:lnTo>
                    <a:pt x="46412" y="14170"/>
                  </a:lnTo>
                  <a:cubicBezTo>
                    <a:pt x="47242" y="14170"/>
                    <a:pt x="47932" y="13481"/>
                    <a:pt x="47932" y="12650"/>
                  </a:cubicBezTo>
                  <a:lnTo>
                    <a:pt x="47932" y="12650"/>
                  </a:lnTo>
                  <a:lnTo>
                    <a:pt x="49123" y="12650"/>
                  </a:lnTo>
                  <a:cubicBezTo>
                    <a:pt x="49123" y="13481"/>
                    <a:pt x="49813" y="14170"/>
                    <a:pt x="50644" y="14170"/>
                  </a:cubicBezTo>
                  <a:lnTo>
                    <a:pt x="50644" y="14170"/>
                  </a:lnTo>
                  <a:cubicBezTo>
                    <a:pt x="51490" y="14170"/>
                    <a:pt x="52164" y="13481"/>
                    <a:pt x="52164" y="12650"/>
                  </a:cubicBezTo>
                  <a:lnTo>
                    <a:pt x="52164" y="12650"/>
                  </a:lnTo>
                  <a:lnTo>
                    <a:pt x="76977" y="12650"/>
                  </a:lnTo>
                  <a:cubicBezTo>
                    <a:pt x="76977" y="13481"/>
                    <a:pt x="77651" y="14170"/>
                    <a:pt x="78497" y="14170"/>
                  </a:cubicBezTo>
                  <a:lnTo>
                    <a:pt x="78497" y="14170"/>
                  </a:lnTo>
                  <a:cubicBezTo>
                    <a:pt x="79343" y="14170"/>
                    <a:pt x="80017" y="13481"/>
                    <a:pt x="80017" y="12650"/>
                  </a:cubicBezTo>
                  <a:lnTo>
                    <a:pt x="80017" y="12650"/>
                  </a:lnTo>
                  <a:lnTo>
                    <a:pt x="81224" y="12650"/>
                  </a:lnTo>
                  <a:cubicBezTo>
                    <a:pt x="81224" y="13481"/>
                    <a:pt x="81898" y="14170"/>
                    <a:pt x="82745" y="14170"/>
                  </a:cubicBezTo>
                  <a:lnTo>
                    <a:pt x="82745" y="14170"/>
                  </a:lnTo>
                  <a:cubicBezTo>
                    <a:pt x="83575" y="14170"/>
                    <a:pt x="84265" y="13481"/>
                    <a:pt x="84265" y="12650"/>
                  </a:cubicBezTo>
                  <a:lnTo>
                    <a:pt x="84265" y="12650"/>
                  </a:lnTo>
                  <a:lnTo>
                    <a:pt x="88497" y="12650"/>
                  </a:lnTo>
                  <a:cubicBezTo>
                    <a:pt x="88811" y="13528"/>
                    <a:pt x="89657" y="14170"/>
                    <a:pt x="90645" y="14170"/>
                  </a:cubicBezTo>
                  <a:lnTo>
                    <a:pt x="90645" y="14170"/>
                  </a:lnTo>
                  <a:cubicBezTo>
                    <a:pt x="91789" y="14170"/>
                    <a:pt x="92729" y="13340"/>
                    <a:pt x="92902" y="12258"/>
                  </a:cubicBezTo>
                  <a:lnTo>
                    <a:pt x="92902" y="12258"/>
                  </a:lnTo>
                  <a:lnTo>
                    <a:pt x="94939" y="12258"/>
                  </a:lnTo>
                  <a:cubicBezTo>
                    <a:pt x="95174" y="13340"/>
                    <a:pt x="96146" y="14170"/>
                    <a:pt x="97322" y="14170"/>
                  </a:cubicBezTo>
                  <a:lnTo>
                    <a:pt x="97322" y="14170"/>
                  </a:lnTo>
                  <a:cubicBezTo>
                    <a:pt x="98482" y="14170"/>
                    <a:pt x="99454" y="13340"/>
                    <a:pt x="99704" y="12258"/>
                  </a:cubicBezTo>
                  <a:lnTo>
                    <a:pt x="99704" y="12258"/>
                  </a:lnTo>
                  <a:lnTo>
                    <a:pt x="100535" y="12258"/>
                  </a:lnTo>
                  <a:cubicBezTo>
                    <a:pt x="100770" y="13340"/>
                    <a:pt x="101758" y="14170"/>
                    <a:pt x="102918" y="14170"/>
                  </a:cubicBezTo>
                  <a:lnTo>
                    <a:pt x="102918" y="14170"/>
                  </a:lnTo>
                  <a:cubicBezTo>
                    <a:pt x="104093" y="14170"/>
                    <a:pt x="105065" y="13340"/>
                    <a:pt x="105300" y="12258"/>
                  </a:cubicBezTo>
                  <a:lnTo>
                    <a:pt x="105300" y="12258"/>
                  </a:lnTo>
                  <a:lnTo>
                    <a:pt x="106601" y="12258"/>
                  </a:lnTo>
                  <a:cubicBezTo>
                    <a:pt x="106836" y="13340"/>
                    <a:pt x="107808" y="14170"/>
                    <a:pt x="108984" y="14170"/>
                  </a:cubicBezTo>
                  <a:lnTo>
                    <a:pt x="108984" y="14170"/>
                  </a:lnTo>
                  <a:cubicBezTo>
                    <a:pt x="110143" y="14170"/>
                    <a:pt x="111115" y="13340"/>
                    <a:pt x="111366" y="12258"/>
                  </a:cubicBezTo>
                  <a:lnTo>
                    <a:pt x="111366" y="12258"/>
                  </a:lnTo>
                  <a:lnTo>
                    <a:pt x="112197" y="12258"/>
                  </a:lnTo>
                  <a:cubicBezTo>
                    <a:pt x="112448" y="13340"/>
                    <a:pt x="113419" y="14170"/>
                    <a:pt x="114579" y="14170"/>
                  </a:cubicBezTo>
                  <a:lnTo>
                    <a:pt x="114579" y="14170"/>
                  </a:lnTo>
                  <a:cubicBezTo>
                    <a:pt x="115755" y="14170"/>
                    <a:pt x="116727" y="13340"/>
                    <a:pt x="116962" y="12258"/>
                  </a:cubicBezTo>
                  <a:lnTo>
                    <a:pt x="116962" y="12258"/>
                  </a:lnTo>
                  <a:lnTo>
                    <a:pt x="117244" y="12258"/>
                  </a:lnTo>
                  <a:cubicBezTo>
                    <a:pt x="117056" y="12525"/>
                    <a:pt x="116977" y="12854"/>
                    <a:pt x="117056" y="13230"/>
                  </a:cubicBezTo>
                  <a:lnTo>
                    <a:pt x="117056" y="13230"/>
                  </a:lnTo>
                  <a:cubicBezTo>
                    <a:pt x="117166" y="13684"/>
                    <a:pt x="117542" y="14061"/>
                    <a:pt x="118012" y="14139"/>
                  </a:cubicBezTo>
                  <a:lnTo>
                    <a:pt x="118012" y="14139"/>
                  </a:lnTo>
                  <a:cubicBezTo>
                    <a:pt x="118655" y="14264"/>
                    <a:pt x="119219" y="13888"/>
                    <a:pt x="119391" y="13324"/>
                  </a:cubicBezTo>
                  <a:lnTo>
                    <a:pt x="119391" y="13324"/>
                  </a:lnTo>
                  <a:cubicBezTo>
                    <a:pt x="122369" y="13308"/>
                    <a:pt x="123028" y="12556"/>
                    <a:pt x="123028" y="12556"/>
                  </a:cubicBezTo>
                  <a:lnTo>
                    <a:pt x="123028" y="12556"/>
                  </a:lnTo>
                  <a:lnTo>
                    <a:pt x="119783" y="9108"/>
                  </a:lnTo>
                  <a:lnTo>
                    <a:pt x="118749" y="9108"/>
                  </a:lnTo>
                  <a:cubicBezTo>
                    <a:pt x="120128" y="8841"/>
                    <a:pt x="121178" y="7619"/>
                    <a:pt x="121178" y="6161"/>
                  </a:cubicBezTo>
                  <a:lnTo>
                    <a:pt x="121178" y="6161"/>
                  </a:lnTo>
                  <a:cubicBezTo>
                    <a:pt x="121178" y="5330"/>
                    <a:pt x="120849" y="4578"/>
                    <a:pt x="120300" y="4045"/>
                  </a:cubicBezTo>
                  <a:lnTo>
                    <a:pt x="120300" y="4045"/>
                  </a:lnTo>
                  <a:cubicBezTo>
                    <a:pt x="119752" y="3496"/>
                    <a:pt x="118999" y="3167"/>
                    <a:pt x="118184" y="3167"/>
                  </a:cubicBezTo>
                  <a:lnTo>
                    <a:pt x="118184" y="3167"/>
                  </a:lnTo>
                  <a:lnTo>
                    <a:pt x="116068" y="3167"/>
                  </a:lnTo>
                  <a:lnTo>
                    <a:pt x="116068" y="1239"/>
                  </a:lnTo>
                  <a:lnTo>
                    <a:pt x="116601" y="1239"/>
                  </a:lnTo>
                  <a:lnTo>
                    <a:pt x="116601" y="1"/>
                  </a:lnTo>
                  <a:close/>
                  <a:moveTo>
                    <a:pt x="58214" y="11130"/>
                  </a:moveTo>
                  <a:lnTo>
                    <a:pt x="71146" y="11130"/>
                  </a:lnTo>
                  <a:lnTo>
                    <a:pt x="71146" y="11741"/>
                  </a:lnTo>
                  <a:lnTo>
                    <a:pt x="58214" y="11741"/>
                  </a:lnTo>
                  <a:close/>
                  <a:moveTo>
                    <a:pt x="15204" y="11130"/>
                  </a:moveTo>
                  <a:lnTo>
                    <a:pt x="28135" y="11130"/>
                  </a:lnTo>
                  <a:lnTo>
                    <a:pt x="28135" y="11741"/>
                  </a:lnTo>
                  <a:lnTo>
                    <a:pt x="15204" y="11741"/>
                  </a:lnTo>
                  <a:close/>
                </a:path>
              </a:pathLst>
            </a:custGeom>
            <a:solidFill>
              <a:srgbClr val="0913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6" name="Google Shape;1119;p30">
              <a:extLst>
                <a:ext uri="{FF2B5EF4-FFF2-40B4-BE49-F238E27FC236}">
                  <a16:creationId xmlns:a16="http://schemas.microsoft.com/office/drawing/2014/main" id="{10368EF2-FEA5-0E57-1760-8662F20CDB5B}"/>
                </a:ext>
              </a:extLst>
            </p:cNvPr>
            <p:cNvSpPr/>
            <p:nvPr/>
          </p:nvSpPr>
          <p:spPr>
            <a:xfrm>
              <a:off x="6345450" y="3293600"/>
              <a:ext cx="84275" cy="84275"/>
            </a:xfrm>
            <a:custGeom>
              <a:avLst/>
              <a:gdLst/>
              <a:ahLst/>
              <a:cxnLst/>
              <a:rect l="l" t="t" r="r" b="b"/>
              <a:pathLst>
                <a:path w="3371" h="3371" extrusionOk="0">
                  <a:moveTo>
                    <a:pt x="1050" y="0"/>
                  </a:moveTo>
                  <a:cubicBezTo>
                    <a:pt x="470" y="0"/>
                    <a:pt x="0" y="470"/>
                    <a:pt x="0" y="1050"/>
                  </a:cubicBezTo>
                  <a:lnTo>
                    <a:pt x="0" y="2320"/>
                  </a:lnTo>
                  <a:cubicBezTo>
                    <a:pt x="0" y="2900"/>
                    <a:pt x="470" y="3370"/>
                    <a:pt x="1050" y="3370"/>
                  </a:cubicBezTo>
                  <a:lnTo>
                    <a:pt x="2320" y="3370"/>
                  </a:lnTo>
                  <a:cubicBezTo>
                    <a:pt x="2900" y="3370"/>
                    <a:pt x="3370" y="2900"/>
                    <a:pt x="3370" y="2320"/>
                  </a:cubicBezTo>
                  <a:lnTo>
                    <a:pt x="3370" y="1050"/>
                  </a:lnTo>
                  <a:cubicBezTo>
                    <a:pt x="3370" y="470"/>
                    <a:pt x="2900" y="0"/>
                    <a:pt x="232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1120;p30">
              <a:extLst>
                <a:ext uri="{FF2B5EF4-FFF2-40B4-BE49-F238E27FC236}">
                  <a16:creationId xmlns:a16="http://schemas.microsoft.com/office/drawing/2014/main" id="{F56CAABB-7CB8-E8FA-2FB4-91F2135669B0}"/>
                </a:ext>
              </a:extLst>
            </p:cNvPr>
            <p:cNvSpPr/>
            <p:nvPr/>
          </p:nvSpPr>
          <p:spPr>
            <a:xfrm>
              <a:off x="5924600" y="3351575"/>
              <a:ext cx="74475" cy="70575"/>
            </a:xfrm>
            <a:custGeom>
              <a:avLst/>
              <a:gdLst/>
              <a:ahLst/>
              <a:cxnLst/>
              <a:rect l="l" t="t" r="r" b="b"/>
              <a:pathLst>
                <a:path w="2979" h="2823" extrusionOk="0">
                  <a:moveTo>
                    <a:pt x="1050" y="1"/>
                  </a:moveTo>
                  <a:cubicBezTo>
                    <a:pt x="470" y="1"/>
                    <a:pt x="0" y="471"/>
                    <a:pt x="0" y="1051"/>
                  </a:cubicBezTo>
                  <a:lnTo>
                    <a:pt x="0" y="1788"/>
                  </a:lnTo>
                  <a:cubicBezTo>
                    <a:pt x="0" y="2368"/>
                    <a:pt x="470" y="2822"/>
                    <a:pt x="1050" y="2822"/>
                  </a:cubicBezTo>
                  <a:lnTo>
                    <a:pt x="1944" y="2822"/>
                  </a:lnTo>
                  <a:cubicBezTo>
                    <a:pt x="2508" y="2822"/>
                    <a:pt x="2978" y="2368"/>
                    <a:pt x="2978" y="1788"/>
                  </a:cubicBezTo>
                  <a:lnTo>
                    <a:pt x="2978" y="1051"/>
                  </a:lnTo>
                  <a:cubicBezTo>
                    <a:pt x="2978" y="471"/>
                    <a:pt x="2508"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1121;p30">
              <a:extLst>
                <a:ext uri="{FF2B5EF4-FFF2-40B4-BE49-F238E27FC236}">
                  <a16:creationId xmlns:a16="http://schemas.microsoft.com/office/drawing/2014/main" id="{C343B642-8B6B-0F0C-994D-576085753168}"/>
                </a:ext>
              </a:extLst>
            </p:cNvPr>
            <p:cNvSpPr/>
            <p:nvPr/>
          </p:nvSpPr>
          <p:spPr>
            <a:xfrm>
              <a:off x="5812125" y="3351575"/>
              <a:ext cx="74475" cy="70575"/>
            </a:xfrm>
            <a:custGeom>
              <a:avLst/>
              <a:gdLst/>
              <a:ahLst/>
              <a:cxnLst/>
              <a:rect l="l" t="t" r="r" b="b"/>
              <a:pathLst>
                <a:path w="2979" h="2823" extrusionOk="0">
                  <a:moveTo>
                    <a:pt x="1035" y="1"/>
                  </a:moveTo>
                  <a:cubicBezTo>
                    <a:pt x="455" y="1"/>
                    <a:pt x="0" y="471"/>
                    <a:pt x="0" y="1051"/>
                  </a:cubicBezTo>
                  <a:lnTo>
                    <a:pt x="0" y="1788"/>
                  </a:lnTo>
                  <a:cubicBezTo>
                    <a:pt x="0" y="2368"/>
                    <a:pt x="455" y="2822"/>
                    <a:pt x="1035" y="2822"/>
                  </a:cubicBezTo>
                  <a:lnTo>
                    <a:pt x="1928" y="2822"/>
                  </a:lnTo>
                  <a:cubicBezTo>
                    <a:pt x="2508" y="2822"/>
                    <a:pt x="2979" y="2368"/>
                    <a:pt x="2979" y="1788"/>
                  </a:cubicBezTo>
                  <a:lnTo>
                    <a:pt x="2979" y="1051"/>
                  </a:lnTo>
                  <a:cubicBezTo>
                    <a:pt x="2979" y="471"/>
                    <a:pt x="2508" y="1"/>
                    <a:pt x="192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1122;p30">
              <a:extLst>
                <a:ext uri="{FF2B5EF4-FFF2-40B4-BE49-F238E27FC236}">
                  <a16:creationId xmlns:a16="http://schemas.microsoft.com/office/drawing/2014/main" id="{59ACB365-CC84-3DC0-12DD-A09997BC5CA7}"/>
                </a:ext>
              </a:extLst>
            </p:cNvPr>
            <p:cNvSpPr/>
            <p:nvPr/>
          </p:nvSpPr>
          <p:spPr>
            <a:xfrm>
              <a:off x="5703575" y="3351575"/>
              <a:ext cx="74475" cy="70575"/>
            </a:xfrm>
            <a:custGeom>
              <a:avLst/>
              <a:gdLst/>
              <a:ahLst/>
              <a:cxnLst/>
              <a:rect l="l" t="t" r="r" b="b"/>
              <a:pathLst>
                <a:path w="2979" h="2823" extrusionOk="0">
                  <a:moveTo>
                    <a:pt x="1051" y="1"/>
                  </a:moveTo>
                  <a:cubicBezTo>
                    <a:pt x="471" y="1"/>
                    <a:pt x="1" y="471"/>
                    <a:pt x="1" y="1051"/>
                  </a:cubicBezTo>
                  <a:lnTo>
                    <a:pt x="1" y="1788"/>
                  </a:lnTo>
                  <a:cubicBezTo>
                    <a:pt x="1" y="2368"/>
                    <a:pt x="471" y="2822"/>
                    <a:pt x="1051" y="2822"/>
                  </a:cubicBezTo>
                  <a:lnTo>
                    <a:pt x="1944" y="2822"/>
                  </a:lnTo>
                  <a:cubicBezTo>
                    <a:pt x="2524" y="2822"/>
                    <a:pt x="2979" y="2368"/>
                    <a:pt x="2979" y="1788"/>
                  </a:cubicBezTo>
                  <a:lnTo>
                    <a:pt x="2979" y="1051"/>
                  </a:lnTo>
                  <a:cubicBezTo>
                    <a:pt x="2979"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123;p30">
              <a:extLst>
                <a:ext uri="{FF2B5EF4-FFF2-40B4-BE49-F238E27FC236}">
                  <a16:creationId xmlns:a16="http://schemas.microsoft.com/office/drawing/2014/main" id="{519AEB82-4C55-050F-6F36-88F201B8310E}"/>
                </a:ext>
              </a:extLst>
            </p:cNvPr>
            <p:cNvSpPr/>
            <p:nvPr/>
          </p:nvSpPr>
          <p:spPr>
            <a:xfrm>
              <a:off x="5595425" y="3351575"/>
              <a:ext cx="74475" cy="70575"/>
            </a:xfrm>
            <a:custGeom>
              <a:avLst/>
              <a:gdLst/>
              <a:ahLst/>
              <a:cxnLst/>
              <a:rect l="l" t="t" r="r" b="b"/>
              <a:pathLst>
                <a:path w="2979" h="2823" extrusionOk="0">
                  <a:moveTo>
                    <a:pt x="1035" y="1"/>
                  </a:moveTo>
                  <a:cubicBezTo>
                    <a:pt x="455" y="1"/>
                    <a:pt x="1" y="471"/>
                    <a:pt x="1" y="1051"/>
                  </a:cubicBezTo>
                  <a:lnTo>
                    <a:pt x="1" y="1788"/>
                  </a:lnTo>
                  <a:cubicBezTo>
                    <a:pt x="1" y="2368"/>
                    <a:pt x="455" y="2822"/>
                    <a:pt x="1035" y="2822"/>
                  </a:cubicBezTo>
                  <a:lnTo>
                    <a:pt x="1929" y="2822"/>
                  </a:lnTo>
                  <a:cubicBezTo>
                    <a:pt x="2508" y="2822"/>
                    <a:pt x="2979" y="2368"/>
                    <a:pt x="2979" y="1788"/>
                  </a:cubicBezTo>
                  <a:lnTo>
                    <a:pt x="2979" y="1051"/>
                  </a:lnTo>
                  <a:cubicBezTo>
                    <a:pt x="2979" y="471"/>
                    <a:pt x="2508" y="1"/>
                    <a:pt x="19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124;p30">
              <a:extLst>
                <a:ext uri="{FF2B5EF4-FFF2-40B4-BE49-F238E27FC236}">
                  <a16:creationId xmlns:a16="http://schemas.microsoft.com/office/drawing/2014/main" id="{98F2C447-2DD5-DBCB-394D-A997A508A2BB}"/>
                </a:ext>
              </a:extLst>
            </p:cNvPr>
            <p:cNvSpPr/>
            <p:nvPr/>
          </p:nvSpPr>
          <p:spPr>
            <a:xfrm>
              <a:off x="5486875" y="3351575"/>
              <a:ext cx="74475" cy="70575"/>
            </a:xfrm>
            <a:custGeom>
              <a:avLst/>
              <a:gdLst/>
              <a:ahLst/>
              <a:cxnLst/>
              <a:rect l="l" t="t" r="r" b="b"/>
              <a:pathLst>
                <a:path w="2979" h="2823" extrusionOk="0">
                  <a:moveTo>
                    <a:pt x="1051" y="1"/>
                  </a:moveTo>
                  <a:cubicBezTo>
                    <a:pt x="471" y="1"/>
                    <a:pt x="1" y="471"/>
                    <a:pt x="1" y="1051"/>
                  </a:cubicBezTo>
                  <a:lnTo>
                    <a:pt x="1" y="1788"/>
                  </a:lnTo>
                  <a:cubicBezTo>
                    <a:pt x="1" y="2368"/>
                    <a:pt x="471" y="2822"/>
                    <a:pt x="1051" y="2822"/>
                  </a:cubicBezTo>
                  <a:lnTo>
                    <a:pt x="1944" y="2822"/>
                  </a:lnTo>
                  <a:cubicBezTo>
                    <a:pt x="2509" y="2822"/>
                    <a:pt x="2979" y="2368"/>
                    <a:pt x="2979" y="1788"/>
                  </a:cubicBezTo>
                  <a:lnTo>
                    <a:pt x="2979" y="1051"/>
                  </a:lnTo>
                  <a:cubicBezTo>
                    <a:pt x="2979" y="471"/>
                    <a:pt x="2509"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125;p30">
              <a:extLst>
                <a:ext uri="{FF2B5EF4-FFF2-40B4-BE49-F238E27FC236}">
                  <a16:creationId xmlns:a16="http://schemas.microsoft.com/office/drawing/2014/main" id="{F328EDF1-32B6-5C9F-7F4A-26E51D40B170}"/>
                </a:ext>
              </a:extLst>
            </p:cNvPr>
            <p:cNvSpPr/>
            <p:nvPr/>
          </p:nvSpPr>
          <p:spPr>
            <a:xfrm>
              <a:off x="5378350" y="3351575"/>
              <a:ext cx="74850" cy="70575"/>
            </a:xfrm>
            <a:custGeom>
              <a:avLst/>
              <a:gdLst/>
              <a:ahLst/>
              <a:cxnLst/>
              <a:rect l="l" t="t" r="r" b="b"/>
              <a:pathLst>
                <a:path w="2994" h="2823" extrusionOk="0">
                  <a:moveTo>
                    <a:pt x="1050" y="1"/>
                  </a:moveTo>
                  <a:cubicBezTo>
                    <a:pt x="470" y="1"/>
                    <a:pt x="0" y="471"/>
                    <a:pt x="0" y="1051"/>
                  </a:cubicBezTo>
                  <a:lnTo>
                    <a:pt x="0" y="1788"/>
                  </a:lnTo>
                  <a:cubicBezTo>
                    <a:pt x="0" y="2368"/>
                    <a:pt x="470" y="2822"/>
                    <a:pt x="1050"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126;p30">
              <a:extLst>
                <a:ext uri="{FF2B5EF4-FFF2-40B4-BE49-F238E27FC236}">
                  <a16:creationId xmlns:a16="http://schemas.microsoft.com/office/drawing/2014/main" id="{0ECBE1C0-CE0B-BF76-4BD8-B22CC9328352}"/>
                </a:ext>
              </a:extLst>
            </p:cNvPr>
            <p:cNvSpPr/>
            <p:nvPr/>
          </p:nvSpPr>
          <p:spPr>
            <a:xfrm>
              <a:off x="5270175" y="3351575"/>
              <a:ext cx="74500" cy="70575"/>
            </a:xfrm>
            <a:custGeom>
              <a:avLst/>
              <a:gdLst/>
              <a:ahLst/>
              <a:cxnLst/>
              <a:rect l="l" t="t" r="r" b="b"/>
              <a:pathLst>
                <a:path w="2980" h="2823" extrusionOk="0">
                  <a:moveTo>
                    <a:pt x="1051" y="1"/>
                  </a:moveTo>
                  <a:cubicBezTo>
                    <a:pt x="471" y="1"/>
                    <a:pt x="1" y="471"/>
                    <a:pt x="1" y="1051"/>
                  </a:cubicBezTo>
                  <a:lnTo>
                    <a:pt x="1" y="1788"/>
                  </a:lnTo>
                  <a:cubicBezTo>
                    <a:pt x="1" y="2368"/>
                    <a:pt x="471" y="2822"/>
                    <a:pt x="1051" y="2822"/>
                  </a:cubicBezTo>
                  <a:lnTo>
                    <a:pt x="1945" y="2822"/>
                  </a:lnTo>
                  <a:cubicBezTo>
                    <a:pt x="2509" y="2822"/>
                    <a:pt x="2979" y="2368"/>
                    <a:pt x="2979" y="1788"/>
                  </a:cubicBezTo>
                  <a:lnTo>
                    <a:pt x="2979" y="1051"/>
                  </a:lnTo>
                  <a:cubicBezTo>
                    <a:pt x="2979" y="471"/>
                    <a:pt x="2509" y="1"/>
                    <a:pt x="194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127;p30">
              <a:extLst>
                <a:ext uri="{FF2B5EF4-FFF2-40B4-BE49-F238E27FC236}">
                  <a16:creationId xmlns:a16="http://schemas.microsoft.com/office/drawing/2014/main" id="{6C1507D3-FC6D-0738-C6F5-23484DFBA441}"/>
                </a:ext>
              </a:extLst>
            </p:cNvPr>
            <p:cNvSpPr/>
            <p:nvPr/>
          </p:nvSpPr>
          <p:spPr>
            <a:xfrm>
              <a:off x="5161650" y="3351575"/>
              <a:ext cx="74850" cy="70575"/>
            </a:xfrm>
            <a:custGeom>
              <a:avLst/>
              <a:gdLst/>
              <a:ahLst/>
              <a:cxnLst/>
              <a:rect l="l" t="t" r="r" b="b"/>
              <a:pathLst>
                <a:path w="2994" h="2823" extrusionOk="0">
                  <a:moveTo>
                    <a:pt x="1050" y="1"/>
                  </a:moveTo>
                  <a:cubicBezTo>
                    <a:pt x="470" y="1"/>
                    <a:pt x="0" y="471"/>
                    <a:pt x="0" y="1051"/>
                  </a:cubicBezTo>
                  <a:lnTo>
                    <a:pt x="0" y="1788"/>
                  </a:lnTo>
                  <a:cubicBezTo>
                    <a:pt x="0" y="2368"/>
                    <a:pt x="470" y="2822"/>
                    <a:pt x="1050"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128;p30">
              <a:extLst>
                <a:ext uri="{FF2B5EF4-FFF2-40B4-BE49-F238E27FC236}">
                  <a16:creationId xmlns:a16="http://schemas.microsoft.com/office/drawing/2014/main" id="{04793CD7-0601-BFA2-EC26-AE49EC5928D0}"/>
                </a:ext>
              </a:extLst>
            </p:cNvPr>
            <p:cNvSpPr/>
            <p:nvPr/>
          </p:nvSpPr>
          <p:spPr>
            <a:xfrm>
              <a:off x="4849325" y="3351575"/>
              <a:ext cx="74475" cy="70575"/>
            </a:xfrm>
            <a:custGeom>
              <a:avLst/>
              <a:gdLst/>
              <a:ahLst/>
              <a:cxnLst/>
              <a:rect l="l" t="t" r="r" b="b"/>
              <a:pathLst>
                <a:path w="2979" h="2823" extrusionOk="0">
                  <a:moveTo>
                    <a:pt x="1035" y="1"/>
                  </a:moveTo>
                  <a:cubicBezTo>
                    <a:pt x="471" y="1"/>
                    <a:pt x="1" y="471"/>
                    <a:pt x="1" y="1051"/>
                  </a:cubicBezTo>
                  <a:lnTo>
                    <a:pt x="1" y="1788"/>
                  </a:lnTo>
                  <a:cubicBezTo>
                    <a:pt x="1" y="2368"/>
                    <a:pt x="471" y="2822"/>
                    <a:pt x="1035" y="2822"/>
                  </a:cubicBezTo>
                  <a:lnTo>
                    <a:pt x="1929" y="2822"/>
                  </a:lnTo>
                  <a:cubicBezTo>
                    <a:pt x="2509" y="2822"/>
                    <a:pt x="2979" y="2368"/>
                    <a:pt x="2979" y="1788"/>
                  </a:cubicBezTo>
                  <a:lnTo>
                    <a:pt x="2979" y="1051"/>
                  </a:lnTo>
                  <a:cubicBezTo>
                    <a:pt x="2979" y="471"/>
                    <a:pt x="2509" y="1"/>
                    <a:pt x="19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129;p30">
              <a:extLst>
                <a:ext uri="{FF2B5EF4-FFF2-40B4-BE49-F238E27FC236}">
                  <a16:creationId xmlns:a16="http://schemas.microsoft.com/office/drawing/2014/main" id="{C74294A8-B9D5-8CB1-682D-15D286F9604A}"/>
                </a:ext>
              </a:extLst>
            </p:cNvPr>
            <p:cNvSpPr/>
            <p:nvPr/>
          </p:nvSpPr>
          <p:spPr>
            <a:xfrm>
              <a:off x="4736475" y="3351575"/>
              <a:ext cx="74875" cy="70575"/>
            </a:xfrm>
            <a:custGeom>
              <a:avLst/>
              <a:gdLst/>
              <a:ahLst/>
              <a:cxnLst/>
              <a:rect l="l" t="t" r="r" b="b"/>
              <a:pathLst>
                <a:path w="2995" h="2823" extrusionOk="0">
                  <a:moveTo>
                    <a:pt x="1051" y="1"/>
                  </a:moveTo>
                  <a:cubicBezTo>
                    <a:pt x="471" y="1"/>
                    <a:pt x="0" y="471"/>
                    <a:pt x="0" y="1051"/>
                  </a:cubicBezTo>
                  <a:lnTo>
                    <a:pt x="0" y="1788"/>
                  </a:lnTo>
                  <a:cubicBezTo>
                    <a:pt x="0" y="2368"/>
                    <a:pt x="471" y="2822"/>
                    <a:pt x="1051"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130;p30">
              <a:extLst>
                <a:ext uri="{FF2B5EF4-FFF2-40B4-BE49-F238E27FC236}">
                  <a16:creationId xmlns:a16="http://schemas.microsoft.com/office/drawing/2014/main" id="{3511A421-8692-52CE-FEF0-E5896B636D5B}"/>
                </a:ext>
              </a:extLst>
            </p:cNvPr>
            <p:cNvSpPr/>
            <p:nvPr/>
          </p:nvSpPr>
          <p:spPr>
            <a:xfrm>
              <a:off x="4628325" y="3351575"/>
              <a:ext cx="74475" cy="70575"/>
            </a:xfrm>
            <a:custGeom>
              <a:avLst/>
              <a:gdLst/>
              <a:ahLst/>
              <a:cxnLst/>
              <a:rect l="l" t="t" r="r" b="b"/>
              <a:pathLst>
                <a:path w="2979" h="2823" extrusionOk="0">
                  <a:moveTo>
                    <a:pt x="1051" y="1"/>
                  </a:moveTo>
                  <a:cubicBezTo>
                    <a:pt x="471" y="1"/>
                    <a:pt x="0" y="471"/>
                    <a:pt x="0" y="1051"/>
                  </a:cubicBezTo>
                  <a:lnTo>
                    <a:pt x="0" y="1788"/>
                  </a:lnTo>
                  <a:cubicBezTo>
                    <a:pt x="0" y="2368"/>
                    <a:pt x="471" y="2822"/>
                    <a:pt x="1051" y="2822"/>
                  </a:cubicBezTo>
                  <a:lnTo>
                    <a:pt x="1944" y="2822"/>
                  </a:lnTo>
                  <a:cubicBezTo>
                    <a:pt x="2508" y="2822"/>
                    <a:pt x="2978" y="2368"/>
                    <a:pt x="2978" y="1788"/>
                  </a:cubicBezTo>
                  <a:lnTo>
                    <a:pt x="2978" y="1051"/>
                  </a:lnTo>
                  <a:cubicBezTo>
                    <a:pt x="2978" y="471"/>
                    <a:pt x="2508"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131;p30">
              <a:extLst>
                <a:ext uri="{FF2B5EF4-FFF2-40B4-BE49-F238E27FC236}">
                  <a16:creationId xmlns:a16="http://schemas.microsoft.com/office/drawing/2014/main" id="{540D14EC-34A7-C31E-40C3-CB2F173F8E9B}"/>
                </a:ext>
              </a:extLst>
            </p:cNvPr>
            <p:cNvSpPr/>
            <p:nvPr/>
          </p:nvSpPr>
          <p:spPr>
            <a:xfrm>
              <a:off x="4519775" y="3351575"/>
              <a:ext cx="74875" cy="70575"/>
            </a:xfrm>
            <a:custGeom>
              <a:avLst/>
              <a:gdLst/>
              <a:ahLst/>
              <a:cxnLst/>
              <a:rect l="l" t="t" r="r" b="b"/>
              <a:pathLst>
                <a:path w="2995" h="2823" extrusionOk="0">
                  <a:moveTo>
                    <a:pt x="1051" y="1"/>
                  </a:moveTo>
                  <a:cubicBezTo>
                    <a:pt x="471" y="1"/>
                    <a:pt x="1" y="471"/>
                    <a:pt x="1" y="1051"/>
                  </a:cubicBezTo>
                  <a:lnTo>
                    <a:pt x="1" y="1788"/>
                  </a:lnTo>
                  <a:cubicBezTo>
                    <a:pt x="1" y="2368"/>
                    <a:pt x="471" y="2822"/>
                    <a:pt x="1051"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132;p30">
              <a:extLst>
                <a:ext uri="{FF2B5EF4-FFF2-40B4-BE49-F238E27FC236}">
                  <a16:creationId xmlns:a16="http://schemas.microsoft.com/office/drawing/2014/main" id="{16A82A2B-EA0A-BDE4-F1F5-36807A01F282}"/>
                </a:ext>
              </a:extLst>
            </p:cNvPr>
            <p:cNvSpPr/>
            <p:nvPr/>
          </p:nvSpPr>
          <p:spPr>
            <a:xfrm>
              <a:off x="4411625" y="3351575"/>
              <a:ext cx="74475" cy="70575"/>
            </a:xfrm>
            <a:custGeom>
              <a:avLst/>
              <a:gdLst/>
              <a:ahLst/>
              <a:cxnLst/>
              <a:rect l="l" t="t" r="r" b="b"/>
              <a:pathLst>
                <a:path w="2979" h="2823" extrusionOk="0">
                  <a:moveTo>
                    <a:pt x="1035" y="1"/>
                  </a:moveTo>
                  <a:cubicBezTo>
                    <a:pt x="471" y="1"/>
                    <a:pt x="0" y="471"/>
                    <a:pt x="0" y="1051"/>
                  </a:cubicBezTo>
                  <a:lnTo>
                    <a:pt x="0" y="1788"/>
                  </a:lnTo>
                  <a:cubicBezTo>
                    <a:pt x="0" y="2368"/>
                    <a:pt x="471" y="2822"/>
                    <a:pt x="1035" y="2822"/>
                  </a:cubicBezTo>
                  <a:lnTo>
                    <a:pt x="1928" y="2822"/>
                  </a:lnTo>
                  <a:cubicBezTo>
                    <a:pt x="2508" y="2822"/>
                    <a:pt x="2979" y="2368"/>
                    <a:pt x="2979" y="1788"/>
                  </a:cubicBezTo>
                  <a:lnTo>
                    <a:pt x="2979" y="1051"/>
                  </a:lnTo>
                  <a:cubicBezTo>
                    <a:pt x="2979" y="471"/>
                    <a:pt x="2508" y="1"/>
                    <a:pt x="192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33;p30">
              <a:extLst>
                <a:ext uri="{FF2B5EF4-FFF2-40B4-BE49-F238E27FC236}">
                  <a16:creationId xmlns:a16="http://schemas.microsoft.com/office/drawing/2014/main" id="{9A17B1FA-4B3F-D9D9-3F80-27AD64E5B946}"/>
                </a:ext>
              </a:extLst>
            </p:cNvPr>
            <p:cNvSpPr/>
            <p:nvPr/>
          </p:nvSpPr>
          <p:spPr>
            <a:xfrm>
              <a:off x="4303075" y="3351575"/>
              <a:ext cx="74875" cy="70575"/>
            </a:xfrm>
            <a:custGeom>
              <a:avLst/>
              <a:gdLst/>
              <a:ahLst/>
              <a:cxnLst/>
              <a:rect l="l" t="t" r="r" b="b"/>
              <a:pathLst>
                <a:path w="2995" h="2823" extrusionOk="0">
                  <a:moveTo>
                    <a:pt x="1051" y="1"/>
                  </a:moveTo>
                  <a:cubicBezTo>
                    <a:pt x="471" y="1"/>
                    <a:pt x="1" y="471"/>
                    <a:pt x="1" y="1051"/>
                  </a:cubicBezTo>
                  <a:lnTo>
                    <a:pt x="1" y="1788"/>
                  </a:lnTo>
                  <a:cubicBezTo>
                    <a:pt x="1" y="2368"/>
                    <a:pt x="471" y="2822"/>
                    <a:pt x="1051"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34;p30">
              <a:extLst>
                <a:ext uri="{FF2B5EF4-FFF2-40B4-BE49-F238E27FC236}">
                  <a16:creationId xmlns:a16="http://schemas.microsoft.com/office/drawing/2014/main" id="{6205D456-9F12-4274-0EF2-0C29AA7996F4}"/>
                </a:ext>
              </a:extLst>
            </p:cNvPr>
            <p:cNvSpPr/>
            <p:nvPr/>
          </p:nvSpPr>
          <p:spPr>
            <a:xfrm>
              <a:off x="4194925" y="3351575"/>
              <a:ext cx="74475" cy="70575"/>
            </a:xfrm>
            <a:custGeom>
              <a:avLst/>
              <a:gdLst/>
              <a:ahLst/>
              <a:cxnLst/>
              <a:rect l="l" t="t" r="r" b="b"/>
              <a:pathLst>
                <a:path w="2979" h="2823" extrusionOk="0">
                  <a:moveTo>
                    <a:pt x="1035" y="1"/>
                  </a:moveTo>
                  <a:cubicBezTo>
                    <a:pt x="471" y="1"/>
                    <a:pt x="1" y="471"/>
                    <a:pt x="1" y="1051"/>
                  </a:cubicBezTo>
                  <a:lnTo>
                    <a:pt x="1" y="1788"/>
                  </a:lnTo>
                  <a:cubicBezTo>
                    <a:pt x="1" y="2368"/>
                    <a:pt x="471" y="2822"/>
                    <a:pt x="1035" y="2822"/>
                  </a:cubicBezTo>
                  <a:lnTo>
                    <a:pt x="1928" y="2822"/>
                  </a:lnTo>
                  <a:cubicBezTo>
                    <a:pt x="2508" y="2822"/>
                    <a:pt x="2979" y="2368"/>
                    <a:pt x="2979" y="1788"/>
                  </a:cubicBezTo>
                  <a:lnTo>
                    <a:pt x="2979" y="1051"/>
                  </a:lnTo>
                  <a:cubicBezTo>
                    <a:pt x="2979" y="471"/>
                    <a:pt x="2508" y="1"/>
                    <a:pt x="192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35;p30">
              <a:extLst>
                <a:ext uri="{FF2B5EF4-FFF2-40B4-BE49-F238E27FC236}">
                  <a16:creationId xmlns:a16="http://schemas.microsoft.com/office/drawing/2014/main" id="{3AF1B2ED-756C-D9C1-B4B7-A97E3045B75F}"/>
                </a:ext>
              </a:extLst>
            </p:cNvPr>
            <p:cNvSpPr/>
            <p:nvPr/>
          </p:nvSpPr>
          <p:spPr>
            <a:xfrm>
              <a:off x="4086375" y="3351575"/>
              <a:ext cx="74875" cy="70575"/>
            </a:xfrm>
            <a:custGeom>
              <a:avLst/>
              <a:gdLst/>
              <a:ahLst/>
              <a:cxnLst/>
              <a:rect l="l" t="t" r="r" b="b"/>
              <a:pathLst>
                <a:path w="2995" h="2823" extrusionOk="0">
                  <a:moveTo>
                    <a:pt x="1051" y="1"/>
                  </a:moveTo>
                  <a:cubicBezTo>
                    <a:pt x="471" y="1"/>
                    <a:pt x="1" y="471"/>
                    <a:pt x="1" y="1051"/>
                  </a:cubicBezTo>
                  <a:lnTo>
                    <a:pt x="1" y="1788"/>
                  </a:lnTo>
                  <a:cubicBezTo>
                    <a:pt x="1" y="2368"/>
                    <a:pt x="471" y="2822"/>
                    <a:pt x="1051" y="2822"/>
                  </a:cubicBezTo>
                  <a:lnTo>
                    <a:pt x="1944" y="2822"/>
                  </a:lnTo>
                  <a:cubicBezTo>
                    <a:pt x="2524" y="2822"/>
                    <a:pt x="2995" y="2368"/>
                    <a:pt x="2995" y="1788"/>
                  </a:cubicBezTo>
                  <a:lnTo>
                    <a:pt x="2995" y="1051"/>
                  </a:lnTo>
                  <a:cubicBezTo>
                    <a:pt x="2995"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6;p30">
              <a:extLst>
                <a:ext uri="{FF2B5EF4-FFF2-40B4-BE49-F238E27FC236}">
                  <a16:creationId xmlns:a16="http://schemas.microsoft.com/office/drawing/2014/main" id="{1253B75C-63F3-D23F-BB57-1CC08015EAAD}"/>
                </a:ext>
              </a:extLst>
            </p:cNvPr>
            <p:cNvSpPr/>
            <p:nvPr/>
          </p:nvSpPr>
          <p:spPr>
            <a:xfrm>
              <a:off x="4570325" y="2631750"/>
              <a:ext cx="2293575" cy="582700"/>
            </a:xfrm>
            <a:custGeom>
              <a:avLst/>
              <a:gdLst/>
              <a:ahLst/>
              <a:cxnLst/>
              <a:rect l="l" t="t" r="r" b="b"/>
              <a:pathLst>
                <a:path w="91743" h="23308" extrusionOk="0">
                  <a:moveTo>
                    <a:pt x="23857" y="188"/>
                  </a:moveTo>
                  <a:cubicBezTo>
                    <a:pt x="21694" y="658"/>
                    <a:pt x="19813" y="1944"/>
                    <a:pt x="17854" y="2947"/>
                  </a:cubicBezTo>
                  <a:lnTo>
                    <a:pt x="17854" y="2947"/>
                  </a:lnTo>
                  <a:cubicBezTo>
                    <a:pt x="15001" y="4420"/>
                    <a:pt x="11835" y="5376"/>
                    <a:pt x="8637" y="5282"/>
                  </a:cubicBezTo>
                  <a:lnTo>
                    <a:pt x="8637" y="5282"/>
                  </a:lnTo>
                  <a:cubicBezTo>
                    <a:pt x="5440" y="5204"/>
                    <a:pt x="2211" y="4013"/>
                    <a:pt x="1" y="1709"/>
                  </a:cubicBezTo>
                  <a:lnTo>
                    <a:pt x="1" y="1709"/>
                  </a:lnTo>
                  <a:cubicBezTo>
                    <a:pt x="251" y="3339"/>
                    <a:pt x="1458" y="4467"/>
                    <a:pt x="2963" y="5173"/>
                  </a:cubicBezTo>
                  <a:lnTo>
                    <a:pt x="2963" y="5173"/>
                  </a:lnTo>
                  <a:cubicBezTo>
                    <a:pt x="6082" y="6615"/>
                    <a:pt x="9672" y="7022"/>
                    <a:pt x="13026" y="6286"/>
                  </a:cubicBezTo>
                  <a:lnTo>
                    <a:pt x="13026" y="6286"/>
                  </a:lnTo>
                  <a:cubicBezTo>
                    <a:pt x="15910" y="5643"/>
                    <a:pt x="18559" y="4232"/>
                    <a:pt x="21365" y="3323"/>
                  </a:cubicBezTo>
                  <a:lnTo>
                    <a:pt x="21365" y="3323"/>
                  </a:lnTo>
                  <a:cubicBezTo>
                    <a:pt x="24170" y="2414"/>
                    <a:pt x="27384" y="2069"/>
                    <a:pt x="29954" y="3511"/>
                  </a:cubicBezTo>
                  <a:lnTo>
                    <a:pt x="29954" y="3511"/>
                  </a:lnTo>
                  <a:cubicBezTo>
                    <a:pt x="31804" y="4546"/>
                    <a:pt x="33058" y="6364"/>
                    <a:pt x="34735" y="7649"/>
                  </a:cubicBezTo>
                  <a:lnTo>
                    <a:pt x="34735" y="7649"/>
                  </a:lnTo>
                  <a:cubicBezTo>
                    <a:pt x="39108" y="11051"/>
                    <a:pt x="45440" y="10330"/>
                    <a:pt x="50629" y="8386"/>
                  </a:cubicBezTo>
                  <a:lnTo>
                    <a:pt x="50629" y="8386"/>
                  </a:lnTo>
                  <a:cubicBezTo>
                    <a:pt x="52274" y="7775"/>
                    <a:pt x="53905" y="7038"/>
                    <a:pt x="55644" y="6803"/>
                  </a:cubicBezTo>
                  <a:lnTo>
                    <a:pt x="55644" y="6803"/>
                  </a:lnTo>
                  <a:cubicBezTo>
                    <a:pt x="57384" y="6552"/>
                    <a:pt x="59312" y="6897"/>
                    <a:pt x="60550" y="8135"/>
                  </a:cubicBezTo>
                  <a:lnTo>
                    <a:pt x="60550" y="8135"/>
                  </a:lnTo>
                  <a:cubicBezTo>
                    <a:pt x="61851" y="9452"/>
                    <a:pt x="62149" y="11489"/>
                    <a:pt x="63340" y="12916"/>
                  </a:cubicBezTo>
                  <a:lnTo>
                    <a:pt x="63340" y="12916"/>
                  </a:lnTo>
                  <a:cubicBezTo>
                    <a:pt x="64516" y="14326"/>
                    <a:pt x="66413" y="14922"/>
                    <a:pt x="68231" y="15126"/>
                  </a:cubicBezTo>
                  <a:lnTo>
                    <a:pt x="68231" y="15126"/>
                  </a:lnTo>
                  <a:cubicBezTo>
                    <a:pt x="73215" y="15690"/>
                    <a:pt x="76648" y="12571"/>
                    <a:pt x="81397" y="12383"/>
                  </a:cubicBezTo>
                  <a:lnTo>
                    <a:pt x="81397" y="12383"/>
                  </a:lnTo>
                  <a:cubicBezTo>
                    <a:pt x="83200" y="12305"/>
                    <a:pt x="85081" y="12712"/>
                    <a:pt x="86476" y="13841"/>
                  </a:cubicBezTo>
                  <a:lnTo>
                    <a:pt x="86476" y="13841"/>
                  </a:lnTo>
                  <a:cubicBezTo>
                    <a:pt x="87479" y="14656"/>
                    <a:pt x="88169" y="15800"/>
                    <a:pt x="88796" y="16944"/>
                  </a:cubicBezTo>
                  <a:lnTo>
                    <a:pt x="88796" y="16944"/>
                  </a:lnTo>
                  <a:cubicBezTo>
                    <a:pt x="89877" y="18935"/>
                    <a:pt x="90833" y="21051"/>
                    <a:pt x="91225" y="23292"/>
                  </a:cubicBezTo>
                  <a:lnTo>
                    <a:pt x="91225" y="23292"/>
                  </a:lnTo>
                  <a:lnTo>
                    <a:pt x="91398" y="23308"/>
                  </a:lnTo>
                  <a:cubicBezTo>
                    <a:pt x="91742" y="20048"/>
                    <a:pt x="91492" y="16631"/>
                    <a:pt x="89940" y="13747"/>
                  </a:cubicBezTo>
                  <a:lnTo>
                    <a:pt x="89940" y="13747"/>
                  </a:lnTo>
                  <a:cubicBezTo>
                    <a:pt x="88388" y="10862"/>
                    <a:pt x="85332" y="8637"/>
                    <a:pt x="82056" y="8746"/>
                  </a:cubicBezTo>
                  <a:lnTo>
                    <a:pt x="82056" y="8746"/>
                  </a:lnTo>
                  <a:cubicBezTo>
                    <a:pt x="79846" y="8809"/>
                    <a:pt x="77808" y="9891"/>
                    <a:pt x="75723" y="10643"/>
                  </a:cubicBezTo>
                  <a:lnTo>
                    <a:pt x="75723" y="10643"/>
                  </a:lnTo>
                  <a:cubicBezTo>
                    <a:pt x="73544" y="11411"/>
                    <a:pt x="71240" y="11819"/>
                    <a:pt x="68936" y="11850"/>
                  </a:cubicBezTo>
                  <a:lnTo>
                    <a:pt x="68936" y="11850"/>
                  </a:lnTo>
                  <a:cubicBezTo>
                    <a:pt x="67745" y="11881"/>
                    <a:pt x="66491" y="11787"/>
                    <a:pt x="65425" y="11223"/>
                  </a:cubicBezTo>
                  <a:lnTo>
                    <a:pt x="65425" y="11223"/>
                  </a:lnTo>
                  <a:cubicBezTo>
                    <a:pt x="63654" y="10314"/>
                    <a:pt x="62714" y="8370"/>
                    <a:pt x="61334" y="6944"/>
                  </a:cubicBezTo>
                  <a:lnTo>
                    <a:pt x="61334" y="6944"/>
                  </a:lnTo>
                  <a:cubicBezTo>
                    <a:pt x="57839" y="3370"/>
                    <a:pt x="51977" y="3574"/>
                    <a:pt x="47243" y="5188"/>
                  </a:cubicBezTo>
                  <a:lnTo>
                    <a:pt x="47243" y="5188"/>
                  </a:lnTo>
                  <a:cubicBezTo>
                    <a:pt x="45064" y="5925"/>
                    <a:pt x="42838" y="6913"/>
                    <a:pt x="40581" y="6521"/>
                  </a:cubicBezTo>
                  <a:lnTo>
                    <a:pt x="40581" y="6521"/>
                  </a:lnTo>
                  <a:cubicBezTo>
                    <a:pt x="39030" y="6239"/>
                    <a:pt x="37682" y="5345"/>
                    <a:pt x="36381" y="4452"/>
                  </a:cubicBezTo>
                  <a:lnTo>
                    <a:pt x="36381" y="4452"/>
                  </a:lnTo>
                  <a:cubicBezTo>
                    <a:pt x="33152" y="2273"/>
                    <a:pt x="29515" y="0"/>
                    <a:pt x="25738" y="0"/>
                  </a:cubicBezTo>
                  <a:lnTo>
                    <a:pt x="25738" y="0"/>
                  </a:lnTo>
                  <a:cubicBezTo>
                    <a:pt x="25111" y="0"/>
                    <a:pt x="24484" y="63"/>
                    <a:pt x="23857" y="188"/>
                  </a:cubicBezTo>
                </a:path>
              </a:pathLst>
            </a:custGeom>
            <a:solidFill>
              <a:srgbClr val="FFFFFF">
                <a:alpha val="410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1" name="Rectangle: Rounded Corners 130">
            <a:extLst>
              <a:ext uri="{FF2B5EF4-FFF2-40B4-BE49-F238E27FC236}">
                <a16:creationId xmlns:a16="http://schemas.microsoft.com/office/drawing/2014/main" id="{7B0AB098-5041-963B-CFB2-352E52A4919B}"/>
              </a:ext>
            </a:extLst>
          </p:cNvPr>
          <p:cNvSpPr/>
          <p:nvPr/>
        </p:nvSpPr>
        <p:spPr>
          <a:xfrm>
            <a:off x="298428" y="1198093"/>
            <a:ext cx="2077414" cy="2878787"/>
          </a:xfrm>
          <a:prstGeom prst="roundRect">
            <a:avLst/>
          </a:prstGeom>
          <a:solidFill>
            <a:srgbClr val="002060"/>
          </a:solidFill>
          <a:ln>
            <a:solidFill>
              <a:srgbClr val="3A729A"/>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dirty="0">
              <a:solidFill>
                <a:srgbClr val="FFFFFF"/>
              </a:solidFill>
            </a:endParaRPr>
          </a:p>
        </p:txBody>
      </p:sp>
      <p:sp>
        <p:nvSpPr>
          <p:cNvPr id="5" name="Flowchart: Alternate Process 4">
            <a:extLst>
              <a:ext uri="{FF2B5EF4-FFF2-40B4-BE49-F238E27FC236}">
                <a16:creationId xmlns:a16="http://schemas.microsoft.com/office/drawing/2014/main" id="{EECFE4CD-C0C3-38ED-0CB8-AD2A2AEAAC60}"/>
              </a:ext>
            </a:extLst>
          </p:cNvPr>
          <p:cNvSpPr/>
          <p:nvPr/>
        </p:nvSpPr>
        <p:spPr>
          <a:xfrm>
            <a:off x="487788" y="3149121"/>
            <a:ext cx="2183341" cy="554753"/>
          </a:xfrm>
          <a:prstGeom prst="flowChartAlternateProcess">
            <a:avLst/>
          </a:prstGeom>
          <a:solidFill>
            <a:srgbClr val="0070C0"/>
          </a:solidFill>
          <a:ln>
            <a:solidFill>
              <a:srgbClr val="69ABD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Google Shape;397;p38">
            <a:extLst>
              <a:ext uri="{FF2B5EF4-FFF2-40B4-BE49-F238E27FC236}">
                <a16:creationId xmlns:a16="http://schemas.microsoft.com/office/drawing/2014/main" id="{B99A9BC4-7369-11B9-55DE-277154E95ECD}"/>
              </a:ext>
            </a:extLst>
          </p:cNvPr>
          <p:cNvSpPr txBox="1">
            <a:spLocks/>
          </p:cNvSpPr>
          <p:nvPr/>
        </p:nvSpPr>
        <p:spPr>
          <a:xfrm>
            <a:off x="518114" y="1640227"/>
            <a:ext cx="1695653" cy="595205"/>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r>
              <a:rPr lang="en-US" sz="1200" dirty="0">
                <a:solidFill>
                  <a:srgbClr val="FFFFFF"/>
                </a:solidFill>
              </a:rPr>
              <a:t>Delay percentage</a:t>
            </a:r>
          </a:p>
        </p:txBody>
      </p:sp>
      <p:sp>
        <p:nvSpPr>
          <p:cNvPr id="133" name="Google Shape;397;p38">
            <a:extLst>
              <a:ext uri="{FF2B5EF4-FFF2-40B4-BE49-F238E27FC236}">
                <a16:creationId xmlns:a16="http://schemas.microsoft.com/office/drawing/2014/main" id="{E9EE759A-334E-421B-CC97-5A974339A9FC}"/>
              </a:ext>
            </a:extLst>
          </p:cNvPr>
          <p:cNvSpPr txBox="1">
            <a:spLocks/>
          </p:cNvSpPr>
          <p:nvPr/>
        </p:nvSpPr>
        <p:spPr>
          <a:xfrm>
            <a:off x="459745" y="3106944"/>
            <a:ext cx="1875955" cy="595205"/>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r>
              <a:rPr lang="en-US" sz="1600" b="1" dirty="0">
                <a:solidFill>
                  <a:srgbClr val="FFFFFF"/>
                </a:solidFill>
              </a:rPr>
              <a:t>Reason of delay</a:t>
            </a:r>
          </a:p>
        </p:txBody>
      </p:sp>
      <p:sp>
        <p:nvSpPr>
          <p:cNvPr id="10" name="Google Shape;397;p38">
            <a:extLst>
              <a:ext uri="{FF2B5EF4-FFF2-40B4-BE49-F238E27FC236}">
                <a16:creationId xmlns:a16="http://schemas.microsoft.com/office/drawing/2014/main" id="{EA6E68FB-7559-4108-B386-4550F905813F}"/>
              </a:ext>
            </a:extLst>
          </p:cNvPr>
          <p:cNvSpPr txBox="1">
            <a:spLocks/>
          </p:cNvSpPr>
          <p:nvPr/>
        </p:nvSpPr>
        <p:spPr>
          <a:xfrm>
            <a:off x="493838" y="2397589"/>
            <a:ext cx="1875955" cy="595205"/>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r>
              <a:rPr lang="en-US" sz="1200" dirty="0">
                <a:solidFill>
                  <a:srgbClr val="FFFFFF"/>
                </a:solidFill>
              </a:rPr>
              <a:t>Refund percentage</a:t>
            </a:r>
          </a:p>
        </p:txBody>
      </p:sp>
      <p:grpSp>
        <p:nvGrpSpPr>
          <p:cNvPr id="11" name="Group 10">
            <a:extLst>
              <a:ext uri="{FF2B5EF4-FFF2-40B4-BE49-F238E27FC236}">
                <a16:creationId xmlns:a16="http://schemas.microsoft.com/office/drawing/2014/main" id="{D0986530-182A-C449-1232-6E706643B2E3}"/>
              </a:ext>
            </a:extLst>
          </p:cNvPr>
          <p:cNvGrpSpPr/>
          <p:nvPr/>
        </p:nvGrpSpPr>
        <p:grpSpPr>
          <a:xfrm>
            <a:off x="2878365" y="3060100"/>
            <a:ext cx="5759245" cy="840000"/>
            <a:chOff x="2882253" y="1434468"/>
            <a:chExt cx="4227652" cy="840000"/>
          </a:xfrm>
        </p:grpSpPr>
        <p:sp>
          <p:nvSpPr>
            <p:cNvPr id="12" name="Arrow: Pentagon 11">
              <a:extLst>
                <a:ext uri="{FF2B5EF4-FFF2-40B4-BE49-F238E27FC236}">
                  <a16:creationId xmlns:a16="http://schemas.microsoft.com/office/drawing/2014/main" id="{14DC06B1-51A2-EE54-955F-8014E1599BE5}"/>
                </a:ext>
              </a:extLst>
            </p:cNvPr>
            <p:cNvSpPr/>
            <p:nvPr/>
          </p:nvSpPr>
          <p:spPr>
            <a:xfrm flipH="1">
              <a:off x="2882253" y="1537783"/>
              <a:ext cx="4227652" cy="656924"/>
            </a:xfrm>
            <a:prstGeom prst="homePlate">
              <a:avLst/>
            </a:prstGeom>
            <a:solidFill>
              <a:srgbClr val="3A729A"/>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Google Shape;397;p38">
              <a:extLst>
                <a:ext uri="{FF2B5EF4-FFF2-40B4-BE49-F238E27FC236}">
                  <a16:creationId xmlns:a16="http://schemas.microsoft.com/office/drawing/2014/main" id="{C91900D0-C0A1-CC20-9337-07ED174D5E4F}"/>
                </a:ext>
              </a:extLst>
            </p:cNvPr>
            <p:cNvSpPr txBox="1">
              <a:spLocks/>
            </p:cNvSpPr>
            <p:nvPr/>
          </p:nvSpPr>
          <p:spPr>
            <a:xfrm>
              <a:off x="3301105" y="1434468"/>
              <a:ext cx="3757222" cy="8400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b="1" dirty="0">
                  <a:solidFill>
                    <a:srgbClr val="00B0F0"/>
                  </a:solidFill>
                </a:rPr>
                <a:t>63% </a:t>
              </a:r>
              <a:r>
                <a:rPr lang="en-US" sz="1200" dirty="0">
                  <a:solidFill>
                    <a:srgbClr val="FFFFFF"/>
                  </a:solidFill>
                </a:rPr>
                <a:t>of delay reasons because of the </a:t>
              </a:r>
              <a:r>
                <a:rPr lang="en-US" b="1" dirty="0">
                  <a:solidFill>
                    <a:srgbClr val="00B0F0"/>
                  </a:solidFill>
                </a:rPr>
                <a:t>weather</a:t>
              </a:r>
            </a:p>
          </p:txBody>
        </p:sp>
      </p:grpSp>
      <p:sp>
        <p:nvSpPr>
          <p:cNvPr id="14" name="Google Shape;397;p38">
            <a:extLst>
              <a:ext uri="{FF2B5EF4-FFF2-40B4-BE49-F238E27FC236}">
                <a16:creationId xmlns:a16="http://schemas.microsoft.com/office/drawing/2014/main" id="{2F3C8BDC-5B69-46D3-497E-14913AB2A2C3}"/>
              </a:ext>
            </a:extLst>
          </p:cNvPr>
          <p:cNvSpPr txBox="1">
            <a:spLocks/>
          </p:cNvSpPr>
          <p:nvPr/>
        </p:nvSpPr>
        <p:spPr>
          <a:xfrm>
            <a:off x="2348029" y="106920"/>
            <a:ext cx="4972958" cy="8400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6000"/>
              <a:buFont typeface="Montserrat ExtraBold"/>
              <a:buNone/>
              <a:defRPr sz="4000" b="0" i="0" u="none" strike="noStrike" cap="none">
                <a:solidFill>
                  <a:schemeClr val="dk2"/>
                </a:solidFill>
                <a:latin typeface="Montserrat ExtraBold"/>
                <a:ea typeface="Montserrat ExtraBold"/>
                <a:cs typeface="Montserrat ExtraBold"/>
                <a:sym typeface="Montserrat ExtraBold"/>
              </a:defRPr>
            </a:lvl1pPr>
            <a:lvl2pPr marR="0" lvl="1"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2pPr>
            <a:lvl3pPr marR="0" lvl="2"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3pPr>
            <a:lvl4pPr marR="0" lvl="3"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4pPr>
            <a:lvl5pPr marR="0" lvl="4"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5pPr>
            <a:lvl6pPr marR="0" lvl="5"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6pPr>
            <a:lvl7pPr marR="0" lvl="6"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7pPr>
            <a:lvl8pPr marR="0" lvl="7"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8pPr>
            <a:lvl9pPr marR="0" lvl="8"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9pPr>
          </a:lstStyle>
          <a:p>
            <a:pPr lvl="0"/>
            <a:r>
              <a:rPr lang="en-US" sz="3600" dirty="0">
                <a:solidFill>
                  <a:srgbClr val="002060"/>
                </a:solidFill>
              </a:rPr>
              <a:t>troublesome Route</a:t>
            </a:r>
          </a:p>
        </p:txBody>
      </p:sp>
      <p:grpSp>
        <p:nvGrpSpPr>
          <p:cNvPr id="15" name="Group 14">
            <a:extLst>
              <a:ext uri="{FF2B5EF4-FFF2-40B4-BE49-F238E27FC236}">
                <a16:creationId xmlns:a16="http://schemas.microsoft.com/office/drawing/2014/main" id="{BC4D89DF-3F02-F249-2936-658D8E6F42D7}"/>
              </a:ext>
            </a:extLst>
          </p:cNvPr>
          <p:cNvGrpSpPr/>
          <p:nvPr/>
        </p:nvGrpSpPr>
        <p:grpSpPr>
          <a:xfrm>
            <a:off x="2866640" y="1547831"/>
            <a:ext cx="5759245" cy="840000"/>
            <a:chOff x="2882253" y="1434468"/>
            <a:chExt cx="4227652" cy="840000"/>
          </a:xfrm>
        </p:grpSpPr>
        <p:sp>
          <p:nvSpPr>
            <p:cNvPr id="16" name="Arrow: Pentagon 15">
              <a:extLst>
                <a:ext uri="{FF2B5EF4-FFF2-40B4-BE49-F238E27FC236}">
                  <a16:creationId xmlns:a16="http://schemas.microsoft.com/office/drawing/2014/main" id="{723950BC-56D4-9523-AC41-DD97D1552CED}"/>
                </a:ext>
              </a:extLst>
            </p:cNvPr>
            <p:cNvSpPr/>
            <p:nvPr/>
          </p:nvSpPr>
          <p:spPr>
            <a:xfrm flipH="1">
              <a:off x="2882253" y="1537783"/>
              <a:ext cx="4227652" cy="656924"/>
            </a:xfrm>
            <a:prstGeom prst="homePlate">
              <a:avLst/>
            </a:prstGeom>
            <a:solidFill>
              <a:srgbClr val="3A729A"/>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Google Shape;397;p38">
              <a:extLst>
                <a:ext uri="{FF2B5EF4-FFF2-40B4-BE49-F238E27FC236}">
                  <a16:creationId xmlns:a16="http://schemas.microsoft.com/office/drawing/2014/main" id="{C236A204-7962-7BD9-A241-CB5CECA3868F}"/>
                </a:ext>
              </a:extLst>
            </p:cNvPr>
            <p:cNvSpPr txBox="1">
              <a:spLocks/>
            </p:cNvSpPr>
            <p:nvPr/>
          </p:nvSpPr>
          <p:spPr>
            <a:xfrm>
              <a:off x="3301105" y="1434468"/>
              <a:ext cx="3757222" cy="8400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b="1" dirty="0">
                  <a:solidFill>
                    <a:srgbClr val="00B0F0"/>
                  </a:solidFill>
                </a:rPr>
                <a:t>362</a:t>
              </a:r>
              <a:r>
                <a:rPr lang="en-US" sz="1200" dirty="0">
                  <a:solidFill>
                    <a:srgbClr val="FFFFFF"/>
                  </a:solidFill>
                </a:rPr>
                <a:t> of </a:t>
              </a:r>
              <a:r>
                <a:rPr lang="en-US" b="1" dirty="0">
                  <a:solidFill>
                    <a:srgbClr val="00B0F0"/>
                  </a:solidFill>
                </a:rPr>
                <a:t>1602 </a:t>
              </a:r>
              <a:r>
                <a:rPr lang="en-US" dirty="0">
                  <a:solidFill>
                    <a:srgbClr val="FFFFFF"/>
                  </a:solidFill>
                </a:rPr>
                <a:t>delay in Liverpool to London journey with 56% delay percentage</a:t>
              </a:r>
            </a:p>
          </p:txBody>
        </p:sp>
      </p:grpSp>
      <p:grpSp>
        <p:nvGrpSpPr>
          <p:cNvPr id="18" name="Group 17">
            <a:extLst>
              <a:ext uri="{FF2B5EF4-FFF2-40B4-BE49-F238E27FC236}">
                <a16:creationId xmlns:a16="http://schemas.microsoft.com/office/drawing/2014/main" id="{127E94CE-CC4E-9910-443F-6982DDA07FCD}"/>
              </a:ext>
            </a:extLst>
          </p:cNvPr>
          <p:cNvGrpSpPr/>
          <p:nvPr/>
        </p:nvGrpSpPr>
        <p:grpSpPr>
          <a:xfrm>
            <a:off x="2878364" y="2298104"/>
            <a:ext cx="5759245" cy="840000"/>
            <a:chOff x="2882253" y="1434468"/>
            <a:chExt cx="4227652" cy="840000"/>
          </a:xfrm>
        </p:grpSpPr>
        <p:sp>
          <p:nvSpPr>
            <p:cNvPr id="19" name="Arrow: Pentagon 18">
              <a:extLst>
                <a:ext uri="{FF2B5EF4-FFF2-40B4-BE49-F238E27FC236}">
                  <a16:creationId xmlns:a16="http://schemas.microsoft.com/office/drawing/2014/main" id="{03074F4A-AC71-31E0-B8D9-B7CD679AF965}"/>
                </a:ext>
              </a:extLst>
            </p:cNvPr>
            <p:cNvSpPr/>
            <p:nvPr/>
          </p:nvSpPr>
          <p:spPr>
            <a:xfrm flipH="1">
              <a:off x="2882253" y="1537783"/>
              <a:ext cx="4227652" cy="656924"/>
            </a:xfrm>
            <a:prstGeom prst="homePlate">
              <a:avLst/>
            </a:prstGeom>
            <a:solidFill>
              <a:srgbClr val="3A729A"/>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Google Shape;397;p38">
              <a:extLst>
                <a:ext uri="{FF2B5EF4-FFF2-40B4-BE49-F238E27FC236}">
                  <a16:creationId xmlns:a16="http://schemas.microsoft.com/office/drawing/2014/main" id="{6C9ACE55-A961-E0B3-6C1F-0EA1767D31F4}"/>
                </a:ext>
              </a:extLst>
            </p:cNvPr>
            <p:cNvSpPr txBox="1">
              <a:spLocks/>
            </p:cNvSpPr>
            <p:nvPr/>
          </p:nvSpPr>
          <p:spPr>
            <a:xfrm>
              <a:off x="3301105" y="1434468"/>
              <a:ext cx="3757222" cy="8400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b="1" dirty="0">
                  <a:solidFill>
                    <a:srgbClr val="00B0F0"/>
                  </a:solidFill>
                </a:rPr>
                <a:t>$13K</a:t>
              </a:r>
              <a:r>
                <a:rPr lang="en-US" sz="1200" dirty="0">
                  <a:solidFill>
                    <a:srgbClr val="FFFFFF"/>
                  </a:solidFill>
                </a:rPr>
                <a:t> out of </a:t>
              </a:r>
              <a:r>
                <a:rPr lang="en-US" sz="1200" b="1" dirty="0">
                  <a:solidFill>
                    <a:srgbClr val="00B0F0"/>
                  </a:solidFill>
                </a:rPr>
                <a:t>$113K</a:t>
              </a:r>
              <a:r>
                <a:rPr lang="en-US" b="1" dirty="0">
                  <a:solidFill>
                    <a:srgbClr val="00B0F0"/>
                  </a:solidFill>
                </a:rPr>
                <a:t> </a:t>
              </a:r>
              <a:r>
                <a:rPr lang="en-US" dirty="0">
                  <a:solidFill>
                    <a:srgbClr val="FFFFFF"/>
                  </a:solidFill>
                </a:rPr>
                <a:t>revenues with </a:t>
              </a:r>
              <a:r>
                <a:rPr lang="en-US" b="1" dirty="0">
                  <a:solidFill>
                    <a:srgbClr val="00B0F0"/>
                  </a:solidFill>
                </a:rPr>
                <a:t>15.6%</a:t>
              </a:r>
              <a:r>
                <a:rPr lang="en-US" dirty="0">
                  <a:solidFill>
                    <a:srgbClr val="FFFFFF"/>
                  </a:solidFill>
                </a:rPr>
                <a:t> refund percentage</a:t>
              </a:r>
            </a:p>
          </p:txBody>
        </p:sp>
      </p:grpSp>
    </p:spTree>
    <p:extLst>
      <p:ext uri="{BB962C8B-B14F-4D97-AF65-F5344CB8AC3E}">
        <p14:creationId xmlns:p14="http://schemas.microsoft.com/office/powerpoint/2010/main" val="2652124341"/>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nodeType="after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250"/>
                                        <p:tgtEl>
                                          <p:spTgt spid="11"/>
                                        </p:tgtEl>
                                        <p:attrNameLst>
                                          <p:attrName>ppt_x</p:attrName>
                                        </p:attrNameLst>
                                      </p:cBhvr>
                                      <p:tavLst>
                                        <p:tav tm="0">
                                          <p:val>
                                            <p:strVal val="#ppt_x-#ppt_w*1.125000"/>
                                          </p:val>
                                        </p:tav>
                                        <p:tav tm="100000">
                                          <p:val>
                                            <p:strVal val="#ppt_x"/>
                                          </p:val>
                                        </p:tav>
                                      </p:tavLst>
                                    </p:anim>
                                    <p:animEffect transition="in" filter="wipe(right)">
                                      <p:cBhvr>
                                        <p:cTn id="8" dur="25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screenshot of a computer&#10;&#10;AI-generated content may be incorrect.">
            <a:extLst>
              <a:ext uri="{FF2B5EF4-FFF2-40B4-BE49-F238E27FC236}">
                <a16:creationId xmlns:a16="http://schemas.microsoft.com/office/drawing/2014/main" id="{07BC0DA7-6D8F-0CB2-3274-735E0831F214}"/>
              </a:ext>
            </a:extLst>
          </p:cNvPr>
          <p:cNvPicPr>
            <a:picLocks noChangeAspect="1"/>
          </p:cNvPicPr>
          <p:nvPr/>
        </p:nvPicPr>
        <p:blipFill>
          <a:blip r:embed="rId2"/>
          <a:stretch>
            <a:fillRect/>
          </a:stretch>
        </p:blipFill>
        <p:spPr>
          <a:xfrm>
            <a:off x="720000" y="1040875"/>
            <a:ext cx="6529535" cy="3657600"/>
          </a:xfrm>
          <a:prstGeom prst="rect">
            <a:avLst/>
          </a:prstGeom>
          <a:scene3d>
            <a:camera prst="perspectiveRight"/>
            <a:lightRig rig="threePt" dir="t"/>
          </a:scene3d>
        </p:spPr>
      </p:pic>
      <p:pic>
        <p:nvPicPr>
          <p:cNvPr id="3" name="Picture 2" descr="A screenshot of a computer&#10;&#10;AI-generated content may be incorrect.">
            <a:extLst>
              <a:ext uri="{FF2B5EF4-FFF2-40B4-BE49-F238E27FC236}">
                <a16:creationId xmlns:a16="http://schemas.microsoft.com/office/drawing/2014/main" id="{BA20338F-AF59-B210-85DE-131E1E8091DE}"/>
              </a:ext>
            </a:extLst>
          </p:cNvPr>
          <p:cNvPicPr>
            <a:picLocks noChangeAspect="1"/>
          </p:cNvPicPr>
          <p:nvPr/>
        </p:nvPicPr>
        <p:blipFill>
          <a:blip r:embed="rId3"/>
          <a:stretch>
            <a:fillRect/>
          </a:stretch>
        </p:blipFill>
        <p:spPr>
          <a:xfrm>
            <a:off x="1066749" y="1040875"/>
            <a:ext cx="6539915" cy="3657600"/>
          </a:xfrm>
          <a:prstGeom prst="rect">
            <a:avLst/>
          </a:prstGeom>
          <a:scene3d>
            <a:camera prst="perspectiveRight"/>
            <a:lightRig rig="threePt" dir="t"/>
          </a:scene3d>
        </p:spPr>
      </p:pic>
      <p:pic>
        <p:nvPicPr>
          <p:cNvPr id="4" name="Picture 3" descr="A screenshot of a computer&#10;&#10;AI-generated content may be incorrect.">
            <a:extLst>
              <a:ext uri="{FF2B5EF4-FFF2-40B4-BE49-F238E27FC236}">
                <a16:creationId xmlns:a16="http://schemas.microsoft.com/office/drawing/2014/main" id="{BAEC259F-42BB-5A78-4C67-C3214B59B09D}"/>
              </a:ext>
            </a:extLst>
          </p:cNvPr>
          <p:cNvPicPr>
            <a:picLocks noChangeAspect="1"/>
          </p:cNvPicPr>
          <p:nvPr/>
        </p:nvPicPr>
        <p:blipFill>
          <a:blip r:embed="rId4"/>
          <a:stretch>
            <a:fillRect/>
          </a:stretch>
        </p:blipFill>
        <p:spPr>
          <a:xfrm>
            <a:off x="1423878" y="1040875"/>
            <a:ext cx="6501847" cy="3657600"/>
          </a:xfrm>
          <a:prstGeom prst="rect">
            <a:avLst/>
          </a:prstGeom>
          <a:scene3d>
            <a:camera prst="perspectiveRight"/>
            <a:lightRig rig="threePt" dir="t"/>
          </a:scene3d>
        </p:spPr>
      </p:pic>
      <p:pic>
        <p:nvPicPr>
          <p:cNvPr id="5" name="Picture 4" descr="A screenshot of a computer&#10;&#10;AI-generated content may be incorrect.">
            <a:extLst>
              <a:ext uri="{FF2B5EF4-FFF2-40B4-BE49-F238E27FC236}">
                <a16:creationId xmlns:a16="http://schemas.microsoft.com/office/drawing/2014/main" id="{5D31A8DF-4073-2B4E-EA5D-B049BE4DE144}"/>
              </a:ext>
            </a:extLst>
          </p:cNvPr>
          <p:cNvPicPr>
            <a:picLocks noChangeAspect="1"/>
          </p:cNvPicPr>
          <p:nvPr/>
        </p:nvPicPr>
        <p:blipFill>
          <a:blip r:embed="rId5"/>
          <a:stretch>
            <a:fillRect/>
          </a:stretch>
        </p:blipFill>
        <p:spPr>
          <a:xfrm>
            <a:off x="1742939" y="1040875"/>
            <a:ext cx="6549803" cy="3657600"/>
          </a:xfrm>
          <a:prstGeom prst="rect">
            <a:avLst/>
          </a:prstGeom>
          <a:scene3d>
            <a:camera prst="perspectiveRight"/>
            <a:lightRig rig="threePt" dir="t"/>
          </a:scene3d>
        </p:spPr>
      </p:pic>
      <p:pic>
        <p:nvPicPr>
          <p:cNvPr id="6" name="Picture 5" descr="A screenshot of a computer&#10;&#10;AI-generated content may be incorrect.">
            <a:extLst>
              <a:ext uri="{FF2B5EF4-FFF2-40B4-BE49-F238E27FC236}">
                <a16:creationId xmlns:a16="http://schemas.microsoft.com/office/drawing/2014/main" id="{A51D557B-66D8-607C-350D-856D48004DAC}"/>
              </a:ext>
            </a:extLst>
          </p:cNvPr>
          <p:cNvPicPr>
            <a:picLocks noChangeAspect="1"/>
          </p:cNvPicPr>
          <p:nvPr/>
        </p:nvPicPr>
        <p:blipFill>
          <a:blip r:embed="rId6"/>
          <a:stretch>
            <a:fillRect/>
          </a:stretch>
        </p:blipFill>
        <p:spPr>
          <a:xfrm>
            <a:off x="2109956" y="1040875"/>
            <a:ext cx="6624132" cy="3657600"/>
          </a:xfrm>
          <a:prstGeom prst="rect">
            <a:avLst/>
          </a:prstGeom>
          <a:scene3d>
            <a:camera prst="perspectiveRight"/>
            <a:lightRig rig="threePt" dir="t"/>
          </a:scene3d>
        </p:spPr>
      </p:pic>
      <p:pic>
        <p:nvPicPr>
          <p:cNvPr id="7" name="Picture 6" descr="A screenshot of a computer&#10;&#10;AI-generated content may be incorrect.">
            <a:extLst>
              <a:ext uri="{FF2B5EF4-FFF2-40B4-BE49-F238E27FC236}">
                <a16:creationId xmlns:a16="http://schemas.microsoft.com/office/drawing/2014/main" id="{A56724DC-C6CA-B24E-DB28-DEB7AAC4C22C}"/>
              </a:ext>
            </a:extLst>
          </p:cNvPr>
          <p:cNvPicPr>
            <a:picLocks noChangeAspect="1"/>
          </p:cNvPicPr>
          <p:nvPr/>
        </p:nvPicPr>
        <p:blipFill>
          <a:blip r:embed="rId7"/>
          <a:stretch>
            <a:fillRect/>
          </a:stretch>
        </p:blipFill>
        <p:spPr>
          <a:xfrm>
            <a:off x="2551303" y="1040875"/>
            <a:ext cx="6551526" cy="3657600"/>
          </a:xfrm>
          <a:prstGeom prst="rect">
            <a:avLst/>
          </a:prstGeom>
          <a:scene3d>
            <a:camera prst="perspectiveRight"/>
            <a:lightRig rig="threePt" dir="t"/>
          </a:scene3d>
        </p:spPr>
      </p:pic>
      <p:sp>
        <p:nvSpPr>
          <p:cNvPr id="15" name="Title 1">
            <a:extLst>
              <a:ext uri="{FF2B5EF4-FFF2-40B4-BE49-F238E27FC236}">
                <a16:creationId xmlns:a16="http://schemas.microsoft.com/office/drawing/2014/main" id="{33146C8B-5A33-38DF-513F-9CD91E402A3B}"/>
              </a:ext>
            </a:extLst>
          </p:cNvPr>
          <p:cNvSpPr>
            <a:spLocks noGrp="1"/>
          </p:cNvSpPr>
          <p:nvPr>
            <p:ph type="title"/>
          </p:nvPr>
        </p:nvSpPr>
        <p:spPr>
          <a:xfrm>
            <a:off x="4073725" y="299089"/>
            <a:ext cx="3852000" cy="572700"/>
          </a:xfrm>
        </p:spPr>
        <p:txBody>
          <a:bodyPr/>
          <a:lstStyle/>
          <a:p>
            <a:pPr algn="ctr"/>
            <a:r>
              <a:rPr lang="en-US" dirty="0">
                <a:solidFill>
                  <a:srgbClr val="4F2410"/>
                </a:solidFill>
              </a:rPr>
              <a:t>Power BI</a:t>
            </a:r>
          </a:p>
        </p:txBody>
      </p:sp>
      <p:pic>
        <p:nvPicPr>
          <p:cNvPr id="16" name="Picture 15" descr="A yellow rectangular objects on a black background&#10;&#10;AI-generated content may be incorrect.">
            <a:extLst>
              <a:ext uri="{FF2B5EF4-FFF2-40B4-BE49-F238E27FC236}">
                <a16:creationId xmlns:a16="http://schemas.microsoft.com/office/drawing/2014/main" id="{6D40856B-4A85-3811-583E-740749BD7C80}"/>
              </a:ext>
            </a:extLst>
          </p:cNvPr>
          <p:cNvPicPr>
            <a:picLocks noChangeAspect="1"/>
          </p:cNvPicPr>
          <p:nvPr/>
        </p:nvPicPr>
        <p:blipFill>
          <a:blip r:embed="rId8"/>
          <a:stretch>
            <a:fillRect/>
          </a:stretch>
        </p:blipFill>
        <p:spPr>
          <a:xfrm rot="79968">
            <a:off x="4560743" y="240203"/>
            <a:ext cx="559857" cy="559857"/>
          </a:xfrm>
          <a:prstGeom prst="rect">
            <a:avLst/>
          </a:prstGeom>
        </p:spPr>
      </p:pic>
    </p:spTree>
    <p:extLst>
      <p:ext uri="{BB962C8B-B14F-4D97-AF65-F5344CB8AC3E}">
        <p14:creationId xmlns:p14="http://schemas.microsoft.com/office/powerpoint/2010/main" val="11136893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1+#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2" fill="hold" nodeType="after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500" fill="hold"/>
                                        <p:tgtEl>
                                          <p:spTgt spid="3"/>
                                        </p:tgtEl>
                                        <p:attrNameLst>
                                          <p:attrName>ppt_x</p:attrName>
                                        </p:attrNameLst>
                                      </p:cBhvr>
                                      <p:tavLst>
                                        <p:tav tm="0">
                                          <p:val>
                                            <p:strVal val="1+#ppt_w/2"/>
                                          </p:val>
                                        </p:tav>
                                        <p:tav tm="100000">
                                          <p:val>
                                            <p:strVal val="#ppt_x"/>
                                          </p:val>
                                        </p:tav>
                                      </p:tavLst>
                                    </p:anim>
                                    <p:anim calcmode="lin" valueType="num">
                                      <p:cBhvr additive="base">
                                        <p:cTn id="13" dur="500" fill="hold"/>
                                        <p:tgtEl>
                                          <p:spTgt spid="3"/>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2" presetClass="entr" presetSubtype="2" fill="hold" nodeType="afterEffect">
                                  <p:stCondLst>
                                    <p:cond delay="0"/>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500" fill="hold"/>
                                        <p:tgtEl>
                                          <p:spTgt spid="4"/>
                                        </p:tgtEl>
                                        <p:attrNameLst>
                                          <p:attrName>ppt_x</p:attrName>
                                        </p:attrNameLst>
                                      </p:cBhvr>
                                      <p:tavLst>
                                        <p:tav tm="0">
                                          <p:val>
                                            <p:strVal val="1+#ppt_w/2"/>
                                          </p:val>
                                        </p:tav>
                                        <p:tav tm="100000">
                                          <p:val>
                                            <p:strVal val="#ppt_x"/>
                                          </p:val>
                                        </p:tav>
                                      </p:tavLst>
                                    </p:anim>
                                    <p:anim calcmode="lin" valueType="num">
                                      <p:cBhvr additive="base">
                                        <p:cTn id="18" dur="500" fill="hold"/>
                                        <p:tgtEl>
                                          <p:spTgt spid="4"/>
                                        </p:tgtEl>
                                        <p:attrNameLst>
                                          <p:attrName>ppt_y</p:attrName>
                                        </p:attrNameLst>
                                      </p:cBhvr>
                                      <p:tavLst>
                                        <p:tav tm="0">
                                          <p:val>
                                            <p:strVal val="#ppt_y"/>
                                          </p:val>
                                        </p:tav>
                                        <p:tav tm="100000">
                                          <p:val>
                                            <p:strVal val="#ppt_y"/>
                                          </p:val>
                                        </p:tav>
                                      </p:tavLst>
                                    </p:anim>
                                  </p:childTnLst>
                                </p:cTn>
                              </p:par>
                            </p:childTnLst>
                          </p:cTn>
                        </p:par>
                        <p:par>
                          <p:cTn id="19" fill="hold">
                            <p:stCondLst>
                              <p:cond delay="1500"/>
                            </p:stCondLst>
                            <p:childTnLst>
                              <p:par>
                                <p:cTn id="20" presetID="2" presetClass="entr" presetSubtype="2" fill="hold" nodeType="afterEffect">
                                  <p:stCondLst>
                                    <p:cond delay="0"/>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500" fill="hold"/>
                                        <p:tgtEl>
                                          <p:spTgt spid="5"/>
                                        </p:tgtEl>
                                        <p:attrNameLst>
                                          <p:attrName>ppt_x</p:attrName>
                                        </p:attrNameLst>
                                      </p:cBhvr>
                                      <p:tavLst>
                                        <p:tav tm="0">
                                          <p:val>
                                            <p:strVal val="1+#ppt_w/2"/>
                                          </p:val>
                                        </p:tav>
                                        <p:tav tm="100000">
                                          <p:val>
                                            <p:strVal val="#ppt_x"/>
                                          </p:val>
                                        </p:tav>
                                      </p:tavLst>
                                    </p:anim>
                                    <p:anim calcmode="lin" valueType="num">
                                      <p:cBhvr additive="base">
                                        <p:cTn id="23" dur="500" fill="hold"/>
                                        <p:tgtEl>
                                          <p:spTgt spid="5"/>
                                        </p:tgtEl>
                                        <p:attrNameLst>
                                          <p:attrName>ppt_y</p:attrName>
                                        </p:attrNameLst>
                                      </p:cBhvr>
                                      <p:tavLst>
                                        <p:tav tm="0">
                                          <p:val>
                                            <p:strVal val="#ppt_y"/>
                                          </p:val>
                                        </p:tav>
                                        <p:tav tm="100000">
                                          <p:val>
                                            <p:strVal val="#ppt_y"/>
                                          </p:val>
                                        </p:tav>
                                      </p:tavLst>
                                    </p:anim>
                                  </p:childTnLst>
                                </p:cTn>
                              </p:par>
                            </p:childTnLst>
                          </p:cTn>
                        </p:par>
                        <p:par>
                          <p:cTn id="24" fill="hold">
                            <p:stCondLst>
                              <p:cond delay="2000"/>
                            </p:stCondLst>
                            <p:childTnLst>
                              <p:par>
                                <p:cTn id="25" presetID="2" presetClass="entr" presetSubtype="2" fill="hold" nodeType="afterEffect">
                                  <p:stCondLst>
                                    <p:cond delay="0"/>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500" fill="hold"/>
                                        <p:tgtEl>
                                          <p:spTgt spid="6"/>
                                        </p:tgtEl>
                                        <p:attrNameLst>
                                          <p:attrName>ppt_x</p:attrName>
                                        </p:attrNameLst>
                                      </p:cBhvr>
                                      <p:tavLst>
                                        <p:tav tm="0">
                                          <p:val>
                                            <p:strVal val="1+#ppt_w/2"/>
                                          </p:val>
                                        </p:tav>
                                        <p:tav tm="100000">
                                          <p:val>
                                            <p:strVal val="#ppt_x"/>
                                          </p:val>
                                        </p:tav>
                                      </p:tavLst>
                                    </p:anim>
                                    <p:anim calcmode="lin" valueType="num">
                                      <p:cBhvr additive="base">
                                        <p:cTn id="28" dur="500" fill="hold"/>
                                        <p:tgtEl>
                                          <p:spTgt spid="6"/>
                                        </p:tgtEl>
                                        <p:attrNameLst>
                                          <p:attrName>ppt_y</p:attrName>
                                        </p:attrNameLst>
                                      </p:cBhvr>
                                      <p:tavLst>
                                        <p:tav tm="0">
                                          <p:val>
                                            <p:strVal val="#ppt_y"/>
                                          </p:val>
                                        </p:tav>
                                        <p:tav tm="100000">
                                          <p:val>
                                            <p:strVal val="#ppt_y"/>
                                          </p:val>
                                        </p:tav>
                                      </p:tavLst>
                                    </p:anim>
                                  </p:childTnLst>
                                </p:cTn>
                              </p:par>
                            </p:childTnLst>
                          </p:cTn>
                        </p:par>
                        <p:par>
                          <p:cTn id="29" fill="hold">
                            <p:stCondLst>
                              <p:cond delay="2500"/>
                            </p:stCondLst>
                            <p:childTnLst>
                              <p:par>
                                <p:cTn id="30" presetID="2" presetClass="entr" presetSubtype="2" fill="hold" nodeType="afterEffect">
                                  <p:stCondLst>
                                    <p:cond delay="0"/>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500" fill="hold"/>
                                        <p:tgtEl>
                                          <p:spTgt spid="7"/>
                                        </p:tgtEl>
                                        <p:attrNameLst>
                                          <p:attrName>ppt_x</p:attrName>
                                        </p:attrNameLst>
                                      </p:cBhvr>
                                      <p:tavLst>
                                        <p:tav tm="0">
                                          <p:val>
                                            <p:strVal val="1+#ppt_w/2"/>
                                          </p:val>
                                        </p:tav>
                                        <p:tav tm="100000">
                                          <p:val>
                                            <p:strVal val="#ppt_x"/>
                                          </p:val>
                                        </p:tav>
                                      </p:tavLst>
                                    </p:anim>
                                    <p:anim calcmode="lin" valueType="num">
                                      <p:cBhvr additive="base">
                                        <p:cTn id="33"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1255"/>
        <p:cNvGrpSpPr/>
        <p:nvPr/>
      </p:nvGrpSpPr>
      <p:grpSpPr>
        <a:xfrm>
          <a:off x="0" y="0"/>
          <a:ext cx="0" cy="0"/>
          <a:chOff x="0" y="0"/>
          <a:chExt cx="0" cy="0"/>
        </a:xfrm>
      </p:grpSpPr>
      <p:sp>
        <p:nvSpPr>
          <p:cNvPr id="1256" name="Google Shape;1256;p34"/>
          <p:cNvSpPr/>
          <p:nvPr/>
        </p:nvSpPr>
        <p:spPr>
          <a:xfrm>
            <a:off x="-94225" y="3782425"/>
            <a:ext cx="4442125" cy="1160325"/>
          </a:xfrm>
          <a:custGeom>
            <a:avLst/>
            <a:gdLst/>
            <a:ahLst/>
            <a:cxnLst/>
            <a:rect l="l" t="t" r="r" b="b"/>
            <a:pathLst>
              <a:path w="177685" h="46413" extrusionOk="0">
                <a:moveTo>
                  <a:pt x="53027" y="1"/>
                </a:moveTo>
                <a:cubicBezTo>
                  <a:pt x="53027" y="1"/>
                  <a:pt x="79109" y="2070"/>
                  <a:pt x="70927" y="2540"/>
                </a:cubicBezTo>
                <a:cubicBezTo>
                  <a:pt x="62761" y="3026"/>
                  <a:pt x="21224" y="5706"/>
                  <a:pt x="20644" y="7838"/>
                </a:cubicBezTo>
                <a:cubicBezTo>
                  <a:pt x="20064" y="9969"/>
                  <a:pt x="61977" y="9076"/>
                  <a:pt x="62369" y="12462"/>
                </a:cubicBezTo>
                <a:cubicBezTo>
                  <a:pt x="62761" y="15847"/>
                  <a:pt x="1" y="12462"/>
                  <a:pt x="1458" y="16098"/>
                </a:cubicBezTo>
                <a:cubicBezTo>
                  <a:pt x="2932" y="19750"/>
                  <a:pt x="51851" y="19202"/>
                  <a:pt x="51459" y="21380"/>
                </a:cubicBezTo>
                <a:cubicBezTo>
                  <a:pt x="51295" y="22331"/>
                  <a:pt x="42835" y="22437"/>
                  <a:pt x="33312" y="22437"/>
                </a:cubicBezTo>
                <a:cubicBezTo>
                  <a:pt x="30561" y="22437"/>
                  <a:pt x="27722" y="22428"/>
                  <a:pt x="24968" y="22428"/>
                </a:cubicBezTo>
                <a:cubicBezTo>
                  <a:pt x="15398" y="22428"/>
                  <a:pt x="6865" y="22536"/>
                  <a:pt x="6694" y="23496"/>
                </a:cubicBezTo>
                <a:cubicBezTo>
                  <a:pt x="6302" y="25691"/>
                  <a:pt x="55362" y="31240"/>
                  <a:pt x="52635" y="32964"/>
                </a:cubicBezTo>
                <a:cubicBezTo>
                  <a:pt x="51598" y="33619"/>
                  <a:pt x="46686" y="33692"/>
                  <a:pt x="40946" y="33692"/>
                </a:cubicBezTo>
                <a:cubicBezTo>
                  <a:pt x="39300" y="33692"/>
                  <a:pt x="37585" y="33686"/>
                  <a:pt x="35874" y="33686"/>
                </a:cubicBezTo>
                <a:cubicBezTo>
                  <a:pt x="27866" y="33686"/>
                  <a:pt x="19940" y="33818"/>
                  <a:pt x="19468" y="35315"/>
                </a:cubicBezTo>
                <a:cubicBezTo>
                  <a:pt x="18559" y="38246"/>
                  <a:pt x="53811" y="46412"/>
                  <a:pt x="53811" y="46412"/>
                </a:cubicBezTo>
                <a:lnTo>
                  <a:pt x="123875" y="46412"/>
                </a:lnTo>
                <a:cubicBezTo>
                  <a:pt x="123875" y="46412"/>
                  <a:pt x="159126" y="38246"/>
                  <a:pt x="158202" y="35315"/>
                </a:cubicBezTo>
                <a:cubicBezTo>
                  <a:pt x="157729" y="33818"/>
                  <a:pt x="149803" y="33686"/>
                  <a:pt x="141795" y="33686"/>
                </a:cubicBezTo>
                <a:cubicBezTo>
                  <a:pt x="140085" y="33686"/>
                  <a:pt x="138370" y="33692"/>
                  <a:pt x="136724" y="33692"/>
                </a:cubicBezTo>
                <a:cubicBezTo>
                  <a:pt x="130984" y="33692"/>
                  <a:pt x="126072" y="33619"/>
                  <a:pt x="125035" y="32964"/>
                </a:cubicBezTo>
                <a:cubicBezTo>
                  <a:pt x="122307" y="31240"/>
                  <a:pt x="171368" y="25691"/>
                  <a:pt x="170976" y="23496"/>
                </a:cubicBezTo>
                <a:cubicBezTo>
                  <a:pt x="170811" y="22536"/>
                  <a:pt x="162283" y="22428"/>
                  <a:pt x="152713" y="22428"/>
                </a:cubicBezTo>
                <a:cubicBezTo>
                  <a:pt x="149960" y="22428"/>
                  <a:pt x="147120" y="22437"/>
                  <a:pt x="144369" y="22437"/>
                </a:cubicBezTo>
                <a:cubicBezTo>
                  <a:pt x="134846" y="22437"/>
                  <a:pt x="126381" y="22331"/>
                  <a:pt x="126210" y="21380"/>
                </a:cubicBezTo>
                <a:cubicBezTo>
                  <a:pt x="125818" y="19202"/>
                  <a:pt x="174738" y="19750"/>
                  <a:pt x="176211" y="16098"/>
                </a:cubicBezTo>
                <a:cubicBezTo>
                  <a:pt x="177685" y="12462"/>
                  <a:pt x="114909" y="15847"/>
                  <a:pt x="115301" y="12462"/>
                </a:cubicBezTo>
                <a:cubicBezTo>
                  <a:pt x="115693" y="9076"/>
                  <a:pt x="157622" y="9969"/>
                  <a:pt x="157026" y="7838"/>
                </a:cubicBezTo>
                <a:cubicBezTo>
                  <a:pt x="156446" y="5706"/>
                  <a:pt x="114909" y="3026"/>
                  <a:pt x="106743" y="2540"/>
                </a:cubicBezTo>
                <a:cubicBezTo>
                  <a:pt x="98561" y="2070"/>
                  <a:pt x="124643" y="1"/>
                  <a:pt x="124643" y="1"/>
                </a:cubicBezTo>
                <a:close/>
              </a:path>
            </a:pathLst>
          </a:custGeom>
          <a:solidFill>
            <a:srgbClr val="FFFFFF">
              <a:alpha val="41070"/>
            </a:srgbClr>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57" name="Google Shape;1257;p34"/>
          <p:cNvSpPr/>
          <p:nvPr/>
        </p:nvSpPr>
        <p:spPr>
          <a:xfrm>
            <a:off x="-838450" y="4242475"/>
            <a:ext cx="5219975" cy="901025"/>
          </a:xfrm>
          <a:custGeom>
            <a:avLst/>
            <a:gdLst/>
            <a:ahLst/>
            <a:cxnLst/>
            <a:rect l="l" t="t" r="r" b="b"/>
            <a:pathLst>
              <a:path w="208799" h="36041" extrusionOk="0">
                <a:moveTo>
                  <a:pt x="11178" y="0"/>
                </a:moveTo>
                <a:lnTo>
                  <a:pt x="0" y="8522"/>
                </a:lnTo>
                <a:lnTo>
                  <a:pt x="0" y="36041"/>
                </a:lnTo>
                <a:lnTo>
                  <a:pt x="208798" y="36041"/>
                </a:lnTo>
                <a:lnTo>
                  <a:pt x="208798" y="19925"/>
                </a:lnTo>
                <a:lnTo>
                  <a:pt x="161254" y="27018"/>
                </a:lnTo>
                <a:lnTo>
                  <a:pt x="129800" y="19925"/>
                </a:lnTo>
                <a:lnTo>
                  <a:pt x="113259" y="16166"/>
                </a:lnTo>
                <a:lnTo>
                  <a:pt x="98021" y="23284"/>
                </a:lnTo>
                <a:lnTo>
                  <a:pt x="71955" y="3735"/>
                </a:lnTo>
                <a:lnTo>
                  <a:pt x="48472" y="23108"/>
                </a:lnTo>
                <a:lnTo>
                  <a:pt x="11178" y="0"/>
                </a:lnTo>
                <a:close/>
              </a:path>
            </a:pathLst>
          </a:custGeom>
          <a:solidFill>
            <a:srgbClr val="274E13"/>
          </a:solidFill>
          <a:ln>
            <a:solidFill>
              <a:srgbClr val="274E13"/>
            </a:solid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nvGrpSpPr>
          <p:cNvPr id="1258" name="Google Shape;1258;p34"/>
          <p:cNvGrpSpPr/>
          <p:nvPr/>
        </p:nvGrpSpPr>
        <p:grpSpPr>
          <a:xfrm>
            <a:off x="4766341" y="1416933"/>
            <a:ext cx="1530872" cy="2106828"/>
            <a:chOff x="4219225" y="4565175"/>
            <a:chExt cx="389525" cy="536075"/>
          </a:xfrm>
          <a:solidFill>
            <a:srgbClr val="38761D"/>
          </a:solidFill>
        </p:grpSpPr>
        <p:grpSp>
          <p:nvGrpSpPr>
            <p:cNvPr id="1259" name="Google Shape;1259;p34"/>
            <p:cNvGrpSpPr/>
            <p:nvPr/>
          </p:nvGrpSpPr>
          <p:grpSpPr>
            <a:xfrm>
              <a:off x="4295625" y="4565175"/>
              <a:ext cx="237100" cy="294300"/>
              <a:chOff x="4295625" y="4565175"/>
              <a:chExt cx="237100" cy="294300"/>
            </a:xfrm>
            <a:grpFill/>
          </p:grpSpPr>
          <p:sp>
            <p:nvSpPr>
              <p:cNvPr id="1260" name="Google Shape;1260;p34"/>
              <p:cNvSpPr/>
              <p:nvPr/>
            </p:nvSpPr>
            <p:spPr>
              <a:xfrm>
                <a:off x="4330900" y="4565175"/>
                <a:ext cx="166175" cy="189675"/>
              </a:xfrm>
              <a:custGeom>
                <a:avLst/>
                <a:gdLst/>
                <a:ahLst/>
                <a:cxnLst/>
                <a:rect l="l" t="t" r="r" b="b"/>
                <a:pathLst>
                  <a:path w="6647" h="7587" extrusionOk="0">
                    <a:moveTo>
                      <a:pt x="3323" y="0"/>
                    </a:moveTo>
                    <a:cubicBezTo>
                      <a:pt x="3323" y="0"/>
                      <a:pt x="2461" y="6850"/>
                      <a:pt x="1" y="6850"/>
                    </a:cubicBezTo>
                    <a:cubicBezTo>
                      <a:pt x="1" y="6850"/>
                      <a:pt x="1286" y="7587"/>
                      <a:pt x="3323" y="7587"/>
                    </a:cubicBezTo>
                    <a:cubicBezTo>
                      <a:pt x="5361" y="7587"/>
                      <a:pt x="6646" y="6850"/>
                      <a:pt x="6646" y="6850"/>
                    </a:cubicBezTo>
                    <a:cubicBezTo>
                      <a:pt x="4186" y="6850"/>
                      <a:pt x="3323" y="0"/>
                      <a:pt x="3323"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61" name="Google Shape;1261;p34"/>
              <p:cNvSpPr/>
              <p:nvPr/>
            </p:nvSpPr>
            <p:spPr>
              <a:xfrm>
                <a:off x="4295625" y="4689000"/>
                <a:ext cx="237100" cy="170475"/>
              </a:xfrm>
              <a:custGeom>
                <a:avLst/>
                <a:gdLst/>
                <a:ahLst/>
                <a:cxnLst/>
                <a:rect l="l" t="t" r="r" b="b"/>
                <a:pathLst>
                  <a:path w="9484" h="6819" extrusionOk="0">
                    <a:moveTo>
                      <a:pt x="4734" y="0"/>
                    </a:moveTo>
                    <a:cubicBezTo>
                      <a:pt x="4734" y="0"/>
                      <a:pt x="3214" y="5330"/>
                      <a:pt x="1" y="5330"/>
                    </a:cubicBezTo>
                    <a:cubicBezTo>
                      <a:pt x="1" y="5330"/>
                      <a:pt x="1882" y="6819"/>
                      <a:pt x="4734" y="6819"/>
                    </a:cubicBezTo>
                    <a:cubicBezTo>
                      <a:pt x="7587" y="6819"/>
                      <a:pt x="9484" y="5330"/>
                      <a:pt x="9484" y="5330"/>
                    </a:cubicBezTo>
                    <a:cubicBezTo>
                      <a:pt x="6255" y="5330"/>
                      <a:pt x="4734" y="0"/>
                      <a:pt x="4734"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1262" name="Google Shape;1262;p34"/>
            <p:cNvGrpSpPr/>
            <p:nvPr/>
          </p:nvGrpSpPr>
          <p:grpSpPr>
            <a:xfrm>
              <a:off x="4219225" y="4744250"/>
              <a:ext cx="389525" cy="357000"/>
              <a:chOff x="4219225" y="4744250"/>
              <a:chExt cx="389525" cy="357000"/>
            </a:xfrm>
            <a:grpFill/>
          </p:grpSpPr>
          <p:sp>
            <p:nvSpPr>
              <p:cNvPr id="1263" name="Google Shape;1263;p34"/>
              <p:cNvSpPr/>
              <p:nvPr/>
            </p:nvSpPr>
            <p:spPr>
              <a:xfrm>
                <a:off x="4271725" y="4744250"/>
                <a:ext cx="284525" cy="204175"/>
              </a:xfrm>
              <a:custGeom>
                <a:avLst/>
                <a:gdLst/>
                <a:ahLst/>
                <a:cxnLst/>
                <a:rect l="l" t="t" r="r" b="b"/>
                <a:pathLst>
                  <a:path w="11381" h="8167" extrusionOk="0">
                    <a:moveTo>
                      <a:pt x="5690" y="0"/>
                    </a:moveTo>
                    <a:cubicBezTo>
                      <a:pt x="5690" y="0"/>
                      <a:pt x="3872" y="6396"/>
                      <a:pt x="1" y="6396"/>
                    </a:cubicBezTo>
                    <a:cubicBezTo>
                      <a:pt x="1" y="6396"/>
                      <a:pt x="2273" y="8167"/>
                      <a:pt x="5690" y="8167"/>
                    </a:cubicBezTo>
                    <a:cubicBezTo>
                      <a:pt x="9107" y="8167"/>
                      <a:pt x="11380" y="6396"/>
                      <a:pt x="11380" y="6396"/>
                    </a:cubicBezTo>
                    <a:cubicBezTo>
                      <a:pt x="7509" y="6396"/>
                      <a:pt x="5690" y="0"/>
                      <a:pt x="5690"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64" name="Google Shape;1264;p34"/>
              <p:cNvSpPr/>
              <p:nvPr/>
            </p:nvSpPr>
            <p:spPr>
              <a:xfrm>
                <a:off x="4219225" y="4821450"/>
                <a:ext cx="389525" cy="279800"/>
              </a:xfrm>
              <a:custGeom>
                <a:avLst/>
                <a:gdLst/>
                <a:ahLst/>
                <a:cxnLst/>
                <a:rect l="l" t="t" r="r" b="b"/>
                <a:pathLst>
                  <a:path w="15581" h="11192" extrusionOk="0">
                    <a:moveTo>
                      <a:pt x="7790" y="0"/>
                    </a:moveTo>
                    <a:cubicBezTo>
                      <a:pt x="7790" y="0"/>
                      <a:pt x="5298" y="8762"/>
                      <a:pt x="0" y="8762"/>
                    </a:cubicBezTo>
                    <a:cubicBezTo>
                      <a:pt x="0" y="8762"/>
                      <a:pt x="3120" y="11192"/>
                      <a:pt x="7790" y="11192"/>
                    </a:cubicBezTo>
                    <a:cubicBezTo>
                      <a:pt x="12461" y="11192"/>
                      <a:pt x="15581" y="8762"/>
                      <a:pt x="15581" y="8762"/>
                    </a:cubicBezTo>
                    <a:cubicBezTo>
                      <a:pt x="10283" y="8762"/>
                      <a:pt x="7790" y="0"/>
                      <a:pt x="7790"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grpSp>
        <p:nvGrpSpPr>
          <p:cNvPr id="1265" name="Google Shape;1265;p34"/>
          <p:cNvGrpSpPr/>
          <p:nvPr/>
        </p:nvGrpSpPr>
        <p:grpSpPr>
          <a:xfrm>
            <a:off x="4293618" y="1788397"/>
            <a:ext cx="945961" cy="1301858"/>
            <a:chOff x="4219225" y="4565175"/>
            <a:chExt cx="389525" cy="536075"/>
          </a:xfrm>
          <a:solidFill>
            <a:srgbClr val="38761D"/>
          </a:solidFill>
        </p:grpSpPr>
        <p:grpSp>
          <p:nvGrpSpPr>
            <p:cNvPr id="1266" name="Google Shape;1266;p34"/>
            <p:cNvGrpSpPr/>
            <p:nvPr/>
          </p:nvGrpSpPr>
          <p:grpSpPr>
            <a:xfrm>
              <a:off x="4295625" y="4565175"/>
              <a:ext cx="237100" cy="294300"/>
              <a:chOff x="4295625" y="4565175"/>
              <a:chExt cx="237100" cy="294300"/>
            </a:xfrm>
            <a:grpFill/>
          </p:grpSpPr>
          <p:sp>
            <p:nvSpPr>
              <p:cNvPr id="1267" name="Google Shape;1267;p34"/>
              <p:cNvSpPr/>
              <p:nvPr/>
            </p:nvSpPr>
            <p:spPr>
              <a:xfrm>
                <a:off x="4330900" y="4565175"/>
                <a:ext cx="166175" cy="189675"/>
              </a:xfrm>
              <a:custGeom>
                <a:avLst/>
                <a:gdLst/>
                <a:ahLst/>
                <a:cxnLst/>
                <a:rect l="l" t="t" r="r" b="b"/>
                <a:pathLst>
                  <a:path w="6647" h="7587" extrusionOk="0">
                    <a:moveTo>
                      <a:pt x="3323" y="0"/>
                    </a:moveTo>
                    <a:cubicBezTo>
                      <a:pt x="3323" y="0"/>
                      <a:pt x="2461" y="6850"/>
                      <a:pt x="1" y="6850"/>
                    </a:cubicBezTo>
                    <a:cubicBezTo>
                      <a:pt x="1" y="6850"/>
                      <a:pt x="1286" y="7587"/>
                      <a:pt x="3323" y="7587"/>
                    </a:cubicBezTo>
                    <a:cubicBezTo>
                      <a:pt x="5361" y="7587"/>
                      <a:pt x="6646" y="6850"/>
                      <a:pt x="6646" y="6850"/>
                    </a:cubicBezTo>
                    <a:cubicBezTo>
                      <a:pt x="4186" y="6850"/>
                      <a:pt x="3323" y="0"/>
                      <a:pt x="3323"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68" name="Google Shape;1268;p34"/>
              <p:cNvSpPr/>
              <p:nvPr/>
            </p:nvSpPr>
            <p:spPr>
              <a:xfrm>
                <a:off x="4295625" y="4689000"/>
                <a:ext cx="237100" cy="170475"/>
              </a:xfrm>
              <a:custGeom>
                <a:avLst/>
                <a:gdLst/>
                <a:ahLst/>
                <a:cxnLst/>
                <a:rect l="l" t="t" r="r" b="b"/>
                <a:pathLst>
                  <a:path w="9484" h="6819" extrusionOk="0">
                    <a:moveTo>
                      <a:pt x="4734" y="0"/>
                    </a:moveTo>
                    <a:cubicBezTo>
                      <a:pt x="4734" y="0"/>
                      <a:pt x="3214" y="5330"/>
                      <a:pt x="1" y="5330"/>
                    </a:cubicBezTo>
                    <a:cubicBezTo>
                      <a:pt x="1" y="5330"/>
                      <a:pt x="1882" y="6819"/>
                      <a:pt x="4734" y="6819"/>
                    </a:cubicBezTo>
                    <a:cubicBezTo>
                      <a:pt x="7587" y="6819"/>
                      <a:pt x="9484" y="5330"/>
                      <a:pt x="9484" y="5330"/>
                    </a:cubicBezTo>
                    <a:cubicBezTo>
                      <a:pt x="6255" y="5330"/>
                      <a:pt x="4734" y="0"/>
                      <a:pt x="4734"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1269" name="Google Shape;1269;p34"/>
            <p:cNvGrpSpPr/>
            <p:nvPr/>
          </p:nvGrpSpPr>
          <p:grpSpPr>
            <a:xfrm>
              <a:off x="4219225" y="4744250"/>
              <a:ext cx="389525" cy="357000"/>
              <a:chOff x="4219225" y="4744250"/>
              <a:chExt cx="389525" cy="357000"/>
            </a:xfrm>
            <a:grpFill/>
          </p:grpSpPr>
          <p:sp>
            <p:nvSpPr>
              <p:cNvPr id="1270" name="Google Shape;1270;p34"/>
              <p:cNvSpPr/>
              <p:nvPr/>
            </p:nvSpPr>
            <p:spPr>
              <a:xfrm>
                <a:off x="4271725" y="4744250"/>
                <a:ext cx="284525" cy="204175"/>
              </a:xfrm>
              <a:custGeom>
                <a:avLst/>
                <a:gdLst/>
                <a:ahLst/>
                <a:cxnLst/>
                <a:rect l="l" t="t" r="r" b="b"/>
                <a:pathLst>
                  <a:path w="11381" h="8167" extrusionOk="0">
                    <a:moveTo>
                      <a:pt x="5690" y="0"/>
                    </a:moveTo>
                    <a:cubicBezTo>
                      <a:pt x="5690" y="0"/>
                      <a:pt x="3872" y="6396"/>
                      <a:pt x="1" y="6396"/>
                    </a:cubicBezTo>
                    <a:cubicBezTo>
                      <a:pt x="1" y="6396"/>
                      <a:pt x="2273" y="8167"/>
                      <a:pt x="5690" y="8167"/>
                    </a:cubicBezTo>
                    <a:cubicBezTo>
                      <a:pt x="9107" y="8167"/>
                      <a:pt x="11380" y="6396"/>
                      <a:pt x="11380" y="6396"/>
                    </a:cubicBezTo>
                    <a:cubicBezTo>
                      <a:pt x="7509" y="6396"/>
                      <a:pt x="5690" y="0"/>
                      <a:pt x="5690"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71" name="Google Shape;1271;p34"/>
              <p:cNvSpPr/>
              <p:nvPr/>
            </p:nvSpPr>
            <p:spPr>
              <a:xfrm>
                <a:off x="4219225" y="4821450"/>
                <a:ext cx="389525" cy="279800"/>
              </a:xfrm>
              <a:custGeom>
                <a:avLst/>
                <a:gdLst/>
                <a:ahLst/>
                <a:cxnLst/>
                <a:rect l="l" t="t" r="r" b="b"/>
                <a:pathLst>
                  <a:path w="15581" h="11192" extrusionOk="0">
                    <a:moveTo>
                      <a:pt x="7790" y="0"/>
                    </a:moveTo>
                    <a:cubicBezTo>
                      <a:pt x="7790" y="0"/>
                      <a:pt x="5298" y="8762"/>
                      <a:pt x="0" y="8762"/>
                    </a:cubicBezTo>
                    <a:cubicBezTo>
                      <a:pt x="0" y="8762"/>
                      <a:pt x="3120" y="11192"/>
                      <a:pt x="7790" y="11192"/>
                    </a:cubicBezTo>
                    <a:cubicBezTo>
                      <a:pt x="12461" y="11192"/>
                      <a:pt x="15581" y="8762"/>
                      <a:pt x="15581" y="8762"/>
                    </a:cubicBezTo>
                    <a:cubicBezTo>
                      <a:pt x="10283" y="8762"/>
                      <a:pt x="7790" y="0"/>
                      <a:pt x="7790"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sp>
        <p:nvSpPr>
          <p:cNvPr id="1272" name="Google Shape;1272;p34"/>
          <p:cNvSpPr/>
          <p:nvPr/>
        </p:nvSpPr>
        <p:spPr>
          <a:xfrm flipH="1">
            <a:off x="-1057094" y="1098231"/>
            <a:ext cx="8629070" cy="2684190"/>
          </a:xfrm>
          <a:custGeom>
            <a:avLst/>
            <a:gdLst/>
            <a:ahLst/>
            <a:cxnLst/>
            <a:rect l="l" t="t" r="r" b="b"/>
            <a:pathLst>
              <a:path w="195272" h="47557" extrusionOk="0">
                <a:moveTo>
                  <a:pt x="169456" y="6161"/>
                </a:moveTo>
                <a:cubicBezTo>
                  <a:pt x="153343" y="18559"/>
                  <a:pt x="158233" y="14907"/>
                  <a:pt x="149001" y="12290"/>
                </a:cubicBezTo>
                <a:lnTo>
                  <a:pt x="149001" y="12290"/>
                </a:lnTo>
                <a:cubicBezTo>
                  <a:pt x="139753" y="9688"/>
                  <a:pt x="141070" y="6020"/>
                  <a:pt x="130489" y="13340"/>
                </a:cubicBezTo>
                <a:lnTo>
                  <a:pt x="130489" y="13340"/>
                </a:lnTo>
                <a:cubicBezTo>
                  <a:pt x="125160" y="17023"/>
                  <a:pt x="118279" y="16318"/>
                  <a:pt x="111147" y="15628"/>
                </a:cubicBezTo>
                <a:lnTo>
                  <a:pt x="111147" y="15628"/>
                </a:lnTo>
                <a:cubicBezTo>
                  <a:pt x="104125" y="14938"/>
                  <a:pt x="96868" y="14233"/>
                  <a:pt x="90645" y="17760"/>
                </a:cubicBezTo>
                <a:lnTo>
                  <a:pt x="90645" y="17760"/>
                </a:lnTo>
                <a:cubicBezTo>
                  <a:pt x="78106" y="24829"/>
                  <a:pt x="65990" y="32980"/>
                  <a:pt x="62416" y="32494"/>
                </a:cubicBezTo>
                <a:lnTo>
                  <a:pt x="62416" y="32494"/>
                </a:lnTo>
                <a:cubicBezTo>
                  <a:pt x="29515" y="28058"/>
                  <a:pt x="1" y="47557"/>
                  <a:pt x="1" y="47557"/>
                </a:cubicBezTo>
                <a:lnTo>
                  <a:pt x="1" y="47557"/>
                </a:lnTo>
                <a:lnTo>
                  <a:pt x="195271" y="47557"/>
                </a:lnTo>
                <a:lnTo>
                  <a:pt x="195271" y="3935"/>
                </a:lnTo>
                <a:cubicBezTo>
                  <a:pt x="195271" y="3935"/>
                  <a:pt x="191525" y="1"/>
                  <a:pt x="184817" y="1"/>
                </a:cubicBezTo>
                <a:lnTo>
                  <a:pt x="184817" y="1"/>
                </a:lnTo>
                <a:cubicBezTo>
                  <a:pt x="180726" y="1"/>
                  <a:pt x="175553" y="1459"/>
                  <a:pt x="169456" y="6161"/>
                </a:cubicBezTo>
                <a:close/>
              </a:path>
            </a:pathLst>
          </a:custGeom>
          <a:solidFill>
            <a:srgbClr val="7A9E6A"/>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74" name="Google Shape;1274;p34"/>
          <p:cNvSpPr txBox="1">
            <a:spLocks noGrp="1"/>
          </p:cNvSpPr>
          <p:nvPr>
            <p:ph type="title" idx="2"/>
          </p:nvPr>
        </p:nvSpPr>
        <p:spPr>
          <a:xfrm>
            <a:off x="726493" y="478031"/>
            <a:ext cx="1599272" cy="1334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06</a:t>
            </a:r>
            <a:endParaRPr dirty="0"/>
          </a:p>
        </p:txBody>
      </p:sp>
      <p:sp>
        <p:nvSpPr>
          <p:cNvPr id="1277" name="Google Shape;1277;p34"/>
          <p:cNvSpPr/>
          <p:nvPr/>
        </p:nvSpPr>
        <p:spPr>
          <a:xfrm>
            <a:off x="4017683" y="3121844"/>
            <a:ext cx="2362528" cy="1915658"/>
          </a:xfrm>
          <a:custGeom>
            <a:avLst/>
            <a:gdLst/>
            <a:ahLst/>
            <a:cxnLst/>
            <a:rect l="l" t="t" r="r" b="b"/>
            <a:pathLst>
              <a:path w="96067" h="77896" extrusionOk="0">
                <a:moveTo>
                  <a:pt x="93685" y="0"/>
                </a:moveTo>
                <a:lnTo>
                  <a:pt x="1" y="77895"/>
                </a:lnTo>
                <a:lnTo>
                  <a:pt x="13434" y="77895"/>
                </a:lnTo>
                <a:lnTo>
                  <a:pt x="96066" y="3634"/>
                </a:lnTo>
                <a:lnTo>
                  <a:pt x="93685" y="0"/>
                </a:lnTo>
                <a:close/>
              </a:path>
            </a:pathLst>
          </a:custGeom>
          <a:solidFill>
            <a:schemeClr val="bg1">
              <a:lumMod val="65000"/>
            </a:schemeClr>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78" name="Google Shape;1278;p34"/>
          <p:cNvSpPr/>
          <p:nvPr/>
        </p:nvSpPr>
        <p:spPr>
          <a:xfrm>
            <a:off x="4012765" y="5033763"/>
            <a:ext cx="339008" cy="102354"/>
          </a:xfrm>
          <a:custGeom>
            <a:avLst/>
            <a:gdLst/>
            <a:ahLst/>
            <a:cxnLst/>
            <a:rect l="l" t="t" r="r" b="b"/>
            <a:pathLst>
              <a:path w="13785" h="4162" extrusionOk="0">
                <a:moveTo>
                  <a:pt x="0" y="1"/>
                </a:moveTo>
                <a:lnTo>
                  <a:pt x="0" y="4161"/>
                </a:lnTo>
                <a:lnTo>
                  <a:pt x="13785" y="4161"/>
                </a:lnTo>
                <a:lnTo>
                  <a:pt x="13785" y="1"/>
                </a:lnTo>
                <a:close/>
              </a:path>
            </a:pathLst>
          </a:custGeom>
          <a:solidFill>
            <a:schemeClr val="bg1">
              <a:lumMod val="50000"/>
            </a:schemeClr>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79" name="Google Shape;1279;p34"/>
          <p:cNvSpPr/>
          <p:nvPr/>
        </p:nvSpPr>
        <p:spPr>
          <a:xfrm>
            <a:off x="4341272" y="3491641"/>
            <a:ext cx="1725828" cy="1644476"/>
          </a:xfrm>
          <a:custGeom>
            <a:avLst/>
            <a:gdLst/>
            <a:ahLst/>
            <a:cxnLst/>
            <a:rect l="l" t="t" r="r" b="b"/>
            <a:pathLst>
              <a:path w="70177" h="66869" extrusionOk="0">
                <a:moveTo>
                  <a:pt x="70176" y="1"/>
                </a:moveTo>
                <a:lnTo>
                  <a:pt x="0" y="62658"/>
                </a:lnTo>
                <a:lnTo>
                  <a:pt x="0" y="66868"/>
                </a:lnTo>
                <a:lnTo>
                  <a:pt x="1680" y="66868"/>
                </a:lnTo>
                <a:lnTo>
                  <a:pt x="70176" y="1"/>
                </a:lnTo>
                <a:close/>
              </a:path>
            </a:pathLst>
          </a:custGeom>
          <a:solidFill>
            <a:schemeClr val="bg1">
              <a:lumMod val="50000"/>
            </a:schemeClr>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80" name="Google Shape;1280;p34"/>
          <p:cNvSpPr/>
          <p:nvPr/>
        </p:nvSpPr>
        <p:spPr>
          <a:xfrm>
            <a:off x="4538503" y="3092874"/>
            <a:ext cx="2400744" cy="2615216"/>
          </a:xfrm>
          <a:custGeom>
            <a:avLst/>
            <a:gdLst/>
            <a:ahLst/>
            <a:cxnLst/>
            <a:rect l="l" t="t" r="r" b="b"/>
            <a:pathLst>
              <a:path w="97621" h="106342" fill="none" extrusionOk="0">
                <a:moveTo>
                  <a:pt x="1" y="106342"/>
                </a:moveTo>
                <a:lnTo>
                  <a:pt x="97620" y="0"/>
                </a:lnTo>
              </a:path>
            </a:pathLst>
          </a:custGeom>
          <a:solidFill>
            <a:schemeClr val="lt2"/>
          </a:solidFill>
          <a:ln w="73300" cap="flat" cmpd="sng">
            <a:solidFill>
              <a:schemeClr val="bg1">
                <a:lumMod val="65000"/>
              </a:schemeClr>
            </a:solidFill>
            <a:prstDash val="solid"/>
            <a:miter lim="25062"/>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81" name="Google Shape;1281;p34"/>
          <p:cNvSpPr/>
          <p:nvPr/>
        </p:nvSpPr>
        <p:spPr>
          <a:xfrm>
            <a:off x="4593984" y="3144026"/>
            <a:ext cx="2397031" cy="2611527"/>
          </a:xfrm>
          <a:custGeom>
            <a:avLst/>
            <a:gdLst/>
            <a:ahLst/>
            <a:cxnLst/>
            <a:rect l="l" t="t" r="r" b="b"/>
            <a:pathLst>
              <a:path w="97470" h="106192" fill="none" extrusionOk="0">
                <a:moveTo>
                  <a:pt x="0" y="106191"/>
                </a:moveTo>
                <a:lnTo>
                  <a:pt x="97469" y="0"/>
                </a:lnTo>
              </a:path>
            </a:pathLst>
          </a:custGeom>
          <a:solidFill>
            <a:schemeClr val="dk1"/>
          </a:solidFill>
          <a:ln w="73300" cap="flat" cmpd="sng">
            <a:solidFill>
              <a:schemeClr val="bg1">
                <a:lumMod val="50000"/>
              </a:schemeClr>
            </a:solidFill>
            <a:prstDash val="solid"/>
            <a:miter lim="25062"/>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1282" name="Google Shape;1282;p34"/>
          <p:cNvSpPr/>
          <p:nvPr/>
        </p:nvSpPr>
        <p:spPr>
          <a:xfrm>
            <a:off x="5648560" y="3720942"/>
            <a:ext cx="1700547" cy="2090068"/>
          </a:xfrm>
          <a:custGeom>
            <a:avLst/>
            <a:gdLst/>
            <a:ahLst/>
            <a:cxnLst/>
            <a:rect l="l" t="t" r="r" b="b"/>
            <a:pathLst>
              <a:path w="69149" h="84988" fill="none" extrusionOk="0">
                <a:moveTo>
                  <a:pt x="1" y="84988"/>
                </a:moveTo>
                <a:lnTo>
                  <a:pt x="69149" y="0"/>
                </a:lnTo>
              </a:path>
            </a:pathLst>
          </a:custGeom>
          <a:solidFill>
            <a:schemeClr val="lt2"/>
          </a:solidFill>
          <a:ln w="73300" cap="flat" cmpd="sng">
            <a:solidFill>
              <a:schemeClr val="bg1">
                <a:lumMod val="65000"/>
              </a:schemeClr>
            </a:solidFill>
            <a:prstDash val="solid"/>
            <a:miter lim="25062"/>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83" name="Google Shape;1283;p34"/>
          <p:cNvSpPr/>
          <p:nvPr/>
        </p:nvSpPr>
        <p:spPr>
          <a:xfrm>
            <a:off x="5703426" y="3850987"/>
            <a:ext cx="1622269" cy="2007486"/>
          </a:xfrm>
          <a:custGeom>
            <a:avLst/>
            <a:gdLst/>
            <a:ahLst/>
            <a:cxnLst/>
            <a:rect l="l" t="t" r="r" b="b"/>
            <a:pathLst>
              <a:path w="65966" h="81630" fill="none" extrusionOk="0">
                <a:moveTo>
                  <a:pt x="0" y="81630"/>
                </a:moveTo>
                <a:lnTo>
                  <a:pt x="65966" y="0"/>
                </a:lnTo>
              </a:path>
            </a:pathLst>
          </a:custGeom>
          <a:solidFill>
            <a:schemeClr val="dk1"/>
          </a:solidFill>
          <a:ln w="73300" cap="flat" cmpd="sng">
            <a:solidFill>
              <a:schemeClr val="bg1">
                <a:lumMod val="50000"/>
              </a:schemeClr>
            </a:solidFill>
            <a:prstDash val="solid"/>
            <a:miter lim="25062"/>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84" name="Google Shape;1284;p34"/>
          <p:cNvSpPr/>
          <p:nvPr/>
        </p:nvSpPr>
        <p:spPr>
          <a:xfrm>
            <a:off x="5153021" y="4402621"/>
            <a:ext cx="271821" cy="271846"/>
          </a:xfrm>
          <a:custGeom>
            <a:avLst/>
            <a:gdLst/>
            <a:ahLst/>
            <a:cxnLst/>
            <a:rect l="l" t="t" r="r" b="b"/>
            <a:pathLst>
              <a:path w="11053" h="11054" fill="none" extrusionOk="0">
                <a:moveTo>
                  <a:pt x="0" y="11053"/>
                </a:moveTo>
                <a:lnTo>
                  <a:pt x="11053" y="1"/>
                </a:lnTo>
              </a:path>
            </a:pathLst>
          </a:custGeom>
          <a:noFill/>
          <a:ln w="20675" cap="rnd" cmpd="sng">
            <a:solidFill>
              <a:schemeClr val="bg1">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85" name="Google Shape;1285;p34"/>
          <p:cNvSpPr/>
          <p:nvPr/>
        </p:nvSpPr>
        <p:spPr>
          <a:xfrm>
            <a:off x="6200809" y="4166558"/>
            <a:ext cx="271845" cy="271846"/>
          </a:xfrm>
          <a:custGeom>
            <a:avLst/>
            <a:gdLst/>
            <a:ahLst/>
            <a:cxnLst/>
            <a:rect l="l" t="t" r="r" b="b"/>
            <a:pathLst>
              <a:path w="11054" h="11054" fill="none" extrusionOk="0">
                <a:moveTo>
                  <a:pt x="1" y="11053"/>
                </a:moveTo>
                <a:lnTo>
                  <a:pt x="11054" y="0"/>
                </a:lnTo>
              </a:path>
            </a:pathLst>
          </a:custGeom>
          <a:noFill/>
          <a:ln w="20675" cap="rnd" cmpd="sng">
            <a:solidFill>
              <a:schemeClr val="bg1">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86" name="Google Shape;1286;p34"/>
          <p:cNvSpPr/>
          <p:nvPr/>
        </p:nvSpPr>
        <p:spPr>
          <a:xfrm>
            <a:off x="4598288" y="4669499"/>
            <a:ext cx="271845" cy="271846"/>
          </a:xfrm>
          <a:custGeom>
            <a:avLst/>
            <a:gdLst/>
            <a:ahLst/>
            <a:cxnLst/>
            <a:rect l="l" t="t" r="r" b="b"/>
            <a:pathLst>
              <a:path w="11054" h="11054" fill="none" extrusionOk="0">
                <a:moveTo>
                  <a:pt x="1" y="11053"/>
                </a:moveTo>
                <a:lnTo>
                  <a:pt x="11053" y="1"/>
                </a:lnTo>
              </a:path>
            </a:pathLst>
          </a:custGeom>
          <a:noFill/>
          <a:ln w="20675" cap="rnd" cmpd="sng">
            <a:solidFill>
              <a:schemeClr val="bg1">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87" name="Google Shape;1287;p34"/>
          <p:cNvSpPr/>
          <p:nvPr/>
        </p:nvSpPr>
        <p:spPr>
          <a:xfrm>
            <a:off x="6076322" y="4681205"/>
            <a:ext cx="252713" cy="289724"/>
          </a:xfrm>
          <a:custGeom>
            <a:avLst/>
            <a:gdLst/>
            <a:ahLst/>
            <a:cxnLst/>
            <a:rect l="l" t="t" r="r" b="b"/>
            <a:pathLst>
              <a:path w="10276" h="11781" fill="none" extrusionOk="0">
                <a:moveTo>
                  <a:pt x="0" y="11780"/>
                </a:moveTo>
                <a:lnTo>
                  <a:pt x="10276" y="1"/>
                </a:lnTo>
              </a:path>
            </a:pathLst>
          </a:custGeom>
          <a:noFill/>
          <a:ln w="20675" cap="rnd" cmpd="sng">
            <a:solidFill>
              <a:schemeClr val="bg1">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88" name="Google Shape;1288;p34"/>
          <p:cNvSpPr/>
          <p:nvPr/>
        </p:nvSpPr>
        <p:spPr>
          <a:xfrm>
            <a:off x="7116117" y="4093838"/>
            <a:ext cx="248409" cy="293389"/>
          </a:xfrm>
          <a:custGeom>
            <a:avLst/>
            <a:gdLst/>
            <a:ahLst/>
            <a:cxnLst/>
            <a:rect l="l" t="t" r="r" b="b"/>
            <a:pathLst>
              <a:path w="10101" h="11930" fill="none" extrusionOk="0">
                <a:moveTo>
                  <a:pt x="0" y="11930"/>
                </a:moveTo>
                <a:lnTo>
                  <a:pt x="10100" y="0"/>
                </a:lnTo>
              </a:path>
            </a:pathLst>
          </a:custGeom>
          <a:noFill/>
          <a:ln w="20675" cap="rnd" cmpd="sng">
            <a:solidFill>
              <a:schemeClr val="bg1">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89" name="Google Shape;1289;p34"/>
          <p:cNvSpPr/>
          <p:nvPr/>
        </p:nvSpPr>
        <p:spPr>
          <a:xfrm>
            <a:off x="6766633" y="3939741"/>
            <a:ext cx="249024" cy="293413"/>
          </a:xfrm>
          <a:custGeom>
            <a:avLst/>
            <a:gdLst/>
            <a:ahLst/>
            <a:cxnLst/>
            <a:rect l="l" t="t" r="r" b="b"/>
            <a:pathLst>
              <a:path w="10126" h="11931" fill="none" extrusionOk="0">
                <a:moveTo>
                  <a:pt x="1" y="11930"/>
                </a:moveTo>
                <a:lnTo>
                  <a:pt x="10126" y="0"/>
                </a:lnTo>
              </a:path>
            </a:pathLst>
          </a:custGeom>
          <a:noFill/>
          <a:ln w="20675" cap="rnd" cmpd="sng">
            <a:solidFill>
              <a:schemeClr val="bg1">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92" name="Google Shape;1292;p34"/>
          <p:cNvSpPr/>
          <p:nvPr/>
        </p:nvSpPr>
        <p:spPr>
          <a:xfrm>
            <a:off x="8821558" y="2543920"/>
            <a:ext cx="227481" cy="210586"/>
          </a:xfrm>
          <a:custGeom>
            <a:avLst/>
            <a:gdLst/>
            <a:ahLst/>
            <a:cxnLst/>
            <a:rect l="l" t="t" r="r" b="b"/>
            <a:pathLst>
              <a:path w="9250" h="8563" extrusionOk="0">
                <a:moveTo>
                  <a:pt x="8900" y="1"/>
                </a:moveTo>
                <a:cubicBezTo>
                  <a:pt x="8029" y="1"/>
                  <a:pt x="7085" y="257"/>
                  <a:pt x="6215" y="257"/>
                </a:cubicBezTo>
                <a:cubicBezTo>
                  <a:pt x="6097" y="257"/>
                  <a:pt x="5980" y="252"/>
                  <a:pt x="5866" y="242"/>
                </a:cubicBezTo>
                <a:lnTo>
                  <a:pt x="26" y="442"/>
                </a:lnTo>
                <a:lnTo>
                  <a:pt x="1" y="8563"/>
                </a:lnTo>
                <a:cubicBezTo>
                  <a:pt x="3059" y="7861"/>
                  <a:pt x="5540" y="7836"/>
                  <a:pt x="9149" y="7786"/>
                </a:cubicBezTo>
                <a:lnTo>
                  <a:pt x="9249" y="16"/>
                </a:lnTo>
                <a:cubicBezTo>
                  <a:pt x="9134" y="6"/>
                  <a:pt x="9018" y="1"/>
                  <a:pt x="8900"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nvGrpSpPr>
          <p:cNvPr id="4" name="Group 3">
            <a:extLst>
              <a:ext uri="{FF2B5EF4-FFF2-40B4-BE49-F238E27FC236}">
                <a16:creationId xmlns:a16="http://schemas.microsoft.com/office/drawing/2014/main" id="{4F6F8EC1-7C75-CA10-5AE4-3AE4B2039C6A}"/>
              </a:ext>
            </a:extLst>
          </p:cNvPr>
          <p:cNvGrpSpPr/>
          <p:nvPr/>
        </p:nvGrpSpPr>
        <p:grpSpPr>
          <a:xfrm>
            <a:off x="9144000" y="1270988"/>
            <a:ext cx="3436827" cy="2055883"/>
            <a:chOff x="5609113" y="2041668"/>
            <a:chExt cx="3436827" cy="2055883"/>
          </a:xfrm>
        </p:grpSpPr>
        <p:sp>
          <p:nvSpPr>
            <p:cNvPr id="1301" name="Google Shape;1301;p34"/>
            <p:cNvSpPr/>
            <p:nvPr/>
          </p:nvSpPr>
          <p:spPr>
            <a:xfrm>
              <a:off x="5613442" y="3685184"/>
              <a:ext cx="1792375" cy="412367"/>
            </a:xfrm>
            <a:custGeom>
              <a:avLst/>
              <a:gdLst/>
              <a:ahLst/>
              <a:cxnLst/>
              <a:rect l="l" t="t" r="r" b="b"/>
              <a:pathLst>
                <a:path w="72883" h="16768" extrusionOk="0">
                  <a:moveTo>
                    <a:pt x="72883" y="0"/>
                  </a:moveTo>
                  <a:lnTo>
                    <a:pt x="0" y="51"/>
                  </a:lnTo>
                  <a:lnTo>
                    <a:pt x="25" y="12281"/>
                  </a:lnTo>
                  <a:cubicBezTo>
                    <a:pt x="25" y="15962"/>
                    <a:pt x="6438" y="16370"/>
                    <a:pt x="8711" y="16370"/>
                  </a:cubicBezTo>
                  <a:cubicBezTo>
                    <a:pt x="9209" y="16370"/>
                    <a:pt x="9508" y="16350"/>
                    <a:pt x="9499" y="16341"/>
                  </a:cubicBezTo>
                  <a:lnTo>
                    <a:pt x="62908" y="16341"/>
                  </a:lnTo>
                  <a:cubicBezTo>
                    <a:pt x="62958" y="16266"/>
                    <a:pt x="72256" y="16767"/>
                    <a:pt x="72256" y="12281"/>
                  </a:cubicBezTo>
                  <a:lnTo>
                    <a:pt x="72883" y="0"/>
                  </a:lnTo>
                  <a:close/>
                </a:path>
              </a:pathLst>
            </a:custGeom>
            <a:solidFill>
              <a:schemeClr val="accent4"/>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grpSp>
          <p:nvGrpSpPr>
            <p:cNvPr id="3" name="Group 2">
              <a:extLst>
                <a:ext uri="{FF2B5EF4-FFF2-40B4-BE49-F238E27FC236}">
                  <a16:creationId xmlns:a16="http://schemas.microsoft.com/office/drawing/2014/main" id="{9B302239-9634-6D34-1935-9A2113F407B4}"/>
                </a:ext>
              </a:extLst>
            </p:cNvPr>
            <p:cNvGrpSpPr/>
            <p:nvPr/>
          </p:nvGrpSpPr>
          <p:grpSpPr>
            <a:xfrm>
              <a:off x="5609113" y="2041668"/>
              <a:ext cx="3436827" cy="2046096"/>
              <a:chOff x="5609113" y="2041668"/>
              <a:chExt cx="3436827" cy="2046096"/>
            </a:xfrm>
          </p:grpSpPr>
          <p:sp>
            <p:nvSpPr>
              <p:cNvPr id="1291" name="Google Shape;1291;p34"/>
              <p:cNvSpPr/>
              <p:nvPr/>
            </p:nvSpPr>
            <p:spPr>
              <a:xfrm>
                <a:off x="6489279" y="2041668"/>
                <a:ext cx="2556661" cy="2031267"/>
              </a:xfrm>
              <a:custGeom>
                <a:avLst/>
                <a:gdLst/>
                <a:ahLst/>
                <a:cxnLst/>
                <a:rect l="l" t="t" r="r" b="b"/>
                <a:pathLst>
                  <a:path w="103961" h="82597" extrusionOk="0">
                    <a:moveTo>
                      <a:pt x="1611" y="0"/>
                    </a:moveTo>
                    <a:cubicBezTo>
                      <a:pt x="524" y="0"/>
                      <a:pt x="0" y="63"/>
                      <a:pt x="0" y="63"/>
                    </a:cubicBezTo>
                    <a:lnTo>
                      <a:pt x="15088" y="76079"/>
                    </a:lnTo>
                    <a:cubicBezTo>
                      <a:pt x="15088" y="76079"/>
                      <a:pt x="23905" y="82597"/>
                      <a:pt x="30841" y="82597"/>
                    </a:cubicBezTo>
                    <a:cubicBezTo>
                      <a:pt x="33009" y="82597"/>
                      <a:pt x="34993" y="81960"/>
                      <a:pt x="36467" y="80289"/>
                    </a:cubicBezTo>
                    <a:cubicBezTo>
                      <a:pt x="45640" y="69913"/>
                      <a:pt x="83660" y="37958"/>
                      <a:pt x="88196" y="34174"/>
                    </a:cubicBezTo>
                    <a:cubicBezTo>
                      <a:pt x="91892" y="31097"/>
                      <a:pt x="97933" y="30614"/>
                      <a:pt x="101365" y="30614"/>
                    </a:cubicBezTo>
                    <a:cubicBezTo>
                      <a:pt x="102937" y="30614"/>
                      <a:pt x="103961" y="30715"/>
                      <a:pt x="103961" y="30715"/>
                    </a:cubicBezTo>
                    <a:lnTo>
                      <a:pt x="103585" y="12695"/>
                    </a:lnTo>
                    <a:cubicBezTo>
                      <a:pt x="103585" y="12695"/>
                      <a:pt x="91065" y="14257"/>
                      <a:pt x="76115" y="14257"/>
                    </a:cubicBezTo>
                    <a:cubicBezTo>
                      <a:pt x="63887" y="14257"/>
                      <a:pt x="50033" y="13212"/>
                      <a:pt x="40076" y="9412"/>
                    </a:cubicBezTo>
                    <a:cubicBezTo>
                      <a:pt x="17828" y="893"/>
                      <a:pt x="5712" y="0"/>
                      <a:pt x="1611" y="0"/>
                    </a:cubicBezTo>
                    <a:close/>
                  </a:path>
                </a:pathLst>
              </a:custGeom>
              <a:solidFill>
                <a:srgbClr val="002E50"/>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98" name="Google Shape;1298;p34"/>
              <p:cNvSpPr/>
              <p:nvPr/>
            </p:nvSpPr>
            <p:spPr>
              <a:xfrm>
                <a:off x="5609113" y="2043217"/>
                <a:ext cx="1789916" cy="2044547"/>
              </a:xfrm>
              <a:custGeom>
                <a:avLst/>
                <a:gdLst/>
                <a:ahLst/>
                <a:cxnLst/>
                <a:rect l="l" t="t" r="r" b="b"/>
                <a:pathLst>
                  <a:path w="72783" h="83137" extrusionOk="0">
                    <a:moveTo>
                      <a:pt x="36392" y="0"/>
                    </a:moveTo>
                    <a:cubicBezTo>
                      <a:pt x="16291" y="0"/>
                      <a:pt x="1" y="16291"/>
                      <a:pt x="1" y="36391"/>
                    </a:cubicBezTo>
                    <a:lnTo>
                      <a:pt x="201" y="79048"/>
                    </a:lnTo>
                    <a:cubicBezTo>
                      <a:pt x="201" y="82729"/>
                      <a:pt x="6614" y="83137"/>
                      <a:pt x="8887" y="83137"/>
                    </a:cubicBezTo>
                    <a:cubicBezTo>
                      <a:pt x="9385" y="83137"/>
                      <a:pt x="9684" y="83117"/>
                      <a:pt x="9675" y="83108"/>
                    </a:cubicBezTo>
                    <a:lnTo>
                      <a:pt x="63084" y="83108"/>
                    </a:lnTo>
                    <a:cubicBezTo>
                      <a:pt x="63134" y="83033"/>
                      <a:pt x="72432" y="76843"/>
                      <a:pt x="72432" y="72356"/>
                    </a:cubicBezTo>
                    <a:lnTo>
                      <a:pt x="72783" y="36391"/>
                    </a:lnTo>
                    <a:cubicBezTo>
                      <a:pt x="72783" y="16291"/>
                      <a:pt x="56492" y="0"/>
                      <a:pt x="36392" y="0"/>
                    </a:cubicBezTo>
                    <a:close/>
                  </a:path>
                </a:pathLst>
              </a:custGeom>
              <a:solidFill>
                <a:srgbClr val="002E50"/>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grpSp>
            <p:nvGrpSpPr>
              <p:cNvPr id="2" name="Group 1">
                <a:extLst>
                  <a:ext uri="{FF2B5EF4-FFF2-40B4-BE49-F238E27FC236}">
                    <a16:creationId xmlns:a16="http://schemas.microsoft.com/office/drawing/2014/main" id="{F380EC50-1F2C-D430-95D8-317B4C495B44}"/>
                  </a:ext>
                </a:extLst>
              </p:cNvPr>
              <p:cNvGrpSpPr/>
              <p:nvPr/>
            </p:nvGrpSpPr>
            <p:grpSpPr>
              <a:xfrm>
                <a:off x="5758267" y="2217627"/>
                <a:ext cx="3202017" cy="1751724"/>
                <a:chOff x="5758267" y="2217627"/>
                <a:chExt cx="3202017" cy="1751724"/>
              </a:xfrm>
            </p:grpSpPr>
            <p:sp>
              <p:nvSpPr>
                <p:cNvPr id="1293" name="Google Shape;1293;p34"/>
                <p:cNvSpPr/>
                <p:nvPr/>
              </p:nvSpPr>
              <p:spPr>
                <a:xfrm>
                  <a:off x="8522636" y="2565881"/>
                  <a:ext cx="228071" cy="291569"/>
                </a:xfrm>
                <a:custGeom>
                  <a:avLst/>
                  <a:gdLst/>
                  <a:ahLst/>
                  <a:cxnLst/>
                  <a:rect l="l" t="t" r="r" b="b"/>
                  <a:pathLst>
                    <a:path w="9274" h="11856" extrusionOk="0">
                      <a:moveTo>
                        <a:pt x="51" y="0"/>
                      </a:moveTo>
                      <a:lnTo>
                        <a:pt x="0" y="11855"/>
                      </a:lnTo>
                      <a:cubicBezTo>
                        <a:pt x="3083" y="10702"/>
                        <a:pt x="6141" y="9725"/>
                        <a:pt x="9224" y="8898"/>
                      </a:cubicBezTo>
                      <a:lnTo>
                        <a:pt x="9274" y="101"/>
                      </a:lnTo>
                      <a:lnTo>
                        <a:pt x="51" y="0"/>
                      </a:lnTo>
                      <a:close/>
                    </a:path>
                  </a:pathLst>
                </a:custGeom>
                <a:solidFill>
                  <a:schemeClr val="dk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94" name="Google Shape;1294;p34"/>
                <p:cNvSpPr/>
                <p:nvPr/>
              </p:nvSpPr>
              <p:spPr>
                <a:xfrm>
                  <a:off x="7882247" y="2533837"/>
                  <a:ext cx="232989" cy="676786"/>
                </a:xfrm>
                <a:custGeom>
                  <a:avLst/>
                  <a:gdLst/>
                  <a:ahLst/>
                  <a:cxnLst/>
                  <a:rect l="l" t="t" r="r" b="b"/>
                  <a:pathLst>
                    <a:path w="9474" h="27520" extrusionOk="0">
                      <a:moveTo>
                        <a:pt x="301" y="0"/>
                      </a:moveTo>
                      <a:lnTo>
                        <a:pt x="0" y="27519"/>
                      </a:lnTo>
                      <a:cubicBezTo>
                        <a:pt x="2958" y="25238"/>
                        <a:pt x="6316" y="22707"/>
                        <a:pt x="9449" y="21003"/>
                      </a:cubicBezTo>
                      <a:lnTo>
                        <a:pt x="9474" y="1128"/>
                      </a:lnTo>
                      <a:lnTo>
                        <a:pt x="301" y="0"/>
                      </a:lnTo>
                      <a:close/>
                    </a:path>
                  </a:pathLst>
                </a:custGeom>
                <a:solidFill>
                  <a:schemeClr val="dk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95" name="Google Shape;1295;p34"/>
                <p:cNvSpPr/>
                <p:nvPr/>
              </p:nvSpPr>
              <p:spPr>
                <a:xfrm>
                  <a:off x="8210139" y="2546773"/>
                  <a:ext cx="231169" cy="449969"/>
                </a:xfrm>
                <a:custGeom>
                  <a:avLst/>
                  <a:gdLst/>
                  <a:ahLst/>
                  <a:cxnLst/>
                  <a:rect l="l" t="t" r="r" b="b"/>
                  <a:pathLst>
                    <a:path w="9400" h="18297" extrusionOk="0">
                      <a:moveTo>
                        <a:pt x="201" y="0"/>
                      </a:moveTo>
                      <a:lnTo>
                        <a:pt x="1" y="18296"/>
                      </a:lnTo>
                      <a:cubicBezTo>
                        <a:pt x="2532" y="16993"/>
                        <a:pt x="5063" y="15740"/>
                        <a:pt x="7620" y="14612"/>
                      </a:cubicBezTo>
                      <a:cubicBezTo>
                        <a:pt x="8171" y="14361"/>
                        <a:pt x="8697" y="14136"/>
                        <a:pt x="9249" y="13910"/>
                      </a:cubicBezTo>
                      <a:lnTo>
                        <a:pt x="9399" y="602"/>
                      </a:lnTo>
                      <a:lnTo>
                        <a:pt x="201" y="0"/>
                      </a:lnTo>
                      <a:close/>
                    </a:path>
                  </a:pathLst>
                </a:custGeom>
                <a:solidFill>
                  <a:schemeClr val="dk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96" name="Google Shape;1296;p34"/>
                <p:cNvSpPr/>
                <p:nvPr/>
              </p:nvSpPr>
              <p:spPr>
                <a:xfrm>
                  <a:off x="7505638" y="2432123"/>
                  <a:ext cx="286650" cy="1020097"/>
                </a:xfrm>
                <a:custGeom>
                  <a:avLst/>
                  <a:gdLst/>
                  <a:ahLst/>
                  <a:cxnLst/>
                  <a:rect l="l" t="t" r="r" b="b"/>
                  <a:pathLst>
                    <a:path w="11656" h="41480" extrusionOk="0">
                      <a:moveTo>
                        <a:pt x="1" y="1"/>
                      </a:moveTo>
                      <a:lnTo>
                        <a:pt x="2056" y="41480"/>
                      </a:lnTo>
                      <a:cubicBezTo>
                        <a:pt x="5615" y="38522"/>
                        <a:pt x="8071" y="36417"/>
                        <a:pt x="11329" y="34136"/>
                      </a:cubicBezTo>
                      <a:lnTo>
                        <a:pt x="11655" y="3359"/>
                      </a:lnTo>
                      <a:lnTo>
                        <a:pt x="1" y="1"/>
                      </a:lnTo>
                      <a:close/>
                    </a:path>
                  </a:pathLst>
                </a:custGeom>
                <a:solidFill>
                  <a:schemeClr val="dk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97" name="Google Shape;1297;p34"/>
                <p:cNvSpPr/>
                <p:nvPr/>
              </p:nvSpPr>
              <p:spPr>
                <a:xfrm>
                  <a:off x="7505638" y="2353845"/>
                  <a:ext cx="1454646" cy="109683"/>
                </a:xfrm>
                <a:custGeom>
                  <a:avLst/>
                  <a:gdLst/>
                  <a:ahLst/>
                  <a:cxnLst/>
                  <a:rect l="l" t="t" r="r" b="b"/>
                  <a:pathLst>
                    <a:path w="59150" h="4460" extrusionOk="0">
                      <a:moveTo>
                        <a:pt x="1" y="1"/>
                      </a:moveTo>
                      <a:cubicBezTo>
                        <a:pt x="1" y="1"/>
                        <a:pt x="201" y="101"/>
                        <a:pt x="627" y="251"/>
                      </a:cubicBezTo>
                      <a:cubicBezTo>
                        <a:pt x="1028" y="377"/>
                        <a:pt x="1630" y="577"/>
                        <a:pt x="2432" y="828"/>
                      </a:cubicBezTo>
                      <a:cubicBezTo>
                        <a:pt x="3209" y="1053"/>
                        <a:pt x="4161" y="1329"/>
                        <a:pt x="5264" y="1580"/>
                      </a:cubicBezTo>
                      <a:cubicBezTo>
                        <a:pt x="6367" y="1855"/>
                        <a:pt x="7620" y="2156"/>
                        <a:pt x="8998" y="2407"/>
                      </a:cubicBezTo>
                      <a:cubicBezTo>
                        <a:pt x="9675" y="2532"/>
                        <a:pt x="10402" y="2683"/>
                        <a:pt x="11129" y="2808"/>
                      </a:cubicBezTo>
                      <a:cubicBezTo>
                        <a:pt x="11881" y="2908"/>
                        <a:pt x="12658" y="3058"/>
                        <a:pt x="13460" y="3159"/>
                      </a:cubicBezTo>
                      <a:cubicBezTo>
                        <a:pt x="14237" y="3284"/>
                        <a:pt x="15064" y="3384"/>
                        <a:pt x="15891" y="3510"/>
                      </a:cubicBezTo>
                      <a:cubicBezTo>
                        <a:pt x="16718" y="3610"/>
                        <a:pt x="17595" y="3685"/>
                        <a:pt x="18447" y="3785"/>
                      </a:cubicBezTo>
                      <a:cubicBezTo>
                        <a:pt x="19324" y="3886"/>
                        <a:pt x="20201" y="3936"/>
                        <a:pt x="21104" y="4011"/>
                      </a:cubicBezTo>
                      <a:cubicBezTo>
                        <a:pt x="22006" y="4086"/>
                        <a:pt x="22908" y="4161"/>
                        <a:pt x="23836" y="4211"/>
                      </a:cubicBezTo>
                      <a:cubicBezTo>
                        <a:pt x="24738" y="4261"/>
                        <a:pt x="25665" y="4312"/>
                        <a:pt x="26592" y="4362"/>
                      </a:cubicBezTo>
                      <a:cubicBezTo>
                        <a:pt x="27520" y="4387"/>
                        <a:pt x="28447" y="4412"/>
                        <a:pt x="29400" y="4437"/>
                      </a:cubicBezTo>
                      <a:cubicBezTo>
                        <a:pt x="30018" y="4454"/>
                        <a:pt x="30639" y="4459"/>
                        <a:pt x="31260" y="4459"/>
                      </a:cubicBezTo>
                      <a:cubicBezTo>
                        <a:pt x="32502" y="4459"/>
                        <a:pt x="33744" y="4437"/>
                        <a:pt x="34963" y="4437"/>
                      </a:cubicBezTo>
                      <a:cubicBezTo>
                        <a:pt x="36793" y="4412"/>
                        <a:pt x="38598" y="4312"/>
                        <a:pt x="40352" y="4261"/>
                      </a:cubicBezTo>
                      <a:cubicBezTo>
                        <a:pt x="42081" y="4136"/>
                        <a:pt x="43786" y="4011"/>
                        <a:pt x="45365" y="3911"/>
                      </a:cubicBezTo>
                      <a:cubicBezTo>
                        <a:pt x="46969" y="3810"/>
                        <a:pt x="48472" y="3660"/>
                        <a:pt x="49876" y="3560"/>
                      </a:cubicBezTo>
                      <a:cubicBezTo>
                        <a:pt x="51279" y="3434"/>
                        <a:pt x="52532" y="3309"/>
                        <a:pt x="53685" y="3184"/>
                      </a:cubicBezTo>
                      <a:cubicBezTo>
                        <a:pt x="54813" y="3084"/>
                        <a:pt x="55791" y="2983"/>
                        <a:pt x="56593" y="2883"/>
                      </a:cubicBezTo>
                      <a:cubicBezTo>
                        <a:pt x="58221" y="2708"/>
                        <a:pt x="59149" y="2607"/>
                        <a:pt x="59149" y="2607"/>
                      </a:cubicBezTo>
                      <a:lnTo>
                        <a:pt x="59149" y="2607"/>
                      </a:lnTo>
                      <a:cubicBezTo>
                        <a:pt x="59149" y="2607"/>
                        <a:pt x="58221" y="2683"/>
                        <a:pt x="56593" y="2808"/>
                      </a:cubicBezTo>
                      <a:cubicBezTo>
                        <a:pt x="55791" y="2883"/>
                        <a:pt x="54788" y="2958"/>
                        <a:pt x="53660" y="3058"/>
                      </a:cubicBezTo>
                      <a:cubicBezTo>
                        <a:pt x="52532" y="3159"/>
                        <a:pt x="51254" y="3234"/>
                        <a:pt x="49851" y="3334"/>
                      </a:cubicBezTo>
                      <a:cubicBezTo>
                        <a:pt x="48472" y="3434"/>
                        <a:pt x="46969" y="3560"/>
                        <a:pt x="45365" y="3635"/>
                      </a:cubicBezTo>
                      <a:cubicBezTo>
                        <a:pt x="43760" y="3710"/>
                        <a:pt x="42081" y="3810"/>
                        <a:pt x="40327" y="3911"/>
                      </a:cubicBezTo>
                      <a:cubicBezTo>
                        <a:pt x="38598" y="3936"/>
                        <a:pt x="36793" y="4036"/>
                        <a:pt x="34963" y="4036"/>
                      </a:cubicBezTo>
                      <a:cubicBezTo>
                        <a:pt x="33904" y="4036"/>
                        <a:pt x="32844" y="4052"/>
                        <a:pt x="31784" y="4052"/>
                      </a:cubicBezTo>
                      <a:cubicBezTo>
                        <a:pt x="30989" y="4052"/>
                        <a:pt x="30194" y="4043"/>
                        <a:pt x="29400" y="4011"/>
                      </a:cubicBezTo>
                      <a:cubicBezTo>
                        <a:pt x="28472" y="3986"/>
                        <a:pt x="27545" y="3961"/>
                        <a:pt x="26618" y="3936"/>
                      </a:cubicBezTo>
                      <a:cubicBezTo>
                        <a:pt x="25690" y="3911"/>
                        <a:pt x="24763" y="3860"/>
                        <a:pt x="23861" y="3810"/>
                      </a:cubicBezTo>
                      <a:cubicBezTo>
                        <a:pt x="22933" y="3785"/>
                        <a:pt x="22031" y="3710"/>
                        <a:pt x="21129" y="3635"/>
                      </a:cubicBezTo>
                      <a:cubicBezTo>
                        <a:pt x="20252" y="3560"/>
                        <a:pt x="19349" y="3510"/>
                        <a:pt x="18497" y="3409"/>
                      </a:cubicBezTo>
                      <a:cubicBezTo>
                        <a:pt x="17620" y="3334"/>
                        <a:pt x="16768" y="3234"/>
                        <a:pt x="15941" y="3159"/>
                      </a:cubicBezTo>
                      <a:cubicBezTo>
                        <a:pt x="15089" y="3058"/>
                        <a:pt x="14287" y="2958"/>
                        <a:pt x="13485" y="2858"/>
                      </a:cubicBezTo>
                      <a:cubicBezTo>
                        <a:pt x="12708" y="2758"/>
                        <a:pt x="11931" y="2632"/>
                        <a:pt x="11179" y="2532"/>
                      </a:cubicBezTo>
                      <a:cubicBezTo>
                        <a:pt x="10452" y="2407"/>
                        <a:pt x="9725" y="2282"/>
                        <a:pt x="9049" y="2156"/>
                      </a:cubicBezTo>
                      <a:cubicBezTo>
                        <a:pt x="8347" y="2056"/>
                        <a:pt x="7695" y="1931"/>
                        <a:pt x="7069" y="1805"/>
                      </a:cubicBezTo>
                      <a:cubicBezTo>
                        <a:pt x="6442" y="1680"/>
                        <a:pt x="5840" y="1555"/>
                        <a:pt x="5289" y="1429"/>
                      </a:cubicBezTo>
                      <a:cubicBezTo>
                        <a:pt x="4186" y="1179"/>
                        <a:pt x="3234" y="953"/>
                        <a:pt x="2457" y="753"/>
                      </a:cubicBezTo>
                      <a:cubicBezTo>
                        <a:pt x="1655" y="527"/>
                        <a:pt x="1053" y="352"/>
                        <a:pt x="627" y="226"/>
                      </a:cubicBezTo>
                      <a:cubicBezTo>
                        <a:pt x="202" y="76"/>
                        <a:pt x="1" y="1"/>
                        <a:pt x="1" y="1"/>
                      </a:cubicBezTo>
                      <a:close/>
                    </a:path>
                  </a:pathLst>
                </a:custGeom>
                <a:solidFill>
                  <a:srgbClr val="CBE5F9"/>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99" name="Google Shape;1299;p34"/>
                <p:cNvSpPr/>
                <p:nvPr/>
              </p:nvSpPr>
              <p:spPr>
                <a:xfrm>
                  <a:off x="5783548" y="2217627"/>
                  <a:ext cx="1440456" cy="1696243"/>
                </a:xfrm>
                <a:custGeom>
                  <a:avLst/>
                  <a:gdLst/>
                  <a:ahLst/>
                  <a:cxnLst/>
                  <a:rect l="l" t="t" r="r" b="b"/>
                  <a:pathLst>
                    <a:path w="58573" h="68974" extrusionOk="0">
                      <a:moveTo>
                        <a:pt x="29299" y="1"/>
                      </a:moveTo>
                      <a:cubicBezTo>
                        <a:pt x="13133" y="1"/>
                        <a:pt x="0" y="13159"/>
                        <a:pt x="0" y="29274"/>
                      </a:cubicBezTo>
                      <a:lnTo>
                        <a:pt x="201" y="65239"/>
                      </a:lnTo>
                      <a:cubicBezTo>
                        <a:pt x="928" y="66167"/>
                        <a:pt x="2757" y="67721"/>
                        <a:pt x="4612" y="68974"/>
                      </a:cubicBezTo>
                      <a:lnTo>
                        <a:pt x="53635" y="68974"/>
                      </a:lnTo>
                      <a:cubicBezTo>
                        <a:pt x="56692" y="66467"/>
                        <a:pt x="57870" y="65114"/>
                        <a:pt x="58246" y="64538"/>
                      </a:cubicBezTo>
                      <a:lnTo>
                        <a:pt x="58572" y="29274"/>
                      </a:lnTo>
                      <a:cubicBezTo>
                        <a:pt x="58572" y="13134"/>
                        <a:pt x="45439" y="1"/>
                        <a:pt x="29299" y="1"/>
                      </a:cubicBezTo>
                      <a:close/>
                    </a:path>
                  </a:pathLst>
                </a:custGeom>
                <a:solidFill>
                  <a:srgbClr val="0070C0"/>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1302" name="Google Shape;1302;p34"/>
                <p:cNvSpPr/>
                <p:nvPr/>
              </p:nvSpPr>
              <p:spPr>
                <a:xfrm>
                  <a:off x="5758267" y="3773939"/>
                  <a:ext cx="195412" cy="195412"/>
                </a:xfrm>
                <a:custGeom>
                  <a:avLst/>
                  <a:gdLst/>
                  <a:ahLst/>
                  <a:cxnLst/>
                  <a:rect l="l" t="t" r="r" b="b"/>
                  <a:pathLst>
                    <a:path w="7946" h="7946" extrusionOk="0">
                      <a:moveTo>
                        <a:pt x="3961" y="0"/>
                      </a:moveTo>
                      <a:cubicBezTo>
                        <a:pt x="1780" y="0"/>
                        <a:pt x="1" y="1780"/>
                        <a:pt x="1" y="3960"/>
                      </a:cubicBezTo>
                      <a:cubicBezTo>
                        <a:pt x="1" y="6166"/>
                        <a:pt x="1780" y="7945"/>
                        <a:pt x="3961" y="7945"/>
                      </a:cubicBezTo>
                      <a:cubicBezTo>
                        <a:pt x="6166" y="7945"/>
                        <a:pt x="7946" y="6166"/>
                        <a:pt x="7946" y="3960"/>
                      </a:cubicBezTo>
                      <a:cubicBezTo>
                        <a:pt x="7946" y="1780"/>
                        <a:pt x="6166" y="0"/>
                        <a:pt x="3961" y="0"/>
                      </a:cubicBezTo>
                      <a:close/>
                    </a:path>
                  </a:pathLst>
                </a:custGeom>
                <a:solidFill>
                  <a:srgbClr val="FCFCFC"/>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03" name="Google Shape;1303;p34"/>
                <p:cNvSpPr/>
                <p:nvPr/>
              </p:nvSpPr>
              <p:spPr>
                <a:xfrm>
                  <a:off x="5768743" y="3785030"/>
                  <a:ext cx="173844" cy="173230"/>
                </a:xfrm>
                <a:custGeom>
                  <a:avLst/>
                  <a:gdLst/>
                  <a:ahLst/>
                  <a:cxnLst/>
                  <a:rect l="l" t="t" r="r" b="b"/>
                  <a:pathLst>
                    <a:path w="7069" h="7044" extrusionOk="0">
                      <a:moveTo>
                        <a:pt x="3535" y="1"/>
                      </a:moveTo>
                      <a:cubicBezTo>
                        <a:pt x="1580" y="1"/>
                        <a:pt x="1" y="1580"/>
                        <a:pt x="1" y="3509"/>
                      </a:cubicBezTo>
                      <a:cubicBezTo>
                        <a:pt x="1" y="5464"/>
                        <a:pt x="1580" y="7043"/>
                        <a:pt x="3535" y="7043"/>
                      </a:cubicBezTo>
                      <a:cubicBezTo>
                        <a:pt x="5490" y="7043"/>
                        <a:pt x="7069" y="5464"/>
                        <a:pt x="7069" y="3509"/>
                      </a:cubicBezTo>
                      <a:cubicBezTo>
                        <a:pt x="7069" y="1580"/>
                        <a:pt x="5490" y="1"/>
                        <a:pt x="3535"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04" name="Google Shape;1304;p34"/>
                <p:cNvSpPr/>
                <p:nvPr/>
              </p:nvSpPr>
              <p:spPr>
                <a:xfrm>
                  <a:off x="7042143" y="3773939"/>
                  <a:ext cx="195412" cy="195412"/>
                </a:xfrm>
                <a:custGeom>
                  <a:avLst/>
                  <a:gdLst/>
                  <a:ahLst/>
                  <a:cxnLst/>
                  <a:rect l="l" t="t" r="r" b="b"/>
                  <a:pathLst>
                    <a:path w="7946" h="7946" extrusionOk="0">
                      <a:moveTo>
                        <a:pt x="3961" y="0"/>
                      </a:moveTo>
                      <a:cubicBezTo>
                        <a:pt x="1780" y="0"/>
                        <a:pt x="1" y="1780"/>
                        <a:pt x="1" y="3960"/>
                      </a:cubicBezTo>
                      <a:cubicBezTo>
                        <a:pt x="1" y="6166"/>
                        <a:pt x="1780" y="7945"/>
                        <a:pt x="3961" y="7945"/>
                      </a:cubicBezTo>
                      <a:cubicBezTo>
                        <a:pt x="6166" y="7945"/>
                        <a:pt x="7946" y="6166"/>
                        <a:pt x="7946" y="3960"/>
                      </a:cubicBezTo>
                      <a:cubicBezTo>
                        <a:pt x="7946" y="1780"/>
                        <a:pt x="6166" y="0"/>
                        <a:pt x="3961" y="0"/>
                      </a:cubicBezTo>
                      <a:close/>
                    </a:path>
                  </a:pathLst>
                </a:custGeom>
                <a:solidFill>
                  <a:srgbClr val="FCFCFC"/>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05" name="Google Shape;1305;p34"/>
                <p:cNvSpPr/>
                <p:nvPr/>
              </p:nvSpPr>
              <p:spPr>
                <a:xfrm>
                  <a:off x="7053234" y="3785030"/>
                  <a:ext cx="173230" cy="173230"/>
                </a:xfrm>
                <a:custGeom>
                  <a:avLst/>
                  <a:gdLst/>
                  <a:ahLst/>
                  <a:cxnLst/>
                  <a:rect l="l" t="t" r="r" b="b"/>
                  <a:pathLst>
                    <a:path w="7044" h="7044" extrusionOk="0">
                      <a:moveTo>
                        <a:pt x="3510" y="1"/>
                      </a:moveTo>
                      <a:cubicBezTo>
                        <a:pt x="1580" y="1"/>
                        <a:pt x="1" y="1580"/>
                        <a:pt x="1" y="3509"/>
                      </a:cubicBezTo>
                      <a:cubicBezTo>
                        <a:pt x="1" y="5464"/>
                        <a:pt x="1580" y="7043"/>
                        <a:pt x="3510" y="7043"/>
                      </a:cubicBezTo>
                      <a:cubicBezTo>
                        <a:pt x="5464" y="7043"/>
                        <a:pt x="7043" y="5464"/>
                        <a:pt x="7043" y="3509"/>
                      </a:cubicBezTo>
                      <a:cubicBezTo>
                        <a:pt x="7043" y="1580"/>
                        <a:pt x="5464" y="1"/>
                        <a:pt x="3510"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06" name="Google Shape;1306;p34"/>
                <p:cNvSpPr/>
                <p:nvPr/>
              </p:nvSpPr>
              <p:spPr>
                <a:xfrm>
                  <a:off x="6026399" y="3780111"/>
                  <a:ext cx="944893" cy="20977"/>
                </a:xfrm>
                <a:custGeom>
                  <a:avLst/>
                  <a:gdLst/>
                  <a:ahLst/>
                  <a:cxnLst/>
                  <a:rect l="l" t="t" r="r" b="b"/>
                  <a:pathLst>
                    <a:path w="38422" h="853" extrusionOk="0">
                      <a:moveTo>
                        <a:pt x="401" y="0"/>
                      </a:moveTo>
                      <a:cubicBezTo>
                        <a:pt x="176" y="0"/>
                        <a:pt x="0" y="176"/>
                        <a:pt x="0" y="401"/>
                      </a:cubicBezTo>
                      <a:lnTo>
                        <a:pt x="0" y="451"/>
                      </a:lnTo>
                      <a:cubicBezTo>
                        <a:pt x="0" y="677"/>
                        <a:pt x="176" y="852"/>
                        <a:pt x="401" y="852"/>
                      </a:cubicBezTo>
                      <a:lnTo>
                        <a:pt x="38020" y="852"/>
                      </a:lnTo>
                      <a:cubicBezTo>
                        <a:pt x="38246" y="852"/>
                        <a:pt x="38421" y="677"/>
                        <a:pt x="38421" y="451"/>
                      </a:cubicBezTo>
                      <a:lnTo>
                        <a:pt x="38421" y="401"/>
                      </a:lnTo>
                      <a:cubicBezTo>
                        <a:pt x="38421" y="176"/>
                        <a:pt x="38246" y="0"/>
                        <a:pt x="38020" y="0"/>
                      </a:cubicBezTo>
                      <a:close/>
                    </a:path>
                  </a:pathLst>
                </a:custGeom>
                <a:solidFill>
                  <a:srgbClr val="E8E8E8"/>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07" name="Google Shape;1307;p34"/>
                <p:cNvSpPr/>
                <p:nvPr/>
              </p:nvSpPr>
              <p:spPr>
                <a:xfrm>
                  <a:off x="6026399" y="3862693"/>
                  <a:ext cx="944893" cy="20363"/>
                </a:xfrm>
                <a:custGeom>
                  <a:avLst/>
                  <a:gdLst/>
                  <a:ahLst/>
                  <a:cxnLst/>
                  <a:rect l="l" t="t" r="r" b="b"/>
                  <a:pathLst>
                    <a:path w="38422" h="828" extrusionOk="0">
                      <a:moveTo>
                        <a:pt x="401" y="1"/>
                      </a:moveTo>
                      <a:cubicBezTo>
                        <a:pt x="176" y="1"/>
                        <a:pt x="0" y="176"/>
                        <a:pt x="0" y="402"/>
                      </a:cubicBezTo>
                      <a:lnTo>
                        <a:pt x="0" y="427"/>
                      </a:lnTo>
                      <a:cubicBezTo>
                        <a:pt x="0" y="652"/>
                        <a:pt x="176" y="828"/>
                        <a:pt x="401" y="828"/>
                      </a:cubicBezTo>
                      <a:lnTo>
                        <a:pt x="38020" y="828"/>
                      </a:lnTo>
                      <a:cubicBezTo>
                        <a:pt x="38246" y="828"/>
                        <a:pt x="38421" y="652"/>
                        <a:pt x="38421" y="427"/>
                      </a:cubicBezTo>
                      <a:lnTo>
                        <a:pt x="38421" y="402"/>
                      </a:lnTo>
                      <a:cubicBezTo>
                        <a:pt x="38421" y="176"/>
                        <a:pt x="38246" y="1"/>
                        <a:pt x="38020" y="1"/>
                      </a:cubicBezTo>
                      <a:close/>
                    </a:path>
                  </a:pathLst>
                </a:custGeom>
                <a:solidFill>
                  <a:srgbClr val="E8E8E8"/>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08" name="Google Shape;1308;p34"/>
                <p:cNvSpPr/>
                <p:nvPr/>
              </p:nvSpPr>
              <p:spPr>
                <a:xfrm>
                  <a:off x="6026399" y="3944660"/>
                  <a:ext cx="944893" cy="20363"/>
                </a:xfrm>
                <a:custGeom>
                  <a:avLst/>
                  <a:gdLst/>
                  <a:ahLst/>
                  <a:cxnLst/>
                  <a:rect l="l" t="t" r="r" b="b"/>
                  <a:pathLst>
                    <a:path w="38422" h="828" extrusionOk="0">
                      <a:moveTo>
                        <a:pt x="401" y="1"/>
                      </a:moveTo>
                      <a:cubicBezTo>
                        <a:pt x="176" y="1"/>
                        <a:pt x="0" y="176"/>
                        <a:pt x="0" y="402"/>
                      </a:cubicBezTo>
                      <a:lnTo>
                        <a:pt x="0" y="427"/>
                      </a:lnTo>
                      <a:cubicBezTo>
                        <a:pt x="0" y="653"/>
                        <a:pt x="176" y="828"/>
                        <a:pt x="401" y="828"/>
                      </a:cubicBezTo>
                      <a:lnTo>
                        <a:pt x="38020" y="828"/>
                      </a:lnTo>
                      <a:cubicBezTo>
                        <a:pt x="38246" y="828"/>
                        <a:pt x="38421" y="653"/>
                        <a:pt x="38421" y="427"/>
                      </a:cubicBezTo>
                      <a:lnTo>
                        <a:pt x="38421" y="402"/>
                      </a:lnTo>
                      <a:cubicBezTo>
                        <a:pt x="38421" y="176"/>
                        <a:pt x="38246" y="1"/>
                        <a:pt x="38020" y="1"/>
                      </a:cubicBezTo>
                      <a:close/>
                    </a:path>
                  </a:pathLst>
                </a:custGeom>
                <a:solidFill>
                  <a:srgbClr val="E8E8E8"/>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09" name="Google Shape;1309;p34"/>
                <p:cNvSpPr/>
                <p:nvPr/>
              </p:nvSpPr>
              <p:spPr>
                <a:xfrm>
                  <a:off x="5923455" y="2742775"/>
                  <a:ext cx="1181596" cy="636724"/>
                </a:xfrm>
                <a:custGeom>
                  <a:avLst/>
                  <a:gdLst/>
                  <a:ahLst/>
                  <a:cxnLst/>
                  <a:rect l="l" t="t" r="r" b="b"/>
                  <a:pathLst>
                    <a:path w="48047" h="25891" extrusionOk="0">
                      <a:moveTo>
                        <a:pt x="1329" y="0"/>
                      </a:moveTo>
                      <a:cubicBezTo>
                        <a:pt x="602" y="0"/>
                        <a:pt x="1" y="602"/>
                        <a:pt x="1" y="1329"/>
                      </a:cubicBezTo>
                      <a:lnTo>
                        <a:pt x="1" y="24562"/>
                      </a:lnTo>
                      <a:cubicBezTo>
                        <a:pt x="1" y="25314"/>
                        <a:pt x="602" y="25890"/>
                        <a:pt x="1329" y="25890"/>
                      </a:cubicBezTo>
                      <a:lnTo>
                        <a:pt x="46718" y="25890"/>
                      </a:lnTo>
                      <a:cubicBezTo>
                        <a:pt x="47445" y="25890"/>
                        <a:pt x="48046" y="25314"/>
                        <a:pt x="48046" y="24562"/>
                      </a:cubicBezTo>
                      <a:lnTo>
                        <a:pt x="48046" y="1329"/>
                      </a:lnTo>
                      <a:cubicBezTo>
                        <a:pt x="48046" y="602"/>
                        <a:pt x="47445" y="0"/>
                        <a:pt x="46718"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10" name="Google Shape;1310;p34"/>
                <p:cNvSpPr/>
                <p:nvPr/>
              </p:nvSpPr>
              <p:spPr>
                <a:xfrm>
                  <a:off x="6149656" y="2454945"/>
                  <a:ext cx="667539" cy="195387"/>
                </a:xfrm>
                <a:custGeom>
                  <a:avLst/>
                  <a:gdLst/>
                  <a:ahLst/>
                  <a:cxnLst/>
                  <a:rect l="l" t="t" r="r" b="b"/>
                  <a:pathLst>
                    <a:path w="27144" h="7945" extrusionOk="0">
                      <a:moveTo>
                        <a:pt x="1580" y="0"/>
                      </a:moveTo>
                      <a:cubicBezTo>
                        <a:pt x="803" y="0"/>
                        <a:pt x="1" y="652"/>
                        <a:pt x="1" y="1479"/>
                      </a:cubicBezTo>
                      <a:lnTo>
                        <a:pt x="1" y="6441"/>
                      </a:lnTo>
                      <a:cubicBezTo>
                        <a:pt x="1" y="7268"/>
                        <a:pt x="803" y="7945"/>
                        <a:pt x="1580" y="7945"/>
                      </a:cubicBezTo>
                      <a:lnTo>
                        <a:pt x="25565" y="7945"/>
                      </a:lnTo>
                      <a:cubicBezTo>
                        <a:pt x="26342" y="7945"/>
                        <a:pt x="27144" y="7268"/>
                        <a:pt x="27144" y="6441"/>
                      </a:cubicBezTo>
                      <a:lnTo>
                        <a:pt x="27144" y="1479"/>
                      </a:lnTo>
                      <a:cubicBezTo>
                        <a:pt x="27144" y="652"/>
                        <a:pt x="26342" y="0"/>
                        <a:pt x="25565"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11" name="Google Shape;1311;p34"/>
                <p:cNvSpPr/>
                <p:nvPr/>
              </p:nvSpPr>
              <p:spPr>
                <a:xfrm>
                  <a:off x="6190332" y="2485759"/>
                  <a:ext cx="20977" cy="123282"/>
                </a:xfrm>
                <a:custGeom>
                  <a:avLst/>
                  <a:gdLst/>
                  <a:ahLst/>
                  <a:cxnLst/>
                  <a:rect l="l" t="t" r="r" b="b"/>
                  <a:pathLst>
                    <a:path w="853" h="5013" extrusionOk="0">
                      <a:moveTo>
                        <a:pt x="427" y="0"/>
                      </a:moveTo>
                      <a:cubicBezTo>
                        <a:pt x="201" y="0"/>
                        <a:pt x="1" y="201"/>
                        <a:pt x="1" y="426"/>
                      </a:cubicBezTo>
                      <a:lnTo>
                        <a:pt x="1" y="4612"/>
                      </a:lnTo>
                      <a:cubicBezTo>
                        <a:pt x="1" y="4837"/>
                        <a:pt x="201" y="5013"/>
                        <a:pt x="427" y="5013"/>
                      </a:cubicBezTo>
                      <a:cubicBezTo>
                        <a:pt x="652" y="5013"/>
                        <a:pt x="853" y="4837"/>
                        <a:pt x="853" y="4612"/>
                      </a:cubicBezTo>
                      <a:lnTo>
                        <a:pt x="853" y="426"/>
                      </a:lnTo>
                      <a:cubicBezTo>
                        <a:pt x="853" y="201"/>
                        <a:pt x="652" y="0"/>
                        <a:pt x="427" y="0"/>
                      </a:cubicBezTo>
                      <a:close/>
                    </a:path>
                  </a:pathLst>
                </a:custGeom>
                <a:solidFill>
                  <a:srgbClr val="FCFCFC"/>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12" name="Google Shape;1312;p34"/>
                <p:cNvSpPr/>
                <p:nvPr/>
              </p:nvSpPr>
              <p:spPr>
                <a:xfrm>
                  <a:off x="6242124" y="2485759"/>
                  <a:ext cx="20363" cy="123282"/>
                </a:xfrm>
                <a:custGeom>
                  <a:avLst/>
                  <a:gdLst/>
                  <a:ahLst/>
                  <a:cxnLst/>
                  <a:rect l="l" t="t" r="r" b="b"/>
                  <a:pathLst>
                    <a:path w="828" h="5013" extrusionOk="0">
                      <a:moveTo>
                        <a:pt x="401" y="0"/>
                      </a:moveTo>
                      <a:cubicBezTo>
                        <a:pt x="176" y="0"/>
                        <a:pt x="0" y="201"/>
                        <a:pt x="0" y="426"/>
                      </a:cubicBezTo>
                      <a:lnTo>
                        <a:pt x="0" y="4612"/>
                      </a:lnTo>
                      <a:cubicBezTo>
                        <a:pt x="0" y="4837"/>
                        <a:pt x="176" y="5013"/>
                        <a:pt x="401" y="5013"/>
                      </a:cubicBezTo>
                      <a:cubicBezTo>
                        <a:pt x="652" y="5013"/>
                        <a:pt x="827" y="4837"/>
                        <a:pt x="827" y="4612"/>
                      </a:cubicBezTo>
                      <a:lnTo>
                        <a:pt x="827" y="426"/>
                      </a:lnTo>
                      <a:cubicBezTo>
                        <a:pt x="827" y="201"/>
                        <a:pt x="652" y="0"/>
                        <a:pt x="401" y="0"/>
                      </a:cubicBezTo>
                      <a:close/>
                    </a:path>
                  </a:pathLst>
                </a:custGeom>
                <a:solidFill>
                  <a:srgbClr val="FCFCFC"/>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13" name="Google Shape;1313;p34"/>
                <p:cNvSpPr/>
                <p:nvPr/>
              </p:nvSpPr>
              <p:spPr>
                <a:xfrm>
                  <a:off x="6293277" y="2485759"/>
                  <a:ext cx="20363" cy="123282"/>
                </a:xfrm>
                <a:custGeom>
                  <a:avLst/>
                  <a:gdLst/>
                  <a:ahLst/>
                  <a:cxnLst/>
                  <a:rect l="l" t="t" r="r" b="b"/>
                  <a:pathLst>
                    <a:path w="828" h="5013" extrusionOk="0">
                      <a:moveTo>
                        <a:pt x="426" y="0"/>
                      </a:moveTo>
                      <a:cubicBezTo>
                        <a:pt x="176" y="0"/>
                        <a:pt x="0" y="201"/>
                        <a:pt x="0" y="426"/>
                      </a:cubicBezTo>
                      <a:lnTo>
                        <a:pt x="0" y="4612"/>
                      </a:lnTo>
                      <a:cubicBezTo>
                        <a:pt x="0" y="4837"/>
                        <a:pt x="176" y="5013"/>
                        <a:pt x="426" y="5013"/>
                      </a:cubicBezTo>
                      <a:cubicBezTo>
                        <a:pt x="652" y="5013"/>
                        <a:pt x="827" y="4837"/>
                        <a:pt x="827" y="4612"/>
                      </a:cubicBezTo>
                      <a:lnTo>
                        <a:pt x="827" y="426"/>
                      </a:lnTo>
                      <a:cubicBezTo>
                        <a:pt x="827" y="201"/>
                        <a:pt x="652" y="0"/>
                        <a:pt x="426" y="0"/>
                      </a:cubicBezTo>
                      <a:close/>
                    </a:path>
                  </a:pathLst>
                </a:custGeom>
                <a:solidFill>
                  <a:srgbClr val="FCFCFC"/>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14" name="Google Shape;1314;p34"/>
                <p:cNvSpPr/>
                <p:nvPr/>
              </p:nvSpPr>
              <p:spPr>
                <a:xfrm>
                  <a:off x="6344429" y="2485759"/>
                  <a:ext cx="20977" cy="123282"/>
                </a:xfrm>
                <a:custGeom>
                  <a:avLst/>
                  <a:gdLst/>
                  <a:ahLst/>
                  <a:cxnLst/>
                  <a:rect l="l" t="t" r="r" b="b"/>
                  <a:pathLst>
                    <a:path w="853" h="5013" extrusionOk="0">
                      <a:moveTo>
                        <a:pt x="427" y="0"/>
                      </a:moveTo>
                      <a:cubicBezTo>
                        <a:pt x="201" y="0"/>
                        <a:pt x="1" y="201"/>
                        <a:pt x="1" y="426"/>
                      </a:cubicBezTo>
                      <a:lnTo>
                        <a:pt x="1" y="4612"/>
                      </a:lnTo>
                      <a:cubicBezTo>
                        <a:pt x="1" y="4837"/>
                        <a:pt x="201" y="5013"/>
                        <a:pt x="427" y="5013"/>
                      </a:cubicBezTo>
                      <a:cubicBezTo>
                        <a:pt x="652" y="5013"/>
                        <a:pt x="853" y="4837"/>
                        <a:pt x="853" y="4612"/>
                      </a:cubicBezTo>
                      <a:lnTo>
                        <a:pt x="853" y="426"/>
                      </a:lnTo>
                      <a:cubicBezTo>
                        <a:pt x="853" y="201"/>
                        <a:pt x="652" y="0"/>
                        <a:pt x="427" y="0"/>
                      </a:cubicBezTo>
                      <a:close/>
                    </a:path>
                  </a:pathLst>
                </a:custGeom>
                <a:solidFill>
                  <a:srgbClr val="FCFCFC"/>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15" name="Google Shape;1315;p34"/>
                <p:cNvSpPr/>
                <p:nvPr/>
              </p:nvSpPr>
              <p:spPr>
                <a:xfrm>
                  <a:off x="6396196" y="2485759"/>
                  <a:ext cx="20363" cy="123282"/>
                </a:xfrm>
                <a:custGeom>
                  <a:avLst/>
                  <a:gdLst/>
                  <a:ahLst/>
                  <a:cxnLst/>
                  <a:rect l="l" t="t" r="r" b="b"/>
                  <a:pathLst>
                    <a:path w="828" h="5013" extrusionOk="0">
                      <a:moveTo>
                        <a:pt x="402" y="0"/>
                      </a:moveTo>
                      <a:cubicBezTo>
                        <a:pt x="176" y="0"/>
                        <a:pt x="1" y="201"/>
                        <a:pt x="1" y="426"/>
                      </a:cubicBezTo>
                      <a:lnTo>
                        <a:pt x="1" y="4612"/>
                      </a:lnTo>
                      <a:cubicBezTo>
                        <a:pt x="1" y="4837"/>
                        <a:pt x="176" y="5013"/>
                        <a:pt x="402" y="5013"/>
                      </a:cubicBezTo>
                      <a:cubicBezTo>
                        <a:pt x="652" y="5013"/>
                        <a:pt x="828" y="4837"/>
                        <a:pt x="828" y="4612"/>
                      </a:cubicBezTo>
                      <a:lnTo>
                        <a:pt x="828" y="426"/>
                      </a:lnTo>
                      <a:cubicBezTo>
                        <a:pt x="828" y="201"/>
                        <a:pt x="652" y="0"/>
                        <a:pt x="402" y="0"/>
                      </a:cubicBezTo>
                      <a:close/>
                    </a:path>
                  </a:pathLst>
                </a:custGeom>
                <a:solidFill>
                  <a:srgbClr val="FCFCFC"/>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16" name="Google Shape;1316;p34"/>
                <p:cNvSpPr/>
                <p:nvPr/>
              </p:nvSpPr>
              <p:spPr>
                <a:xfrm>
                  <a:off x="6447373" y="2485759"/>
                  <a:ext cx="20363" cy="123282"/>
                </a:xfrm>
                <a:custGeom>
                  <a:avLst/>
                  <a:gdLst/>
                  <a:ahLst/>
                  <a:cxnLst/>
                  <a:rect l="l" t="t" r="r" b="b"/>
                  <a:pathLst>
                    <a:path w="828" h="5013" extrusionOk="0">
                      <a:moveTo>
                        <a:pt x="426" y="0"/>
                      </a:moveTo>
                      <a:cubicBezTo>
                        <a:pt x="175" y="0"/>
                        <a:pt x="0" y="201"/>
                        <a:pt x="0" y="426"/>
                      </a:cubicBezTo>
                      <a:lnTo>
                        <a:pt x="0" y="4612"/>
                      </a:lnTo>
                      <a:cubicBezTo>
                        <a:pt x="0" y="4837"/>
                        <a:pt x="175" y="5013"/>
                        <a:pt x="426" y="5013"/>
                      </a:cubicBezTo>
                      <a:cubicBezTo>
                        <a:pt x="652" y="5013"/>
                        <a:pt x="827" y="4837"/>
                        <a:pt x="827" y="4612"/>
                      </a:cubicBezTo>
                      <a:lnTo>
                        <a:pt x="827" y="426"/>
                      </a:lnTo>
                      <a:cubicBezTo>
                        <a:pt x="827" y="201"/>
                        <a:pt x="652" y="0"/>
                        <a:pt x="426" y="0"/>
                      </a:cubicBezTo>
                      <a:close/>
                    </a:path>
                  </a:pathLst>
                </a:custGeom>
                <a:solidFill>
                  <a:srgbClr val="FCFCFC"/>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17" name="Google Shape;1317;p34"/>
                <p:cNvSpPr/>
                <p:nvPr/>
              </p:nvSpPr>
              <p:spPr>
                <a:xfrm>
                  <a:off x="6498526" y="2485759"/>
                  <a:ext cx="20977" cy="123282"/>
                </a:xfrm>
                <a:custGeom>
                  <a:avLst/>
                  <a:gdLst/>
                  <a:ahLst/>
                  <a:cxnLst/>
                  <a:rect l="l" t="t" r="r" b="b"/>
                  <a:pathLst>
                    <a:path w="853" h="5013" extrusionOk="0">
                      <a:moveTo>
                        <a:pt x="426" y="0"/>
                      </a:moveTo>
                      <a:cubicBezTo>
                        <a:pt x="201" y="0"/>
                        <a:pt x="0" y="201"/>
                        <a:pt x="0" y="426"/>
                      </a:cubicBezTo>
                      <a:lnTo>
                        <a:pt x="0" y="4612"/>
                      </a:lnTo>
                      <a:cubicBezTo>
                        <a:pt x="0" y="4837"/>
                        <a:pt x="201" y="5013"/>
                        <a:pt x="426" y="5013"/>
                      </a:cubicBezTo>
                      <a:cubicBezTo>
                        <a:pt x="652" y="5013"/>
                        <a:pt x="852" y="4837"/>
                        <a:pt x="852" y="4612"/>
                      </a:cubicBezTo>
                      <a:lnTo>
                        <a:pt x="852" y="426"/>
                      </a:lnTo>
                      <a:cubicBezTo>
                        <a:pt x="852" y="201"/>
                        <a:pt x="652" y="0"/>
                        <a:pt x="426" y="0"/>
                      </a:cubicBezTo>
                      <a:close/>
                    </a:path>
                  </a:pathLst>
                </a:custGeom>
                <a:solidFill>
                  <a:srgbClr val="FCFCFC"/>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18" name="Google Shape;1318;p34"/>
                <p:cNvSpPr/>
                <p:nvPr/>
              </p:nvSpPr>
              <p:spPr>
                <a:xfrm>
                  <a:off x="6550293" y="2485759"/>
                  <a:ext cx="20363" cy="123282"/>
                </a:xfrm>
                <a:custGeom>
                  <a:avLst/>
                  <a:gdLst/>
                  <a:ahLst/>
                  <a:cxnLst/>
                  <a:rect l="l" t="t" r="r" b="b"/>
                  <a:pathLst>
                    <a:path w="828" h="5013" extrusionOk="0">
                      <a:moveTo>
                        <a:pt x="402" y="0"/>
                      </a:moveTo>
                      <a:cubicBezTo>
                        <a:pt x="176" y="0"/>
                        <a:pt x="1" y="201"/>
                        <a:pt x="1" y="426"/>
                      </a:cubicBezTo>
                      <a:lnTo>
                        <a:pt x="1" y="4612"/>
                      </a:lnTo>
                      <a:cubicBezTo>
                        <a:pt x="1" y="4837"/>
                        <a:pt x="176" y="5013"/>
                        <a:pt x="402" y="5013"/>
                      </a:cubicBezTo>
                      <a:cubicBezTo>
                        <a:pt x="652" y="5013"/>
                        <a:pt x="828" y="4837"/>
                        <a:pt x="828" y="4612"/>
                      </a:cubicBezTo>
                      <a:lnTo>
                        <a:pt x="828" y="426"/>
                      </a:lnTo>
                      <a:cubicBezTo>
                        <a:pt x="828" y="201"/>
                        <a:pt x="652" y="0"/>
                        <a:pt x="402" y="0"/>
                      </a:cubicBezTo>
                      <a:close/>
                    </a:path>
                  </a:pathLst>
                </a:custGeom>
                <a:solidFill>
                  <a:srgbClr val="FCFCFC"/>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19" name="Google Shape;1319;p34"/>
                <p:cNvSpPr/>
                <p:nvPr/>
              </p:nvSpPr>
              <p:spPr>
                <a:xfrm>
                  <a:off x="6601445" y="2485759"/>
                  <a:ext cx="20363" cy="123282"/>
                </a:xfrm>
                <a:custGeom>
                  <a:avLst/>
                  <a:gdLst/>
                  <a:ahLst/>
                  <a:cxnLst/>
                  <a:rect l="l" t="t" r="r" b="b"/>
                  <a:pathLst>
                    <a:path w="828" h="5013" extrusionOk="0">
                      <a:moveTo>
                        <a:pt x="427" y="0"/>
                      </a:moveTo>
                      <a:cubicBezTo>
                        <a:pt x="176" y="0"/>
                        <a:pt x="1" y="201"/>
                        <a:pt x="1" y="426"/>
                      </a:cubicBezTo>
                      <a:lnTo>
                        <a:pt x="1" y="4612"/>
                      </a:lnTo>
                      <a:cubicBezTo>
                        <a:pt x="1" y="4837"/>
                        <a:pt x="176" y="5013"/>
                        <a:pt x="427" y="5013"/>
                      </a:cubicBezTo>
                      <a:cubicBezTo>
                        <a:pt x="652" y="5013"/>
                        <a:pt x="828" y="4837"/>
                        <a:pt x="828" y="4612"/>
                      </a:cubicBezTo>
                      <a:lnTo>
                        <a:pt x="828" y="426"/>
                      </a:lnTo>
                      <a:cubicBezTo>
                        <a:pt x="828" y="201"/>
                        <a:pt x="652" y="0"/>
                        <a:pt x="427" y="0"/>
                      </a:cubicBezTo>
                      <a:close/>
                    </a:path>
                  </a:pathLst>
                </a:custGeom>
                <a:solidFill>
                  <a:srgbClr val="FCFCFC"/>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20" name="Google Shape;1320;p34"/>
                <p:cNvSpPr/>
                <p:nvPr/>
              </p:nvSpPr>
              <p:spPr>
                <a:xfrm>
                  <a:off x="6652598" y="2485759"/>
                  <a:ext cx="21002" cy="123282"/>
                </a:xfrm>
                <a:custGeom>
                  <a:avLst/>
                  <a:gdLst/>
                  <a:ahLst/>
                  <a:cxnLst/>
                  <a:rect l="l" t="t" r="r" b="b"/>
                  <a:pathLst>
                    <a:path w="854" h="5013" extrusionOk="0">
                      <a:moveTo>
                        <a:pt x="427" y="0"/>
                      </a:moveTo>
                      <a:cubicBezTo>
                        <a:pt x="201" y="0"/>
                        <a:pt x="1" y="201"/>
                        <a:pt x="1" y="426"/>
                      </a:cubicBezTo>
                      <a:lnTo>
                        <a:pt x="1" y="4612"/>
                      </a:lnTo>
                      <a:cubicBezTo>
                        <a:pt x="1" y="4837"/>
                        <a:pt x="201" y="5013"/>
                        <a:pt x="427" y="5013"/>
                      </a:cubicBezTo>
                      <a:cubicBezTo>
                        <a:pt x="653" y="5013"/>
                        <a:pt x="853" y="4837"/>
                        <a:pt x="853" y="4612"/>
                      </a:cubicBezTo>
                      <a:lnTo>
                        <a:pt x="853" y="426"/>
                      </a:lnTo>
                      <a:cubicBezTo>
                        <a:pt x="853" y="201"/>
                        <a:pt x="653" y="0"/>
                        <a:pt x="427" y="0"/>
                      </a:cubicBezTo>
                      <a:close/>
                    </a:path>
                  </a:pathLst>
                </a:custGeom>
                <a:solidFill>
                  <a:srgbClr val="FCFCFC"/>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21" name="Google Shape;1321;p34"/>
                <p:cNvSpPr/>
                <p:nvPr/>
              </p:nvSpPr>
              <p:spPr>
                <a:xfrm>
                  <a:off x="6704390" y="2485759"/>
                  <a:ext cx="20363" cy="123282"/>
                </a:xfrm>
                <a:custGeom>
                  <a:avLst/>
                  <a:gdLst/>
                  <a:ahLst/>
                  <a:cxnLst/>
                  <a:rect l="l" t="t" r="r" b="b"/>
                  <a:pathLst>
                    <a:path w="828" h="5013" extrusionOk="0">
                      <a:moveTo>
                        <a:pt x="401" y="0"/>
                      </a:moveTo>
                      <a:cubicBezTo>
                        <a:pt x="176" y="0"/>
                        <a:pt x="0" y="201"/>
                        <a:pt x="0" y="426"/>
                      </a:cubicBezTo>
                      <a:lnTo>
                        <a:pt x="0" y="4612"/>
                      </a:lnTo>
                      <a:cubicBezTo>
                        <a:pt x="0" y="4837"/>
                        <a:pt x="176" y="5013"/>
                        <a:pt x="401" y="5013"/>
                      </a:cubicBezTo>
                      <a:cubicBezTo>
                        <a:pt x="652" y="5013"/>
                        <a:pt x="827" y="4837"/>
                        <a:pt x="827" y="4612"/>
                      </a:cubicBezTo>
                      <a:lnTo>
                        <a:pt x="827" y="426"/>
                      </a:lnTo>
                      <a:cubicBezTo>
                        <a:pt x="827" y="201"/>
                        <a:pt x="652" y="0"/>
                        <a:pt x="401" y="0"/>
                      </a:cubicBezTo>
                      <a:close/>
                    </a:path>
                  </a:pathLst>
                </a:custGeom>
                <a:solidFill>
                  <a:srgbClr val="FCFCFC"/>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22" name="Google Shape;1322;p34"/>
                <p:cNvSpPr/>
                <p:nvPr/>
              </p:nvSpPr>
              <p:spPr>
                <a:xfrm>
                  <a:off x="6755542" y="2485759"/>
                  <a:ext cx="20363" cy="123282"/>
                </a:xfrm>
                <a:custGeom>
                  <a:avLst/>
                  <a:gdLst/>
                  <a:ahLst/>
                  <a:cxnLst/>
                  <a:rect l="l" t="t" r="r" b="b"/>
                  <a:pathLst>
                    <a:path w="828" h="5013" extrusionOk="0">
                      <a:moveTo>
                        <a:pt x="426" y="0"/>
                      </a:moveTo>
                      <a:cubicBezTo>
                        <a:pt x="176" y="0"/>
                        <a:pt x="0" y="201"/>
                        <a:pt x="0" y="426"/>
                      </a:cubicBezTo>
                      <a:lnTo>
                        <a:pt x="0" y="4612"/>
                      </a:lnTo>
                      <a:cubicBezTo>
                        <a:pt x="0" y="4837"/>
                        <a:pt x="176" y="5013"/>
                        <a:pt x="426" y="5013"/>
                      </a:cubicBezTo>
                      <a:cubicBezTo>
                        <a:pt x="652" y="5013"/>
                        <a:pt x="828" y="4837"/>
                        <a:pt x="828" y="4612"/>
                      </a:cubicBezTo>
                      <a:lnTo>
                        <a:pt x="828" y="426"/>
                      </a:lnTo>
                      <a:cubicBezTo>
                        <a:pt x="828" y="201"/>
                        <a:pt x="652" y="0"/>
                        <a:pt x="426" y="0"/>
                      </a:cubicBezTo>
                      <a:close/>
                    </a:path>
                  </a:pathLst>
                </a:custGeom>
                <a:solidFill>
                  <a:srgbClr val="FCFCFC"/>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23" name="Google Shape;1323;p34"/>
                <p:cNvSpPr/>
                <p:nvPr/>
              </p:nvSpPr>
              <p:spPr>
                <a:xfrm>
                  <a:off x="6131163" y="2985626"/>
                  <a:ext cx="190494" cy="190469"/>
                </a:xfrm>
                <a:custGeom>
                  <a:avLst/>
                  <a:gdLst/>
                  <a:ahLst/>
                  <a:cxnLst/>
                  <a:rect l="l" t="t" r="r" b="b"/>
                  <a:pathLst>
                    <a:path w="7746" h="7745" fill="none" extrusionOk="0">
                      <a:moveTo>
                        <a:pt x="1" y="0"/>
                      </a:moveTo>
                      <a:lnTo>
                        <a:pt x="7745" y="7745"/>
                      </a:lnTo>
                    </a:path>
                  </a:pathLst>
                </a:custGeom>
                <a:noFill/>
                <a:ln w="20675" cap="flat" cmpd="sng">
                  <a:solidFill>
                    <a:srgbClr val="FCFCFC"/>
                  </a:solidFill>
                  <a:prstDash val="solid"/>
                  <a:miter lim="25062"/>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24" name="Google Shape;1324;p34"/>
                <p:cNvSpPr/>
                <p:nvPr/>
              </p:nvSpPr>
              <p:spPr>
                <a:xfrm>
                  <a:off x="6338871" y="2905504"/>
                  <a:ext cx="350123" cy="350099"/>
                </a:xfrm>
                <a:custGeom>
                  <a:avLst/>
                  <a:gdLst/>
                  <a:ahLst/>
                  <a:cxnLst/>
                  <a:rect l="l" t="t" r="r" b="b"/>
                  <a:pathLst>
                    <a:path w="14237" h="14236" fill="none" extrusionOk="0">
                      <a:moveTo>
                        <a:pt x="1" y="0"/>
                      </a:moveTo>
                      <a:lnTo>
                        <a:pt x="14237" y="14236"/>
                      </a:lnTo>
                    </a:path>
                  </a:pathLst>
                </a:custGeom>
                <a:noFill/>
                <a:ln w="20675" cap="flat" cmpd="sng">
                  <a:solidFill>
                    <a:srgbClr val="FCFCFC"/>
                  </a:solidFill>
                  <a:prstDash val="solid"/>
                  <a:miter lim="25062"/>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25" name="Google Shape;1325;p34"/>
                <p:cNvSpPr/>
                <p:nvPr/>
              </p:nvSpPr>
              <p:spPr>
                <a:xfrm>
                  <a:off x="6706234" y="2985626"/>
                  <a:ext cx="191084" cy="190469"/>
                </a:xfrm>
                <a:custGeom>
                  <a:avLst/>
                  <a:gdLst/>
                  <a:ahLst/>
                  <a:cxnLst/>
                  <a:rect l="l" t="t" r="r" b="b"/>
                  <a:pathLst>
                    <a:path w="7770" h="7745" fill="none" extrusionOk="0">
                      <a:moveTo>
                        <a:pt x="0" y="0"/>
                      </a:moveTo>
                      <a:lnTo>
                        <a:pt x="7770" y="7745"/>
                      </a:lnTo>
                    </a:path>
                  </a:pathLst>
                </a:custGeom>
                <a:noFill/>
                <a:ln w="20675" cap="flat" cmpd="sng">
                  <a:solidFill>
                    <a:srgbClr val="FCFCFC"/>
                  </a:solidFill>
                  <a:prstDash val="solid"/>
                  <a:miter lim="25062"/>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1326" name="Google Shape;1326;p34"/>
                <p:cNvSpPr/>
                <p:nvPr/>
              </p:nvSpPr>
              <p:spPr>
                <a:xfrm>
                  <a:off x="5923455" y="3492871"/>
                  <a:ext cx="174459" cy="92492"/>
                </a:xfrm>
                <a:custGeom>
                  <a:avLst/>
                  <a:gdLst/>
                  <a:ahLst/>
                  <a:cxnLst/>
                  <a:rect l="l" t="t" r="r" b="b"/>
                  <a:pathLst>
                    <a:path w="7094" h="3761" extrusionOk="0">
                      <a:moveTo>
                        <a:pt x="1254" y="1"/>
                      </a:moveTo>
                      <a:cubicBezTo>
                        <a:pt x="552" y="1"/>
                        <a:pt x="1" y="552"/>
                        <a:pt x="1" y="1254"/>
                      </a:cubicBezTo>
                      <a:lnTo>
                        <a:pt x="1" y="2507"/>
                      </a:lnTo>
                      <a:cubicBezTo>
                        <a:pt x="1" y="3184"/>
                        <a:pt x="552" y="3760"/>
                        <a:pt x="1254" y="3760"/>
                      </a:cubicBezTo>
                      <a:lnTo>
                        <a:pt x="5840" y="3760"/>
                      </a:lnTo>
                      <a:cubicBezTo>
                        <a:pt x="6542" y="3760"/>
                        <a:pt x="7093" y="3184"/>
                        <a:pt x="7093" y="2507"/>
                      </a:cubicBezTo>
                      <a:lnTo>
                        <a:pt x="7093" y="1254"/>
                      </a:lnTo>
                      <a:cubicBezTo>
                        <a:pt x="7093" y="552"/>
                        <a:pt x="6542" y="1"/>
                        <a:pt x="5840"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27" name="Google Shape;1327;p34"/>
                <p:cNvSpPr/>
                <p:nvPr/>
              </p:nvSpPr>
              <p:spPr>
                <a:xfrm>
                  <a:off x="6929977" y="3492871"/>
                  <a:ext cx="175074" cy="92492"/>
                </a:xfrm>
                <a:custGeom>
                  <a:avLst/>
                  <a:gdLst/>
                  <a:ahLst/>
                  <a:cxnLst/>
                  <a:rect l="l" t="t" r="r" b="b"/>
                  <a:pathLst>
                    <a:path w="7119" h="3761" extrusionOk="0">
                      <a:moveTo>
                        <a:pt x="1253" y="1"/>
                      </a:moveTo>
                      <a:cubicBezTo>
                        <a:pt x="577" y="1"/>
                        <a:pt x="0" y="552"/>
                        <a:pt x="0" y="1254"/>
                      </a:cubicBezTo>
                      <a:lnTo>
                        <a:pt x="0" y="2507"/>
                      </a:lnTo>
                      <a:cubicBezTo>
                        <a:pt x="0" y="3184"/>
                        <a:pt x="577" y="3760"/>
                        <a:pt x="1253" y="3760"/>
                      </a:cubicBezTo>
                      <a:lnTo>
                        <a:pt x="5865" y="3760"/>
                      </a:lnTo>
                      <a:cubicBezTo>
                        <a:pt x="6542" y="3760"/>
                        <a:pt x="7118" y="3184"/>
                        <a:pt x="7118" y="2507"/>
                      </a:cubicBezTo>
                      <a:lnTo>
                        <a:pt x="7118" y="1254"/>
                      </a:lnTo>
                      <a:cubicBezTo>
                        <a:pt x="7118" y="552"/>
                        <a:pt x="6542" y="1"/>
                        <a:pt x="5865"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28" name="Google Shape;1328;p34"/>
                <p:cNvSpPr/>
                <p:nvPr/>
              </p:nvSpPr>
              <p:spPr>
                <a:xfrm>
                  <a:off x="6128704" y="3502733"/>
                  <a:ext cx="770483" cy="20977"/>
                </a:xfrm>
                <a:custGeom>
                  <a:avLst/>
                  <a:gdLst/>
                  <a:ahLst/>
                  <a:cxnLst/>
                  <a:rect l="l" t="t" r="r" b="b"/>
                  <a:pathLst>
                    <a:path w="31330" h="853" extrusionOk="0">
                      <a:moveTo>
                        <a:pt x="427" y="1"/>
                      </a:moveTo>
                      <a:cubicBezTo>
                        <a:pt x="201" y="1"/>
                        <a:pt x="1" y="201"/>
                        <a:pt x="1" y="427"/>
                      </a:cubicBezTo>
                      <a:cubicBezTo>
                        <a:pt x="1" y="652"/>
                        <a:pt x="201" y="853"/>
                        <a:pt x="427" y="853"/>
                      </a:cubicBezTo>
                      <a:lnTo>
                        <a:pt x="30928" y="853"/>
                      </a:lnTo>
                      <a:cubicBezTo>
                        <a:pt x="31154" y="853"/>
                        <a:pt x="31329" y="652"/>
                        <a:pt x="31329" y="427"/>
                      </a:cubicBezTo>
                      <a:cubicBezTo>
                        <a:pt x="31329" y="201"/>
                        <a:pt x="31154" y="1"/>
                        <a:pt x="30928"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29" name="Google Shape;1329;p34"/>
                <p:cNvSpPr/>
                <p:nvPr/>
              </p:nvSpPr>
              <p:spPr>
                <a:xfrm>
                  <a:off x="6128704" y="3554524"/>
                  <a:ext cx="770483" cy="20363"/>
                </a:xfrm>
                <a:custGeom>
                  <a:avLst/>
                  <a:gdLst/>
                  <a:ahLst/>
                  <a:cxnLst/>
                  <a:rect l="l" t="t" r="r" b="b"/>
                  <a:pathLst>
                    <a:path w="31330" h="828" extrusionOk="0">
                      <a:moveTo>
                        <a:pt x="427" y="0"/>
                      </a:moveTo>
                      <a:cubicBezTo>
                        <a:pt x="201" y="0"/>
                        <a:pt x="1" y="176"/>
                        <a:pt x="1" y="401"/>
                      </a:cubicBezTo>
                      <a:cubicBezTo>
                        <a:pt x="1" y="652"/>
                        <a:pt x="201" y="827"/>
                        <a:pt x="427" y="827"/>
                      </a:cubicBezTo>
                      <a:lnTo>
                        <a:pt x="30928" y="827"/>
                      </a:lnTo>
                      <a:cubicBezTo>
                        <a:pt x="31154" y="827"/>
                        <a:pt x="31329" y="652"/>
                        <a:pt x="31329" y="401"/>
                      </a:cubicBezTo>
                      <a:cubicBezTo>
                        <a:pt x="31329" y="176"/>
                        <a:pt x="31154" y="0"/>
                        <a:pt x="30928"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grpSp>
      <p:grpSp>
        <p:nvGrpSpPr>
          <p:cNvPr id="1330" name="Google Shape;1330;p34"/>
          <p:cNvGrpSpPr/>
          <p:nvPr/>
        </p:nvGrpSpPr>
        <p:grpSpPr>
          <a:xfrm>
            <a:off x="6445042" y="79309"/>
            <a:ext cx="2619544" cy="5139808"/>
            <a:chOff x="3748900" y="238125"/>
            <a:chExt cx="2662950" cy="5224975"/>
          </a:xfrm>
        </p:grpSpPr>
        <p:sp>
          <p:nvSpPr>
            <p:cNvPr id="1331" name="Google Shape;1331;p34"/>
            <p:cNvSpPr/>
            <p:nvPr/>
          </p:nvSpPr>
          <p:spPr>
            <a:xfrm>
              <a:off x="4036500" y="1009425"/>
              <a:ext cx="400400" cy="188625"/>
            </a:xfrm>
            <a:custGeom>
              <a:avLst/>
              <a:gdLst/>
              <a:ahLst/>
              <a:cxnLst/>
              <a:rect l="l" t="t" r="r" b="b"/>
              <a:pathLst>
                <a:path w="16016" h="7545" extrusionOk="0">
                  <a:moveTo>
                    <a:pt x="8020" y="0"/>
                  </a:moveTo>
                  <a:cubicBezTo>
                    <a:pt x="3735" y="0"/>
                    <a:pt x="251" y="3334"/>
                    <a:pt x="0" y="7544"/>
                  </a:cubicBezTo>
                  <a:lnTo>
                    <a:pt x="16015" y="7544"/>
                  </a:lnTo>
                  <a:cubicBezTo>
                    <a:pt x="15765" y="3334"/>
                    <a:pt x="12281" y="0"/>
                    <a:pt x="8020" y="0"/>
                  </a:cubicBezTo>
                  <a:close/>
                </a:path>
              </a:pathLst>
            </a:custGeom>
            <a:solidFill>
              <a:srgbClr val="CBE5F9"/>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32" name="Google Shape;1332;p34"/>
            <p:cNvSpPr/>
            <p:nvPr/>
          </p:nvSpPr>
          <p:spPr>
            <a:xfrm>
              <a:off x="3748900" y="238125"/>
              <a:ext cx="2662950" cy="1755025"/>
            </a:xfrm>
            <a:custGeom>
              <a:avLst/>
              <a:gdLst/>
              <a:ahLst/>
              <a:cxnLst/>
              <a:rect l="l" t="t" r="r" b="b"/>
              <a:pathLst>
                <a:path w="106518" h="70201" extrusionOk="0">
                  <a:moveTo>
                    <a:pt x="0" y="0"/>
                  </a:moveTo>
                  <a:lnTo>
                    <a:pt x="89023" y="70201"/>
                  </a:lnTo>
                  <a:lnTo>
                    <a:pt x="106517" y="70201"/>
                  </a:lnTo>
                  <a:lnTo>
                    <a:pt x="106517" y="0"/>
                  </a:lnTo>
                  <a:close/>
                </a:path>
              </a:pathLst>
            </a:custGeom>
            <a:solidFill>
              <a:srgbClr val="3399FF"/>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33" name="Google Shape;1333;p34"/>
            <p:cNvSpPr/>
            <p:nvPr/>
          </p:nvSpPr>
          <p:spPr>
            <a:xfrm>
              <a:off x="3790875" y="394750"/>
              <a:ext cx="2381000" cy="981875"/>
            </a:xfrm>
            <a:custGeom>
              <a:avLst/>
              <a:gdLst/>
              <a:ahLst/>
              <a:cxnLst/>
              <a:rect l="l" t="t" r="r" b="b"/>
              <a:pathLst>
                <a:path w="95240" h="39275" extrusionOk="0">
                  <a:moveTo>
                    <a:pt x="1" y="1"/>
                  </a:moveTo>
                  <a:lnTo>
                    <a:pt x="1" y="39274"/>
                  </a:lnTo>
                  <a:lnTo>
                    <a:pt x="95239" y="39274"/>
                  </a:lnTo>
                  <a:lnTo>
                    <a:pt x="95239" y="1"/>
                  </a:ln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34" name="Google Shape;1334;p34"/>
            <p:cNvSpPr/>
            <p:nvPr/>
          </p:nvSpPr>
          <p:spPr>
            <a:xfrm>
              <a:off x="4124850" y="248775"/>
              <a:ext cx="94000" cy="448650"/>
            </a:xfrm>
            <a:custGeom>
              <a:avLst/>
              <a:gdLst/>
              <a:ahLst/>
              <a:cxnLst/>
              <a:rect l="l" t="t" r="r" b="b"/>
              <a:pathLst>
                <a:path w="3760" h="17946" extrusionOk="0">
                  <a:moveTo>
                    <a:pt x="0" y="0"/>
                  </a:moveTo>
                  <a:lnTo>
                    <a:pt x="0" y="17945"/>
                  </a:lnTo>
                  <a:lnTo>
                    <a:pt x="3759" y="17945"/>
                  </a:lnTo>
                  <a:lnTo>
                    <a:pt x="3759" y="0"/>
                  </a:ln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35" name="Google Shape;1335;p34"/>
            <p:cNvSpPr/>
            <p:nvPr/>
          </p:nvSpPr>
          <p:spPr>
            <a:xfrm>
              <a:off x="5659925" y="248775"/>
              <a:ext cx="94025" cy="448650"/>
            </a:xfrm>
            <a:custGeom>
              <a:avLst/>
              <a:gdLst/>
              <a:ahLst/>
              <a:cxnLst/>
              <a:rect l="l" t="t" r="r" b="b"/>
              <a:pathLst>
                <a:path w="3761" h="17946" extrusionOk="0">
                  <a:moveTo>
                    <a:pt x="1" y="0"/>
                  </a:moveTo>
                  <a:lnTo>
                    <a:pt x="1" y="17945"/>
                  </a:lnTo>
                  <a:lnTo>
                    <a:pt x="3760" y="17945"/>
                  </a:lnTo>
                  <a:lnTo>
                    <a:pt x="3760" y="0"/>
                  </a:ln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36" name="Google Shape;1336;p34"/>
            <p:cNvSpPr/>
            <p:nvPr/>
          </p:nvSpPr>
          <p:spPr>
            <a:xfrm>
              <a:off x="3895525" y="501275"/>
              <a:ext cx="2171700" cy="770075"/>
            </a:xfrm>
            <a:custGeom>
              <a:avLst/>
              <a:gdLst/>
              <a:ahLst/>
              <a:cxnLst/>
              <a:rect l="l" t="t" r="r" b="b"/>
              <a:pathLst>
                <a:path w="86868" h="30803" extrusionOk="0">
                  <a:moveTo>
                    <a:pt x="0" y="0"/>
                  </a:moveTo>
                  <a:lnTo>
                    <a:pt x="0" y="30803"/>
                  </a:lnTo>
                  <a:lnTo>
                    <a:pt x="86868" y="30803"/>
                  </a:lnTo>
                  <a:lnTo>
                    <a:pt x="86868" y="0"/>
                  </a:lnTo>
                  <a:close/>
                </a:path>
              </a:pathLst>
            </a:custGeom>
            <a:solidFill>
              <a:schemeClr val="dk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1337" name="Google Shape;1337;p34"/>
            <p:cNvSpPr/>
            <p:nvPr/>
          </p:nvSpPr>
          <p:spPr>
            <a:xfrm>
              <a:off x="4452525" y="666675"/>
              <a:ext cx="133500" cy="151050"/>
            </a:xfrm>
            <a:custGeom>
              <a:avLst/>
              <a:gdLst/>
              <a:ahLst/>
              <a:cxnLst/>
              <a:rect l="l" t="t" r="r" b="b"/>
              <a:pathLst>
                <a:path w="5340" h="6042" extrusionOk="0">
                  <a:moveTo>
                    <a:pt x="2933" y="1"/>
                  </a:moveTo>
                  <a:cubicBezTo>
                    <a:pt x="2457" y="1"/>
                    <a:pt x="2056" y="101"/>
                    <a:pt x="1680" y="277"/>
                  </a:cubicBezTo>
                  <a:cubicBezTo>
                    <a:pt x="1329" y="452"/>
                    <a:pt x="1028" y="678"/>
                    <a:pt x="778" y="953"/>
                  </a:cubicBezTo>
                  <a:cubicBezTo>
                    <a:pt x="527" y="1229"/>
                    <a:pt x="327" y="1555"/>
                    <a:pt x="201" y="1906"/>
                  </a:cubicBezTo>
                  <a:cubicBezTo>
                    <a:pt x="51" y="2257"/>
                    <a:pt x="1" y="2607"/>
                    <a:pt x="1" y="2983"/>
                  </a:cubicBezTo>
                  <a:cubicBezTo>
                    <a:pt x="1" y="3359"/>
                    <a:pt x="76" y="3735"/>
                    <a:pt x="201" y="4086"/>
                  </a:cubicBezTo>
                  <a:cubicBezTo>
                    <a:pt x="352" y="4462"/>
                    <a:pt x="552" y="4788"/>
                    <a:pt x="803" y="5089"/>
                  </a:cubicBezTo>
                  <a:cubicBezTo>
                    <a:pt x="1054" y="5364"/>
                    <a:pt x="1354" y="5590"/>
                    <a:pt x="1705" y="5765"/>
                  </a:cubicBezTo>
                  <a:cubicBezTo>
                    <a:pt x="2056" y="5941"/>
                    <a:pt x="2457" y="6041"/>
                    <a:pt x="2883" y="6041"/>
                  </a:cubicBezTo>
                  <a:cubicBezTo>
                    <a:pt x="3134" y="6041"/>
                    <a:pt x="3359" y="6016"/>
                    <a:pt x="3610" y="5941"/>
                  </a:cubicBezTo>
                  <a:cubicBezTo>
                    <a:pt x="3861" y="5891"/>
                    <a:pt x="4111" y="5790"/>
                    <a:pt x="4312" y="5690"/>
                  </a:cubicBezTo>
                  <a:cubicBezTo>
                    <a:pt x="4537" y="5565"/>
                    <a:pt x="4738" y="5415"/>
                    <a:pt x="4913" y="5264"/>
                  </a:cubicBezTo>
                  <a:cubicBezTo>
                    <a:pt x="5089" y="5089"/>
                    <a:pt x="5239" y="4888"/>
                    <a:pt x="5339" y="4663"/>
                  </a:cubicBezTo>
                  <a:lnTo>
                    <a:pt x="4387" y="4111"/>
                  </a:lnTo>
                  <a:cubicBezTo>
                    <a:pt x="4312" y="4287"/>
                    <a:pt x="4237" y="4412"/>
                    <a:pt x="4111" y="4537"/>
                  </a:cubicBezTo>
                  <a:cubicBezTo>
                    <a:pt x="4011" y="4638"/>
                    <a:pt x="3886" y="4738"/>
                    <a:pt x="3735" y="4813"/>
                  </a:cubicBezTo>
                  <a:cubicBezTo>
                    <a:pt x="3610" y="4888"/>
                    <a:pt x="3485" y="4938"/>
                    <a:pt x="3334" y="4963"/>
                  </a:cubicBezTo>
                  <a:cubicBezTo>
                    <a:pt x="3184" y="5014"/>
                    <a:pt x="3059" y="5014"/>
                    <a:pt x="2908" y="5014"/>
                  </a:cubicBezTo>
                  <a:cubicBezTo>
                    <a:pt x="2658" y="5014"/>
                    <a:pt x="2432" y="4963"/>
                    <a:pt x="2206" y="4863"/>
                  </a:cubicBezTo>
                  <a:cubicBezTo>
                    <a:pt x="1981" y="4738"/>
                    <a:pt x="1805" y="4587"/>
                    <a:pt x="1655" y="4412"/>
                  </a:cubicBezTo>
                  <a:cubicBezTo>
                    <a:pt x="1505" y="4211"/>
                    <a:pt x="1379" y="4011"/>
                    <a:pt x="1304" y="3760"/>
                  </a:cubicBezTo>
                  <a:cubicBezTo>
                    <a:pt x="1204" y="3535"/>
                    <a:pt x="1179" y="3259"/>
                    <a:pt x="1179" y="3008"/>
                  </a:cubicBezTo>
                  <a:cubicBezTo>
                    <a:pt x="1179" y="2783"/>
                    <a:pt x="1204" y="2532"/>
                    <a:pt x="1279" y="2307"/>
                  </a:cubicBezTo>
                  <a:cubicBezTo>
                    <a:pt x="1354" y="2056"/>
                    <a:pt x="1455" y="1856"/>
                    <a:pt x="1605" y="1655"/>
                  </a:cubicBezTo>
                  <a:cubicBezTo>
                    <a:pt x="1755" y="1480"/>
                    <a:pt x="1931" y="1329"/>
                    <a:pt x="2131" y="1204"/>
                  </a:cubicBezTo>
                  <a:cubicBezTo>
                    <a:pt x="2357" y="1079"/>
                    <a:pt x="2607" y="1029"/>
                    <a:pt x="2908" y="1029"/>
                  </a:cubicBezTo>
                  <a:cubicBezTo>
                    <a:pt x="3033" y="1029"/>
                    <a:pt x="3159" y="1054"/>
                    <a:pt x="3309" y="1079"/>
                  </a:cubicBezTo>
                  <a:cubicBezTo>
                    <a:pt x="3460" y="1104"/>
                    <a:pt x="3585" y="1154"/>
                    <a:pt x="3710" y="1229"/>
                  </a:cubicBezTo>
                  <a:cubicBezTo>
                    <a:pt x="3836" y="1279"/>
                    <a:pt x="3961" y="1379"/>
                    <a:pt x="4061" y="1505"/>
                  </a:cubicBezTo>
                  <a:cubicBezTo>
                    <a:pt x="4186" y="1605"/>
                    <a:pt x="4287" y="1755"/>
                    <a:pt x="4362" y="1931"/>
                  </a:cubicBezTo>
                  <a:lnTo>
                    <a:pt x="5239" y="1304"/>
                  </a:lnTo>
                  <a:cubicBezTo>
                    <a:pt x="5039" y="928"/>
                    <a:pt x="4738" y="602"/>
                    <a:pt x="4337" y="377"/>
                  </a:cubicBezTo>
                  <a:cubicBezTo>
                    <a:pt x="3961" y="126"/>
                    <a:pt x="3485" y="1"/>
                    <a:pt x="2933"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38" name="Google Shape;1338;p34"/>
            <p:cNvSpPr/>
            <p:nvPr/>
          </p:nvSpPr>
          <p:spPr>
            <a:xfrm>
              <a:off x="4621700" y="667950"/>
              <a:ext cx="103425" cy="148500"/>
            </a:xfrm>
            <a:custGeom>
              <a:avLst/>
              <a:gdLst/>
              <a:ahLst/>
              <a:cxnLst/>
              <a:rect l="l" t="t" r="r" b="b"/>
              <a:pathLst>
                <a:path w="4137" h="5940" extrusionOk="0">
                  <a:moveTo>
                    <a:pt x="1" y="0"/>
                  </a:moveTo>
                  <a:lnTo>
                    <a:pt x="1" y="5940"/>
                  </a:lnTo>
                  <a:lnTo>
                    <a:pt x="4136" y="5940"/>
                  </a:lnTo>
                  <a:lnTo>
                    <a:pt x="4136" y="4937"/>
                  </a:lnTo>
                  <a:lnTo>
                    <a:pt x="1179" y="4937"/>
                  </a:lnTo>
                  <a:lnTo>
                    <a:pt x="1179" y="3384"/>
                  </a:lnTo>
                  <a:lnTo>
                    <a:pt x="3660" y="3384"/>
                  </a:lnTo>
                  <a:lnTo>
                    <a:pt x="3660" y="2431"/>
                  </a:lnTo>
                  <a:lnTo>
                    <a:pt x="1179" y="2431"/>
                  </a:lnTo>
                  <a:lnTo>
                    <a:pt x="1179" y="1003"/>
                  </a:lnTo>
                  <a:lnTo>
                    <a:pt x="4061" y="1003"/>
                  </a:lnTo>
                  <a:lnTo>
                    <a:pt x="4061" y="0"/>
                  </a:ln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39" name="Google Shape;1339;p34"/>
            <p:cNvSpPr/>
            <p:nvPr/>
          </p:nvSpPr>
          <p:spPr>
            <a:xfrm>
              <a:off x="4764575" y="667950"/>
              <a:ext cx="129100" cy="148500"/>
            </a:xfrm>
            <a:custGeom>
              <a:avLst/>
              <a:gdLst/>
              <a:ahLst/>
              <a:cxnLst/>
              <a:rect l="l" t="t" r="r" b="b"/>
              <a:pathLst>
                <a:path w="5164" h="5940" extrusionOk="0">
                  <a:moveTo>
                    <a:pt x="0" y="0"/>
                  </a:moveTo>
                  <a:lnTo>
                    <a:pt x="0" y="5940"/>
                  </a:lnTo>
                  <a:lnTo>
                    <a:pt x="1153" y="5940"/>
                  </a:lnTo>
                  <a:lnTo>
                    <a:pt x="1153" y="2130"/>
                  </a:lnTo>
                  <a:lnTo>
                    <a:pt x="4211" y="5940"/>
                  </a:lnTo>
                  <a:lnTo>
                    <a:pt x="5163" y="5940"/>
                  </a:lnTo>
                  <a:lnTo>
                    <a:pt x="5163" y="0"/>
                  </a:lnTo>
                  <a:lnTo>
                    <a:pt x="3985" y="0"/>
                  </a:lnTo>
                  <a:lnTo>
                    <a:pt x="3985" y="3885"/>
                  </a:lnTo>
                  <a:lnTo>
                    <a:pt x="902" y="0"/>
                  </a:ln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40" name="Google Shape;1340;p34"/>
            <p:cNvSpPr/>
            <p:nvPr/>
          </p:nvSpPr>
          <p:spPr>
            <a:xfrm>
              <a:off x="4928725" y="667950"/>
              <a:ext cx="123450" cy="148500"/>
            </a:xfrm>
            <a:custGeom>
              <a:avLst/>
              <a:gdLst/>
              <a:ahLst/>
              <a:cxnLst/>
              <a:rect l="l" t="t" r="r" b="b"/>
              <a:pathLst>
                <a:path w="4938" h="5940" extrusionOk="0">
                  <a:moveTo>
                    <a:pt x="1" y="0"/>
                  </a:moveTo>
                  <a:lnTo>
                    <a:pt x="1" y="1003"/>
                  </a:lnTo>
                  <a:lnTo>
                    <a:pt x="1905" y="1003"/>
                  </a:lnTo>
                  <a:lnTo>
                    <a:pt x="1905" y="5940"/>
                  </a:lnTo>
                  <a:lnTo>
                    <a:pt x="3033" y="5940"/>
                  </a:lnTo>
                  <a:lnTo>
                    <a:pt x="3033" y="1003"/>
                  </a:lnTo>
                  <a:lnTo>
                    <a:pt x="4938" y="1003"/>
                  </a:lnTo>
                  <a:lnTo>
                    <a:pt x="4938" y="0"/>
                  </a:ln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41" name="Google Shape;1341;p34"/>
            <p:cNvSpPr/>
            <p:nvPr/>
          </p:nvSpPr>
          <p:spPr>
            <a:xfrm>
              <a:off x="5087875" y="667950"/>
              <a:ext cx="119700" cy="148500"/>
            </a:xfrm>
            <a:custGeom>
              <a:avLst/>
              <a:gdLst/>
              <a:ahLst/>
              <a:cxnLst/>
              <a:rect l="l" t="t" r="r" b="b"/>
              <a:pathLst>
                <a:path w="4788" h="5940" extrusionOk="0">
                  <a:moveTo>
                    <a:pt x="2532" y="1003"/>
                  </a:moveTo>
                  <a:cubicBezTo>
                    <a:pt x="2632" y="1003"/>
                    <a:pt x="2732" y="1028"/>
                    <a:pt x="2833" y="1078"/>
                  </a:cubicBezTo>
                  <a:cubicBezTo>
                    <a:pt x="2933" y="1128"/>
                    <a:pt x="3033" y="1203"/>
                    <a:pt x="3108" y="1278"/>
                  </a:cubicBezTo>
                  <a:cubicBezTo>
                    <a:pt x="3184" y="1353"/>
                    <a:pt x="3234" y="1454"/>
                    <a:pt x="3284" y="1579"/>
                  </a:cubicBezTo>
                  <a:cubicBezTo>
                    <a:pt x="3334" y="1704"/>
                    <a:pt x="3359" y="1830"/>
                    <a:pt x="3359" y="1980"/>
                  </a:cubicBezTo>
                  <a:cubicBezTo>
                    <a:pt x="3359" y="2105"/>
                    <a:pt x="3334" y="2231"/>
                    <a:pt x="3284" y="2356"/>
                  </a:cubicBezTo>
                  <a:cubicBezTo>
                    <a:pt x="3259" y="2456"/>
                    <a:pt x="3209" y="2556"/>
                    <a:pt x="3133" y="2657"/>
                  </a:cubicBezTo>
                  <a:cubicBezTo>
                    <a:pt x="3058" y="2732"/>
                    <a:pt x="2983" y="2807"/>
                    <a:pt x="2883" y="2857"/>
                  </a:cubicBezTo>
                  <a:cubicBezTo>
                    <a:pt x="2808" y="2907"/>
                    <a:pt x="2707" y="2932"/>
                    <a:pt x="2582" y="2932"/>
                  </a:cubicBezTo>
                  <a:lnTo>
                    <a:pt x="1153" y="2932"/>
                  </a:lnTo>
                  <a:lnTo>
                    <a:pt x="1153" y="1003"/>
                  </a:lnTo>
                  <a:close/>
                  <a:moveTo>
                    <a:pt x="1" y="0"/>
                  </a:moveTo>
                  <a:lnTo>
                    <a:pt x="1" y="5940"/>
                  </a:lnTo>
                  <a:lnTo>
                    <a:pt x="1153" y="5940"/>
                  </a:lnTo>
                  <a:lnTo>
                    <a:pt x="1153" y="3935"/>
                  </a:lnTo>
                  <a:lnTo>
                    <a:pt x="2281" y="3935"/>
                  </a:lnTo>
                  <a:lnTo>
                    <a:pt x="3509" y="5940"/>
                  </a:lnTo>
                  <a:lnTo>
                    <a:pt x="4788" y="5940"/>
                  </a:lnTo>
                  <a:lnTo>
                    <a:pt x="3434" y="3709"/>
                  </a:lnTo>
                  <a:cubicBezTo>
                    <a:pt x="3760" y="3559"/>
                    <a:pt x="4036" y="3333"/>
                    <a:pt x="4211" y="3033"/>
                  </a:cubicBezTo>
                  <a:cubicBezTo>
                    <a:pt x="4412" y="2707"/>
                    <a:pt x="4512" y="2356"/>
                    <a:pt x="4512" y="1980"/>
                  </a:cubicBezTo>
                  <a:cubicBezTo>
                    <a:pt x="4512" y="1729"/>
                    <a:pt x="4462" y="1479"/>
                    <a:pt x="4361" y="1253"/>
                  </a:cubicBezTo>
                  <a:cubicBezTo>
                    <a:pt x="4286" y="1028"/>
                    <a:pt x="4136" y="802"/>
                    <a:pt x="3986" y="627"/>
                  </a:cubicBezTo>
                  <a:cubicBezTo>
                    <a:pt x="3810" y="426"/>
                    <a:pt x="3610" y="276"/>
                    <a:pt x="3384" y="176"/>
                  </a:cubicBezTo>
                  <a:cubicBezTo>
                    <a:pt x="3133" y="50"/>
                    <a:pt x="2883" y="0"/>
                    <a:pt x="2607"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42" name="Google Shape;1342;p34"/>
            <p:cNvSpPr/>
            <p:nvPr/>
          </p:nvSpPr>
          <p:spPr>
            <a:xfrm>
              <a:off x="5226975" y="667950"/>
              <a:ext cx="138500" cy="148500"/>
            </a:xfrm>
            <a:custGeom>
              <a:avLst/>
              <a:gdLst/>
              <a:ahLst/>
              <a:cxnLst/>
              <a:rect l="l" t="t" r="r" b="b"/>
              <a:pathLst>
                <a:path w="5540" h="5940" extrusionOk="0">
                  <a:moveTo>
                    <a:pt x="2782" y="1303"/>
                  </a:moveTo>
                  <a:lnTo>
                    <a:pt x="3610" y="3634"/>
                  </a:lnTo>
                  <a:lnTo>
                    <a:pt x="1930" y="3634"/>
                  </a:lnTo>
                  <a:lnTo>
                    <a:pt x="2782" y="1303"/>
                  </a:lnTo>
                  <a:close/>
                  <a:moveTo>
                    <a:pt x="2256" y="0"/>
                  </a:moveTo>
                  <a:lnTo>
                    <a:pt x="1" y="5940"/>
                  </a:lnTo>
                  <a:lnTo>
                    <a:pt x="1178" y="5940"/>
                  </a:lnTo>
                  <a:lnTo>
                    <a:pt x="1730" y="4461"/>
                  </a:lnTo>
                  <a:lnTo>
                    <a:pt x="3810" y="4461"/>
                  </a:lnTo>
                  <a:lnTo>
                    <a:pt x="4361" y="5940"/>
                  </a:lnTo>
                  <a:lnTo>
                    <a:pt x="5539" y="5940"/>
                  </a:lnTo>
                  <a:lnTo>
                    <a:pt x="3284" y="0"/>
                  </a:ln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43" name="Google Shape;1343;p34"/>
            <p:cNvSpPr/>
            <p:nvPr/>
          </p:nvSpPr>
          <p:spPr>
            <a:xfrm>
              <a:off x="5398650" y="667950"/>
              <a:ext cx="104675" cy="148500"/>
            </a:xfrm>
            <a:custGeom>
              <a:avLst/>
              <a:gdLst/>
              <a:ahLst/>
              <a:cxnLst/>
              <a:rect l="l" t="t" r="r" b="b"/>
              <a:pathLst>
                <a:path w="4187" h="5940" extrusionOk="0">
                  <a:moveTo>
                    <a:pt x="1" y="0"/>
                  </a:moveTo>
                  <a:lnTo>
                    <a:pt x="1" y="5940"/>
                  </a:lnTo>
                  <a:lnTo>
                    <a:pt x="4186" y="5940"/>
                  </a:lnTo>
                  <a:lnTo>
                    <a:pt x="4186" y="4937"/>
                  </a:lnTo>
                  <a:lnTo>
                    <a:pt x="1154" y="4937"/>
                  </a:lnTo>
                  <a:lnTo>
                    <a:pt x="1154" y="0"/>
                  </a:ln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44" name="Google Shape;1344;p34"/>
            <p:cNvSpPr/>
            <p:nvPr/>
          </p:nvSpPr>
          <p:spPr>
            <a:xfrm>
              <a:off x="4235125" y="885350"/>
              <a:ext cx="177950" cy="229350"/>
            </a:xfrm>
            <a:custGeom>
              <a:avLst/>
              <a:gdLst/>
              <a:ahLst/>
              <a:cxnLst/>
              <a:rect l="l" t="t" r="r" b="b"/>
              <a:pathLst>
                <a:path w="7118" h="9174" extrusionOk="0">
                  <a:moveTo>
                    <a:pt x="3659" y="1"/>
                  </a:moveTo>
                  <a:cubicBezTo>
                    <a:pt x="3183" y="1"/>
                    <a:pt x="2757" y="51"/>
                    <a:pt x="2356" y="176"/>
                  </a:cubicBezTo>
                  <a:cubicBezTo>
                    <a:pt x="1980" y="302"/>
                    <a:pt x="1604" y="477"/>
                    <a:pt x="1303" y="703"/>
                  </a:cubicBezTo>
                  <a:cubicBezTo>
                    <a:pt x="1003" y="953"/>
                    <a:pt x="777" y="1254"/>
                    <a:pt x="602" y="1605"/>
                  </a:cubicBezTo>
                  <a:cubicBezTo>
                    <a:pt x="451" y="1956"/>
                    <a:pt x="351" y="2357"/>
                    <a:pt x="351" y="2833"/>
                  </a:cubicBezTo>
                  <a:cubicBezTo>
                    <a:pt x="351" y="3159"/>
                    <a:pt x="401" y="3460"/>
                    <a:pt x="501" y="3735"/>
                  </a:cubicBezTo>
                  <a:cubicBezTo>
                    <a:pt x="627" y="3961"/>
                    <a:pt x="777" y="4186"/>
                    <a:pt x="1003" y="4387"/>
                  </a:cubicBezTo>
                  <a:cubicBezTo>
                    <a:pt x="1203" y="4562"/>
                    <a:pt x="1479" y="4738"/>
                    <a:pt x="1780" y="4888"/>
                  </a:cubicBezTo>
                  <a:cubicBezTo>
                    <a:pt x="2105" y="5013"/>
                    <a:pt x="2481" y="5139"/>
                    <a:pt x="2907" y="5264"/>
                  </a:cubicBezTo>
                  <a:cubicBezTo>
                    <a:pt x="3258" y="5364"/>
                    <a:pt x="3584" y="5465"/>
                    <a:pt x="3885" y="5540"/>
                  </a:cubicBezTo>
                  <a:cubicBezTo>
                    <a:pt x="4161" y="5640"/>
                    <a:pt x="4411" y="5715"/>
                    <a:pt x="4612" y="5815"/>
                  </a:cubicBezTo>
                  <a:cubicBezTo>
                    <a:pt x="4812" y="5916"/>
                    <a:pt x="4988" y="6041"/>
                    <a:pt x="5088" y="6166"/>
                  </a:cubicBezTo>
                  <a:cubicBezTo>
                    <a:pt x="5188" y="6317"/>
                    <a:pt x="5263" y="6467"/>
                    <a:pt x="5263" y="6668"/>
                  </a:cubicBezTo>
                  <a:cubicBezTo>
                    <a:pt x="5263" y="7294"/>
                    <a:pt x="4762" y="7595"/>
                    <a:pt x="3810" y="7595"/>
                  </a:cubicBezTo>
                  <a:cubicBezTo>
                    <a:pt x="3459" y="7595"/>
                    <a:pt x="3108" y="7570"/>
                    <a:pt x="2782" y="7470"/>
                  </a:cubicBezTo>
                  <a:cubicBezTo>
                    <a:pt x="2456" y="7394"/>
                    <a:pt x="2156" y="7294"/>
                    <a:pt x="1880" y="7169"/>
                  </a:cubicBezTo>
                  <a:cubicBezTo>
                    <a:pt x="1604" y="7044"/>
                    <a:pt x="1379" y="6918"/>
                    <a:pt x="1178" y="6793"/>
                  </a:cubicBezTo>
                  <a:cubicBezTo>
                    <a:pt x="978" y="6668"/>
                    <a:pt x="852" y="6567"/>
                    <a:pt x="777" y="6492"/>
                  </a:cubicBezTo>
                  <a:lnTo>
                    <a:pt x="0" y="8021"/>
                  </a:lnTo>
                  <a:cubicBezTo>
                    <a:pt x="526" y="8372"/>
                    <a:pt x="1103" y="8673"/>
                    <a:pt x="1780" y="8873"/>
                  </a:cubicBezTo>
                  <a:cubicBezTo>
                    <a:pt x="2431" y="9074"/>
                    <a:pt x="3108" y="9174"/>
                    <a:pt x="3785" y="9174"/>
                  </a:cubicBezTo>
                  <a:cubicBezTo>
                    <a:pt x="4211" y="9174"/>
                    <a:pt x="4637" y="9124"/>
                    <a:pt x="5038" y="9049"/>
                  </a:cubicBezTo>
                  <a:cubicBezTo>
                    <a:pt x="5439" y="8948"/>
                    <a:pt x="5790" y="8773"/>
                    <a:pt x="6115" y="8572"/>
                  </a:cubicBezTo>
                  <a:cubicBezTo>
                    <a:pt x="6416" y="8347"/>
                    <a:pt x="6667" y="8071"/>
                    <a:pt x="6842" y="7745"/>
                  </a:cubicBezTo>
                  <a:cubicBezTo>
                    <a:pt x="7018" y="7394"/>
                    <a:pt x="7118" y="6968"/>
                    <a:pt x="7118" y="6492"/>
                  </a:cubicBezTo>
                  <a:cubicBezTo>
                    <a:pt x="7118" y="6091"/>
                    <a:pt x="7043" y="5740"/>
                    <a:pt x="6917" y="5465"/>
                  </a:cubicBezTo>
                  <a:cubicBezTo>
                    <a:pt x="6792" y="5164"/>
                    <a:pt x="6592" y="4913"/>
                    <a:pt x="6341" y="4713"/>
                  </a:cubicBezTo>
                  <a:cubicBezTo>
                    <a:pt x="6090" y="4512"/>
                    <a:pt x="5790" y="4337"/>
                    <a:pt x="5414" y="4211"/>
                  </a:cubicBezTo>
                  <a:cubicBezTo>
                    <a:pt x="5063" y="4061"/>
                    <a:pt x="4662" y="3936"/>
                    <a:pt x="4211" y="3835"/>
                  </a:cubicBezTo>
                  <a:cubicBezTo>
                    <a:pt x="3885" y="3735"/>
                    <a:pt x="3584" y="3660"/>
                    <a:pt x="3308" y="3585"/>
                  </a:cubicBezTo>
                  <a:cubicBezTo>
                    <a:pt x="3058" y="3510"/>
                    <a:pt x="2857" y="3434"/>
                    <a:pt x="2682" y="3334"/>
                  </a:cubicBezTo>
                  <a:cubicBezTo>
                    <a:pt x="2506" y="3234"/>
                    <a:pt x="2381" y="3134"/>
                    <a:pt x="2281" y="3008"/>
                  </a:cubicBezTo>
                  <a:cubicBezTo>
                    <a:pt x="2206" y="2883"/>
                    <a:pt x="2156" y="2733"/>
                    <a:pt x="2156" y="2532"/>
                  </a:cubicBezTo>
                  <a:cubicBezTo>
                    <a:pt x="2156" y="2231"/>
                    <a:pt x="2281" y="1981"/>
                    <a:pt x="2506" y="1805"/>
                  </a:cubicBezTo>
                  <a:cubicBezTo>
                    <a:pt x="2757" y="1605"/>
                    <a:pt x="3108" y="1530"/>
                    <a:pt x="3609" y="1530"/>
                  </a:cubicBezTo>
                  <a:cubicBezTo>
                    <a:pt x="3860" y="1530"/>
                    <a:pt x="4135" y="1555"/>
                    <a:pt x="4411" y="1630"/>
                  </a:cubicBezTo>
                  <a:cubicBezTo>
                    <a:pt x="4662" y="1705"/>
                    <a:pt x="4912" y="1780"/>
                    <a:pt x="5113" y="1881"/>
                  </a:cubicBezTo>
                  <a:cubicBezTo>
                    <a:pt x="5364" y="1981"/>
                    <a:pt x="5539" y="2081"/>
                    <a:pt x="5689" y="2181"/>
                  </a:cubicBezTo>
                  <a:cubicBezTo>
                    <a:pt x="5865" y="2282"/>
                    <a:pt x="5965" y="2357"/>
                    <a:pt x="6015" y="2407"/>
                  </a:cubicBezTo>
                  <a:lnTo>
                    <a:pt x="6792" y="1003"/>
                  </a:lnTo>
                  <a:cubicBezTo>
                    <a:pt x="6416" y="728"/>
                    <a:pt x="5940" y="477"/>
                    <a:pt x="5414" y="302"/>
                  </a:cubicBezTo>
                  <a:cubicBezTo>
                    <a:pt x="4862" y="101"/>
                    <a:pt x="4286" y="1"/>
                    <a:pt x="3659"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45" name="Google Shape;1345;p34"/>
            <p:cNvSpPr/>
            <p:nvPr/>
          </p:nvSpPr>
          <p:spPr>
            <a:xfrm>
              <a:off x="4450650" y="886600"/>
              <a:ext cx="188000" cy="225600"/>
            </a:xfrm>
            <a:custGeom>
              <a:avLst/>
              <a:gdLst/>
              <a:ahLst/>
              <a:cxnLst/>
              <a:rect l="l" t="t" r="r" b="b"/>
              <a:pathLst>
                <a:path w="7520" h="9024" extrusionOk="0">
                  <a:moveTo>
                    <a:pt x="1" y="1"/>
                  </a:moveTo>
                  <a:lnTo>
                    <a:pt x="1" y="1530"/>
                  </a:lnTo>
                  <a:lnTo>
                    <a:pt x="2908" y="1530"/>
                  </a:lnTo>
                  <a:lnTo>
                    <a:pt x="2908" y="9024"/>
                  </a:lnTo>
                  <a:lnTo>
                    <a:pt x="4637" y="9024"/>
                  </a:lnTo>
                  <a:lnTo>
                    <a:pt x="4637" y="1530"/>
                  </a:lnTo>
                  <a:lnTo>
                    <a:pt x="7520" y="1530"/>
                  </a:lnTo>
                  <a:lnTo>
                    <a:pt x="7520" y="1"/>
                  </a:ln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46" name="Google Shape;1346;p34"/>
            <p:cNvSpPr/>
            <p:nvPr/>
          </p:nvSpPr>
          <p:spPr>
            <a:xfrm>
              <a:off x="4648025" y="886600"/>
              <a:ext cx="210550" cy="225600"/>
            </a:xfrm>
            <a:custGeom>
              <a:avLst/>
              <a:gdLst/>
              <a:ahLst/>
              <a:cxnLst/>
              <a:rect l="l" t="t" r="r" b="b"/>
              <a:pathLst>
                <a:path w="8422" h="9024" extrusionOk="0">
                  <a:moveTo>
                    <a:pt x="4211" y="2006"/>
                  </a:moveTo>
                  <a:lnTo>
                    <a:pt x="5464" y="5540"/>
                  </a:lnTo>
                  <a:lnTo>
                    <a:pt x="2908" y="5540"/>
                  </a:lnTo>
                  <a:lnTo>
                    <a:pt x="4211" y="2006"/>
                  </a:lnTo>
                  <a:close/>
                  <a:moveTo>
                    <a:pt x="3434" y="1"/>
                  </a:moveTo>
                  <a:lnTo>
                    <a:pt x="0" y="9024"/>
                  </a:lnTo>
                  <a:lnTo>
                    <a:pt x="1805" y="9024"/>
                  </a:lnTo>
                  <a:lnTo>
                    <a:pt x="2632" y="6768"/>
                  </a:lnTo>
                  <a:lnTo>
                    <a:pt x="5790" y="6768"/>
                  </a:lnTo>
                  <a:lnTo>
                    <a:pt x="6617" y="9024"/>
                  </a:lnTo>
                  <a:lnTo>
                    <a:pt x="8422" y="9024"/>
                  </a:lnTo>
                  <a:lnTo>
                    <a:pt x="4988" y="1"/>
                  </a:ln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47" name="Google Shape;1347;p34"/>
            <p:cNvSpPr/>
            <p:nvPr/>
          </p:nvSpPr>
          <p:spPr>
            <a:xfrm>
              <a:off x="4867325" y="886600"/>
              <a:ext cx="188000" cy="225600"/>
            </a:xfrm>
            <a:custGeom>
              <a:avLst/>
              <a:gdLst/>
              <a:ahLst/>
              <a:cxnLst/>
              <a:rect l="l" t="t" r="r" b="b"/>
              <a:pathLst>
                <a:path w="7520" h="9024" extrusionOk="0">
                  <a:moveTo>
                    <a:pt x="0" y="1"/>
                  </a:moveTo>
                  <a:lnTo>
                    <a:pt x="0" y="1530"/>
                  </a:lnTo>
                  <a:lnTo>
                    <a:pt x="2883" y="1530"/>
                  </a:lnTo>
                  <a:lnTo>
                    <a:pt x="2883" y="9024"/>
                  </a:lnTo>
                  <a:lnTo>
                    <a:pt x="4637" y="9024"/>
                  </a:lnTo>
                  <a:lnTo>
                    <a:pt x="4637" y="1530"/>
                  </a:lnTo>
                  <a:lnTo>
                    <a:pt x="7519" y="1530"/>
                  </a:lnTo>
                  <a:lnTo>
                    <a:pt x="7519" y="1"/>
                  </a:ln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48" name="Google Shape;1348;p34"/>
            <p:cNvSpPr/>
            <p:nvPr/>
          </p:nvSpPr>
          <p:spPr>
            <a:xfrm>
              <a:off x="5108550" y="886600"/>
              <a:ext cx="43900" cy="225600"/>
            </a:xfrm>
            <a:custGeom>
              <a:avLst/>
              <a:gdLst/>
              <a:ahLst/>
              <a:cxnLst/>
              <a:rect l="l" t="t" r="r" b="b"/>
              <a:pathLst>
                <a:path w="1756" h="9024" extrusionOk="0">
                  <a:moveTo>
                    <a:pt x="1" y="1"/>
                  </a:moveTo>
                  <a:lnTo>
                    <a:pt x="1" y="9024"/>
                  </a:lnTo>
                  <a:lnTo>
                    <a:pt x="1755" y="9024"/>
                  </a:lnTo>
                  <a:lnTo>
                    <a:pt x="1755" y="1"/>
                  </a:ln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49" name="Google Shape;1349;p34"/>
            <p:cNvSpPr/>
            <p:nvPr/>
          </p:nvSpPr>
          <p:spPr>
            <a:xfrm>
              <a:off x="5211300" y="885350"/>
              <a:ext cx="219950" cy="228725"/>
            </a:xfrm>
            <a:custGeom>
              <a:avLst/>
              <a:gdLst/>
              <a:ahLst/>
              <a:cxnLst/>
              <a:rect l="l" t="t" r="r" b="b"/>
              <a:pathLst>
                <a:path w="8798" h="9149" extrusionOk="0">
                  <a:moveTo>
                    <a:pt x="4412" y="1555"/>
                  </a:moveTo>
                  <a:cubicBezTo>
                    <a:pt x="4813" y="1555"/>
                    <a:pt x="5189" y="1630"/>
                    <a:pt x="5490" y="1805"/>
                  </a:cubicBezTo>
                  <a:cubicBezTo>
                    <a:pt x="5841" y="1956"/>
                    <a:pt x="6116" y="2181"/>
                    <a:pt x="6317" y="2457"/>
                  </a:cubicBezTo>
                  <a:cubicBezTo>
                    <a:pt x="6567" y="2758"/>
                    <a:pt x="6743" y="3059"/>
                    <a:pt x="6843" y="3434"/>
                  </a:cubicBezTo>
                  <a:cubicBezTo>
                    <a:pt x="6968" y="3785"/>
                    <a:pt x="7044" y="4186"/>
                    <a:pt x="7044" y="4562"/>
                  </a:cubicBezTo>
                  <a:cubicBezTo>
                    <a:pt x="7044" y="4938"/>
                    <a:pt x="6968" y="5314"/>
                    <a:pt x="6868" y="5665"/>
                  </a:cubicBezTo>
                  <a:cubicBezTo>
                    <a:pt x="6743" y="6016"/>
                    <a:pt x="6592" y="6342"/>
                    <a:pt x="6342" y="6643"/>
                  </a:cubicBezTo>
                  <a:cubicBezTo>
                    <a:pt x="6141" y="6918"/>
                    <a:pt x="5866" y="7169"/>
                    <a:pt x="5540" y="7344"/>
                  </a:cubicBezTo>
                  <a:cubicBezTo>
                    <a:pt x="5214" y="7495"/>
                    <a:pt x="4838" y="7595"/>
                    <a:pt x="4412" y="7595"/>
                  </a:cubicBezTo>
                  <a:cubicBezTo>
                    <a:pt x="3986" y="7595"/>
                    <a:pt x="3610" y="7495"/>
                    <a:pt x="3284" y="7344"/>
                  </a:cubicBezTo>
                  <a:cubicBezTo>
                    <a:pt x="2958" y="7169"/>
                    <a:pt x="2683" y="6943"/>
                    <a:pt x="2457" y="6668"/>
                  </a:cubicBezTo>
                  <a:cubicBezTo>
                    <a:pt x="2257" y="6392"/>
                    <a:pt x="2081" y="6066"/>
                    <a:pt x="1956" y="5690"/>
                  </a:cubicBezTo>
                  <a:cubicBezTo>
                    <a:pt x="1831" y="5339"/>
                    <a:pt x="1780" y="4963"/>
                    <a:pt x="1780" y="4562"/>
                  </a:cubicBezTo>
                  <a:cubicBezTo>
                    <a:pt x="1780" y="4186"/>
                    <a:pt x="1831" y="3835"/>
                    <a:pt x="1931" y="3460"/>
                  </a:cubicBezTo>
                  <a:cubicBezTo>
                    <a:pt x="2056" y="3109"/>
                    <a:pt x="2232" y="2783"/>
                    <a:pt x="2457" y="2507"/>
                  </a:cubicBezTo>
                  <a:cubicBezTo>
                    <a:pt x="2683" y="2206"/>
                    <a:pt x="2958" y="1981"/>
                    <a:pt x="3284" y="1830"/>
                  </a:cubicBezTo>
                  <a:cubicBezTo>
                    <a:pt x="3610" y="1630"/>
                    <a:pt x="3986" y="1555"/>
                    <a:pt x="4412" y="1555"/>
                  </a:cubicBezTo>
                  <a:close/>
                  <a:moveTo>
                    <a:pt x="4437" y="1"/>
                  </a:moveTo>
                  <a:cubicBezTo>
                    <a:pt x="3810" y="1"/>
                    <a:pt x="3209" y="126"/>
                    <a:pt x="2658" y="377"/>
                  </a:cubicBezTo>
                  <a:cubicBezTo>
                    <a:pt x="2131" y="627"/>
                    <a:pt x="1655" y="953"/>
                    <a:pt x="1254" y="1379"/>
                  </a:cubicBezTo>
                  <a:cubicBezTo>
                    <a:pt x="878" y="1805"/>
                    <a:pt x="552" y="2282"/>
                    <a:pt x="327" y="2833"/>
                  </a:cubicBezTo>
                  <a:cubicBezTo>
                    <a:pt x="101" y="3384"/>
                    <a:pt x="1" y="3961"/>
                    <a:pt x="1" y="4562"/>
                  </a:cubicBezTo>
                  <a:cubicBezTo>
                    <a:pt x="1" y="5139"/>
                    <a:pt x="101" y="5715"/>
                    <a:pt x="327" y="6267"/>
                  </a:cubicBezTo>
                  <a:cubicBezTo>
                    <a:pt x="527" y="6793"/>
                    <a:pt x="828" y="7294"/>
                    <a:pt x="1204" y="7720"/>
                  </a:cubicBezTo>
                  <a:cubicBezTo>
                    <a:pt x="1605" y="8146"/>
                    <a:pt x="2056" y="8497"/>
                    <a:pt x="2582" y="8748"/>
                  </a:cubicBezTo>
                  <a:cubicBezTo>
                    <a:pt x="3134" y="9023"/>
                    <a:pt x="3735" y="9149"/>
                    <a:pt x="4387" y="9149"/>
                  </a:cubicBezTo>
                  <a:cubicBezTo>
                    <a:pt x="5039" y="9149"/>
                    <a:pt x="5615" y="9023"/>
                    <a:pt x="6166" y="8773"/>
                  </a:cubicBezTo>
                  <a:cubicBezTo>
                    <a:pt x="6693" y="8522"/>
                    <a:pt x="7169" y="8171"/>
                    <a:pt x="7570" y="7770"/>
                  </a:cubicBezTo>
                  <a:cubicBezTo>
                    <a:pt x="7946" y="7344"/>
                    <a:pt x="8247" y="6868"/>
                    <a:pt x="8472" y="6317"/>
                  </a:cubicBezTo>
                  <a:cubicBezTo>
                    <a:pt x="8698" y="5765"/>
                    <a:pt x="8798" y="5189"/>
                    <a:pt x="8798" y="4587"/>
                  </a:cubicBezTo>
                  <a:cubicBezTo>
                    <a:pt x="8798" y="4011"/>
                    <a:pt x="8698" y="3460"/>
                    <a:pt x="8497" y="2908"/>
                  </a:cubicBezTo>
                  <a:cubicBezTo>
                    <a:pt x="8272" y="2357"/>
                    <a:pt x="7971" y="1881"/>
                    <a:pt x="7595" y="1429"/>
                  </a:cubicBezTo>
                  <a:cubicBezTo>
                    <a:pt x="7219" y="1003"/>
                    <a:pt x="6768" y="652"/>
                    <a:pt x="6217" y="402"/>
                  </a:cubicBezTo>
                  <a:cubicBezTo>
                    <a:pt x="5690" y="126"/>
                    <a:pt x="5089" y="1"/>
                    <a:pt x="4437"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50" name="Google Shape;1350;p34"/>
            <p:cNvSpPr/>
            <p:nvPr/>
          </p:nvSpPr>
          <p:spPr>
            <a:xfrm>
              <a:off x="5490750" y="886600"/>
              <a:ext cx="195525" cy="225600"/>
            </a:xfrm>
            <a:custGeom>
              <a:avLst/>
              <a:gdLst/>
              <a:ahLst/>
              <a:cxnLst/>
              <a:rect l="l" t="t" r="r" b="b"/>
              <a:pathLst>
                <a:path w="7821" h="9024" extrusionOk="0">
                  <a:moveTo>
                    <a:pt x="1" y="1"/>
                  </a:moveTo>
                  <a:lnTo>
                    <a:pt x="1" y="9024"/>
                  </a:lnTo>
                  <a:lnTo>
                    <a:pt x="1755" y="9024"/>
                  </a:lnTo>
                  <a:lnTo>
                    <a:pt x="1755" y="3234"/>
                  </a:lnTo>
                  <a:lnTo>
                    <a:pt x="6392" y="9024"/>
                  </a:lnTo>
                  <a:lnTo>
                    <a:pt x="7821" y="9024"/>
                  </a:lnTo>
                  <a:lnTo>
                    <a:pt x="7821" y="26"/>
                  </a:lnTo>
                  <a:lnTo>
                    <a:pt x="6066" y="26"/>
                  </a:lnTo>
                  <a:lnTo>
                    <a:pt x="6066" y="5916"/>
                  </a:lnTo>
                  <a:lnTo>
                    <a:pt x="1354" y="1"/>
                  </a:ln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51" name="Google Shape;1351;p34"/>
            <p:cNvSpPr/>
            <p:nvPr/>
          </p:nvSpPr>
          <p:spPr>
            <a:xfrm>
              <a:off x="6297150" y="1991250"/>
              <a:ext cx="114700" cy="1138500"/>
            </a:xfrm>
            <a:custGeom>
              <a:avLst/>
              <a:gdLst/>
              <a:ahLst/>
              <a:cxnLst/>
              <a:rect l="l" t="t" r="r" b="b"/>
              <a:pathLst>
                <a:path w="4588" h="45540" extrusionOk="0">
                  <a:moveTo>
                    <a:pt x="1" y="1"/>
                  </a:moveTo>
                  <a:lnTo>
                    <a:pt x="1" y="45540"/>
                  </a:lnTo>
                  <a:lnTo>
                    <a:pt x="4587" y="45540"/>
                  </a:lnTo>
                  <a:lnTo>
                    <a:pt x="4587" y="1"/>
                  </a:ln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52" name="Google Shape;1352;p34"/>
            <p:cNvSpPr/>
            <p:nvPr/>
          </p:nvSpPr>
          <p:spPr>
            <a:xfrm>
              <a:off x="4166825" y="5218725"/>
              <a:ext cx="2245025" cy="244375"/>
            </a:xfrm>
            <a:custGeom>
              <a:avLst/>
              <a:gdLst/>
              <a:ahLst/>
              <a:cxnLst/>
              <a:rect l="l" t="t" r="r" b="b"/>
              <a:pathLst>
                <a:path w="89801" h="9775" extrusionOk="0">
                  <a:moveTo>
                    <a:pt x="89800" y="0"/>
                  </a:moveTo>
                  <a:lnTo>
                    <a:pt x="0" y="401"/>
                  </a:lnTo>
                  <a:lnTo>
                    <a:pt x="0" y="9775"/>
                  </a:lnTo>
                  <a:lnTo>
                    <a:pt x="89800" y="9775"/>
                  </a:lnTo>
                  <a:lnTo>
                    <a:pt x="89800" y="0"/>
                  </a:lnTo>
                  <a:close/>
                </a:path>
              </a:pathLst>
            </a:custGeom>
            <a:solidFill>
              <a:srgbClr val="0070C0"/>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53" name="Google Shape;1353;p34"/>
            <p:cNvSpPr/>
            <p:nvPr/>
          </p:nvSpPr>
          <p:spPr>
            <a:xfrm>
              <a:off x="4166825" y="3055800"/>
              <a:ext cx="2245025" cy="2172975"/>
            </a:xfrm>
            <a:custGeom>
              <a:avLst/>
              <a:gdLst/>
              <a:ahLst/>
              <a:cxnLst/>
              <a:rect l="l" t="t" r="r" b="b"/>
              <a:pathLst>
                <a:path w="89801" h="86919" extrusionOk="0">
                  <a:moveTo>
                    <a:pt x="72306" y="0"/>
                  </a:moveTo>
                  <a:lnTo>
                    <a:pt x="0" y="86918"/>
                  </a:lnTo>
                  <a:lnTo>
                    <a:pt x="89800" y="86918"/>
                  </a:lnTo>
                  <a:lnTo>
                    <a:pt x="89800" y="0"/>
                  </a:lnTo>
                  <a:close/>
                </a:path>
              </a:pathLst>
            </a:custGeom>
            <a:solidFill>
              <a:schemeClr val="accent4">
                <a:lumMod val="50000"/>
              </a:schemeClr>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1354" name="Google Shape;1354;p34"/>
            <p:cNvSpPr/>
            <p:nvPr/>
          </p:nvSpPr>
          <p:spPr>
            <a:xfrm>
              <a:off x="4741375" y="4978125"/>
              <a:ext cx="1599675" cy="25"/>
            </a:xfrm>
            <a:custGeom>
              <a:avLst/>
              <a:gdLst/>
              <a:ahLst/>
              <a:cxnLst/>
              <a:rect l="l" t="t" r="r" b="b"/>
              <a:pathLst>
                <a:path w="63987" h="1" fill="none" extrusionOk="0">
                  <a:moveTo>
                    <a:pt x="1" y="0"/>
                  </a:moveTo>
                  <a:lnTo>
                    <a:pt x="63986" y="0"/>
                  </a:lnTo>
                </a:path>
              </a:pathLst>
            </a:custGeom>
            <a:noFill/>
            <a:ln w="20675" cap="flat" cmpd="sng">
              <a:solidFill>
                <a:srgbClr val="FCFCFC"/>
              </a:solidFill>
              <a:prstDash val="solid"/>
              <a:miter lim="25062"/>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55" name="Google Shape;1355;p34"/>
            <p:cNvSpPr/>
            <p:nvPr/>
          </p:nvSpPr>
          <p:spPr>
            <a:xfrm>
              <a:off x="5002025" y="4716825"/>
              <a:ext cx="1338400" cy="25"/>
            </a:xfrm>
            <a:custGeom>
              <a:avLst/>
              <a:gdLst/>
              <a:ahLst/>
              <a:cxnLst/>
              <a:rect l="l" t="t" r="r" b="b"/>
              <a:pathLst>
                <a:path w="53536" h="1" fill="none" extrusionOk="0">
                  <a:moveTo>
                    <a:pt x="1" y="1"/>
                  </a:moveTo>
                  <a:lnTo>
                    <a:pt x="53535" y="1"/>
                  </a:lnTo>
                </a:path>
              </a:pathLst>
            </a:custGeom>
            <a:noFill/>
            <a:ln w="20675" cap="flat" cmpd="sng">
              <a:solidFill>
                <a:srgbClr val="FCFCFC"/>
              </a:solidFill>
              <a:prstDash val="solid"/>
              <a:miter lim="25062"/>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56" name="Google Shape;1356;p34"/>
            <p:cNvSpPr/>
            <p:nvPr/>
          </p:nvSpPr>
          <p:spPr>
            <a:xfrm>
              <a:off x="5263325" y="4455550"/>
              <a:ext cx="1074575" cy="25"/>
            </a:xfrm>
            <a:custGeom>
              <a:avLst/>
              <a:gdLst/>
              <a:ahLst/>
              <a:cxnLst/>
              <a:rect l="l" t="t" r="r" b="b"/>
              <a:pathLst>
                <a:path w="42983" h="1" fill="none" extrusionOk="0">
                  <a:moveTo>
                    <a:pt x="0" y="1"/>
                  </a:moveTo>
                  <a:lnTo>
                    <a:pt x="42983" y="1"/>
                  </a:lnTo>
                </a:path>
              </a:pathLst>
            </a:custGeom>
            <a:noFill/>
            <a:ln w="20675" cap="flat" cmpd="sng">
              <a:solidFill>
                <a:srgbClr val="FCFCFC"/>
              </a:solidFill>
              <a:prstDash val="solid"/>
              <a:miter lim="25062"/>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57" name="Google Shape;1357;p34"/>
            <p:cNvSpPr/>
            <p:nvPr/>
          </p:nvSpPr>
          <p:spPr>
            <a:xfrm>
              <a:off x="5482625" y="4194900"/>
              <a:ext cx="855900" cy="25"/>
            </a:xfrm>
            <a:custGeom>
              <a:avLst/>
              <a:gdLst/>
              <a:ahLst/>
              <a:cxnLst/>
              <a:rect l="l" t="t" r="r" b="b"/>
              <a:pathLst>
                <a:path w="34236" h="1" fill="none" extrusionOk="0">
                  <a:moveTo>
                    <a:pt x="0" y="1"/>
                  </a:moveTo>
                  <a:lnTo>
                    <a:pt x="34236" y="1"/>
                  </a:lnTo>
                </a:path>
              </a:pathLst>
            </a:custGeom>
            <a:noFill/>
            <a:ln w="20675" cap="flat" cmpd="sng">
              <a:solidFill>
                <a:srgbClr val="FCFCFC"/>
              </a:solidFill>
              <a:prstDash val="solid"/>
              <a:miter lim="25062"/>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58" name="Google Shape;1358;p34"/>
            <p:cNvSpPr/>
            <p:nvPr/>
          </p:nvSpPr>
          <p:spPr>
            <a:xfrm>
              <a:off x="5659925" y="3933625"/>
              <a:ext cx="677350" cy="25"/>
            </a:xfrm>
            <a:custGeom>
              <a:avLst/>
              <a:gdLst/>
              <a:ahLst/>
              <a:cxnLst/>
              <a:rect l="l" t="t" r="r" b="b"/>
              <a:pathLst>
                <a:path w="27094" h="1" fill="none" extrusionOk="0">
                  <a:moveTo>
                    <a:pt x="1" y="0"/>
                  </a:moveTo>
                  <a:lnTo>
                    <a:pt x="27094" y="0"/>
                  </a:lnTo>
                </a:path>
              </a:pathLst>
            </a:custGeom>
            <a:noFill/>
            <a:ln w="20675" cap="flat" cmpd="sng">
              <a:solidFill>
                <a:srgbClr val="FCFCFC"/>
              </a:solidFill>
              <a:prstDash val="solid"/>
              <a:miter lim="25062"/>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59" name="Google Shape;1359;p34"/>
            <p:cNvSpPr/>
            <p:nvPr/>
          </p:nvSpPr>
          <p:spPr>
            <a:xfrm>
              <a:off x="5921225" y="3672350"/>
              <a:ext cx="420450" cy="25"/>
            </a:xfrm>
            <a:custGeom>
              <a:avLst/>
              <a:gdLst/>
              <a:ahLst/>
              <a:cxnLst/>
              <a:rect l="l" t="t" r="r" b="b"/>
              <a:pathLst>
                <a:path w="16818" h="1" fill="none" extrusionOk="0">
                  <a:moveTo>
                    <a:pt x="0" y="0"/>
                  </a:moveTo>
                  <a:lnTo>
                    <a:pt x="16817" y="0"/>
                  </a:lnTo>
                </a:path>
              </a:pathLst>
            </a:custGeom>
            <a:noFill/>
            <a:ln w="20675" cap="flat" cmpd="sng">
              <a:solidFill>
                <a:srgbClr val="FCFCFC"/>
              </a:solidFill>
              <a:prstDash val="solid"/>
              <a:miter lim="25062"/>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60" name="Google Shape;1360;p34"/>
            <p:cNvSpPr/>
            <p:nvPr/>
          </p:nvSpPr>
          <p:spPr>
            <a:xfrm>
              <a:off x="6098525" y="3411700"/>
              <a:ext cx="243150" cy="25"/>
            </a:xfrm>
            <a:custGeom>
              <a:avLst/>
              <a:gdLst/>
              <a:ahLst/>
              <a:cxnLst/>
              <a:rect l="l" t="t" r="r" b="b"/>
              <a:pathLst>
                <a:path w="9726" h="1" fill="none" extrusionOk="0">
                  <a:moveTo>
                    <a:pt x="1" y="0"/>
                  </a:moveTo>
                  <a:lnTo>
                    <a:pt x="9725" y="0"/>
                  </a:lnTo>
                </a:path>
              </a:pathLst>
            </a:custGeom>
            <a:noFill/>
            <a:ln w="20675" cap="flat" cmpd="sng">
              <a:solidFill>
                <a:srgbClr val="FCFCFC"/>
              </a:solidFill>
              <a:prstDash val="solid"/>
              <a:miter lim="25062"/>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61" name="Google Shape;1361;p34"/>
            <p:cNvSpPr/>
            <p:nvPr/>
          </p:nvSpPr>
          <p:spPr>
            <a:xfrm>
              <a:off x="6216325" y="3228725"/>
              <a:ext cx="125350" cy="25"/>
            </a:xfrm>
            <a:custGeom>
              <a:avLst/>
              <a:gdLst/>
              <a:ahLst/>
              <a:cxnLst/>
              <a:rect l="l" t="t" r="r" b="b"/>
              <a:pathLst>
                <a:path w="5014" h="1" fill="none" extrusionOk="0">
                  <a:moveTo>
                    <a:pt x="1" y="1"/>
                  </a:moveTo>
                  <a:lnTo>
                    <a:pt x="5013" y="1"/>
                  </a:lnTo>
                </a:path>
              </a:pathLst>
            </a:custGeom>
            <a:noFill/>
            <a:ln w="20675" cap="flat" cmpd="sng">
              <a:solidFill>
                <a:srgbClr val="FCFCFC"/>
              </a:solidFill>
              <a:prstDash val="solid"/>
              <a:miter lim="25062"/>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
        <p:nvSpPr>
          <p:cNvPr id="1362" name="Google Shape;1362;p34"/>
          <p:cNvSpPr/>
          <p:nvPr/>
        </p:nvSpPr>
        <p:spPr>
          <a:xfrm>
            <a:off x="3743350" y="359025"/>
            <a:ext cx="1149750" cy="1149725"/>
          </a:xfrm>
          <a:custGeom>
            <a:avLst/>
            <a:gdLst/>
            <a:ahLst/>
            <a:cxnLst/>
            <a:rect l="l" t="t" r="r" b="b"/>
            <a:pathLst>
              <a:path w="45990" h="45989" extrusionOk="0">
                <a:moveTo>
                  <a:pt x="1" y="22995"/>
                </a:moveTo>
                <a:cubicBezTo>
                  <a:pt x="1" y="35691"/>
                  <a:pt x="10299" y="45989"/>
                  <a:pt x="22995" y="45989"/>
                </a:cubicBezTo>
                <a:lnTo>
                  <a:pt x="22995" y="45989"/>
                </a:lnTo>
                <a:cubicBezTo>
                  <a:pt x="35691" y="45989"/>
                  <a:pt x="45989" y="35691"/>
                  <a:pt x="45989" y="22995"/>
                </a:cubicBezTo>
                <a:lnTo>
                  <a:pt x="45989" y="22995"/>
                </a:lnTo>
                <a:cubicBezTo>
                  <a:pt x="45989" y="10298"/>
                  <a:pt x="35691" y="0"/>
                  <a:pt x="22995" y="0"/>
                </a:cubicBezTo>
                <a:lnTo>
                  <a:pt x="22995" y="0"/>
                </a:lnTo>
                <a:cubicBezTo>
                  <a:pt x="10299" y="0"/>
                  <a:pt x="1" y="10298"/>
                  <a:pt x="1" y="22995"/>
                </a:cubicBezTo>
                <a:close/>
              </a:path>
            </a:pathLst>
          </a:custGeom>
          <a:solidFill>
            <a:srgbClr val="0070C0"/>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63" name="Google Shape;1363;p34"/>
          <p:cNvSpPr/>
          <p:nvPr/>
        </p:nvSpPr>
        <p:spPr>
          <a:xfrm>
            <a:off x="1704525" y="271725"/>
            <a:ext cx="3403700" cy="364450"/>
          </a:xfrm>
          <a:custGeom>
            <a:avLst/>
            <a:gdLst/>
            <a:ahLst/>
            <a:cxnLst/>
            <a:rect l="l" t="t" r="r" b="b"/>
            <a:pathLst>
              <a:path w="136148" h="14578" extrusionOk="0">
                <a:moveTo>
                  <a:pt x="102228" y="0"/>
                </a:moveTo>
                <a:cubicBezTo>
                  <a:pt x="82573" y="0"/>
                  <a:pt x="77181" y="2414"/>
                  <a:pt x="85034" y="3088"/>
                </a:cubicBezTo>
                <a:cubicBezTo>
                  <a:pt x="92886" y="3762"/>
                  <a:pt x="106946" y="7900"/>
                  <a:pt x="64140" y="7900"/>
                </a:cubicBezTo>
                <a:cubicBezTo>
                  <a:pt x="46663" y="7900"/>
                  <a:pt x="0" y="14577"/>
                  <a:pt x="71460" y="14577"/>
                </a:cubicBezTo>
                <a:lnTo>
                  <a:pt x="116790" y="14577"/>
                </a:lnTo>
                <a:cubicBezTo>
                  <a:pt x="136147" y="14577"/>
                  <a:pt x="125849" y="8997"/>
                  <a:pt x="112542" y="8997"/>
                </a:cubicBezTo>
                <a:cubicBezTo>
                  <a:pt x="106225" y="8997"/>
                  <a:pt x="134110" y="0"/>
                  <a:pt x="102228" y="0"/>
                </a:cubicBezTo>
                <a:close/>
              </a:path>
            </a:pathLst>
          </a:custGeom>
          <a:solidFill>
            <a:srgbClr val="FFFFFF">
              <a:alpha val="41070"/>
            </a:srgbClr>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64" name="Google Shape;1364;p34"/>
          <p:cNvSpPr/>
          <p:nvPr/>
        </p:nvSpPr>
        <p:spPr>
          <a:xfrm rot="-2231248" flipH="1">
            <a:off x="5706368" y="747535"/>
            <a:ext cx="240403" cy="114379"/>
          </a:xfrm>
          <a:custGeom>
            <a:avLst/>
            <a:gdLst/>
            <a:ahLst/>
            <a:cxnLst/>
            <a:rect l="l" t="t" r="r" b="b"/>
            <a:pathLst>
              <a:path w="2560" h="1218" extrusionOk="0">
                <a:moveTo>
                  <a:pt x="2192" y="116"/>
                </a:moveTo>
                <a:cubicBezTo>
                  <a:pt x="2088" y="169"/>
                  <a:pt x="1972" y="231"/>
                  <a:pt x="1867" y="305"/>
                </a:cubicBezTo>
                <a:lnTo>
                  <a:pt x="1867" y="305"/>
                </a:lnTo>
                <a:cubicBezTo>
                  <a:pt x="1762" y="378"/>
                  <a:pt x="1668" y="462"/>
                  <a:pt x="1574" y="557"/>
                </a:cubicBezTo>
                <a:lnTo>
                  <a:pt x="1574" y="557"/>
                </a:lnTo>
                <a:cubicBezTo>
                  <a:pt x="1521" y="598"/>
                  <a:pt x="1479" y="651"/>
                  <a:pt x="1437" y="714"/>
                </a:cubicBezTo>
                <a:lnTo>
                  <a:pt x="1437" y="714"/>
                </a:lnTo>
                <a:cubicBezTo>
                  <a:pt x="1354" y="661"/>
                  <a:pt x="1280" y="630"/>
                  <a:pt x="1207" y="609"/>
                </a:cubicBezTo>
                <a:lnTo>
                  <a:pt x="1207" y="609"/>
                </a:lnTo>
                <a:cubicBezTo>
                  <a:pt x="1070" y="557"/>
                  <a:pt x="934" y="525"/>
                  <a:pt x="798" y="515"/>
                </a:cubicBezTo>
                <a:lnTo>
                  <a:pt x="798" y="515"/>
                </a:lnTo>
                <a:cubicBezTo>
                  <a:pt x="672" y="494"/>
                  <a:pt x="536" y="494"/>
                  <a:pt x="399" y="494"/>
                </a:cubicBezTo>
                <a:lnTo>
                  <a:pt x="399" y="494"/>
                </a:lnTo>
                <a:cubicBezTo>
                  <a:pt x="263" y="504"/>
                  <a:pt x="137" y="515"/>
                  <a:pt x="1" y="546"/>
                </a:cubicBezTo>
                <a:lnTo>
                  <a:pt x="1" y="546"/>
                </a:lnTo>
                <a:cubicBezTo>
                  <a:pt x="252" y="630"/>
                  <a:pt x="504" y="703"/>
                  <a:pt x="745" y="787"/>
                </a:cubicBezTo>
                <a:lnTo>
                  <a:pt x="745" y="787"/>
                </a:lnTo>
                <a:cubicBezTo>
                  <a:pt x="861" y="829"/>
                  <a:pt x="976" y="861"/>
                  <a:pt x="1081" y="913"/>
                </a:cubicBezTo>
                <a:lnTo>
                  <a:pt x="1081" y="913"/>
                </a:lnTo>
                <a:cubicBezTo>
                  <a:pt x="1186" y="965"/>
                  <a:pt x="1291" y="1018"/>
                  <a:pt x="1364" y="1081"/>
                </a:cubicBezTo>
                <a:lnTo>
                  <a:pt x="1364" y="1081"/>
                </a:lnTo>
                <a:lnTo>
                  <a:pt x="1521" y="1217"/>
                </a:lnTo>
                <a:lnTo>
                  <a:pt x="1626" y="1039"/>
                </a:lnTo>
                <a:cubicBezTo>
                  <a:pt x="1731" y="861"/>
                  <a:pt x="1888" y="682"/>
                  <a:pt x="2046" y="504"/>
                </a:cubicBezTo>
                <a:lnTo>
                  <a:pt x="2046" y="504"/>
                </a:lnTo>
                <a:cubicBezTo>
                  <a:pt x="2203" y="336"/>
                  <a:pt x="2371" y="169"/>
                  <a:pt x="2559" y="1"/>
                </a:cubicBezTo>
                <a:lnTo>
                  <a:pt x="2559" y="1"/>
                </a:lnTo>
                <a:cubicBezTo>
                  <a:pt x="2434" y="11"/>
                  <a:pt x="2308" y="64"/>
                  <a:pt x="2192" y="116"/>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 name="Google Shape;233;p33">
            <a:extLst>
              <a:ext uri="{FF2B5EF4-FFF2-40B4-BE49-F238E27FC236}">
                <a16:creationId xmlns:a16="http://schemas.microsoft.com/office/drawing/2014/main" id="{5C7BB932-39AA-22F6-DE38-2D6529893726}"/>
              </a:ext>
            </a:extLst>
          </p:cNvPr>
          <p:cNvSpPr txBox="1">
            <a:spLocks/>
          </p:cNvSpPr>
          <p:nvPr/>
        </p:nvSpPr>
        <p:spPr>
          <a:xfrm>
            <a:off x="118451" y="2028392"/>
            <a:ext cx="5070088" cy="1241251"/>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eaLnBrk="1" hangingPunct="1">
              <a:lnSpc>
                <a:spcPct val="80000"/>
              </a:lnSpc>
              <a:spcBef>
                <a:spcPts val="0"/>
              </a:spcBef>
              <a:spcAft>
                <a:spcPts val="0"/>
              </a:spcAft>
              <a:buClr>
                <a:schemeClr val="dk1"/>
              </a:buClr>
              <a:buSzPts val="7000"/>
              <a:buFont typeface="Bakbak One"/>
              <a:buNone/>
              <a:defRPr sz="5500" b="0" i="0" u="none" strike="noStrike" cap="none">
                <a:solidFill>
                  <a:schemeClr val="lt1"/>
                </a:solidFill>
                <a:latin typeface="Bakbak One"/>
                <a:ea typeface="Bakbak One"/>
                <a:cs typeface="Bakbak One"/>
                <a:sym typeface="Bakbak One"/>
              </a:defRPr>
            </a:lvl1pPr>
            <a:lvl2pPr marR="0" lvl="1" algn="ctr" rtl="0" eaLnBrk="1" hangingPunct="1">
              <a:lnSpc>
                <a:spcPct val="100000"/>
              </a:lnSpc>
              <a:spcBef>
                <a:spcPts val="0"/>
              </a:spcBef>
              <a:spcAft>
                <a:spcPts val="0"/>
              </a:spcAft>
              <a:buClr>
                <a:schemeClr val="dk1"/>
              </a:buClr>
              <a:buSzPts val="5000"/>
              <a:buFont typeface="Bakbak One"/>
              <a:buNone/>
              <a:defRPr sz="5000" b="0" i="0" u="none" strike="noStrike" cap="none">
                <a:solidFill>
                  <a:schemeClr val="dk1"/>
                </a:solidFill>
                <a:latin typeface="Bakbak One"/>
                <a:ea typeface="Bakbak One"/>
                <a:cs typeface="Bakbak One"/>
                <a:sym typeface="Bakbak One"/>
              </a:defRPr>
            </a:lvl2pPr>
            <a:lvl3pPr marR="0" lvl="2" algn="ctr" rtl="0" eaLnBrk="1" hangingPunct="1">
              <a:lnSpc>
                <a:spcPct val="100000"/>
              </a:lnSpc>
              <a:spcBef>
                <a:spcPts val="0"/>
              </a:spcBef>
              <a:spcAft>
                <a:spcPts val="0"/>
              </a:spcAft>
              <a:buClr>
                <a:schemeClr val="dk1"/>
              </a:buClr>
              <a:buSzPts val="5000"/>
              <a:buFont typeface="Bakbak One"/>
              <a:buNone/>
              <a:defRPr sz="5000" b="0" i="0" u="none" strike="noStrike" cap="none">
                <a:solidFill>
                  <a:schemeClr val="dk1"/>
                </a:solidFill>
                <a:latin typeface="Bakbak One"/>
                <a:ea typeface="Bakbak One"/>
                <a:cs typeface="Bakbak One"/>
                <a:sym typeface="Bakbak One"/>
              </a:defRPr>
            </a:lvl3pPr>
            <a:lvl4pPr marR="0" lvl="3" algn="ctr" rtl="0" eaLnBrk="1" hangingPunct="1">
              <a:lnSpc>
                <a:spcPct val="100000"/>
              </a:lnSpc>
              <a:spcBef>
                <a:spcPts val="0"/>
              </a:spcBef>
              <a:spcAft>
                <a:spcPts val="0"/>
              </a:spcAft>
              <a:buClr>
                <a:schemeClr val="dk1"/>
              </a:buClr>
              <a:buSzPts val="5000"/>
              <a:buFont typeface="Bakbak One"/>
              <a:buNone/>
              <a:defRPr sz="5000" b="0" i="0" u="none" strike="noStrike" cap="none">
                <a:solidFill>
                  <a:schemeClr val="dk1"/>
                </a:solidFill>
                <a:latin typeface="Bakbak One"/>
                <a:ea typeface="Bakbak One"/>
                <a:cs typeface="Bakbak One"/>
                <a:sym typeface="Bakbak One"/>
              </a:defRPr>
            </a:lvl4pPr>
            <a:lvl5pPr marR="0" lvl="4" algn="ctr" rtl="0" eaLnBrk="1" hangingPunct="1">
              <a:lnSpc>
                <a:spcPct val="100000"/>
              </a:lnSpc>
              <a:spcBef>
                <a:spcPts val="0"/>
              </a:spcBef>
              <a:spcAft>
                <a:spcPts val="0"/>
              </a:spcAft>
              <a:buClr>
                <a:schemeClr val="dk1"/>
              </a:buClr>
              <a:buSzPts val="5000"/>
              <a:buFont typeface="Bakbak One"/>
              <a:buNone/>
              <a:defRPr sz="5000" b="0" i="0" u="none" strike="noStrike" cap="none">
                <a:solidFill>
                  <a:schemeClr val="dk1"/>
                </a:solidFill>
                <a:latin typeface="Bakbak One"/>
                <a:ea typeface="Bakbak One"/>
                <a:cs typeface="Bakbak One"/>
                <a:sym typeface="Bakbak One"/>
              </a:defRPr>
            </a:lvl5pPr>
            <a:lvl6pPr marR="0" lvl="5" algn="ctr" rtl="0" eaLnBrk="1" hangingPunct="1">
              <a:lnSpc>
                <a:spcPct val="100000"/>
              </a:lnSpc>
              <a:spcBef>
                <a:spcPts val="0"/>
              </a:spcBef>
              <a:spcAft>
                <a:spcPts val="0"/>
              </a:spcAft>
              <a:buClr>
                <a:schemeClr val="dk1"/>
              </a:buClr>
              <a:buSzPts val="5000"/>
              <a:buFont typeface="Bakbak One"/>
              <a:buNone/>
              <a:defRPr sz="5000" b="0" i="0" u="none" strike="noStrike" cap="none">
                <a:solidFill>
                  <a:schemeClr val="dk1"/>
                </a:solidFill>
                <a:latin typeface="Bakbak One"/>
                <a:ea typeface="Bakbak One"/>
                <a:cs typeface="Bakbak One"/>
                <a:sym typeface="Bakbak One"/>
              </a:defRPr>
            </a:lvl6pPr>
            <a:lvl7pPr marR="0" lvl="6" algn="ctr" rtl="0" eaLnBrk="1" hangingPunct="1">
              <a:lnSpc>
                <a:spcPct val="100000"/>
              </a:lnSpc>
              <a:spcBef>
                <a:spcPts val="0"/>
              </a:spcBef>
              <a:spcAft>
                <a:spcPts val="0"/>
              </a:spcAft>
              <a:buClr>
                <a:schemeClr val="dk1"/>
              </a:buClr>
              <a:buSzPts val="5000"/>
              <a:buFont typeface="Bakbak One"/>
              <a:buNone/>
              <a:defRPr sz="5000" b="0" i="0" u="none" strike="noStrike" cap="none">
                <a:solidFill>
                  <a:schemeClr val="dk1"/>
                </a:solidFill>
                <a:latin typeface="Bakbak One"/>
                <a:ea typeface="Bakbak One"/>
                <a:cs typeface="Bakbak One"/>
                <a:sym typeface="Bakbak One"/>
              </a:defRPr>
            </a:lvl7pPr>
            <a:lvl8pPr marR="0" lvl="7" algn="ctr" rtl="0" eaLnBrk="1" hangingPunct="1">
              <a:lnSpc>
                <a:spcPct val="100000"/>
              </a:lnSpc>
              <a:spcBef>
                <a:spcPts val="0"/>
              </a:spcBef>
              <a:spcAft>
                <a:spcPts val="0"/>
              </a:spcAft>
              <a:buClr>
                <a:schemeClr val="dk1"/>
              </a:buClr>
              <a:buSzPts val="5000"/>
              <a:buFont typeface="Bakbak One"/>
              <a:buNone/>
              <a:defRPr sz="5000" b="0" i="0" u="none" strike="noStrike" cap="none">
                <a:solidFill>
                  <a:schemeClr val="dk1"/>
                </a:solidFill>
                <a:latin typeface="Bakbak One"/>
                <a:ea typeface="Bakbak One"/>
                <a:cs typeface="Bakbak One"/>
                <a:sym typeface="Bakbak One"/>
              </a:defRPr>
            </a:lvl8pPr>
            <a:lvl9pPr marR="0" lvl="8" algn="ctr" rtl="0" eaLnBrk="1" hangingPunct="1">
              <a:lnSpc>
                <a:spcPct val="100000"/>
              </a:lnSpc>
              <a:spcBef>
                <a:spcPts val="0"/>
              </a:spcBef>
              <a:spcAft>
                <a:spcPts val="0"/>
              </a:spcAft>
              <a:buClr>
                <a:schemeClr val="dk1"/>
              </a:buClr>
              <a:buSzPts val="5000"/>
              <a:buFont typeface="Bakbak One"/>
              <a:buNone/>
              <a:defRPr sz="5000" b="0" i="0" u="none" strike="noStrike" cap="none">
                <a:solidFill>
                  <a:schemeClr val="dk1"/>
                </a:solidFill>
                <a:latin typeface="Bakbak One"/>
                <a:ea typeface="Bakbak One"/>
                <a:cs typeface="Bakbak One"/>
                <a:sym typeface="Bakbak One"/>
              </a:defRPr>
            </a:lvl9pPr>
          </a:lstStyle>
          <a:p>
            <a:r>
              <a:rPr lang="en-US" dirty="0"/>
              <a:t>Forecasting</a:t>
            </a:r>
          </a:p>
        </p:txBody>
      </p:sp>
    </p:spTree>
    <p:extLst>
      <p:ext uri="{BB962C8B-B14F-4D97-AF65-F5344CB8AC3E}">
        <p14:creationId xmlns:p14="http://schemas.microsoft.com/office/powerpoint/2010/main" val="6548009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7" presetClass="path" presetSubtype="0" accel="50000" decel="50000" fill="hold" nodeType="afterEffect">
                                  <p:stCondLst>
                                    <p:cond delay="0"/>
                                  </p:stCondLst>
                                  <p:childTnLst>
                                    <p:animMotion origin="layout" path="M 0.34843 -0.26172 C 0.37048 -0.24938 0.34062 -0.24598 0.30903 -0.22376 C 0.27743 -0.20031 0.20173 -0.15401 0.1585 -0.12407 C 0.1151 -0.09382 0.03559 -0.03179 0.04948 -0.04105 C 0.07153 -0.05432 -0.39011 0.15062 -0.36736 0.1392 " pathEditMode="relative" rAng="0" ptsTypes="AAAAA">
                                      <p:cBhvr>
                                        <p:cTn id="6" dur="1000" fill="hold"/>
                                        <p:tgtEl>
                                          <p:spTgt spid="4"/>
                                        </p:tgtEl>
                                        <p:attrNameLst>
                                          <p:attrName>ppt_x</p:attrName>
                                          <p:attrName>ppt_y</p:attrName>
                                        </p:attrNameLst>
                                      </p:cBhvr>
                                      <p:rCtr x="-35451" y="20062"/>
                                    </p:animMotion>
                                  </p:childTnLst>
                                </p:cTn>
                              </p:par>
                              <p:par>
                                <p:cTn id="7" presetID="53" presetClass="entr" presetSubtype="16" fill="hold" nodeType="withEffect">
                                  <p:stCondLst>
                                    <p:cond delay="0"/>
                                  </p:stCondLst>
                                  <p:childTnLst>
                                    <p:set>
                                      <p:cBhvr>
                                        <p:cTn id="8" dur="1" fill="hold">
                                          <p:stCondLst>
                                            <p:cond delay="0"/>
                                          </p:stCondLst>
                                        </p:cTn>
                                        <p:tgtEl>
                                          <p:spTgt spid="4"/>
                                        </p:tgtEl>
                                        <p:attrNameLst>
                                          <p:attrName>style.visibility</p:attrName>
                                        </p:attrNameLst>
                                      </p:cBhvr>
                                      <p:to>
                                        <p:strVal val="visible"/>
                                      </p:to>
                                    </p:set>
                                    <p:anim calcmode="lin" valueType="num">
                                      <p:cBhvr>
                                        <p:cTn id="9" dur="1000" fill="hold"/>
                                        <p:tgtEl>
                                          <p:spTgt spid="4"/>
                                        </p:tgtEl>
                                        <p:attrNameLst>
                                          <p:attrName>ppt_w</p:attrName>
                                        </p:attrNameLst>
                                      </p:cBhvr>
                                      <p:tavLst>
                                        <p:tav tm="0">
                                          <p:val>
                                            <p:fltVal val="0"/>
                                          </p:val>
                                        </p:tav>
                                        <p:tav tm="100000">
                                          <p:val>
                                            <p:strVal val="#ppt_w"/>
                                          </p:val>
                                        </p:tav>
                                      </p:tavLst>
                                    </p:anim>
                                    <p:anim calcmode="lin" valueType="num">
                                      <p:cBhvr>
                                        <p:cTn id="10" dur="1000" fill="hold"/>
                                        <p:tgtEl>
                                          <p:spTgt spid="4"/>
                                        </p:tgtEl>
                                        <p:attrNameLst>
                                          <p:attrName>ppt_h</p:attrName>
                                        </p:attrNameLst>
                                      </p:cBhvr>
                                      <p:tavLst>
                                        <p:tav tm="0">
                                          <p:val>
                                            <p:fltVal val="0"/>
                                          </p:val>
                                        </p:tav>
                                        <p:tav tm="100000">
                                          <p:val>
                                            <p:strVal val="#ppt_h"/>
                                          </p:val>
                                        </p:tav>
                                      </p:tavLst>
                                    </p:anim>
                                    <p:animEffect transition="in" filter="fade">
                                      <p:cBhvr>
                                        <p:cTn id="11"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2"/>
          <p:cNvGrpSpPr/>
          <p:nvPr/>
        </p:nvGrpSpPr>
        <p:grpSpPr>
          <a:xfrm>
            <a:off x="-1713620" y="2390475"/>
            <a:ext cx="10890094" cy="1760625"/>
            <a:chOff x="0" y="0"/>
            <a:chExt cx="29040251" cy="4695000"/>
          </a:xfrm>
        </p:grpSpPr>
        <p:sp>
          <p:nvSpPr>
            <p:cNvPr id="6" name="Freeform 3"/>
            <p:cNvSpPr/>
            <p:nvPr/>
          </p:nvSpPr>
          <p:spPr>
            <a:xfrm>
              <a:off x="0" y="0"/>
              <a:ext cx="29040200" cy="4695063"/>
            </a:xfrm>
            <a:custGeom>
              <a:avLst/>
              <a:gdLst/>
              <a:ahLst/>
              <a:cxnLst/>
              <a:rect l="l" t="t" r="r" b="b"/>
              <a:pathLst>
                <a:path w="29040200" h="4695063">
                  <a:moveTo>
                    <a:pt x="29040200" y="0"/>
                  </a:moveTo>
                  <a:cubicBezTo>
                    <a:pt x="29040200" y="0"/>
                    <a:pt x="21527261" y="1954022"/>
                    <a:pt x="21063203" y="1968627"/>
                  </a:cubicBezTo>
                  <a:cubicBezTo>
                    <a:pt x="21060028" y="1968754"/>
                    <a:pt x="21056344" y="1968881"/>
                    <a:pt x="21052281" y="1968881"/>
                  </a:cubicBezTo>
                  <a:cubicBezTo>
                    <a:pt x="20447634" y="1968881"/>
                    <a:pt x="9251822" y="908685"/>
                    <a:pt x="7876285" y="842264"/>
                  </a:cubicBezTo>
                  <a:cubicBezTo>
                    <a:pt x="7823834" y="839724"/>
                    <a:pt x="7764017" y="838454"/>
                    <a:pt x="7697596" y="838454"/>
                  </a:cubicBezTo>
                  <a:cubicBezTo>
                    <a:pt x="6010909" y="838454"/>
                    <a:pt x="14477" y="1636395"/>
                    <a:pt x="14477" y="1636395"/>
                  </a:cubicBezTo>
                  <a:lnTo>
                    <a:pt x="0" y="4695063"/>
                  </a:lnTo>
                  <a:lnTo>
                    <a:pt x="29040200" y="4695063"/>
                  </a:lnTo>
                  <a:lnTo>
                    <a:pt x="29040200" y="0"/>
                  </a:lnTo>
                  <a:close/>
                </a:path>
              </a:pathLst>
            </a:custGeom>
            <a:solidFill>
              <a:srgbClr val="D9ECD3">
                <a:alpha val="49020"/>
              </a:srgbClr>
            </a:solidFill>
          </p:spPr>
          <p:txBody>
            <a:bodyPr/>
            <a:lstStyle/>
            <a:p>
              <a:endParaRPr lang="en-US"/>
            </a:p>
          </p:txBody>
        </p:sp>
      </p:grpSp>
      <p:sp>
        <p:nvSpPr>
          <p:cNvPr id="30" name="Freeform 27"/>
          <p:cNvSpPr/>
          <p:nvPr/>
        </p:nvSpPr>
        <p:spPr>
          <a:xfrm>
            <a:off x="-81229" y="4968450"/>
            <a:ext cx="9424303" cy="156827"/>
          </a:xfrm>
          <a:custGeom>
            <a:avLst/>
            <a:gdLst/>
            <a:ahLst/>
            <a:cxnLst/>
            <a:rect l="l" t="t" r="r" b="b"/>
            <a:pathLst>
              <a:path w="18288000" h="271400">
                <a:moveTo>
                  <a:pt x="0" y="0"/>
                </a:moveTo>
                <a:lnTo>
                  <a:pt x="18288000" y="0"/>
                </a:lnTo>
                <a:lnTo>
                  <a:pt x="18288000" y="271400"/>
                </a:lnTo>
                <a:lnTo>
                  <a:pt x="0" y="2714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dirty="0"/>
          </a:p>
        </p:txBody>
      </p:sp>
      <p:grpSp>
        <p:nvGrpSpPr>
          <p:cNvPr id="32" name="Group 30"/>
          <p:cNvGrpSpPr/>
          <p:nvPr/>
        </p:nvGrpSpPr>
        <p:grpSpPr>
          <a:xfrm>
            <a:off x="1582075" y="175050"/>
            <a:ext cx="3403700" cy="364450"/>
            <a:chOff x="0" y="0"/>
            <a:chExt cx="9076533" cy="971867"/>
          </a:xfrm>
        </p:grpSpPr>
        <p:sp>
          <p:nvSpPr>
            <p:cNvPr id="33" name="Freeform 31"/>
            <p:cNvSpPr/>
            <p:nvPr/>
          </p:nvSpPr>
          <p:spPr>
            <a:xfrm>
              <a:off x="0" y="0"/>
              <a:ext cx="9076436" cy="971804"/>
            </a:xfrm>
            <a:custGeom>
              <a:avLst/>
              <a:gdLst/>
              <a:ahLst/>
              <a:cxnLst/>
              <a:rect l="l" t="t" r="r" b="b"/>
              <a:pathLst>
                <a:path w="9076436" h="971804">
                  <a:moveTo>
                    <a:pt x="6815201" y="0"/>
                  </a:moveTo>
                  <a:cubicBezTo>
                    <a:pt x="5504815" y="0"/>
                    <a:pt x="5145405" y="160909"/>
                    <a:pt x="5668899" y="205867"/>
                  </a:cubicBezTo>
                  <a:cubicBezTo>
                    <a:pt x="6192393" y="250825"/>
                    <a:pt x="7129780" y="526669"/>
                    <a:pt x="4275963" y="526669"/>
                  </a:cubicBezTo>
                  <a:cubicBezTo>
                    <a:pt x="3110865" y="526669"/>
                    <a:pt x="0" y="971804"/>
                    <a:pt x="4764024" y="971804"/>
                  </a:cubicBezTo>
                  <a:lnTo>
                    <a:pt x="7785989" y="971804"/>
                  </a:lnTo>
                  <a:cubicBezTo>
                    <a:pt x="9076436" y="971804"/>
                    <a:pt x="8389874" y="599821"/>
                    <a:pt x="7502779" y="599821"/>
                  </a:cubicBezTo>
                  <a:cubicBezTo>
                    <a:pt x="7081647" y="599821"/>
                    <a:pt x="8940673" y="0"/>
                    <a:pt x="6815201" y="0"/>
                  </a:cubicBezTo>
                  <a:close/>
                </a:path>
              </a:pathLst>
            </a:custGeom>
            <a:solidFill>
              <a:srgbClr val="FFFFFF">
                <a:alpha val="16863"/>
              </a:srgbClr>
            </a:solidFill>
          </p:spPr>
          <p:txBody>
            <a:bodyPr/>
            <a:lstStyle/>
            <a:p>
              <a:endParaRPr lang="en-US"/>
            </a:p>
          </p:txBody>
        </p:sp>
      </p:grpSp>
      <p:grpSp>
        <p:nvGrpSpPr>
          <p:cNvPr id="36" name="Group 34"/>
          <p:cNvGrpSpPr/>
          <p:nvPr/>
        </p:nvGrpSpPr>
        <p:grpSpPr>
          <a:xfrm>
            <a:off x="-1682887" y="1208938"/>
            <a:ext cx="10828625" cy="1112950"/>
            <a:chOff x="0" y="0"/>
            <a:chExt cx="28876333" cy="2967867"/>
          </a:xfrm>
        </p:grpSpPr>
        <p:sp>
          <p:nvSpPr>
            <p:cNvPr id="37" name="Freeform 35"/>
            <p:cNvSpPr/>
            <p:nvPr/>
          </p:nvSpPr>
          <p:spPr>
            <a:xfrm>
              <a:off x="0" y="127"/>
              <a:ext cx="28876371" cy="2967609"/>
            </a:xfrm>
            <a:custGeom>
              <a:avLst/>
              <a:gdLst/>
              <a:ahLst/>
              <a:cxnLst/>
              <a:rect l="l" t="t" r="r" b="b"/>
              <a:pathLst>
                <a:path w="28876371" h="2967609">
                  <a:moveTo>
                    <a:pt x="28876371" y="0"/>
                  </a:moveTo>
                  <a:cubicBezTo>
                    <a:pt x="28876371" y="0"/>
                    <a:pt x="19633057" y="1069975"/>
                    <a:pt x="19350101" y="1069975"/>
                  </a:cubicBezTo>
                  <a:cubicBezTo>
                    <a:pt x="19068542" y="1069975"/>
                    <a:pt x="9494647" y="699008"/>
                    <a:pt x="9494647" y="699008"/>
                  </a:cubicBezTo>
                  <a:lnTo>
                    <a:pt x="0" y="1069975"/>
                  </a:lnTo>
                  <a:lnTo>
                    <a:pt x="0" y="1961261"/>
                  </a:lnTo>
                  <a:cubicBezTo>
                    <a:pt x="167132" y="1946783"/>
                    <a:pt x="501777" y="1940306"/>
                    <a:pt x="945642" y="1940306"/>
                  </a:cubicBezTo>
                  <a:cubicBezTo>
                    <a:pt x="3059049" y="1940306"/>
                    <a:pt x="7648575" y="2086610"/>
                    <a:pt x="8414512" y="2205736"/>
                  </a:cubicBezTo>
                  <a:cubicBezTo>
                    <a:pt x="9332468" y="2348738"/>
                    <a:pt x="20547456" y="2967609"/>
                    <a:pt x="20940776" y="2967609"/>
                  </a:cubicBezTo>
                  <a:cubicBezTo>
                    <a:pt x="20944078" y="2967609"/>
                    <a:pt x="20946618" y="2967482"/>
                    <a:pt x="20948269" y="2967482"/>
                  </a:cubicBezTo>
                  <a:cubicBezTo>
                    <a:pt x="21163407" y="2955925"/>
                    <a:pt x="28876244" y="1238123"/>
                    <a:pt x="28876244" y="1238123"/>
                  </a:cubicBezTo>
                  <a:lnTo>
                    <a:pt x="28876244" y="0"/>
                  </a:lnTo>
                  <a:close/>
                </a:path>
              </a:pathLst>
            </a:custGeom>
            <a:solidFill>
              <a:srgbClr val="FFFFFF">
                <a:alpha val="16863"/>
              </a:srgbClr>
            </a:solidFill>
          </p:spPr>
          <p:txBody>
            <a:bodyPr/>
            <a:lstStyle/>
            <a:p>
              <a:endParaRPr lang="en-US"/>
            </a:p>
          </p:txBody>
        </p:sp>
      </p:grpSp>
      <p:grpSp>
        <p:nvGrpSpPr>
          <p:cNvPr id="38" name="Group 36"/>
          <p:cNvGrpSpPr/>
          <p:nvPr/>
        </p:nvGrpSpPr>
        <p:grpSpPr>
          <a:xfrm>
            <a:off x="124025" y="580325"/>
            <a:ext cx="2262175" cy="302175"/>
            <a:chOff x="0" y="0"/>
            <a:chExt cx="6032467" cy="805800"/>
          </a:xfrm>
        </p:grpSpPr>
        <p:sp>
          <p:nvSpPr>
            <p:cNvPr id="39" name="Freeform 37"/>
            <p:cNvSpPr/>
            <p:nvPr/>
          </p:nvSpPr>
          <p:spPr>
            <a:xfrm>
              <a:off x="0" y="127"/>
              <a:ext cx="6032500" cy="805561"/>
            </a:xfrm>
            <a:custGeom>
              <a:avLst/>
              <a:gdLst/>
              <a:ahLst/>
              <a:cxnLst/>
              <a:rect l="l" t="t" r="r" b="b"/>
              <a:pathLst>
                <a:path w="6032500" h="805561">
                  <a:moveTo>
                    <a:pt x="1277112" y="0"/>
                  </a:moveTo>
                  <a:cubicBezTo>
                    <a:pt x="0" y="0"/>
                    <a:pt x="1022985" y="786638"/>
                    <a:pt x="1022985" y="786638"/>
                  </a:cubicBezTo>
                  <a:cubicBezTo>
                    <a:pt x="1022985" y="786638"/>
                    <a:pt x="2099691" y="805561"/>
                    <a:pt x="3219196" y="805561"/>
                  </a:cubicBezTo>
                  <a:cubicBezTo>
                    <a:pt x="4593590" y="805561"/>
                    <a:pt x="6032500" y="777113"/>
                    <a:pt x="5621782" y="649859"/>
                  </a:cubicBezTo>
                  <a:cubicBezTo>
                    <a:pt x="4876800" y="418846"/>
                    <a:pt x="2291588" y="389636"/>
                    <a:pt x="2499487" y="300863"/>
                  </a:cubicBezTo>
                  <a:cubicBezTo>
                    <a:pt x="2706370" y="210947"/>
                    <a:pt x="2977007" y="73025"/>
                    <a:pt x="1446149" y="4064"/>
                  </a:cubicBezTo>
                  <a:cubicBezTo>
                    <a:pt x="1385697" y="1270"/>
                    <a:pt x="1329436" y="0"/>
                    <a:pt x="1276985" y="0"/>
                  </a:cubicBezTo>
                  <a:close/>
                </a:path>
              </a:pathLst>
            </a:custGeom>
            <a:solidFill>
              <a:srgbClr val="FFFFFF">
                <a:alpha val="16863"/>
              </a:srgbClr>
            </a:solidFill>
          </p:spPr>
          <p:txBody>
            <a:bodyPr/>
            <a:lstStyle/>
            <a:p>
              <a:endParaRPr lang="en-US"/>
            </a:p>
          </p:txBody>
        </p:sp>
      </p:grpSp>
      <p:sp>
        <p:nvSpPr>
          <p:cNvPr id="61" name="Google Shape;435;p42">
            <a:extLst>
              <a:ext uri="{FF2B5EF4-FFF2-40B4-BE49-F238E27FC236}">
                <a16:creationId xmlns:a16="http://schemas.microsoft.com/office/drawing/2014/main" id="{45104F31-A5CC-0234-958E-74ABC247FF7C}"/>
              </a:ext>
            </a:extLst>
          </p:cNvPr>
          <p:cNvSpPr txBox="1">
            <a:spLocks noGrp="1"/>
          </p:cNvSpPr>
          <p:nvPr>
            <p:ph type="title"/>
          </p:nvPr>
        </p:nvSpPr>
        <p:spPr>
          <a:xfrm>
            <a:off x="58922" y="34577"/>
            <a:ext cx="9144000" cy="645372"/>
          </a:xfrm>
          <a:prstGeom prst="rect">
            <a:avLst/>
          </a:prstGeom>
        </p:spPr>
        <p:txBody>
          <a:bodyPr spcFirstLastPara="1" wrap="square" lIns="91425" tIns="91425" rIns="91425" bIns="91425" anchor="t" anchorCtr="0">
            <a:noAutofit/>
          </a:bodyPr>
          <a:lstStyle/>
          <a:p>
            <a:pPr lvl="0"/>
            <a:r>
              <a:rPr lang="en-US" sz="2800" b="1" kern="1200" dirty="0">
                <a:solidFill>
                  <a:srgbClr val="0070C0"/>
                </a:solidFill>
                <a:latin typeface="Neue Haas Grotesk Text Pro"/>
                <a:ea typeface="+mj-ea"/>
                <a:cs typeface="+mj-cs"/>
              </a:rPr>
              <a:t>Transforming Cleaned Data into Actionable Metrics</a:t>
            </a:r>
            <a:endParaRPr sz="3200" b="1" dirty="0">
              <a:solidFill>
                <a:srgbClr val="0070C0"/>
              </a:solidFill>
              <a:latin typeface="Calibri" panose="020F0502020204030204" pitchFamily="34" charset="0"/>
              <a:cs typeface="Calibri" panose="020F0502020204030204" pitchFamily="34" charset="0"/>
            </a:endParaRPr>
          </a:p>
        </p:txBody>
      </p:sp>
      <p:sp>
        <p:nvSpPr>
          <p:cNvPr id="62" name="Google Shape;436;p42">
            <a:extLst>
              <a:ext uri="{FF2B5EF4-FFF2-40B4-BE49-F238E27FC236}">
                <a16:creationId xmlns:a16="http://schemas.microsoft.com/office/drawing/2014/main" id="{E5B97F28-9D5C-A2D8-2B68-B3E85EA7B1E6}"/>
              </a:ext>
            </a:extLst>
          </p:cNvPr>
          <p:cNvSpPr txBox="1">
            <a:spLocks noGrp="1"/>
          </p:cNvSpPr>
          <p:nvPr>
            <p:ph type="subTitle" idx="1"/>
          </p:nvPr>
        </p:nvSpPr>
        <p:spPr>
          <a:xfrm>
            <a:off x="-184360" y="663595"/>
            <a:ext cx="4516718" cy="2486100"/>
          </a:xfrm>
          <a:prstGeom prst="rect">
            <a:avLst/>
          </a:prstGeom>
        </p:spPr>
        <p:txBody>
          <a:bodyPr spcFirstLastPara="1" wrap="square" lIns="91425" tIns="91425" rIns="91425" bIns="91425" anchor="t" anchorCtr="0">
            <a:noAutofit/>
          </a:bodyPr>
          <a:lstStyle/>
          <a:p>
            <a:pPr marL="482600">
              <a:buSzPts val="1400"/>
              <a:buFont typeface="Arial" panose="020B0604020202020204" pitchFamily="34" charset="0"/>
              <a:buChar char="•"/>
            </a:pPr>
            <a:r>
              <a:rPr lang="en-US" sz="2000" b="1" dirty="0">
                <a:solidFill>
                  <a:srgbClr val="002060"/>
                </a:solidFill>
                <a:latin typeface="Yu Gothic UI" panose="020B0500000000000000" pitchFamily="34" charset="-128"/>
                <a:ea typeface="Yu Gothic UI" panose="020B0500000000000000" pitchFamily="34" charset="-128"/>
                <a:cs typeface="Urdu Typesetting" panose="03020402040406030203" pitchFamily="66" charset="-78"/>
              </a:rPr>
              <a:t>Input:</a:t>
            </a:r>
            <a:br>
              <a:rPr lang="en-US" sz="2000" dirty="0">
                <a:solidFill>
                  <a:srgbClr val="002060"/>
                </a:solidFill>
                <a:latin typeface="Yu Gothic UI" panose="020B0500000000000000" pitchFamily="34" charset="-128"/>
                <a:ea typeface="Yu Gothic UI" panose="020B0500000000000000" pitchFamily="34" charset="-128"/>
                <a:cs typeface="Urdu Typesetting" panose="03020402040406030203" pitchFamily="66" charset="-78"/>
              </a:rPr>
            </a:br>
            <a:r>
              <a:rPr lang="en-US" sz="2000" dirty="0">
                <a:solidFill>
                  <a:srgbClr val="002060"/>
                </a:solidFill>
                <a:latin typeface="Yu Gothic UI" panose="020B0500000000000000" pitchFamily="34" charset="-128"/>
                <a:ea typeface="Yu Gothic UI" panose="020B0500000000000000" pitchFamily="34" charset="-128"/>
                <a:cs typeface="Urdu Typesetting" panose="03020402040406030203" pitchFamily="66" charset="-78"/>
              </a:rPr>
              <a:t>Cleaned dataset following the data cleaning and preprocessing stage.</a:t>
            </a:r>
          </a:p>
          <a:p>
            <a:pPr marL="482600">
              <a:buSzPts val="1400"/>
              <a:buFont typeface="Arial" panose="020B0604020202020204" pitchFamily="34" charset="0"/>
              <a:buChar char="•"/>
            </a:pPr>
            <a:r>
              <a:rPr lang="en-US" sz="2000" b="1" dirty="0">
                <a:solidFill>
                  <a:srgbClr val="002060"/>
                </a:solidFill>
                <a:latin typeface="Yu Gothic UI" panose="020B0500000000000000" pitchFamily="34" charset="-128"/>
                <a:ea typeface="Yu Gothic UI" panose="020B0500000000000000" pitchFamily="34" charset="-128"/>
                <a:cs typeface="Urdu Typesetting" panose="03020402040406030203" pitchFamily="66" charset="-78"/>
              </a:rPr>
              <a:t>Next Step:</a:t>
            </a:r>
            <a:br>
              <a:rPr lang="en-US" sz="2000" b="1" dirty="0">
                <a:solidFill>
                  <a:srgbClr val="002060"/>
                </a:solidFill>
                <a:latin typeface="Yu Gothic UI" panose="020B0500000000000000" pitchFamily="34" charset="-128"/>
                <a:ea typeface="Yu Gothic UI" panose="020B0500000000000000" pitchFamily="34" charset="-128"/>
                <a:cs typeface="Urdu Typesetting" panose="03020402040406030203" pitchFamily="66" charset="-78"/>
              </a:rPr>
            </a:br>
            <a:r>
              <a:rPr lang="en-US" sz="2000" dirty="0">
                <a:solidFill>
                  <a:srgbClr val="002060"/>
                </a:solidFill>
                <a:latin typeface="Yu Gothic UI" panose="020B0500000000000000" pitchFamily="34" charset="-128"/>
                <a:ea typeface="Yu Gothic UI" panose="020B0500000000000000" pitchFamily="34" charset="-128"/>
                <a:cs typeface="Urdu Typesetting" panose="03020402040406030203" pitchFamily="66" charset="-78"/>
              </a:rPr>
              <a:t>Aggregate daily records to derive meaningful operational metrics.</a:t>
            </a:r>
          </a:p>
          <a:p>
            <a:pPr marL="482600">
              <a:buSzPts val="1400"/>
              <a:buFont typeface="Arial" panose="020B0604020202020204" pitchFamily="34" charset="0"/>
              <a:buChar char="•"/>
            </a:pPr>
            <a:r>
              <a:rPr lang="en-US" sz="2000" b="1" dirty="0">
                <a:solidFill>
                  <a:srgbClr val="002060"/>
                </a:solidFill>
                <a:latin typeface="Yu Gothic UI" panose="020B0500000000000000" pitchFamily="34" charset="-128"/>
                <a:ea typeface="Yu Gothic UI" panose="020B0500000000000000" pitchFamily="34" charset="-128"/>
                <a:cs typeface="Urdu Typesetting" panose="03020402040406030203" pitchFamily="66" charset="-78"/>
              </a:rPr>
              <a:t>Key Metrics:</a:t>
            </a:r>
          </a:p>
          <a:p>
            <a:pPr marL="939800" lvl="1" indent="-342900">
              <a:buFont typeface="Wingdings" panose="05000000000000000000" pitchFamily="2" charset="2"/>
              <a:buChar char="§"/>
            </a:pPr>
            <a:r>
              <a:rPr lang="en-US" sz="2000" dirty="0">
                <a:solidFill>
                  <a:srgbClr val="002060"/>
                </a:solidFill>
                <a:latin typeface="Yu Gothic UI" panose="020B0500000000000000" pitchFamily="34" charset="-128"/>
                <a:ea typeface="Yu Gothic UI" panose="020B0500000000000000" pitchFamily="34" charset="-128"/>
                <a:cs typeface="Urdu Typesetting" panose="03020402040406030203" pitchFamily="66" charset="-78"/>
              </a:rPr>
              <a:t>Total Bookings</a:t>
            </a:r>
          </a:p>
          <a:p>
            <a:pPr marL="939800" lvl="1" indent="-342900">
              <a:buFont typeface="Wingdings" panose="05000000000000000000" pitchFamily="2" charset="2"/>
              <a:buChar char="§"/>
            </a:pPr>
            <a:r>
              <a:rPr lang="en-US" sz="2000" dirty="0">
                <a:solidFill>
                  <a:srgbClr val="002060"/>
                </a:solidFill>
                <a:latin typeface="Yu Gothic UI" panose="020B0500000000000000" pitchFamily="34" charset="-128"/>
                <a:ea typeface="Yu Gothic UI" panose="020B0500000000000000" pitchFamily="34" charset="-128"/>
                <a:cs typeface="Urdu Typesetting" panose="03020402040406030203" pitchFamily="66" charset="-78"/>
              </a:rPr>
              <a:t>Total Journeys</a:t>
            </a:r>
          </a:p>
          <a:p>
            <a:pPr marL="939800" lvl="1" indent="-342900">
              <a:buFont typeface="Wingdings" panose="05000000000000000000" pitchFamily="2" charset="2"/>
              <a:buChar char="§"/>
            </a:pPr>
            <a:r>
              <a:rPr lang="en-US" sz="2000" dirty="0">
                <a:solidFill>
                  <a:srgbClr val="002060"/>
                </a:solidFill>
                <a:latin typeface="Yu Gothic UI" panose="020B0500000000000000" pitchFamily="34" charset="-128"/>
                <a:ea typeface="Yu Gothic UI" panose="020B0500000000000000" pitchFamily="34" charset="-128"/>
                <a:cs typeface="Urdu Typesetting" panose="03020402040406030203" pitchFamily="66" charset="-78"/>
              </a:rPr>
              <a:t>Total Revenue</a:t>
            </a:r>
          </a:p>
          <a:p>
            <a:pPr marL="939800" lvl="1" indent="-342900">
              <a:buFont typeface="Wingdings" panose="05000000000000000000" pitchFamily="2" charset="2"/>
              <a:buChar char="§"/>
            </a:pPr>
            <a:r>
              <a:rPr lang="en-US" sz="2000" dirty="0">
                <a:solidFill>
                  <a:srgbClr val="002060"/>
                </a:solidFill>
                <a:latin typeface="Yu Gothic UI" panose="020B0500000000000000" pitchFamily="34" charset="-128"/>
                <a:ea typeface="Yu Gothic UI" panose="020B0500000000000000" pitchFamily="34" charset="-128"/>
                <a:cs typeface="Urdu Typesetting" panose="03020402040406030203" pitchFamily="66" charset="-78"/>
              </a:rPr>
              <a:t>First-Class Reservation Counts</a:t>
            </a:r>
          </a:p>
          <a:p>
            <a:pPr marL="139700" indent="0">
              <a:lnSpc>
                <a:spcPct val="150000"/>
              </a:lnSpc>
              <a:buSzPts val="1400"/>
            </a:pPr>
            <a:br>
              <a:rPr lang="en-US" dirty="0">
                <a:solidFill>
                  <a:srgbClr val="002060"/>
                </a:solidFill>
              </a:rPr>
            </a:br>
            <a:endParaRPr lang="en-US" dirty="0">
              <a:solidFill>
                <a:srgbClr val="002060"/>
              </a:solidFill>
            </a:endParaRPr>
          </a:p>
        </p:txBody>
      </p:sp>
      <p:pic>
        <p:nvPicPr>
          <p:cNvPr id="2" name="Picture 1">
            <a:extLst>
              <a:ext uri="{FF2B5EF4-FFF2-40B4-BE49-F238E27FC236}">
                <a16:creationId xmlns:a16="http://schemas.microsoft.com/office/drawing/2014/main" id="{8B792194-0910-4325-54ED-6AF091220074}"/>
              </a:ext>
            </a:extLst>
          </p:cNvPr>
          <p:cNvPicPr>
            <a:picLocks noChangeAspect="1"/>
          </p:cNvPicPr>
          <p:nvPr/>
        </p:nvPicPr>
        <p:blipFill>
          <a:blip r:embed="rId4"/>
          <a:stretch>
            <a:fillRect/>
          </a:stretch>
        </p:blipFill>
        <p:spPr>
          <a:xfrm>
            <a:off x="4572000" y="663595"/>
            <a:ext cx="4244286" cy="4081897"/>
          </a:xfrm>
          <a:prstGeom prst="rect">
            <a:avLst/>
          </a:prstGeom>
        </p:spPr>
      </p:pic>
    </p:spTree>
    <p:extLst>
      <p:ext uri="{BB962C8B-B14F-4D97-AF65-F5344CB8AC3E}">
        <p14:creationId xmlns:p14="http://schemas.microsoft.com/office/powerpoint/2010/main" val="14680284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2"/>
          <p:cNvGrpSpPr/>
          <p:nvPr/>
        </p:nvGrpSpPr>
        <p:grpSpPr>
          <a:xfrm>
            <a:off x="-1713620" y="2390475"/>
            <a:ext cx="10890094" cy="1760625"/>
            <a:chOff x="0" y="0"/>
            <a:chExt cx="29040251" cy="4695000"/>
          </a:xfrm>
        </p:grpSpPr>
        <p:sp>
          <p:nvSpPr>
            <p:cNvPr id="6" name="Freeform 3"/>
            <p:cNvSpPr/>
            <p:nvPr/>
          </p:nvSpPr>
          <p:spPr>
            <a:xfrm>
              <a:off x="0" y="0"/>
              <a:ext cx="29040200" cy="4695063"/>
            </a:xfrm>
            <a:custGeom>
              <a:avLst/>
              <a:gdLst/>
              <a:ahLst/>
              <a:cxnLst/>
              <a:rect l="l" t="t" r="r" b="b"/>
              <a:pathLst>
                <a:path w="29040200" h="4695063">
                  <a:moveTo>
                    <a:pt x="29040200" y="0"/>
                  </a:moveTo>
                  <a:cubicBezTo>
                    <a:pt x="29040200" y="0"/>
                    <a:pt x="21527261" y="1954022"/>
                    <a:pt x="21063203" y="1968627"/>
                  </a:cubicBezTo>
                  <a:cubicBezTo>
                    <a:pt x="21060028" y="1968754"/>
                    <a:pt x="21056344" y="1968881"/>
                    <a:pt x="21052281" y="1968881"/>
                  </a:cubicBezTo>
                  <a:cubicBezTo>
                    <a:pt x="20447634" y="1968881"/>
                    <a:pt x="9251822" y="908685"/>
                    <a:pt x="7876285" y="842264"/>
                  </a:cubicBezTo>
                  <a:cubicBezTo>
                    <a:pt x="7823834" y="839724"/>
                    <a:pt x="7764017" y="838454"/>
                    <a:pt x="7697596" y="838454"/>
                  </a:cubicBezTo>
                  <a:cubicBezTo>
                    <a:pt x="6010909" y="838454"/>
                    <a:pt x="14477" y="1636395"/>
                    <a:pt x="14477" y="1636395"/>
                  </a:cubicBezTo>
                  <a:lnTo>
                    <a:pt x="0" y="4695063"/>
                  </a:lnTo>
                  <a:lnTo>
                    <a:pt x="29040200" y="4695063"/>
                  </a:lnTo>
                  <a:lnTo>
                    <a:pt x="29040200" y="0"/>
                  </a:lnTo>
                  <a:close/>
                </a:path>
              </a:pathLst>
            </a:custGeom>
            <a:solidFill>
              <a:srgbClr val="D9ECD3">
                <a:alpha val="49020"/>
              </a:srgbClr>
            </a:solidFill>
          </p:spPr>
          <p:txBody>
            <a:bodyPr/>
            <a:lstStyle/>
            <a:p>
              <a:endParaRPr lang="en-US"/>
            </a:p>
          </p:txBody>
        </p:sp>
      </p:grpSp>
      <p:sp>
        <p:nvSpPr>
          <p:cNvPr id="30" name="Freeform 27"/>
          <p:cNvSpPr/>
          <p:nvPr/>
        </p:nvSpPr>
        <p:spPr>
          <a:xfrm>
            <a:off x="-81229" y="4968450"/>
            <a:ext cx="9424303" cy="156827"/>
          </a:xfrm>
          <a:custGeom>
            <a:avLst/>
            <a:gdLst/>
            <a:ahLst/>
            <a:cxnLst/>
            <a:rect l="l" t="t" r="r" b="b"/>
            <a:pathLst>
              <a:path w="18288000" h="271400">
                <a:moveTo>
                  <a:pt x="0" y="0"/>
                </a:moveTo>
                <a:lnTo>
                  <a:pt x="18288000" y="0"/>
                </a:lnTo>
                <a:lnTo>
                  <a:pt x="18288000" y="271400"/>
                </a:lnTo>
                <a:lnTo>
                  <a:pt x="0" y="2714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dirty="0"/>
          </a:p>
        </p:txBody>
      </p:sp>
      <p:grpSp>
        <p:nvGrpSpPr>
          <p:cNvPr id="32" name="Group 30"/>
          <p:cNvGrpSpPr/>
          <p:nvPr/>
        </p:nvGrpSpPr>
        <p:grpSpPr>
          <a:xfrm>
            <a:off x="1582075" y="175050"/>
            <a:ext cx="3403700" cy="364450"/>
            <a:chOff x="0" y="0"/>
            <a:chExt cx="9076533" cy="971867"/>
          </a:xfrm>
        </p:grpSpPr>
        <p:sp>
          <p:nvSpPr>
            <p:cNvPr id="33" name="Freeform 31"/>
            <p:cNvSpPr/>
            <p:nvPr/>
          </p:nvSpPr>
          <p:spPr>
            <a:xfrm>
              <a:off x="0" y="0"/>
              <a:ext cx="9076436" cy="971804"/>
            </a:xfrm>
            <a:custGeom>
              <a:avLst/>
              <a:gdLst/>
              <a:ahLst/>
              <a:cxnLst/>
              <a:rect l="l" t="t" r="r" b="b"/>
              <a:pathLst>
                <a:path w="9076436" h="971804">
                  <a:moveTo>
                    <a:pt x="6815201" y="0"/>
                  </a:moveTo>
                  <a:cubicBezTo>
                    <a:pt x="5504815" y="0"/>
                    <a:pt x="5145405" y="160909"/>
                    <a:pt x="5668899" y="205867"/>
                  </a:cubicBezTo>
                  <a:cubicBezTo>
                    <a:pt x="6192393" y="250825"/>
                    <a:pt x="7129780" y="526669"/>
                    <a:pt x="4275963" y="526669"/>
                  </a:cubicBezTo>
                  <a:cubicBezTo>
                    <a:pt x="3110865" y="526669"/>
                    <a:pt x="0" y="971804"/>
                    <a:pt x="4764024" y="971804"/>
                  </a:cubicBezTo>
                  <a:lnTo>
                    <a:pt x="7785989" y="971804"/>
                  </a:lnTo>
                  <a:cubicBezTo>
                    <a:pt x="9076436" y="971804"/>
                    <a:pt x="8389874" y="599821"/>
                    <a:pt x="7502779" y="599821"/>
                  </a:cubicBezTo>
                  <a:cubicBezTo>
                    <a:pt x="7081647" y="599821"/>
                    <a:pt x="8940673" y="0"/>
                    <a:pt x="6815201" y="0"/>
                  </a:cubicBezTo>
                  <a:close/>
                </a:path>
              </a:pathLst>
            </a:custGeom>
            <a:solidFill>
              <a:srgbClr val="FFFFFF">
                <a:alpha val="16863"/>
              </a:srgbClr>
            </a:solidFill>
          </p:spPr>
          <p:txBody>
            <a:bodyPr/>
            <a:lstStyle/>
            <a:p>
              <a:endParaRPr lang="en-US"/>
            </a:p>
          </p:txBody>
        </p:sp>
      </p:grpSp>
      <p:grpSp>
        <p:nvGrpSpPr>
          <p:cNvPr id="36" name="Group 34"/>
          <p:cNvGrpSpPr/>
          <p:nvPr/>
        </p:nvGrpSpPr>
        <p:grpSpPr>
          <a:xfrm>
            <a:off x="-1682887" y="1208938"/>
            <a:ext cx="10828625" cy="1112950"/>
            <a:chOff x="0" y="0"/>
            <a:chExt cx="28876333" cy="2967867"/>
          </a:xfrm>
        </p:grpSpPr>
        <p:sp>
          <p:nvSpPr>
            <p:cNvPr id="37" name="Freeform 35"/>
            <p:cNvSpPr/>
            <p:nvPr/>
          </p:nvSpPr>
          <p:spPr>
            <a:xfrm>
              <a:off x="0" y="127"/>
              <a:ext cx="28876371" cy="2967609"/>
            </a:xfrm>
            <a:custGeom>
              <a:avLst/>
              <a:gdLst/>
              <a:ahLst/>
              <a:cxnLst/>
              <a:rect l="l" t="t" r="r" b="b"/>
              <a:pathLst>
                <a:path w="28876371" h="2967609">
                  <a:moveTo>
                    <a:pt x="28876371" y="0"/>
                  </a:moveTo>
                  <a:cubicBezTo>
                    <a:pt x="28876371" y="0"/>
                    <a:pt x="19633057" y="1069975"/>
                    <a:pt x="19350101" y="1069975"/>
                  </a:cubicBezTo>
                  <a:cubicBezTo>
                    <a:pt x="19068542" y="1069975"/>
                    <a:pt x="9494647" y="699008"/>
                    <a:pt x="9494647" y="699008"/>
                  </a:cubicBezTo>
                  <a:lnTo>
                    <a:pt x="0" y="1069975"/>
                  </a:lnTo>
                  <a:lnTo>
                    <a:pt x="0" y="1961261"/>
                  </a:lnTo>
                  <a:cubicBezTo>
                    <a:pt x="167132" y="1946783"/>
                    <a:pt x="501777" y="1940306"/>
                    <a:pt x="945642" y="1940306"/>
                  </a:cubicBezTo>
                  <a:cubicBezTo>
                    <a:pt x="3059049" y="1940306"/>
                    <a:pt x="7648575" y="2086610"/>
                    <a:pt x="8414512" y="2205736"/>
                  </a:cubicBezTo>
                  <a:cubicBezTo>
                    <a:pt x="9332468" y="2348738"/>
                    <a:pt x="20547456" y="2967609"/>
                    <a:pt x="20940776" y="2967609"/>
                  </a:cubicBezTo>
                  <a:cubicBezTo>
                    <a:pt x="20944078" y="2967609"/>
                    <a:pt x="20946618" y="2967482"/>
                    <a:pt x="20948269" y="2967482"/>
                  </a:cubicBezTo>
                  <a:cubicBezTo>
                    <a:pt x="21163407" y="2955925"/>
                    <a:pt x="28876244" y="1238123"/>
                    <a:pt x="28876244" y="1238123"/>
                  </a:cubicBezTo>
                  <a:lnTo>
                    <a:pt x="28876244" y="0"/>
                  </a:lnTo>
                  <a:close/>
                </a:path>
              </a:pathLst>
            </a:custGeom>
            <a:solidFill>
              <a:srgbClr val="FFFFFF">
                <a:alpha val="16863"/>
              </a:srgbClr>
            </a:solidFill>
          </p:spPr>
          <p:txBody>
            <a:bodyPr/>
            <a:lstStyle/>
            <a:p>
              <a:endParaRPr lang="en-US"/>
            </a:p>
          </p:txBody>
        </p:sp>
      </p:grpSp>
      <p:grpSp>
        <p:nvGrpSpPr>
          <p:cNvPr id="38" name="Group 36"/>
          <p:cNvGrpSpPr/>
          <p:nvPr/>
        </p:nvGrpSpPr>
        <p:grpSpPr>
          <a:xfrm>
            <a:off x="124025" y="580325"/>
            <a:ext cx="2262175" cy="302175"/>
            <a:chOff x="0" y="0"/>
            <a:chExt cx="6032467" cy="805800"/>
          </a:xfrm>
        </p:grpSpPr>
        <p:sp>
          <p:nvSpPr>
            <p:cNvPr id="39" name="Freeform 37"/>
            <p:cNvSpPr/>
            <p:nvPr/>
          </p:nvSpPr>
          <p:spPr>
            <a:xfrm>
              <a:off x="0" y="127"/>
              <a:ext cx="6032500" cy="805561"/>
            </a:xfrm>
            <a:custGeom>
              <a:avLst/>
              <a:gdLst/>
              <a:ahLst/>
              <a:cxnLst/>
              <a:rect l="l" t="t" r="r" b="b"/>
              <a:pathLst>
                <a:path w="6032500" h="805561">
                  <a:moveTo>
                    <a:pt x="1277112" y="0"/>
                  </a:moveTo>
                  <a:cubicBezTo>
                    <a:pt x="0" y="0"/>
                    <a:pt x="1022985" y="786638"/>
                    <a:pt x="1022985" y="786638"/>
                  </a:cubicBezTo>
                  <a:cubicBezTo>
                    <a:pt x="1022985" y="786638"/>
                    <a:pt x="2099691" y="805561"/>
                    <a:pt x="3219196" y="805561"/>
                  </a:cubicBezTo>
                  <a:cubicBezTo>
                    <a:pt x="4593590" y="805561"/>
                    <a:pt x="6032500" y="777113"/>
                    <a:pt x="5621782" y="649859"/>
                  </a:cubicBezTo>
                  <a:cubicBezTo>
                    <a:pt x="4876800" y="418846"/>
                    <a:pt x="2291588" y="389636"/>
                    <a:pt x="2499487" y="300863"/>
                  </a:cubicBezTo>
                  <a:cubicBezTo>
                    <a:pt x="2706370" y="210947"/>
                    <a:pt x="2977007" y="73025"/>
                    <a:pt x="1446149" y="4064"/>
                  </a:cubicBezTo>
                  <a:cubicBezTo>
                    <a:pt x="1385697" y="1270"/>
                    <a:pt x="1329436" y="0"/>
                    <a:pt x="1276985" y="0"/>
                  </a:cubicBezTo>
                  <a:close/>
                </a:path>
              </a:pathLst>
            </a:custGeom>
            <a:solidFill>
              <a:srgbClr val="FFFFFF">
                <a:alpha val="16863"/>
              </a:srgbClr>
            </a:solidFill>
          </p:spPr>
          <p:txBody>
            <a:bodyPr/>
            <a:lstStyle/>
            <a:p>
              <a:endParaRPr lang="en-US"/>
            </a:p>
          </p:txBody>
        </p:sp>
      </p:grpSp>
      <p:sp>
        <p:nvSpPr>
          <p:cNvPr id="61" name="Google Shape;435;p42">
            <a:extLst>
              <a:ext uri="{FF2B5EF4-FFF2-40B4-BE49-F238E27FC236}">
                <a16:creationId xmlns:a16="http://schemas.microsoft.com/office/drawing/2014/main" id="{45104F31-A5CC-0234-958E-74ABC247FF7C}"/>
              </a:ext>
            </a:extLst>
          </p:cNvPr>
          <p:cNvSpPr txBox="1">
            <a:spLocks noGrp="1"/>
          </p:cNvSpPr>
          <p:nvPr>
            <p:ph type="title"/>
          </p:nvPr>
        </p:nvSpPr>
        <p:spPr>
          <a:xfrm>
            <a:off x="752605" y="128532"/>
            <a:ext cx="6453738" cy="645372"/>
          </a:xfrm>
          <a:prstGeom prst="rect">
            <a:avLst/>
          </a:prstGeom>
        </p:spPr>
        <p:txBody>
          <a:bodyPr spcFirstLastPara="1" wrap="square" lIns="91425" tIns="91425" rIns="91425" bIns="91425" anchor="t" anchorCtr="0">
            <a:noAutofit/>
          </a:bodyPr>
          <a:lstStyle/>
          <a:p>
            <a:pPr lvl="0"/>
            <a:r>
              <a:rPr lang="en-US" sz="2800" b="1" kern="1200" dirty="0">
                <a:solidFill>
                  <a:srgbClr val="0070C0"/>
                </a:solidFill>
                <a:latin typeface="Neue Haas Grotesk Text Pro"/>
                <a:ea typeface="+mj-ea"/>
                <a:cs typeface="+mj-cs"/>
              </a:rPr>
              <a:t>Data Exploration</a:t>
            </a:r>
            <a:endParaRPr lang="en-US" sz="3200" b="1" dirty="0">
              <a:solidFill>
                <a:srgbClr val="0070C0"/>
              </a:solidFill>
              <a:latin typeface="Calibri" panose="020F0502020204030204" pitchFamily="34" charset="0"/>
              <a:cs typeface="Calibri" panose="020F0502020204030204" pitchFamily="34" charset="0"/>
            </a:endParaRPr>
          </a:p>
        </p:txBody>
      </p:sp>
      <p:sp>
        <p:nvSpPr>
          <p:cNvPr id="62" name="Google Shape;436;p42">
            <a:extLst>
              <a:ext uri="{FF2B5EF4-FFF2-40B4-BE49-F238E27FC236}">
                <a16:creationId xmlns:a16="http://schemas.microsoft.com/office/drawing/2014/main" id="{E5B97F28-9D5C-A2D8-2B68-B3E85EA7B1E6}"/>
              </a:ext>
            </a:extLst>
          </p:cNvPr>
          <p:cNvSpPr txBox="1">
            <a:spLocks noGrp="1"/>
          </p:cNvSpPr>
          <p:nvPr>
            <p:ph type="subTitle" idx="1"/>
          </p:nvPr>
        </p:nvSpPr>
        <p:spPr>
          <a:xfrm>
            <a:off x="-1753" y="1008332"/>
            <a:ext cx="3283391" cy="2486100"/>
          </a:xfrm>
          <a:prstGeom prst="rect">
            <a:avLst/>
          </a:prstGeom>
        </p:spPr>
        <p:txBody>
          <a:bodyPr spcFirstLastPara="1" wrap="square" lIns="91425" tIns="91425" rIns="91425" bIns="91425" anchor="t" anchorCtr="0">
            <a:noAutofit/>
          </a:bodyPr>
          <a:lstStyle/>
          <a:p>
            <a:pPr marL="139700" indent="0">
              <a:buSzPts val="1400"/>
            </a:pPr>
            <a:r>
              <a:rPr lang="en-US" sz="2000" b="1" dirty="0">
                <a:solidFill>
                  <a:srgbClr val="002060"/>
                </a:solidFill>
                <a:latin typeface="Yu Gothic UI" panose="020B0500000000000000" pitchFamily="34" charset="-128"/>
                <a:ea typeface="Yu Gothic UI" panose="020B0500000000000000" pitchFamily="34" charset="-128"/>
                <a:cs typeface="Urdu Typesetting" panose="03020402040406030203" pitchFamily="66" charset="-78"/>
              </a:rPr>
              <a:t>Observation:</a:t>
            </a:r>
          </a:p>
          <a:p>
            <a:pPr marL="482600">
              <a:buSzPts val="1400"/>
              <a:buFont typeface="Arial" panose="020B0604020202020204" pitchFamily="34" charset="0"/>
              <a:buChar char="•"/>
            </a:pPr>
            <a:r>
              <a:rPr lang="en-US" sz="2000" dirty="0">
                <a:solidFill>
                  <a:srgbClr val="002060"/>
                </a:solidFill>
                <a:latin typeface="Yu Gothic UI" panose="020B0500000000000000" pitchFamily="34" charset="-128"/>
                <a:ea typeface="Yu Gothic UI" panose="020B0500000000000000" pitchFamily="34" charset="-128"/>
                <a:cs typeface="Urdu Typesetting" panose="03020402040406030203" pitchFamily="66" charset="-78"/>
              </a:rPr>
              <a:t>Notable drops in daily trends detected.</a:t>
            </a:r>
          </a:p>
          <a:p>
            <a:pPr marL="139700" indent="0">
              <a:buSzPts val="1400"/>
            </a:pPr>
            <a:r>
              <a:rPr lang="en-US" sz="2000" b="1" dirty="0">
                <a:solidFill>
                  <a:srgbClr val="002060"/>
                </a:solidFill>
                <a:latin typeface="Yu Gothic UI" panose="020B0500000000000000" pitchFamily="34" charset="-128"/>
                <a:ea typeface="Yu Gothic UI" panose="020B0500000000000000" pitchFamily="34" charset="-128"/>
                <a:cs typeface="Urdu Typesetting" panose="03020402040406030203" pitchFamily="66" charset="-78"/>
              </a:rPr>
              <a:t>Insight:</a:t>
            </a:r>
          </a:p>
          <a:p>
            <a:pPr marL="482600">
              <a:buSzPts val="1400"/>
              <a:buFont typeface="Arial" panose="020B0604020202020204" pitchFamily="34" charset="0"/>
              <a:buChar char="•"/>
            </a:pPr>
            <a:r>
              <a:rPr lang="en-US" sz="2000" dirty="0">
                <a:solidFill>
                  <a:srgbClr val="002060"/>
                </a:solidFill>
                <a:latin typeface="Yu Gothic UI" panose="020B0500000000000000" pitchFamily="34" charset="-128"/>
                <a:ea typeface="Yu Gothic UI" panose="020B0500000000000000" pitchFamily="34" charset="-128"/>
                <a:cs typeface="Urdu Typesetting" panose="03020402040406030203" pitchFamily="66" charset="-78"/>
              </a:rPr>
              <a:t>These drops align with public holidays.</a:t>
            </a:r>
          </a:p>
          <a:p>
            <a:pPr marL="139700" indent="0">
              <a:buSzPts val="1400"/>
            </a:pPr>
            <a:r>
              <a:rPr lang="en-US" sz="2000" b="1" dirty="0">
                <a:solidFill>
                  <a:srgbClr val="002060"/>
                </a:solidFill>
                <a:latin typeface="Yu Gothic UI" panose="020B0500000000000000" pitchFamily="34" charset="-128"/>
                <a:ea typeface="Yu Gothic UI" panose="020B0500000000000000" pitchFamily="34" charset="-128"/>
                <a:cs typeface="Urdu Typesetting" panose="03020402040406030203" pitchFamily="66" charset="-78"/>
              </a:rPr>
              <a:t>Action:</a:t>
            </a:r>
          </a:p>
          <a:p>
            <a:pPr marL="482600">
              <a:buSzPts val="1400"/>
              <a:buFont typeface="Arial" panose="020B0604020202020204" pitchFamily="34" charset="0"/>
              <a:buChar char="•"/>
            </a:pPr>
            <a:r>
              <a:rPr lang="en-US" sz="2000" dirty="0">
                <a:solidFill>
                  <a:srgbClr val="002060"/>
                </a:solidFill>
                <a:latin typeface="Yu Gothic UI" panose="020B0500000000000000" pitchFamily="34" charset="-128"/>
                <a:ea typeface="Yu Gothic UI" panose="020B0500000000000000" pitchFamily="34" charset="-128"/>
                <a:cs typeface="Urdu Typesetting" panose="03020402040406030203" pitchFamily="66" charset="-78"/>
              </a:rPr>
              <a:t>Include holiday flags as input features in the prediction model.</a:t>
            </a:r>
          </a:p>
          <a:p>
            <a:pPr marL="139700" indent="0">
              <a:lnSpc>
                <a:spcPct val="150000"/>
              </a:lnSpc>
              <a:buSzPts val="1400"/>
            </a:pPr>
            <a:br>
              <a:rPr lang="en-US" dirty="0">
                <a:solidFill>
                  <a:srgbClr val="002060"/>
                </a:solidFill>
              </a:rPr>
            </a:br>
            <a:endParaRPr lang="en-US" dirty="0">
              <a:solidFill>
                <a:srgbClr val="002060"/>
              </a:solidFill>
            </a:endParaRPr>
          </a:p>
        </p:txBody>
      </p:sp>
      <p:grpSp>
        <p:nvGrpSpPr>
          <p:cNvPr id="7" name="Group 6">
            <a:extLst>
              <a:ext uri="{FF2B5EF4-FFF2-40B4-BE49-F238E27FC236}">
                <a16:creationId xmlns:a16="http://schemas.microsoft.com/office/drawing/2014/main" id="{4656980F-13ED-ABE8-E78B-4AD77D6BF768}"/>
              </a:ext>
            </a:extLst>
          </p:cNvPr>
          <p:cNvGrpSpPr/>
          <p:nvPr/>
        </p:nvGrpSpPr>
        <p:grpSpPr>
          <a:xfrm>
            <a:off x="3468414" y="746073"/>
            <a:ext cx="5547732" cy="3597447"/>
            <a:chOff x="3468414" y="746073"/>
            <a:chExt cx="5547732" cy="3597447"/>
          </a:xfrm>
        </p:grpSpPr>
        <p:pic>
          <p:nvPicPr>
            <p:cNvPr id="3" name="Picture 14">
              <a:extLst>
                <a:ext uri="{FF2B5EF4-FFF2-40B4-BE49-F238E27FC236}">
                  <a16:creationId xmlns:a16="http://schemas.microsoft.com/office/drawing/2014/main" id="{207FE2EA-801F-5000-0AC0-DF4EA8BE02E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68414" y="1008332"/>
              <a:ext cx="3531475" cy="3142792"/>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2">
              <a:extLst>
                <a:ext uri="{FF2B5EF4-FFF2-40B4-BE49-F238E27FC236}">
                  <a16:creationId xmlns:a16="http://schemas.microsoft.com/office/drawing/2014/main" id="{FCDA8A23-2826-8308-550D-DFE04945D78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999889" y="746073"/>
              <a:ext cx="2016257" cy="3597447"/>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41164687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2"/>
          <p:cNvGrpSpPr/>
          <p:nvPr/>
        </p:nvGrpSpPr>
        <p:grpSpPr>
          <a:xfrm>
            <a:off x="-1713620" y="2390475"/>
            <a:ext cx="10890094" cy="1760625"/>
            <a:chOff x="0" y="0"/>
            <a:chExt cx="29040251" cy="4695000"/>
          </a:xfrm>
        </p:grpSpPr>
        <p:sp>
          <p:nvSpPr>
            <p:cNvPr id="6" name="Freeform 3"/>
            <p:cNvSpPr/>
            <p:nvPr/>
          </p:nvSpPr>
          <p:spPr>
            <a:xfrm>
              <a:off x="0" y="0"/>
              <a:ext cx="29040200" cy="4695063"/>
            </a:xfrm>
            <a:custGeom>
              <a:avLst/>
              <a:gdLst/>
              <a:ahLst/>
              <a:cxnLst/>
              <a:rect l="l" t="t" r="r" b="b"/>
              <a:pathLst>
                <a:path w="29040200" h="4695063">
                  <a:moveTo>
                    <a:pt x="29040200" y="0"/>
                  </a:moveTo>
                  <a:cubicBezTo>
                    <a:pt x="29040200" y="0"/>
                    <a:pt x="21527261" y="1954022"/>
                    <a:pt x="21063203" y="1968627"/>
                  </a:cubicBezTo>
                  <a:cubicBezTo>
                    <a:pt x="21060028" y="1968754"/>
                    <a:pt x="21056344" y="1968881"/>
                    <a:pt x="21052281" y="1968881"/>
                  </a:cubicBezTo>
                  <a:cubicBezTo>
                    <a:pt x="20447634" y="1968881"/>
                    <a:pt x="9251822" y="908685"/>
                    <a:pt x="7876285" y="842264"/>
                  </a:cubicBezTo>
                  <a:cubicBezTo>
                    <a:pt x="7823834" y="839724"/>
                    <a:pt x="7764017" y="838454"/>
                    <a:pt x="7697596" y="838454"/>
                  </a:cubicBezTo>
                  <a:cubicBezTo>
                    <a:pt x="6010909" y="838454"/>
                    <a:pt x="14477" y="1636395"/>
                    <a:pt x="14477" y="1636395"/>
                  </a:cubicBezTo>
                  <a:lnTo>
                    <a:pt x="0" y="4695063"/>
                  </a:lnTo>
                  <a:lnTo>
                    <a:pt x="29040200" y="4695063"/>
                  </a:lnTo>
                  <a:lnTo>
                    <a:pt x="29040200" y="0"/>
                  </a:lnTo>
                  <a:close/>
                </a:path>
              </a:pathLst>
            </a:custGeom>
            <a:solidFill>
              <a:srgbClr val="D9ECD3">
                <a:alpha val="49020"/>
              </a:srgbClr>
            </a:solidFill>
          </p:spPr>
          <p:txBody>
            <a:bodyPr/>
            <a:lstStyle/>
            <a:p>
              <a:endParaRPr lang="en-US"/>
            </a:p>
          </p:txBody>
        </p:sp>
      </p:grpSp>
      <p:grpSp>
        <p:nvGrpSpPr>
          <p:cNvPr id="32" name="Group 30"/>
          <p:cNvGrpSpPr/>
          <p:nvPr/>
        </p:nvGrpSpPr>
        <p:grpSpPr>
          <a:xfrm>
            <a:off x="1582075" y="175050"/>
            <a:ext cx="3403700" cy="364450"/>
            <a:chOff x="0" y="0"/>
            <a:chExt cx="9076533" cy="971867"/>
          </a:xfrm>
        </p:grpSpPr>
        <p:sp>
          <p:nvSpPr>
            <p:cNvPr id="33" name="Freeform 31"/>
            <p:cNvSpPr/>
            <p:nvPr/>
          </p:nvSpPr>
          <p:spPr>
            <a:xfrm>
              <a:off x="0" y="0"/>
              <a:ext cx="9076436" cy="971804"/>
            </a:xfrm>
            <a:custGeom>
              <a:avLst/>
              <a:gdLst/>
              <a:ahLst/>
              <a:cxnLst/>
              <a:rect l="l" t="t" r="r" b="b"/>
              <a:pathLst>
                <a:path w="9076436" h="971804">
                  <a:moveTo>
                    <a:pt x="6815201" y="0"/>
                  </a:moveTo>
                  <a:cubicBezTo>
                    <a:pt x="5504815" y="0"/>
                    <a:pt x="5145405" y="160909"/>
                    <a:pt x="5668899" y="205867"/>
                  </a:cubicBezTo>
                  <a:cubicBezTo>
                    <a:pt x="6192393" y="250825"/>
                    <a:pt x="7129780" y="526669"/>
                    <a:pt x="4275963" y="526669"/>
                  </a:cubicBezTo>
                  <a:cubicBezTo>
                    <a:pt x="3110865" y="526669"/>
                    <a:pt x="0" y="971804"/>
                    <a:pt x="4764024" y="971804"/>
                  </a:cubicBezTo>
                  <a:lnTo>
                    <a:pt x="7785989" y="971804"/>
                  </a:lnTo>
                  <a:cubicBezTo>
                    <a:pt x="9076436" y="971804"/>
                    <a:pt x="8389874" y="599821"/>
                    <a:pt x="7502779" y="599821"/>
                  </a:cubicBezTo>
                  <a:cubicBezTo>
                    <a:pt x="7081647" y="599821"/>
                    <a:pt x="8940673" y="0"/>
                    <a:pt x="6815201" y="0"/>
                  </a:cubicBezTo>
                  <a:close/>
                </a:path>
              </a:pathLst>
            </a:custGeom>
            <a:solidFill>
              <a:srgbClr val="FFFFFF">
                <a:alpha val="16863"/>
              </a:srgbClr>
            </a:solidFill>
          </p:spPr>
          <p:txBody>
            <a:bodyPr/>
            <a:lstStyle/>
            <a:p>
              <a:endParaRPr lang="en-US"/>
            </a:p>
          </p:txBody>
        </p:sp>
      </p:grpSp>
      <p:grpSp>
        <p:nvGrpSpPr>
          <p:cNvPr id="36" name="Group 34"/>
          <p:cNvGrpSpPr/>
          <p:nvPr/>
        </p:nvGrpSpPr>
        <p:grpSpPr>
          <a:xfrm>
            <a:off x="-1682887" y="1208938"/>
            <a:ext cx="10828625" cy="1112950"/>
            <a:chOff x="0" y="0"/>
            <a:chExt cx="28876333" cy="2967867"/>
          </a:xfrm>
        </p:grpSpPr>
        <p:sp>
          <p:nvSpPr>
            <p:cNvPr id="37" name="Freeform 35"/>
            <p:cNvSpPr/>
            <p:nvPr/>
          </p:nvSpPr>
          <p:spPr>
            <a:xfrm>
              <a:off x="0" y="127"/>
              <a:ext cx="28876371" cy="2967609"/>
            </a:xfrm>
            <a:custGeom>
              <a:avLst/>
              <a:gdLst/>
              <a:ahLst/>
              <a:cxnLst/>
              <a:rect l="l" t="t" r="r" b="b"/>
              <a:pathLst>
                <a:path w="28876371" h="2967609">
                  <a:moveTo>
                    <a:pt x="28876371" y="0"/>
                  </a:moveTo>
                  <a:cubicBezTo>
                    <a:pt x="28876371" y="0"/>
                    <a:pt x="19633057" y="1069975"/>
                    <a:pt x="19350101" y="1069975"/>
                  </a:cubicBezTo>
                  <a:cubicBezTo>
                    <a:pt x="19068542" y="1069975"/>
                    <a:pt x="9494647" y="699008"/>
                    <a:pt x="9494647" y="699008"/>
                  </a:cubicBezTo>
                  <a:lnTo>
                    <a:pt x="0" y="1069975"/>
                  </a:lnTo>
                  <a:lnTo>
                    <a:pt x="0" y="1961261"/>
                  </a:lnTo>
                  <a:cubicBezTo>
                    <a:pt x="167132" y="1946783"/>
                    <a:pt x="501777" y="1940306"/>
                    <a:pt x="945642" y="1940306"/>
                  </a:cubicBezTo>
                  <a:cubicBezTo>
                    <a:pt x="3059049" y="1940306"/>
                    <a:pt x="7648575" y="2086610"/>
                    <a:pt x="8414512" y="2205736"/>
                  </a:cubicBezTo>
                  <a:cubicBezTo>
                    <a:pt x="9332468" y="2348738"/>
                    <a:pt x="20547456" y="2967609"/>
                    <a:pt x="20940776" y="2967609"/>
                  </a:cubicBezTo>
                  <a:cubicBezTo>
                    <a:pt x="20944078" y="2967609"/>
                    <a:pt x="20946618" y="2967482"/>
                    <a:pt x="20948269" y="2967482"/>
                  </a:cubicBezTo>
                  <a:cubicBezTo>
                    <a:pt x="21163407" y="2955925"/>
                    <a:pt x="28876244" y="1238123"/>
                    <a:pt x="28876244" y="1238123"/>
                  </a:cubicBezTo>
                  <a:lnTo>
                    <a:pt x="28876244" y="0"/>
                  </a:lnTo>
                  <a:close/>
                </a:path>
              </a:pathLst>
            </a:custGeom>
            <a:solidFill>
              <a:srgbClr val="FFFFFF">
                <a:alpha val="16863"/>
              </a:srgbClr>
            </a:solidFill>
          </p:spPr>
          <p:txBody>
            <a:bodyPr/>
            <a:lstStyle/>
            <a:p>
              <a:endParaRPr lang="en-US"/>
            </a:p>
          </p:txBody>
        </p:sp>
      </p:grpSp>
      <p:grpSp>
        <p:nvGrpSpPr>
          <p:cNvPr id="38" name="Group 36"/>
          <p:cNvGrpSpPr/>
          <p:nvPr/>
        </p:nvGrpSpPr>
        <p:grpSpPr>
          <a:xfrm>
            <a:off x="124025" y="580325"/>
            <a:ext cx="2262175" cy="302175"/>
            <a:chOff x="0" y="0"/>
            <a:chExt cx="6032467" cy="805800"/>
          </a:xfrm>
        </p:grpSpPr>
        <p:sp>
          <p:nvSpPr>
            <p:cNvPr id="39" name="Freeform 37"/>
            <p:cNvSpPr/>
            <p:nvPr/>
          </p:nvSpPr>
          <p:spPr>
            <a:xfrm>
              <a:off x="0" y="127"/>
              <a:ext cx="6032500" cy="805561"/>
            </a:xfrm>
            <a:custGeom>
              <a:avLst/>
              <a:gdLst/>
              <a:ahLst/>
              <a:cxnLst/>
              <a:rect l="l" t="t" r="r" b="b"/>
              <a:pathLst>
                <a:path w="6032500" h="805561">
                  <a:moveTo>
                    <a:pt x="1277112" y="0"/>
                  </a:moveTo>
                  <a:cubicBezTo>
                    <a:pt x="0" y="0"/>
                    <a:pt x="1022985" y="786638"/>
                    <a:pt x="1022985" y="786638"/>
                  </a:cubicBezTo>
                  <a:cubicBezTo>
                    <a:pt x="1022985" y="786638"/>
                    <a:pt x="2099691" y="805561"/>
                    <a:pt x="3219196" y="805561"/>
                  </a:cubicBezTo>
                  <a:cubicBezTo>
                    <a:pt x="4593590" y="805561"/>
                    <a:pt x="6032500" y="777113"/>
                    <a:pt x="5621782" y="649859"/>
                  </a:cubicBezTo>
                  <a:cubicBezTo>
                    <a:pt x="4876800" y="418846"/>
                    <a:pt x="2291588" y="389636"/>
                    <a:pt x="2499487" y="300863"/>
                  </a:cubicBezTo>
                  <a:cubicBezTo>
                    <a:pt x="2706370" y="210947"/>
                    <a:pt x="2977007" y="73025"/>
                    <a:pt x="1446149" y="4064"/>
                  </a:cubicBezTo>
                  <a:cubicBezTo>
                    <a:pt x="1385697" y="1270"/>
                    <a:pt x="1329436" y="0"/>
                    <a:pt x="1276985" y="0"/>
                  </a:cubicBezTo>
                  <a:close/>
                </a:path>
              </a:pathLst>
            </a:custGeom>
            <a:solidFill>
              <a:srgbClr val="FFFFFF">
                <a:alpha val="16863"/>
              </a:srgbClr>
            </a:solidFill>
          </p:spPr>
          <p:txBody>
            <a:bodyPr/>
            <a:lstStyle/>
            <a:p>
              <a:endParaRPr lang="en-US"/>
            </a:p>
          </p:txBody>
        </p:sp>
      </p:grpSp>
      <p:sp>
        <p:nvSpPr>
          <p:cNvPr id="61" name="Google Shape;435;p42">
            <a:extLst>
              <a:ext uri="{FF2B5EF4-FFF2-40B4-BE49-F238E27FC236}">
                <a16:creationId xmlns:a16="http://schemas.microsoft.com/office/drawing/2014/main" id="{45104F31-A5CC-0234-958E-74ABC247FF7C}"/>
              </a:ext>
            </a:extLst>
          </p:cNvPr>
          <p:cNvSpPr txBox="1">
            <a:spLocks noGrp="1"/>
          </p:cNvSpPr>
          <p:nvPr>
            <p:ph type="title"/>
          </p:nvPr>
        </p:nvSpPr>
        <p:spPr>
          <a:xfrm>
            <a:off x="58922" y="34577"/>
            <a:ext cx="9144000" cy="645372"/>
          </a:xfrm>
          <a:prstGeom prst="rect">
            <a:avLst/>
          </a:prstGeom>
        </p:spPr>
        <p:txBody>
          <a:bodyPr spcFirstLastPara="1" wrap="square" lIns="91425" tIns="91425" rIns="91425" bIns="91425" anchor="t" anchorCtr="0">
            <a:noAutofit/>
          </a:bodyPr>
          <a:lstStyle/>
          <a:p>
            <a:pPr lvl="0"/>
            <a:r>
              <a:rPr lang="en-US" sz="2800" b="1" kern="1200" dirty="0">
                <a:solidFill>
                  <a:srgbClr val="0070C0"/>
                </a:solidFill>
                <a:latin typeface="Neue Haas Grotesk Text Pro"/>
                <a:ea typeface="+mj-ea"/>
                <a:cs typeface="+mj-cs"/>
              </a:rPr>
              <a:t>Transforming Cleaned Data into Actionable Metrics</a:t>
            </a:r>
            <a:endParaRPr lang="en-US" sz="3200" b="1" dirty="0">
              <a:solidFill>
                <a:srgbClr val="0070C0"/>
              </a:solidFill>
              <a:latin typeface="Calibri" panose="020F0502020204030204" pitchFamily="34" charset="0"/>
              <a:cs typeface="Calibri" panose="020F0502020204030204" pitchFamily="34" charset="0"/>
            </a:endParaRPr>
          </a:p>
        </p:txBody>
      </p:sp>
      <p:sp>
        <p:nvSpPr>
          <p:cNvPr id="62" name="Google Shape;436;p42">
            <a:extLst>
              <a:ext uri="{FF2B5EF4-FFF2-40B4-BE49-F238E27FC236}">
                <a16:creationId xmlns:a16="http://schemas.microsoft.com/office/drawing/2014/main" id="{E5B97F28-9D5C-A2D8-2B68-B3E85EA7B1E6}"/>
              </a:ext>
            </a:extLst>
          </p:cNvPr>
          <p:cNvSpPr txBox="1">
            <a:spLocks noGrp="1"/>
          </p:cNvSpPr>
          <p:nvPr>
            <p:ph type="subTitle" idx="1"/>
          </p:nvPr>
        </p:nvSpPr>
        <p:spPr>
          <a:xfrm>
            <a:off x="571500" y="474211"/>
            <a:ext cx="4917695" cy="2841511"/>
          </a:xfrm>
          <a:prstGeom prst="rect">
            <a:avLst/>
          </a:prstGeom>
        </p:spPr>
        <p:txBody>
          <a:bodyPr spcFirstLastPara="1" wrap="square" lIns="91425" tIns="91425" rIns="91425" bIns="91425" anchor="t" anchorCtr="0">
            <a:noAutofit/>
          </a:bodyPr>
          <a:lstStyle/>
          <a:p>
            <a:pPr marL="228600" lvl="0" indent="-228600">
              <a:spcBef>
                <a:spcPts val="1000"/>
              </a:spcBef>
              <a:buClrTx/>
              <a:buSzTx/>
            </a:pPr>
            <a:r>
              <a:rPr lang="en-US" sz="1900" b="1" kern="1200" dirty="0">
                <a:solidFill>
                  <a:srgbClr val="002060"/>
                </a:solidFill>
                <a:latin typeface="Neue Haas Grotesk Text Pro"/>
                <a:ea typeface="+mn-ea"/>
                <a:cs typeface="+mn-cs"/>
              </a:rPr>
              <a:t>📥 </a:t>
            </a:r>
            <a:r>
              <a:rPr lang="en-US" b="1" kern="1200" dirty="0">
                <a:solidFill>
                  <a:srgbClr val="002060"/>
                </a:solidFill>
                <a:latin typeface="Neue Haas Grotesk Text Pro"/>
                <a:ea typeface="+mn-ea"/>
                <a:cs typeface="+mn-cs"/>
              </a:rPr>
              <a:t>Import:</a:t>
            </a:r>
            <a:endParaRPr lang="en-US" kern="1200" dirty="0">
              <a:solidFill>
                <a:srgbClr val="002060"/>
              </a:solidFill>
              <a:latin typeface="Neue Haas Grotesk Text Pro"/>
              <a:ea typeface="+mn-ea"/>
              <a:cs typeface="+mn-cs"/>
            </a:endParaRPr>
          </a:p>
          <a:p>
            <a:pPr marL="228600" lvl="0" indent="-228600">
              <a:spcBef>
                <a:spcPts val="1000"/>
              </a:spcBef>
              <a:buClrTx/>
              <a:buSzTx/>
              <a:buFont typeface="Arial" panose="020B0604020202020204" pitchFamily="34" charset="0"/>
              <a:buChar char="•"/>
            </a:pPr>
            <a:r>
              <a:rPr lang="en-US" kern="1200" dirty="0">
                <a:solidFill>
                  <a:srgbClr val="002060"/>
                </a:solidFill>
                <a:latin typeface="Neue Haas Grotesk Text Pro"/>
                <a:ea typeface="+mn-ea"/>
                <a:cs typeface="+mn-cs"/>
              </a:rPr>
              <a:t>Calendar table including official </a:t>
            </a:r>
            <a:r>
              <a:rPr lang="en-US" b="1" kern="1200" dirty="0">
                <a:solidFill>
                  <a:srgbClr val="002060"/>
                </a:solidFill>
                <a:latin typeface="Neue Haas Grotesk Text Pro"/>
                <a:ea typeface="+mn-ea"/>
                <a:cs typeface="+mn-cs"/>
              </a:rPr>
              <a:t>public holidays</a:t>
            </a:r>
            <a:endParaRPr lang="en-US" kern="1200" dirty="0">
              <a:solidFill>
                <a:srgbClr val="002060"/>
              </a:solidFill>
              <a:latin typeface="Neue Haas Grotesk Text Pro"/>
              <a:ea typeface="+mn-ea"/>
              <a:cs typeface="+mn-cs"/>
            </a:endParaRPr>
          </a:p>
          <a:p>
            <a:pPr marL="228600" lvl="0" indent="-228600">
              <a:spcBef>
                <a:spcPts val="1000"/>
              </a:spcBef>
              <a:buClrTx/>
              <a:buSzTx/>
            </a:pPr>
            <a:r>
              <a:rPr lang="en-US" b="1" kern="1200" dirty="0">
                <a:solidFill>
                  <a:srgbClr val="002060"/>
                </a:solidFill>
                <a:latin typeface="Neue Haas Grotesk Text Pro"/>
                <a:ea typeface="+mn-ea"/>
                <a:cs typeface="+mn-cs"/>
              </a:rPr>
              <a:t>⚙️ Action:</a:t>
            </a:r>
            <a:endParaRPr lang="en-US" kern="1200" dirty="0">
              <a:solidFill>
                <a:srgbClr val="002060"/>
              </a:solidFill>
              <a:latin typeface="Neue Haas Grotesk Text Pro"/>
              <a:ea typeface="+mn-ea"/>
              <a:cs typeface="+mn-cs"/>
            </a:endParaRPr>
          </a:p>
          <a:p>
            <a:pPr marL="228600" lvl="0" indent="-228600">
              <a:spcBef>
                <a:spcPts val="1000"/>
              </a:spcBef>
              <a:buClrTx/>
              <a:buSzTx/>
              <a:buFont typeface="Arial" panose="020B0604020202020204" pitchFamily="34" charset="0"/>
              <a:buChar char="•"/>
            </a:pPr>
            <a:r>
              <a:rPr lang="en-US" kern="1200" dirty="0">
                <a:solidFill>
                  <a:srgbClr val="002060"/>
                </a:solidFill>
                <a:latin typeface="Neue Haas Grotesk Text Pro"/>
                <a:ea typeface="+mn-ea"/>
                <a:cs typeface="+mn-cs"/>
              </a:rPr>
              <a:t>Merge holiday and date-related columns into the main dataset</a:t>
            </a:r>
          </a:p>
          <a:p>
            <a:pPr marL="228600" lvl="0" indent="-228600">
              <a:spcBef>
                <a:spcPts val="1000"/>
              </a:spcBef>
              <a:buClrTx/>
              <a:buSzTx/>
              <a:buFont typeface="Arial" panose="020B0604020202020204" pitchFamily="34" charset="0"/>
              <a:buChar char="•"/>
            </a:pPr>
            <a:r>
              <a:rPr lang="en-US" kern="1200" dirty="0">
                <a:solidFill>
                  <a:srgbClr val="002060"/>
                </a:solidFill>
                <a:latin typeface="Neue Haas Grotesk Text Pro"/>
                <a:ea typeface="+mn-ea"/>
                <a:cs typeface="+mn-cs"/>
              </a:rPr>
              <a:t>Encode </a:t>
            </a:r>
            <a:r>
              <a:rPr lang="en-US" b="1" kern="1200" dirty="0">
                <a:solidFill>
                  <a:srgbClr val="002060"/>
                </a:solidFill>
                <a:latin typeface="Neue Haas Grotesk Text Pro"/>
                <a:ea typeface="+mn-ea"/>
                <a:cs typeface="+mn-cs"/>
              </a:rPr>
              <a:t>binary flags</a:t>
            </a:r>
            <a:r>
              <a:rPr lang="en-US" kern="1200" dirty="0">
                <a:solidFill>
                  <a:srgbClr val="002060"/>
                </a:solidFill>
                <a:latin typeface="Neue Haas Grotesk Text Pro"/>
                <a:ea typeface="+mn-ea"/>
                <a:cs typeface="+mn-cs"/>
              </a:rPr>
              <a:t> for:</a:t>
            </a:r>
          </a:p>
          <a:p>
            <a:pPr marL="742950" lvl="1" indent="-285750">
              <a:spcBef>
                <a:spcPts val="500"/>
              </a:spcBef>
              <a:buClrTx/>
              <a:buSzTx/>
              <a:buFont typeface="Arial" panose="020B0604020202020204" pitchFamily="34" charset="0"/>
              <a:buChar char="•"/>
            </a:pPr>
            <a:r>
              <a:rPr lang="en-US" sz="1400" kern="1200" dirty="0">
                <a:solidFill>
                  <a:srgbClr val="002060"/>
                </a:solidFill>
                <a:latin typeface="Neue Haas Grotesk Text Pro"/>
                <a:ea typeface="+mn-ea"/>
                <a:cs typeface="+mn-cs"/>
              </a:rPr>
              <a:t>Holidays</a:t>
            </a:r>
          </a:p>
          <a:p>
            <a:pPr marL="742950" lvl="1" indent="-285750">
              <a:spcBef>
                <a:spcPts val="500"/>
              </a:spcBef>
              <a:buClrTx/>
              <a:buSzTx/>
              <a:buFont typeface="Arial" panose="020B0604020202020204" pitchFamily="34" charset="0"/>
              <a:buChar char="•"/>
            </a:pPr>
            <a:r>
              <a:rPr lang="en-US" sz="1400" kern="1200" dirty="0">
                <a:solidFill>
                  <a:srgbClr val="002060"/>
                </a:solidFill>
                <a:latin typeface="Neue Haas Grotesk Text Pro"/>
                <a:ea typeface="+mn-ea"/>
                <a:cs typeface="+mn-cs"/>
              </a:rPr>
              <a:t>Weekends</a:t>
            </a:r>
          </a:p>
          <a:p>
            <a:pPr marL="139700" indent="0">
              <a:lnSpc>
                <a:spcPct val="150000"/>
              </a:lnSpc>
              <a:buSzPts val="1400"/>
            </a:pPr>
            <a:br>
              <a:rPr lang="en-US" dirty="0">
                <a:solidFill>
                  <a:srgbClr val="002060"/>
                </a:solidFill>
              </a:rPr>
            </a:br>
            <a:endParaRPr lang="en-US" dirty="0">
              <a:solidFill>
                <a:srgbClr val="002060"/>
              </a:solidFill>
            </a:endParaRPr>
          </a:p>
        </p:txBody>
      </p:sp>
      <p:pic>
        <p:nvPicPr>
          <p:cNvPr id="4" name="Picture 2">
            <a:extLst>
              <a:ext uri="{FF2B5EF4-FFF2-40B4-BE49-F238E27FC236}">
                <a16:creationId xmlns:a16="http://schemas.microsoft.com/office/drawing/2014/main" id="{04E2C831-A2C0-80B7-EA19-01E8DE28541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98051" y="793511"/>
            <a:ext cx="3521924" cy="3056655"/>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37BCE5EC-CD88-8F63-E408-91F4AC00D1E8}"/>
              </a:ext>
            </a:extLst>
          </p:cNvPr>
          <p:cNvPicPr>
            <a:picLocks noChangeAspect="1"/>
          </p:cNvPicPr>
          <p:nvPr/>
        </p:nvPicPr>
        <p:blipFill>
          <a:blip r:embed="rId3"/>
          <a:stretch>
            <a:fillRect/>
          </a:stretch>
        </p:blipFill>
        <p:spPr>
          <a:xfrm>
            <a:off x="219929" y="3315723"/>
            <a:ext cx="5278122" cy="529036"/>
          </a:xfrm>
          <a:prstGeom prst="rect">
            <a:avLst/>
          </a:prstGeom>
        </p:spPr>
      </p:pic>
      <p:sp>
        <p:nvSpPr>
          <p:cNvPr id="8" name="Google Shape;436;p42">
            <a:extLst>
              <a:ext uri="{FF2B5EF4-FFF2-40B4-BE49-F238E27FC236}">
                <a16:creationId xmlns:a16="http://schemas.microsoft.com/office/drawing/2014/main" id="{846C5CC6-A88A-29FE-8F47-CB08B1075EF8}"/>
              </a:ext>
            </a:extLst>
          </p:cNvPr>
          <p:cNvSpPr txBox="1">
            <a:spLocks/>
          </p:cNvSpPr>
          <p:nvPr/>
        </p:nvSpPr>
        <p:spPr>
          <a:xfrm>
            <a:off x="58922" y="3639647"/>
            <a:ext cx="5029030" cy="14181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eaLnBrk="1" hangingPunct="1">
              <a:lnSpc>
                <a:spcPct val="100000"/>
              </a:lnSpc>
              <a:spcBef>
                <a:spcPts val="0"/>
              </a:spcBef>
              <a:spcAft>
                <a:spcPts val="0"/>
              </a:spcAft>
              <a:buClr>
                <a:schemeClr val="dk1"/>
              </a:buClr>
              <a:buSzPts val="1800"/>
              <a:buFont typeface="Abel"/>
              <a:buNone/>
              <a:defRPr sz="1600" b="0" i="0" u="none" strike="noStrike" cap="none">
                <a:solidFill>
                  <a:schemeClr val="lt1"/>
                </a:solidFill>
                <a:latin typeface="Abel"/>
                <a:ea typeface="Abel"/>
                <a:cs typeface="Abel"/>
                <a:sym typeface="Abel"/>
              </a:defRPr>
            </a:lvl1pPr>
            <a:lvl2pPr marL="914400" marR="0" lvl="1" indent="-317500" algn="l" rtl="0" eaLnBrk="1" hangingPunct="1">
              <a:lnSpc>
                <a:spcPct val="100000"/>
              </a:lnSpc>
              <a:spcBef>
                <a:spcPts val="0"/>
              </a:spcBef>
              <a:spcAft>
                <a:spcPts val="0"/>
              </a:spcAft>
              <a:buClr>
                <a:schemeClr val="dk1"/>
              </a:buClr>
              <a:buSzPts val="1400"/>
              <a:buFont typeface="Abel"/>
              <a:buNone/>
              <a:defRPr sz="1600" b="0" i="0" u="none" strike="noStrike" cap="none">
                <a:solidFill>
                  <a:schemeClr val="lt1"/>
                </a:solidFill>
                <a:latin typeface="Abel"/>
                <a:ea typeface="Abel"/>
                <a:cs typeface="Abel"/>
                <a:sym typeface="Abel"/>
              </a:defRPr>
            </a:lvl2pPr>
            <a:lvl3pPr marL="1371600" marR="0" lvl="2" indent="-317500" algn="l" rtl="0" eaLnBrk="1" hangingPunct="1">
              <a:lnSpc>
                <a:spcPct val="100000"/>
              </a:lnSpc>
              <a:spcBef>
                <a:spcPts val="0"/>
              </a:spcBef>
              <a:spcAft>
                <a:spcPts val="0"/>
              </a:spcAft>
              <a:buClr>
                <a:schemeClr val="dk1"/>
              </a:buClr>
              <a:buSzPts val="1400"/>
              <a:buFont typeface="Abel"/>
              <a:buNone/>
              <a:defRPr sz="1600" b="0" i="0" u="none" strike="noStrike" cap="none">
                <a:solidFill>
                  <a:schemeClr val="lt1"/>
                </a:solidFill>
                <a:latin typeface="Abel"/>
                <a:ea typeface="Abel"/>
                <a:cs typeface="Abel"/>
                <a:sym typeface="Abel"/>
              </a:defRPr>
            </a:lvl3pPr>
            <a:lvl4pPr marL="1828800" marR="0" lvl="3" indent="-317500" algn="l" rtl="0" eaLnBrk="1" hangingPunct="1">
              <a:lnSpc>
                <a:spcPct val="100000"/>
              </a:lnSpc>
              <a:spcBef>
                <a:spcPts val="0"/>
              </a:spcBef>
              <a:spcAft>
                <a:spcPts val="0"/>
              </a:spcAft>
              <a:buClr>
                <a:schemeClr val="dk1"/>
              </a:buClr>
              <a:buSzPts val="1400"/>
              <a:buFont typeface="Abel"/>
              <a:buNone/>
              <a:defRPr sz="1600" b="0" i="0" u="none" strike="noStrike" cap="none">
                <a:solidFill>
                  <a:schemeClr val="lt1"/>
                </a:solidFill>
                <a:latin typeface="Abel"/>
                <a:ea typeface="Abel"/>
                <a:cs typeface="Abel"/>
                <a:sym typeface="Abel"/>
              </a:defRPr>
            </a:lvl4pPr>
            <a:lvl5pPr marL="2286000" marR="0" lvl="4" indent="-317500" algn="l" rtl="0" eaLnBrk="1" hangingPunct="1">
              <a:lnSpc>
                <a:spcPct val="100000"/>
              </a:lnSpc>
              <a:spcBef>
                <a:spcPts val="0"/>
              </a:spcBef>
              <a:spcAft>
                <a:spcPts val="0"/>
              </a:spcAft>
              <a:buClr>
                <a:schemeClr val="dk1"/>
              </a:buClr>
              <a:buSzPts val="1400"/>
              <a:buFont typeface="Abel"/>
              <a:buNone/>
              <a:defRPr sz="1600" b="0" i="0" u="none" strike="noStrike" cap="none">
                <a:solidFill>
                  <a:schemeClr val="lt1"/>
                </a:solidFill>
                <a:latin typeface="Abel"/>
                <a:ea typeface="Abel"/>
                <a:cs typeface="Abel"/>
                <a:sym typeface="Abel"/>
              </a:defRPr>
            </a:lvl5pPr>
            <a:lvl6pPr marL="2743200" marR="0" lvl="5" indent="-317500" algn="l" rtl="0" eaLnBrk="1" hangingPunct="1">
              <a:lnSpc>
                <a:spcPct val="100000"/>
              </a:lnSpc>
              <a:spcBef>
                <a:spcPts val="0"/>
              </a:spcBef>
              <a:spcAft>
                <a:spcPts val="0"/>
              </a:spcAft>
              <a:buClr>
                <a:schemeClr val="dk1"/>
              </a:buClr>
              <a:buSzPts val="1400"/>
              <a:buFont typeface="Abel"/>
              <a:buNone/>
              <a:defRPr sz="1600" b="0" i="0" u="none" strike="noStrike" cap="none">
                <a:solidFill>
                  <a:schemeClr val="lt1"/>
                </a:solidFill>
                <a:latin typeface="Abel"/>
                <a:ea typeface="Abel"/>
                <a:cs typeface="Abel"/>
                <a:sym typeface="Abel"/>
              </a:defRPr>
            </a:lvl6pPr>
            <a:lvl7pPr marL="3200400" marR="0" lvl="6" indent="-317500" algn="l" rtl="0" eaLnBrk="1" hangingPunct="1">
              <a:lnSpc>
                <a:spcPct val="100000"/>
              </a:lnSpc>
              <a:spcBef>
                <a:spcPts val="0"/>
              </a:spcBef>
              <a:spcAft>
                <a:spcPts val="0"/>
              </a:spcAft>
              <a:buClr>
                <a:schemeClr val="dk1"/>
              </a:buClr>
              <a:buSzPts val="1400"/>
              <a:buFont typeface="Abel"/>
              <a:buNone/>
              <a:defRPr sz="1600" b="0" i="0" u="none" strike="noStrike" cap="none">
                <a:solidFill>
                  <a:schemeClr val="lt1"/>
                </a:solidFill>
                <a:latin typeface="Abel"/>
                <a:ea typeface="Abel"/>
                <a:cs typeface="Abel"/>
                <a:sym typeface="Abel"/>
              </a:defRPr>
            </a:lvl7pPr>
            <a:lvl8pPr marL="3657600" marR="0" lvl="7" indent="-317500" algn="l" rtl="0" eaLnBrk="1" hangingPunct="1">
              <a:lnSpc>
                <a:spcPct val="100000"/>
              </a:lnSpc>
              <a:spcBef>
                <a:spcPts val="0"/>
              </a:spcBef>
              <a:spcAft>
                <a:spcPts val="0"/>
              </a:spcAft>
              <a:buClr>
                <a:schemeClr val="dk1"/>
              </a:buClr>
              <a:buSzPts val="1400"/>
              <a:buFont typeface="Abel"/>
              <a:buNone/>
              <a:defRPr sz="1600" b="0" i="0" u="none" strike="noStrike" cap="none">
                <a:solidFill>
                  <a:schemeClr val="lt1"/>
                </a:solidFill>
                <a:latin typeface="Abel"/>
                <a:ea typeface="Abel"/>
                <a:cs typeface="Abel"/>
                <a:sym typeface="Abel"/>
              </a:defRPr>
            </a:lvl8pPr>
            <a:lvl9pPr marL="4114800" marR="0" lvl="8" indent="-317500" algn="l" rtl="0" eaLnBrk="1" hangingPunct="1">
              <a:lnSpc>
                <a:spcPct val="100000"/>
              </a:lnSpc>
              <a:spcBef>
                <a:spcPts val="0"/>
              </a:spcBef>
              <a:spcAft>
                <a:spcPts val="0"/>
              </a:spcAft>
              <a:buClr>
                <a:schemeClr val="dk1"/>
              </a:buClr>
              <a:buSzPts val="1400"/>
              <a:buFont typeface="Abel"/>
              <a:buNone/>
              <a:defRPr sz="1600" b="0" i="0" u="none" strike="noStrike" cap="none">
                <a:solidFill>
                  <a:schemeClr val="lt1"/>
                </a:solidFill>
                <a:latin typeface="Abel"/>
                <a:ea typeface="Abel"/>
                <a:cs typeface="Abel"/>
                <a:sym typeface="Abel"/>
              </a:defRPr>
            </a:lvl9pPr>
          </a:lstStyle>
          <a:p>
            <a:pPr marL="228600" lvl="0" indent="-228600">
              <a:spcBef>
                <a:spcPts val="1000"/>
              </a:spcBef>
              <a:buClrTx/>
              <a:buSzTx/>
            </a:pPr>
            <a:r>
              <a:rPr lang="en-US" sz="1800" b="1" kern="1200" dirty="0">
                <a:solidFill>
                  <a:srgbClr val="002060"/>
                </a:solidFill>
                <a:latin typeface="Neue Haas Grotesk Text Pro"/>
                <a:ea typeface="+mn-ea"/>
                <a:cs typeface="+mn-cs"/>
              </a:rPr>
              <a:t>🔍 Explore:</a:t>
            </a:r>
            <a:endParaRPr lang="en-US" sz="1800" kern="1200" dirty="0">
              <a:solidFill>
                <a:srgbClr val="002060"/>
              </a:solidFill>
              <a:latin typeface="Neue Haas Grotesk Text Pro"/>
              <a:ea typeface="+mn-ea"/>
              <a:cs typeface="+mn-cs"/>
            </a:endParaRPr>
          </a:p>
          <a:p>
            <a:pPr marL="228600" lvl="0" indent="-228600">
              <a:spcBef>
                <a:spcPts val="1000"/>
              </a:spcBef>
              <a:buClrTx/>
              <a:buSzTx/>
              <a:buFont typeface="Arial" panose="020B0604020202020204" pitchFamily="34" charset="0"/>
              <a:buChar char="•"/>
            </a:pPr>
            <a:r>
              <a:rPr lang="en-US" sz="1800" kern="1200" dirty="0">
                <a:solidFill>
                  <a:srgbClr val="002060"/>
                </a:solidFill>
                <a:latin typeface="Neue Haas Grotesk Text Pro"/>
                <a:ea typeface="+mn-ea"/>
                <a:cs typeface="+mn-cs"/>
              </a:rPr>
              <a:t>Plot a </a:t>
            </a:r>
            <a:r>
              <a:rPr lang="en-US" sz="1800" b="1" kern="1200" dirty="0">
                <a:solidFill>
                  <a:srgbClr val="002060"/>
                </a:solidFill>
                <a:latin typeface="Neue Haas Grotesk Text Pro"/>
                <a:ea typeface="+mn-ea"/>
                <a:cs typeface="+mn-cs"/>
              </a:rPr>
              <a:t>correlation matrix</a:t>
            </a:r>
            <a:r>
              <a:rPr lang="en-US" sz="1800" kern="1200" dirty="0">
                <a:solidFill>
                  <a:srgbClr val="002060"/>
                </a:solidFill>
                <a:latin typeface="Neue Haas Grotesk Text Pro"/>
                <a:ea typeface="+mn-ea"/>
                <a:cs typeface="+mn-cs"/>
              </a:rPr>
              <a:t> to identify significant relationships between features.</a:t>
            </a:r>
          </a:p>
          <a:p>
            <a:pPr marL="742950" lvl="1" indent="-285750">
              <a:spcBef>
                <a:spcPts val="500"/>
              </a:spcBef>
              <a:buClrTx/>
              <a:buSzTx/>
              <a:buFont typeface="Arial" panose="020B0604020202020204" pitchFamily="34" charset="0"/>
              <a:buChar char="•"/>
            </a:pPr>
            <a:r>
              <a:rPr lang="en-US" sz="1400" kern="1200" dirty="0">
                <a:solidFill>
                  <a:srgbClr val="002060"/>
                </a:solidFill>
                <a:latin typeface="Neue Haas Grotesk Text Pro"/>
                <a:ea typeface="+mn-ea"/>
                <a:cs typeface="+mn-cs"/>
              </a:rPr>
              <a:t>Weekends</a:t>
            </a:r>
          </a:p>
        </p:txBody>
      </p:sp>
    </p:spTree>
    <p:extLst>
      <p:ext uri="{BB962C8B-B14F-4D97-AF65-F5344CB8AC3E}">
        <p14:creationId xmlns:p14="http://schemas.microsoft.com/office/powerpoint/2010/main" val="3067048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2"/>
          <p:cNvGrpSpPr/>
          <p:nvPr/>
        </p:nvGrpSpPr>
        <p:grpSpPr>
          <a:xfrm>
            <a:off x="-1713620" y="2390475"/>
            <a:ext cx="10890094" cy="1760625"/>
            <a:chOff x="0" y="0"/>
            <a:chExt cx="29040251" cy="4695000"/>
          </a:xfrm>
        </p:grpSpPr>
        <p:sp>
          <p:nvSpPr>
            <p:cNvPr id="6" name="Freeform 3"/>
            <p:cNvSpPr/>
            <p:nvPr/>
          </p:nvSpPr>
          <p:spPr>
            <a:xfrm>
              <a:off x="0" y="0"/>
              <a:ext cx="29040200" cy="4695063"/>
            </a:xfrm>
            <a:custGeom>
              <a:avLst/>
              <a:gdLst/>
              <a:ahLst/>
              <a:cxnLst/>
              <a:rect l="l" t="t" r="r" b="b"/>
              <a:pathLst>
                <a:path w="29040200" h="4695063">
                  <a:moveTo>
                    <a:pt x="29040200" y="0"/>
                  </a:moveTo>
                  <a:cubicBezTo>
                    <a:pt x="29040200" y="0"/>
                    <a:pt x="21527261" y="1954022"/>
                    <a:pt x="21063203" y="1968627"/>
                  </a:cubicBezTo>
                  <a:cubicBezTo>
                    <a:pt x="21060028" y="1968754"/>
                    <a:pt x="21056344" y="1968881"/>
                    <a:pt x="21052281" y="1968881"/>
                  </a:cubicBezTo>
                  <a:cubicBezTo>
                    <a:pt x="20447634" y="1968881"/>
                    <a:pt x="9251822" y="908685"/>
                    <a:pt x="7876285" y="842264"/>
                  </a:cubicBezTo>
                  <a:cubicBezTo>
                    <a:pt x="7823834" y="839724"/>
                    <a:pt x="7764017" y="838454"/>
                    <a:pt x="7697596" y="838454"/>
                  </a:cubicBezTo>
                  <a:cubicBezTo>
                    <a:pt x="6010909" y="838454"/>
                    <a:pt x="14477" y="1636395"/>
                    <a:pt x="14477" y="1636395"/>
                  </a:cubicBezTo>
                  <a:lnTo>
                    <a:pt x="0" y="4695063"/>
                  </a:lnTo>
                  <a:lnTo>
                    <a:pt x="29040200" y="4695063"/>
                  </a:lnTo>
                  <a:lnTo>
                    <a:pt x="29040200" y="0"/>
                  </a:lnTo>
                  <a:close/>
                </a:path>
              </a:pathLst>
            </a:custGeom>
            <a:solidFill>
              <a:srgbClr val="D9ECD3">
                <a:alpha val="49020"/>
              </a:srgbClr>
            </a:solidFill>
          </p:spPr>
          <p:txBody>
            <a:bodyPr/>
            <a:lstStyle/>
            <a:p>
              <a:endParaRPr lang="en-US"/>
            </a:p>
          </p:txBody>
        </p:sp>
      </p:grpSp>
      <p:grpSp>
        <p:nvGrpSpPr>
          <p:cNvPr id="32" name="Group 30"/>
          <p:cNvGrpSpPr/>
          <p:nvPr/>
        </p:nvGrpSpPr>
        <p:grpSpPr>
          <a:xfrm>
            <a:off x="1582075" y="175050"/>
            <a:ext cx="3403700" cy="364450"/>
            <a:chOff x="0" y="0"/>
            <a:chExt cx="9076533" cy="971867"/>
          </a:xfrm>
        </p:grpSpPr>
        <p:sp>
          <p:nvSpPr>
            <p:cNvPr id="33" name="Freeform 31"/>
            <p:cNvSpPr/>
            <p:nvPr/>
          </p:nvSpPr>
          <p:spPr>
            <a:xfrm>
              <a:off x="0" y="0"/>
              <a:ext cx="9076436" cy="971804"/>
            </a:xfrm>
            <a:custGeom>
              <a:avLst/>
              <a:gdLst/>
              <a:ahLst/>
              <a:cxnLst/>
              <a:rect l="l" t="t" r="r" b="b"/>
              <a:pathLst>
                <a:path w="9076436" h="971804">
                  <a:moveTo>
                    <a:pt x="6815201" y="0"/>
                  </a:moveTo>
                  <a:cubicBezTo>
                    <a:pt x="5504815" y="0"/>
                    <a:pt x="5145405" y="160909"/>
                    <a:pt x="5668899" y="205867"/>
                  </a:cubicBezTo>
                  <a:cubicBezTo>
                    <a:pt x="6192393" y="250825"/>
                    <a:pt x="7129780" y="526669"/>
                    <a:pt x="4275963" y="526669"/>
                  </a:cubicBezTo>
                  <a:cubicBezTo>
                    <a:pt x="3110865" y="526669"/>
                    <a:pt x="0" y="971804"/>
                    <a:pt x="4764024" y="971804"/>
                  </a:cubicBezTo>
                  <a:lnTo>
                    <a:pt x="7785989" y="971804"/>
                  </a:lnTo>
                  <a:cubicBezTo>
                    <a:pt x="9076436" y="971804"/>
                    <a:pt x="8389874" y="599821"/>
                    <a:pt x="7502779" y="599821"/>
                  </a:cubicBezTo>
                  <a:cubicBezTo>
                    <a:pt x="7081647" y="599821"/>
                    <a:pt x="8940673" y="0"/>
                    <a:pt x="6815201" y="0"/>
                  </a:cubicBezTo>
                  <a:close/>
                </a:path>
              </a:pathLst>
            </a:custGeom>
            <a:solidFill>
              <a:srgbClr val="FFFFFF">
                <a:alpha val="16863"/>
              </a:srgbClr>
            </a:solidFill>
          </p:spPr>
          <p:txBody>
            <a:bodyPr/>
            <a:lstStyle/>
            <a:p>
              <a:endParaRPr lang="en-US"/>
            </a:p>
          </p:txBody>
        </p:sp>
      </p:grpSp>
      <p:grpSp>
        <p:nvGrpSpPr>
          <p:cNvPr id="36" name="Group 34"/>
          <p:cNvGrpSpPr/>
          <p:nvPr/>
        </p:nvGrpSpPr>
        <p:grpSpPr>
          <a:xfrm>
            <a:off x="-1682887" y="1208938"/>
            <a:ext cx="10828625" cy="1112950"/>
            <a:chOff x="0" y="0"/>
            <a:chExt cx="28876333" cy="2967867"/>
          </a:xfrm>
        </p:grpSpPr>
        <p:sp>
          <p:nvSpPr>
            <p:cNvPr id="37" name="Freeform 35"/>
            <p:cNvSpPr/>
            <p:nvPr/>
          </p:nvSpPr>
          <p:spPr>
            <a:xfrm>
              <a:off x="0" y="127"/>
              <a:ext cx="28876371" cy="2967609"/>
            </a:xfrm>
            <a:custGeom>
              <a:avLst/>
              <a:gdLst/>
              <a:ahLst/>
              <a:cxnLst/>
              <a:rect l="l" t="t" r="r" b="b"/>
              <a:pathLst>
                <a:path w="28876371" h="2967609">
                  <a:moveTo>
                    <a:pt x="28876371" y="0"/>
                  </a:moveTo>
                  <a:cubicBezTo>
                    <a:pt x="28876371" y="0"/>
                    <a:pt x="19633057" y="1069975"/>
                    <a:pt x="19350101" y="1069975"/>
                  </a:cubicBezTo>
                  <a:cubicBezTo>
                    <a:pt x="19068542" y="1069975"/>
                    <a:pt x="9494647" y="699008"/>
                    <a:pt x="9494647" y="699008"/>
                  </a:cubicBezTo>
                  <a:lnTo>
                    <a:pt x="0" y="1069975"/>
                  </a:lnTo>
                  <a:lnTo>
                    <a:pt x="0" y="1961261"/>
                  </a:lnTo>
                  <a:cubicBezTo>
                    <a:pt x="167132" y="1946783"/>
                    <a:pt x="501777" y="1940306"/>
                    <a:pt x="945642" y="1940306"/>
                  </a:cubicBezTo>
                  <a:cubicBezTo>
                    <a:pt x="3059049" y="1940306"/>
                    <a:pt x="7648575" y="2086610"/>
                    <a:pt x="8414512" y="2205736"/>
                  </a:cubicBezTo>
                  <a:cubicBezTo>
                    <a:pt x="9332468" y="2348738"/>
                    <a:pt x="20547456" y="2967609"/>
                    <a:pt x="20940776" y="2967609"/>
                  </a:cubicBezTo>
                  <a:cubicBezTo>
                    <a:pt x="20944078" y="2967609"/>
                    <a:pt x="20946618" y="2967482"/>
                    <a:pt x="20948269" y="2967482"/>
                  </a:cubicBezTo>
                  <a:cubicBezTo>
                    <a:pt x="21163407" y="2955925"/>
                    <a:pt x="28876244" y="1238123"/>
                    <a:pt x="28876244" y="1238123"/>
                  </a:cubicBezTo>
                  <a:lnTo>
                    <a:pt x="28876244" y="0"/>
                  </a:lnTo>
                  <a:close/>
                </a:path>
              </a:pathLst>
            </a:custGeom>
            <a:solidFill>
              <a:srgbClr val="FFFFFF">
                <a:alpha val="16863"/>
              </a:srgbClr>
            </a:solidFill>
          </p:spPr>
          <p:txBody>
            <a:bodyPr/>
            <a:lstStyle/>
            <a:p>
              <a:endParaRPr lang="en-US"/>
            </a:p>
          </p:txBody>
        </p:sp>
      </p:grpSp>
      <p:grpSp>
        <p:nvGrpSpPr>
          <p:cNvPr id="38" name="Group 36"/>
          <p:cNvGrpSpPr/>
          <p:nvPr/>
        </p:nvGrpSpPr>
        <p:grpSpPr>
          <a:xfrm>
            <a:off x="124025" y="580325"/>
            <a:ext cx="2262175" cy="302175"/>
            <a:chOff x="0" y="0"/>
            <a:chExt cx="6032467" cy="805800"/>
          </a:xfrm>
        </p:grpSpPr>
        <p:sp>
          <p:nvSpPr>
            <p:cNvPr id="39" name="Freeform 37"/>
            <p:cNvSpPr/>
            <p:nvPr/>
          </p:nvSpPr>
          <p:spPr>
            <a:xfrm>
              <a:off x="0" y="127"/>
              <a:ext cx="6032500" cy="805561"/>
            </a:xfrm>
            <a:custGeom>
              <a:avLst/>
              <a:gdLst/>
              <a:ahLst/>
              <a:cxnLst/>
              <a:rect l="l" t="t" r="r" b="b"/>
              <a:pathLst>
                <a:path w="6032500" h="805561">
                  <a:moveTo>
                    <a:pt x="1277112" y="0"/>
                  </a:moveTo>
                  <a:cubicBezTo>
                    <a:pt x="0" y="0"/>
                    <a:pt x="1022985" y="786638"/>
                    <a:pt x="1022985" y="786638"/>
                  </a:cubicBezTo>
                  <a:cubicBezTo>
                    <a:pt x="1022985" y="786638"/>
                    <a:pt x="2099691" y="805561"/>
                    <a:pt x="3219196" y="805561"/>
                  </a:cubicBezTo>
                  <a:cubicBezTo>
                    <a:pt x="4593590" y="805561"/>
                    <a:pt x="6032500" y="777113"/>
                    <a:pt x="5621782" y="649859"/>
                  </a:cubicBezTo>
                  <a:cubicBezTo>
                    <a:pt x="4876800" y="418846"/>
                    <a:pt x="2291588" y="389636"/>
                    <a:pt x="2499487" y="300863"/>
                  </a:cubicBezTo>
                  <a:cubicBezTo>
                    <a:pt x="2706370" y="210947"/>
                    <a:pt x="2977007" y="73025"/>
                    <a:pt x="1446149" y="4064"/>
                  </a:cubicBezTo>
                  <a:cubicBezTo>
                    <a:pt x="1385697" y="1270"/>
                    <a:pt x="1329436" y="0"/>
                    <a:pt x="1276985" y="0"/>
                  </a:cubicBezTo>
                  <a:close/>
                </a:path>
              </a:pathLst>
            </a:custGeom>
            <a:solidFill>
              <a:srgbClr val="FFFFFF">
                <a:alpha val="16863"/>
              </a:srgbClr>
            </a:solidFill>
          </p:spPr>
          <p:txBody>
            <a:bodyPr/>
            <a:lstStyle/>
            <a:p>
              <a:endParaRPr lang="en-US"/>
            </a:p>
          </p:txBody>
        </p:sp>
      </p:grpSp>
      <p:sp>
        <p:nvSpPr>
          <p:cNvPr id="61" name="Google Shape;435;p42">
            <a:extLst>
              <a:ext uri="{FF2B5EF4-FFF2-40B4-BE49-F238E27FC236}">
                <a16:creationId xmlns:a16="http://schemas.microsoft.com/office/drawing/2014/main" id="{45104F31-A5CC-0234-958E-74ABC247FF7C}"/>
              </a:ext>
            </a:extLst>
          </p:cNvPr>
          <p:cNvSpPr txBox="1">
            <a:spLocks noGrp="1"/>
          </p:cNvSpPr>
          <p:nvPr>
            <p:ph type="title"/>
          </p:nvPr>
        </p:nvSpPr>
        <p:spPr>
          <a:xfrm>
            <a:off x="58922" y="34577"/>
            <a:ext cx="9144000" cy="645372"/>
          </a:xfrm>
          <a:prstGeom prst="rect">
            <a:avLst/>
          </a:prstGeom>
        </p:spPr>
        <p:txBody>
          <a:bodyPr spcFirstLastPara="1" wrap="square" lIns="91425" tIns="91425" rIns="91425" bIns="91425" anchor="t" anchorCtr="0">
            <a:noAutofit/>
          </a:bodyPr>
          <a:lstStyle/>
          <a:p>
            <a:pPr lvl="0"/>
            <a:r>
              <a:rPr lang="en-US" sz="2800" b="1" kern="1200" dirty="0">
                <a:solidFill>
                  <a:srgbClr val="0070C0"/>
                </a:solidFill>
                <a:latin typeface="Neue Haas Grotesk Text Pro"/>
                <a:ea typeface="+mj-ea"/>
                <a:cs typeface="+mj-cs"/>
              </a:rPr>
              <a:t>Building the forecasting model using Prophet</a:t>
            </a:r>
            <a:endParaRPr sz="3200" b="1" dirty="0">
              <a:solidFill>
                <a:srgbClr val="0070C0"/>
              </a:solidFill>
              <a:latin typeface="Calibri" panose="020F0502020204030204" pitchFamily="34" charset="0"/>
              <a:cs typeface="Calibri" panose="020F0502020204030204" pitchFamily="34" charset="0"/>
            </a:endParaRPr>
          </a:p>
        </p:txBody>
      </p:sp>
      <p:sp>
        <p:nvSpPr>
          <p:cNvPr id="62" name="Google Shape;436;p42">
            <a:extLst>
              <a:ext uri="{FF2B5EF4-FFF2-40B4-BE49-F238E27FC236}">
                <a16:creationId xmlns:a16="http://schemas.microsoft.com/office/drawing/2014/main" id="{E5B97F28-9D5C-A2D8-2B68-B3E85EA7B1E6}"/>
              </a:ext>
            </a:extLst>
          </p:cNvPr>
          <p:cNvSpPr txBox="1">
            <a:spLocks noGrp="1"/>
          </p:cNvSpPr>
          <p:nvPr>
            <p:ph type="subTitle" idx="1"/>
          </p:nvPr>
        </p:nvSpPr>
        <p:spPr>
          <a:xfrm>
            <a:off x="-184360" y="663595"/>
            <a:ext cx="4959560" cy="2486100"/>
          </a:xfrm>
          <a:prstGeom prst="rect">
            <a:avLst/>
          </a:prstGeom>
        </p:spPr>
        <p:txBody>
          <a:bodyPr spcFirstLastPara="1" wrap="square" lIns="91425" tIns="91425" rIns="91425" bIns="91425" anchor="t" anchorCtr="0">
            <a:noAutofit/>
          </a:bodyPr>
          <a:lstStyle/>
          <a:p>
            <a:pPr marL="139700" indent="0">
              <a:buSzPts val="1400"/>
            </a:pPr>
            <a:r>
              <a:rPr lang="en-US" sz="2000" dirty="0">
                <a:solidFill>
                  <a:srgbClr val="002060"/>
                </a:solidFill>
                <a:latin typeface="Yu Gothic UI" panose="020B0500000000000000" pitchFamily="34" charset="-128"/>
                <a:ea typeface="Yu Gothic UI" panose="020B0500000000000000" pitchFamily="34" charset="-128"/>
                <a:cs typeface="Urdu Typesetting" panose="03020402040406030203" pitchFamily="66" charset="-78"/>
              </a:rPr>
              <a:t>✅ </a:t>
            </a:r>
            <a:r>
              <a:rPr lang="en-US" sz="2000" b="1" dirty="0">
                <a:solidFill>
                  <a:srgbClr val="002060"/>
                </a:solidFill>
                <a:latin typeface="Yu Gothic UI" panose="020B0500000000000000" pitchFamily="34" charset="-128"/>
                <a:ea typeface="Yu Gothic UI" panose="020B0500000000000000" pitchFamily="34" charset="-128"/>
                <a:cs typeface="Urdu Typesetting" panose="03020402040406030203" pitchFamily="66" charset="-78"/>
              </a:rPr>
              <a:t>Prophet from Meta:</a:t>
            </a:r>
          </a:p>
          <a:p>
            <a:pPr marL="139700" indent="0">
              <a:buSzPts val="1400"/>
            </a:pPr>
            <a:endParaRPr lang="en-US" sz="1200" dirty="0">
              <a:solidFill>
                <a:srgbClr val="002060"/>
              </a:solidFill>
              <a:latin typeface="Yu Gothic UI" panose="020B0500000000000000" pitchFamily="34" charset="-128"/>
              <a:ea typeface="Yu Gothic UI" panose="020B0500000000000000" pitchFamily="34" charset="-128"/>
              <a:cs typeface="Urdu Typesetting" panose="03020402040406030203" pitchFamily="66" charset="-78"/>
            </a:endParaRPr>
          </a:p>
          <a:p>
            <a:pPr marL="482600">
              <a:buSzPts val="1400"/>
              <a:buFont typeface="Arial" panose="020B0604020202020204" pitchFamily="34" charset="0"/>
              <a:buChar char="•"/>
            </a:pPr>
            <a:r>
              <a:rPr lang="en-US" sz="2000" dirty="0">
                <a:solidFill>
                  <a:srgbClr val="002060"/>
                </a:solidFill>
                <a:latin typeface="Yu Gothic UI" panose="020B0500000000000000" pitchFamily="34" charset="-128"/>
                <a:ea typeface="Yu Gothic UI" panose="020B0500000000000000" pitchFamily="34" charset="-128"/>
                <a:cs typeface="Urdu Typesetting" panose="03020402040406030203" pitchFamily="66" charset="-78"/>
              </a:rPr>
              <a:t>Effectively captures multiple seasonal patterns (daily, weekly, yearly).</a:t>
            </a:r>
          </a:p>
          <a:p>
            <a:pPr marL="139700" indent="0">
              <a:buSzPts val="1400"/>
            </a:pPr>
            <a:endParaRPr lang="en-US" sz="1200" dirty="0">
              <a:solidFill>
                <a:srgbClr val="002060"/>
              </a:solidFill>
              <a:latin typeface="Yu Gothic UI" panose="020B0500000000000000" pitchFamily="34" charset="-128"/>
              <a:ea typeface="Yu Gothic UI" panose="020B0500000000000000" pitchFamily="34" charset="-128"/>
              <a:cs typeface="Urdu Typesetting" panose="03020402040406030203" pitchFamily="66" charset="-78"/>
            </a:endParaRPr>
          </a:p>
          <a:p>
            <a:pPr marL="482600">
              <a:buSzPts val="1400"/>
              <a:buFont typeface="Arial" panose="020B0604020202020204" pitchFamily="34" charset="0"/>
              <a:buChar char="•"/>
            </a:pPr>
            <a:r>
              <a:rPr lang="en-US" sz="2000" dirty="0">
                <a:solidFill>
                  <a:srgbClr val="002060"/>
                </a:solidFill>
                <a:latin typeface="Yu Gothic UI" panose="020B0500000000000000" pitchFamily="34" charset="-128"/>
                <a:ea typeface="Yu Gothic UI" panose="020B0500000000000000" pitchFamily="34" charset="-128"/>
                <a:cs typeface="Urdu Typesetting" panose="03020402040406030203" pitchFamily="66" charset="-78"/>
              </a:rPr>
              <a:t>Supports inclusion of external factors (e.g., weekends, holidays).</a:t>
            </a:r>
          </a:p>
          <a:p>
            <a:pPr marL="482600">
              <a:buSzPts val="1400"/>
              <a:buFont typeface="Arial" panose="020B0604020202020204" pitchFamily="34" charset="0"/>
              <a:buChar char="•"/>
            </a:pPr>
            <a:endParaRPr lang="en-US" sz="1200" dirty="0">
              <a:solidFill>
                <a:srgbClr val="002060"/>
              </a:solidFill>
              <a:latin typeface="Yu Gothic UI" panose="020B0500000000000000" pitchFamily="34" charset="-128"/>
              <a:ea typeface="Yu Gothic UI" panose="020B0500000000000000" pitchFamily="34" charset="-128"/>
              <a:cs typeface="Urdu Typesetting" panose="03020402040406030203" pitchFamily="66" charset="-78"/>
            </a:endParaRPr>
          </a:p>
          <a:p>
            <a:pPr marL="482600">
              <a:buSzPts val="1400"/>
              <a:buFont typeface="Arial" panose="020B0604020202020204" pitchFamily="34" charset="0"/>
              <a:buChar char="•"/>
            </a:pPr>
            <a:r>
              <a:rPr lang="en-US" sz="2000" dirty="0">
                <a:solidFill>
                  <a:srgbClr val="002060"/>
                </a:solidFill>
                <a:latin typeface="Yu Gothic UI" panose="020B0500000000000000" pitchFamily="34" charset="-128"/>
                <a:ea typeface="Yu Gothic UI" panose="020B0500000000000000" pitchFamily="34" charset="-128"/>
                <a:cs typeface="Urdu Typesetting" panose="03020402040406030203" pitchFamily="66" charset="-78"/>
              </a:rPr>
              <a:t>Intuitive and interpretable components</a:t>
            </a:r>
            <a:r>
              <a:rPr lang="en-US" sz="2000" b="1" dirty="0">
                <a:solidFill>
                  <a:srgbClr val="002060"/>
                </a:solidFill>
                <a:latin typeface="Yu Gothic UI" panose="020B0500000000000000" pitchFamily="34" charset="-128"/>
                <a:ea typeface="Yu Gothic UI" panose="020B0500000000000000" pitchFamily="34" charset="-128"/>
                <a:cs typeface="Urdu Typesetting" panose="03020402040406030203" pitchFamily="66" charset="-78"/>
              </a:rPr>
              <a:t>: trend, seasonality, holiday effects.</a:t>
            </a:r>
          </a:p>
          <a:p>
            <a:pPr marL="482600">
              <a:buSzPts val="1400"/>
              <a:buFont typeface="Arial" panose="020B0604020202020204" pitchFamily="34" charset="0"/>
              <a:buChar char="•"/>
            </a:pPr>
            <a:endParaRPr lang="en-US" sz="1200" b="1" dirty="0">
              <a:solidFill>
                <a:srgbClr val="002060"/>
              </a:solidFill>
              <a:latin typeface="Yu Gothic UI" panose="020B0500000000000000" pitchFamily="34" charset="-128"/>
              <a:ea typeface="Yu Gothic UI" panose="020B0500000000000000" pitchFamily="34" charset="-128"/>
              <a:cs typeface="Urdu Typesetting" panose="03020402040406030203" pitchFamily="66" charset="-78"/>
            </a:endParaRPr>
          </a:p>
          <a:p>
            <a:pPr marL="482600">
              <a:buSzPts val="1400"/>
              <a:buFont typeface="Arial" panose="020B0604020202020204" pitchFamily="34" charset="0"/>
              <a:buChar char="•"/>
            </a:pPr>
            <a:r>
              <a:rPr lang="en-US" sz="2000" dirty="0">
                <a:solidFill>
                  <a:srgbClr val="002060"/>
                </a:solidFill>
                <a:latin typeface="Yu Gothic UI" panose="020B0500000000000000" pitchFamily="34" charset="-128"/>
                <a:ea typeface="Yu Gothic UI" panose="020B0500000000000000" pitchFamily="34" charset="-128"/>
                <a:cs typeface="Urdu Typesetting" panose="03020402040406030203" pitchFamily="66" charset="-78"/>
              </a:rPr>
              <a:t>A </a:t>
            </a:r>
            <a:r>
              <a:rPr lang="en-US" sz="2000" b="1" dirty="0">
                <a:solidFill>
                  <a:srgbClr val="002060"/>
                </a:solidFill>
                <a:latin typeface="Yu Gothic UI" panose="020B0500000000000000" pitchFamily="34" charset="-128"/>
                <a:ea typeface="Yu Gothic UI" panose="020B0500000000000000" pitchFamily="34" charset="-128"/>
                <a:cs typeface="Urdu Typesetting" panose="03020402040406030203" pitchFamily="66" charset="-78"/>
              </a:rPr>
              <a:t>suitable fit for our case</a:t>
            </a:r>
            <a:r>
              <a:rPr lang="en-US" sz="2000" dirty="0">
                <a:solidFill>
                  <a:srgbClr val="002060"/>
                </a:solidFill>
                <a:latin typeface="Yu Gothic UI" panose="020B0500000000000000" pitchFamily="34" charset="-128"/>
                <a:ea typeface="Yu Gothic UI" panose="020B0500000000000000" pitchFamily="34" charset="-128"/>
                <a:cs typeface="Urdu Typesetting" panose="03020402040406030203" pitchFamily="66" charset="-78"/>
              </a:rPr>
              <a:t>, given the clear influence of holidays and recurring patterns in the data.</a:t>
            </a:r>
          </a:p>
        </p:txBody>
      </p:sp>
      <p:pic>
        <p:nvPicPr>
          <p:cNvPr id="3" name="Picture 2">
            <a:extLst>
              <a:ext uri="{FF2B5EF4-FFF2-40B4-BE49-F238E27FC236}">
                <a16:creationId xmlns:a16="http://schemas.microsoft.com/office/drawing/2014/main" id="{AF8AE32F-A6D3-DA99-A70F-024DD6E285DB}"/>
              </a:ext>
            </a:extLst>
          </p:cNvPr>
          <p:cNvPicPr>
            <a:picLocks noChangeAspect="1"/>
          </p:cNvPicPr>
          <p:nvPr/>
        </p:nvPicPr>
        <p:blipFill>
          <a:blip r:embed="rId2"/>
          <a:stretch>
            <a:fillRect/>
          </a:stretch>
        </p:blipFill>
        <p:spPr>
          <a:xfrm>
            <a:off x="4775200" y="679950"/>
            <a:ext cx="4244774" cy="3799956"/>
          </a:xfrm>
          <a:prstGeom prst="rect">
            <a:avLst/>
          </a:prstGeom>
        </p:spPr>
      </p:pic>
    </p:spTree>
    <p:extLst>
      <p:ext uri="{BB962C8B-B14F-4D97-AF65-F5344CB8AC3E}">
        <p14:creationId xmlns:p14="http://schemas.microsoft.com/office/powerpoint/2010/main" val="16356989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2"/>
          <p:cNvGrpSpPr/>
          <p:nvPr/>
        </p:nvGrpSpPr>
        <p:grpSpPr>
          <a:xfrm>
            <a:off x="-1713620" y="2390475"/>
            <a:ext cx="10890094" cy="1760625"/>
            <a:chOff x="0" y="0"/>
            <a:chExt cx="29040251" cy="4695000"/>
          </a:xfrm>
        </p:grpSpPr>
        <p:sp>
          <p:nvSpPr>
            <p:cNvPr id="6" name="Freeform 3"/>
            <p:cNvSpPr/>
            <p:nvPr/>
          </p:nvSpPr>
          <p:spPr>
            <a:xfrm>
              <a:off x="0" y="0"/>
              <a:ext cx="29040200" cy="4695063"/>
            </a:xfrm>
            <a:custGeom>
              <a:avLst/>
              <a:gdLst/>
              <a:ahLst/>
              <a:cxnLst/>
              <a:rect l="l" t="t" r="r" b="b"/>
              <a:pathLst>
                <a:path w="29040200" h="4695063">
                  <a:moveTo>
                    <a:pt x="29040200" y="0"/>
                  </a:moveTo>
                  <a:cubicBezTo>
                    <a:pt x="29040200" y="0"/>
                    <a:pt x="21527261" y="1954022"/>
                    <a:pt x="21063203" y="1968627"/>
                  </a:cubicBezTo>
                  <a:cubicBezTo>
                    <a:pt x="21060028" y="1968754"/>
                    <a:pt x="21056344" y="1968881"/>
                    <a:pt x="21052281" y="1968881"/>
                  </a:cubicBezTo>
                  <a:cubicBezTo>
                    <a:pt x="20447634" y="1968881"/>
                    <a:pt x="9251822" y="908685"/>
                    <a:pt x="7876285" y="842264"/>
                  </a:cubicBezTo>
                  <a:cubicBezTo>
                    <a:pt x="7823834" y="839724"/>
                    <a:pt x="7764017" y="838454"/>
                    <a:pt x="7697596" y="838454"/>
                  </a:cubicBezTo>
                  <a:cubicBezTo>
                    <a:pt x="6010909" y="838454"/>
                    <a:pt x="14477" y="1636395"/>
                    <a:pt x="14477" y="1636395"/>
                  </a:cubicBezTo>
                  <a:lnTo>
                    <a:pt x="0" y="4695063"/>
                  </a:lnTo>
                  <a:lnTo>
                    <a:pt x="29040200" y="4695063"/>
                  </a:lnTo>
                  <a:lnTo>
                    <a:pt x="29040200" y="0"/>
                  </a:lnTo>
                  <a:close/>
                </a:path>
              </a:pathLst>
            </a:custGeom>
            <a:solidFill>
              <a:srgbClr val="D9ECD3">
                <a:alpha val="49020"/>
              </a:srgbClr>
            </a:solidFill>
          </p:spPr>
          <p:txBody>
            <a:bodyPr/>
            <a:lstStyle/>
            <a:p>
              <a:endParaRPr lang="en-US"/>
            </a:p>
          </p:txBody>
        </p:sp>
      </p:grpSp>
      <p:grpSp>
        <p:nvGrpSpPr>
          <p:cNvPr id="32" name="Group 30"/>
          <p:cNvGrpSpPr/>
          <p:nvPr/>
        </p:nvGrpSpPr>
        <p:grpSpPr>
          <a:xfrm>
            <a:off x="1582075" y="175050"/>
            <a:ext cx="3403700" cy="364450"/>
            <a:chOff x="0" y="0"/>
            <a:chExt cx="9076533" cy="971867"/>
          </a:xfrm>
        </p:grpSpPr>
        <p:sp>
          <p:nvSpPr>
            <p:cNvPr id="33" name="Freeform 31"/>
            <p:cNvSpPr/>
            <p:nvPr/>
          </p:nvSpPr>
          <p:spPr>
            <a:xfrm>
              <a:off x="0" y="0"/>
              <a:ext cx="9076436" cy="971804"/>
            </a:xfrm>
            <a:custGeom>
              <a:avLst/>
              <a:gdLst/>
              <a:ahLst/>
              <a:cxnLst/>
              <a:rect l="l" t="t" r="r" b="b"/>
              <a:pathLst>
                <a:path w="9076436" h="971804">
                  <a:moveTo>
                    <a:pt x="6815201" y="0"/>
                  </a:moveTo>
                  <a:cubicBezTo>
                    <a:pt x="5504815" y="0"/>
                    <a:pt x="5145405" y="160909"/>
                    <a:pt x="5668899" y="205867"/>
                  </a:cubicBezTo>
                  <a:cubicBezTo>
                    <a:pt x="6192393" y="250825"/>
                    <a:pt x="7129780" y="526669"/>
                    <a:pt x="4275963" y="526669"/>
                  </a:cubicBezTo>
                  <a:cubicBezTo>
                    <a:pt x="3110865" y="526669"/>
                    <a:pt x="0" y="971804"/>
                    <a:pt x="4764024" y="971804"/>
                  </a:cubicBezTo>
                  <a:lnTo>
                    <a:pt x="7785989" y="971804"/>
                  </a:lnTo>
                  <a:cubicBezTo>
                    <a:pt x="9076436" y="971804"/>
                    <a:pt x="8389874" y="599821"/>
                    <a:pt x="7502779" y="599821"/>
                  </a:cubicBezTo>
                  <a:cubicBezTo>
                    <a:pt x="7081647" y="599821"/>
                    <a:pt x="8940673" y="0"/>
                    <a:pt x="6815201" y="0"/>
                  </a:cubicBezTo>
                  <a:close/>
                </a:path>
              </a:pathLst>
            </a:custGeom>
            <a:solidFill>
              <a:srgbClr val="FFFFFF">
                <a:alpha val="16863"/>
              </a:srgbClr>
            </a:solidFill>
          </p:spPr>
          <p:txBody>
            <a:bodyPr/>
            <a:lstStyle/>
            <a:p>
              <a:endParaRPr lang="en-US"/>
            </a:p>
          </p:txBody>
        </p:sp>
      </p:grpSp>
      <p:grpSp>
        <p:nvGrpSpPr>
          <p:cNvPr id="36" name="Group 34"/>
          <p:cNvGrpSpPr/>
          <p:nvPr/>
        </p:nvGrpSpPr>
        <p:grpSpPr>
          <a:xfrm>
            <a:off x="-1682887" y="1208938"/>
            <a:ext cx="10828625" cy="1112950"/>
            <a:chOff x="0" y="0"/>
            <a:chExt cx="28876333" cy="2967867"/>
          </a:xfrm>
        </p:grpSpPr>
        <p:sp>
          <p:nvSpPr>
            <p:cNvPr id="37" name="Freeform 35"/>
            <p:cNvSpPr/>
            <p:nvPr/>
          </p:nvSpPr>
          <p:spPr>
            <a:xfrm>
              <a:off x="0" y="127"/>
              <a:ext cx="28876371" cy="2967609"/>
            </a:xfrm>
            <a:custGeom>
              <a:avLst/>
              <a:gdLst/>
              <a:ahLst/>
              <a:cxnLst/>
              <a:rect l="l" t="t" r="r" b="b"/>
              <a:pathLst>
                <a:path w="28876371" h="2967609">
                  <a:moveTo>
                    <a:pt x="28876371" y="0"/>
                  </a:moveTo>
                  <a:cubicBezTo>
                    <a:pt x="28876371" y="0"/>
                    <a:pt x="19633057" y="1069975"/>
                    <a:pt x="19350101" y="1069975"/>
                  </a:cubicBezTo>
                  <a:cubicBezTo>
                    <a:pt x="19068542" y="1069975"/>
                    <a:pt x="9494647" y="699008"/>
                    <a:pt x="9494647" y="699008"/>
                  </a:cubicBezTo>
                  <a:lnTo>
                    <a:pt x="0" y="1069975"/>
                  </a:lnTo>
                  <a:lnTo>
                    <a:pt x="0" y="1961261"/>
                  </a:lnTo>
                  <a:cubicBezTo>
                    <a:pt x="167132" y="1946783"/>
                    <a:pt x="501777" y="1940306"/>
                    <a:pt x="945642" y="1940306"/>
                  </a:cubicBezTo>
                  <a:cubicBezTo>
                    <a:pt x="3059049" y="1940306"/>
                    <a:pt x="7648575" y="2086610"/>
                    <a:pt x="8414512" y="2205736"/>
                  </a:cubicBezTo>
                  <a:cubicBezTo>
                    <a:pt x="9332468" y="2348738"/>
                    <a:pt x="20547456" y="2967609"/>
                    <a:pt x="20940776" y="2967609"/>
                  </a:cubicBezTo>
                  <a:cubicBezTo>
                    <a:pt x="20944078" y="2967609"/>
                    <a:pt x="20946618" y="2967482"/>
                    <a:pt x="20948269" y="2967482"/>
                  </a:cubicBezTo>
                  <a:cubicBezTo>
                    <a:pt x="21163407" y="2955925"/>
                    <a:pt x="28876244" y="1238123"/>
                    <a:pt x="28876244" y="1238123"/>
                  </a:cubicBezTo>
                  <a:lnTo>
                    <a:pt x="28876244" y="0"/>
                  </a:lnTo>
                  <a:close/>
                </a:path>
              </a:pathLst>
            </a:custGeom>
            <a:solidFill>
              <a:srgbClr val="FFFFFF">
                <a:alpha val="16863"/>
              </a:srgbClr>
            </a:solidFill>
          </p:spPr>
          <p:txBody>
            <a:bodyPr/>
            <a:lstStyle/>
            <a:p>
              <a:endParaRPr lang="en-US"/>
            </a:p>
          </p:txBody>
        </p:sp>
      </p:grpSp>
      <p:grpSp>
        <p:nvGrpSpPr>
          <p:cNvPr id="38" name="Group 36"/>
          <p:cNvGrpSpPr/>
          <p:nvPr/>
        </p:nvGrpSpPr>
        <p:grpSpPr>
          <a:xfrm>
            <a:off x="124025" y="580325"/>
            <a:ext cx="2262175" cy="302175"/>
            <a:chOff x="0" y="0"/>
            <a:chExt cx="6032467" cy="805800"/>
          </a:xfrm>
        </p:grpSpPr>
        <p:sp>
          <p:nvSpPr>
            <p:cNvPr id="39" name="Freeform 37"/>
            <p:cNvSpPr/>
            <p:nvPr/>
          </p:nvSpPr>
          <p:spPr>
            <a:xfrm>
              <a:off x="0" y="127"/>
              <a:ext cx="6032500" cy="805561"/>
            </a:xfrm>
            <a:custGeom>
              <a:avLst/>
              <a:gdLst/>
              <a:ahLst/>
              <a:cxnLst/>
              <a:rect l="l" t="t" r="r" b="b"/>
              <a:pathLst>
                <a:path w="6032500" h="805561">
                  <a:moveTo>
                    <a:pt x="1277112" y="0"/>
                  </a:moveTo>
                  <a:cubicBezTo>
                    <a:pt x="0" y="0"/>
                    <a:pt x="1022985" y="786638"/>
                    <a:pt x="1022985" y="786638"/>
                  </a:cubicBezTo>
                  <a:cubicBezTo>
                    <a:pt x="1022985" y="786638"/>
                    <a:pt x="2099691" y="805561"/>
                    <a:pt x="3219196" y="805561"/>
                  </a:cubicBezTo>
                  <a:cubicBezTo>
                    <a:pt x="4593590" y="805561"/>
                    <a:pt x="6032500" y="777113"/>
                    <a:pt x="5621782" y="649859"/>
                  </a:cubicBezTo>
                  <a:cubicBezTo>
                    <a:pt x="4876800" y="418846"/>
                    <a:pt x="2291588" y="389636"/>
                    <a:pt x="2499487" y="300863"/>
                  </a:cubicBezTo>
                  <a:cubicBezTo>
                    <a:pt x="2706370" y="210947"/>
                    <a:pt x="2977007" y="73025"/>
                    <a:pt x="1446149" y="4064"/>
                  </a:cubicBezTo>
                  <a:cubicBezTo>
                    <a:pt x="1385697" y="1270"/>
                    <a:pt x="1329436" y="0"/>
                    <a:pt x="1276985" y="0"/>
                  </a:cubicBezTo>
                  <a:close/>
                </a:path>
              </a:pathLst>
            </a:custGeom>
            <a:solidFill>
              <a:srgbClr val="FFFFFF">
                <a:alpha val="16863"/>
              </a:srgbClr>
            </a:solidFill>
          </p:spPr>
          <p:txBody>
            <a:bodyPr/>
            <a:lstStyle/>
            <a:p>
              <a:endParaRPr lang="en-US"/>
            </a:p>
          </p:txBody>
        </p:sp>
      </p:grpSp>
      <p:sp>
        <p:nvSpPr>
          <p:cNvPr id="61" name="Google Shape;435;p42">
            <a:extLst>
              <a:ext uri="{FF2B5EF4-FFF2-40B4-BE49-F238E27FC236}">
                <a16:creationId xmlns:a16="http://schemas.microsoft.com/office/drawing/2014/main" id="{45104F31-A5CC-0234-958E-74ABC247FF7C}"/>
              </a:ext>
            </a:extLst>
          </p:cNvPr>
          <p:cNvSpPr txBox="1">
            <a:spLocks noGrp="1"/>
          </p:cNvSpPr>
          <p:nvPr>
            <p:ph type="title"/>
          </p:nvPr>
        </p:nvSpPr>
        <p:spPr>
          <a:xfrm>
            <a:off x="58922" y="34577"/>
            <a:ext cx="9144000" cy="645372"/>
          </a:xfrm>
          <a:prstGeom prst="rect">
            <a:avLst/>
          </a:prstGeom>
        </p:spPr>
        <p:txBody>
          <a:bodyPr spcFirstLastPara="1" wrap="square" lIns="91425" tIns="91425" rIns="91425" bIns="91425" anchor="t" anchorCtr="0">
            <a:noAutofit/>
          </a:bodyPr>
          <a:lstStyle/>
          <a:p>
            <a:pPr lvl="0"/>
            <a:r>
              <a:rPr lang="en-US" sz="2800" b="1" kern="1200" dirty="0">
                <a:solidFill>
                  <a:srgbClr val="0070C0"/>
                </a:solidFill>
                <a:latin typeface="Neue Haas Grotesk Text Pro"/>
                <a:ea typeface="+mj-ea"/>
                <a:cs typeface="+mj-cs"/>
              </a:rPr>
              <a:t>Forecasting May Bookings</a:t>
            </a:r>
            <a:endParaRPr sz="3200" b="1" dirty="0">
              <a:solidFill>
                <a:srgbClr val="0070C0"/>
              </a:solidFill>
              <a:latin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sp>
            <p:nvSpPr>
              <p:cNvPr id="62" name="Google Shape;436;p42">
                <a:extLst>
                  <a:ext uri="{FF2B5EF4-FFF2-40B4-BE49-F238E27FC236}">
                    <a16:creationId xmlns:a16="http://schemas.microsoft.com/office/drawing/2014/main" id="{E5B97F28-9D5C-A2D8-2B68-B3E85EA7B1E6}"/>
                  </a:ext>
                </a:extLst>
              </p:cNvPr>
              <p:cNvSpPr txBox="1">
                <a:spLocks noGrp="1"/>
              </p:cNvSpPr>
              <p:nvPr>
                <p:ph type="subTitle" idx="1"/>
              </p:nvPr>
            </p:nvSpPr>
            <p:spPr>
              <a:xfrm>
                <a:off x="-120817" y="820422"/>
                <a:ext cx="4027095" cy="1063553"/>
              </a:xfrm>
              <a:prstGeom prst="rect">
                <a:avLst/>
              </a:prstGeom>
            </p:spPr>
            <p:txBody>
              <a:bodyPr spcFirstLastPara="1" wrap="square" lIns="91425" tIns="91425" rIns="91425" bIns="91425" anchor="t" anchorCtr="0">
                <a:noAutofit/>
              </a:bodyPr>
              <a:lstStyle/>
              <a:p>
                <a:pPr marL="482600">
                  <a:buSzPts val="1400"/>
                  <a:buFont typeface="Arial" panose="020B0604020202020204" pitchFamily="34" charset="0"/>
                  <a:buChar char="•"/>
                </a:pPr>
                <a:r>
                  <a:rPr lang="en-US" sz="2000" dirty="0">
                    <a:solidFill>
                      <a:srgbClr val="002060"/>
                    </a:solidFill>
                    <a:latin typeface="Yu Gothic UI" panose="020B0500000000000000" pitchFamily="34" charset="-128"/>
                    <a:ea typeface="Yu Gothic UI" panose="020B0500000000000000" pitchFamily="34" charset="-128"/>
                    <a:cs typeface="Urdu Typesetting" panose="03020402040406030203" pitchFamily="66" charset="-78"/>
                  </a:rPr>
                  <a:t> Predicted Total Bookings for May 2024 </a:t>
                </a:r>
                <a14:m>
                  <m:oMath xmlns:m="http://schemas.openxmlformats.org/officeDocument/2006/math">
                    <m:r>
                      <a:rPr lang="en-US" sz="2000" b="1">
                        <a:solidFill>
                          <a:srgbClr val="002060"/>
                        </a:solidFill>
                        <a:latin typeface="Cambria Math" panose="02040503050406030204" pitchFamily="18" charset="0"/>
                      </a:rPr>
                      <m:t>≈</m:t>
                    </m:r>
                  </m:oMath>
                </a14:m>
                <a:r>
                  <a:rPr lang="en-US" sz="2000" dirty="0">
                    <a:solidFill>
                      <a:srgbClr val="002060"/>
                    </a:solidFill>
                    <a:latin typeface="Yu Gothic UI" panose="020B0500000000000000" pitchFamily="34" charset="-128"/>
                    <a:ea typeface="Yu Gothic UI" panose="020B0500000000000000" pitchFamily="34" charset="-128"/>
                    <a:cs typeface="Urdu Typesetting" panose="03020402040406030203" pitchFamily="66" charset="-78"/>
                  </a:rPr>
                  <a:t> </a:t>
                </a:r>
                <a:r>
                  <a:rPr lang="en-US" sz="2000" b="1" dirty="0">
                    <a:solidFill>
                      <a:srgbClr val="002060"/>
                    </a:solidFill>
                    <a:latin typeface="Yu Gothic UI" panose="020B0500000000000000" pitchFamily="34" charset="-128"/>
                    <a:ea typeface="Yu Gothic UI" panose="020B0500000000000000" pitchFamily="34" charset="-128"/>
                    <a:cs typeface="Urdu Typesetting" panose="03020402040406030203" pitchFamily="66" charset="-78"/>
                  </a:rPr>
                  <a:t>8150 Bookings</a:t>
                </a:r>
              </a:p>
              <a:p>
                <a:pPr marL="139700" indent="0">
                  <a:buSzPts val="1400"/>
                </a:pPr>
                <a:endParaRPr lang="en-US" sz="1200" dirty="0">
                  <a:solidFill>
                    <a:srgbClr val="002060"/>
                  </a:solidFill>
                  <a:latin typeface="Yu Gothic UI" panose="020B0500000000000000" pitchFamily="34" charset="-128"/>
                  <a:ea typeface="Yu Gothic UI" panose="020B0500000000000000" pitchFamily="34" charset="-128"/>
                  <a:cs typeface="Urdu Typesetting" panose="03020402040406030203" pitchFamily="66" charset="-78"/>
                </a:endParaRPr>
              </a:p>
            </p:txBody>
          </p:sp>
        </mc:Choice>
        <mc:Fallback xmlns="">
          <p:sp>
            <p:nvSpPr>
              <p:cNvPr id="62" name="Google Shape;436;p42">
                <a:extLst>
                  <a:ext uri="{FF2B5EF4-FFF2-40B4-BE49-F238E27FC236}">
                    <a16:creationId xmlns:a16="http://schemas.microsoft.com/office/drawing/2014/main" id="{E5B97F28-9D5C-A2D8-2B68-B3E85EA7B1E6}"/>
                  </a:ext>
                </a:extLst>
              </p:cNvPr>
              <p:cNvSpPr txBox="1">
                <a:spLocks noGrp="1" noRot="1" noChangeAspect="1" noMove="1" noResize="1" noEditPoints="1" noAdjustHandles="1" noChangeArrowheads="1" noChangeShapeType="1" noTextEdit="1"/>
              </p:cNvSpPr>
              <p:nvPr>
                <p:ph type="subTitle" idx="1"/>
              </p:nvPr>
            </p:nvSpPr>
            <p:spPr>
              <a:xfrm>
                <a:off x="-120817" y="820422"/>
                <a:ext cx="4027095" cy="1063553"/>
              </a:xfrm>
              <a:prstGeom prst="rect">
                <a:avLst/>
              </a:prstGeom>
              <a:blipFill>
                <a:blip r:embed="rId2"/>
                <a:stretch>
                  <a:fillRect r="-605"/>
                </a:stretch>
              </a:blipFill>
            </p:spPr>
            <p:txBody>
              <a:bodyPr/>
              <a:lstStyle/>
              <a:p>
                <a:r>
                  <a:rPr lang="en-US">
                    <a:noFill/>
                  </a:rPr>
                  <a:t> </a:t>
                </a:r>
              </a:p>
            </p:txBody>
          </p:sp>
        </mc:Fallback>
      </mc:AlternateContent>
      <p:grpSp>
        <p:nvGrpSpPr>
          <p:cNvPr id="2" name="Group 1">
            <a:extLst>
              <a:ext uri="{FF2B5EF4-FFF2-40B4-BE49-F238E27FC236}">
                <a16:creationId xmlns:a16="http://schemas.microsoft.com/office/drawing/2014/main" id="{B66336F5-AEFC-B030-1B0E-F00948CBF335}"/>
              </a:ext>
            </a:extLst>
          </p:cNvPr>
          <p:cNvGrpSpPr/>
          <p:nvPr/>
        </p:nvGrpSpPr>
        <p:grpSpPr>
          <a:xfrm>
            <a:off x="299027" y="1428254"/>
            <a:ext cx="8663789" cy="3348223"/>
            <a:chOff x="662789" y="1795277"/>
            <a:chExt cx="11201400" cy="4657725"/>
          </a:xfrm>
        </p:grpSpPr>
        <p:pic>
          <p:nvPicPr>
            <p:cNvPr id="4" name="Picture 3">
              <a:extLst>
                <a:ext uri="{FF2B5EF4-FFF2-40B4-BE49-F238E27FC236}">
                  <a16:creationId xmlns:a16="http://schemas.microsoft.com/office/drawing/2014/main" id="{63E8D051-1137-DCB1-2E2E-BB20699D7E0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0039" y="1795277"/>
              <a:ext cx="6534150" cy="4657725"/>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7">
              <a:extLst>
                <a:ext uri="{FF2B5EF4-FFF2-40B4-BE49-F238E27FC236}">
                  <a16:creationId xmlns:a16="http://schemas.microsoft.com/office/drawing/2014/main" id="{ABCC2A35-78B1-FCAB-725B-04C1A339348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2789" y="2594610"/>
              <a:ext cx="4667250" cy="3714750"/>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40173819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2"/>
          <p:cNvGrpSpPr/>
          <p:nvPr/>
        </p:nvGrpSpPr>
        <p:grpSpPr>
          <a:xfrm>
            <a:off x="-1713620" y="2390475"/>
            <a:ext cx="10890094" cy="1760625"/>
            <a:chOff x="0" y="0"/>
            <a:chExt cx="29040251" cy="4695000"/>
          </a:xfrm>
        </p:grpSpPr>
        <p:sp>
          <p:nvSpPr>
            <p:cNvPr id="6" name="Freeform 3"/>
            <p:cNvSpPr/>
            <p:nvPr/>
          </p:nvSpPr>
          <p:spPr>
            <a:xfrm>
              <a:off x="0" y="0"/>
              <a:ext cx="29040200" cy="4695063"/>
            </a:xfrm>
            <a:custGeom>
              <a:avLst/>
              <a:gdLst/>
              <a:ahLst/>
              <a:cxnLst/>
              <a:rect l="l" t="t" r="r" b="b"/>
              <a:pathLst>
                <a:path w="29040200" h="4695063">
                  <a:moveTo>
                    <a:pt x="29040200" y="0"/>
                  </a:moveTo>
                  <a:cubicBezTo>
                    <a:pt x="29040200" y="0"/>
                    <a:pt x="21527261" y="1954022"/>
                    <a:pt x="21063203" y="1968627"/>
                  </a:cubicBezTo>
                  <a:cubicBezTo>
                    <a:pt x="21060028" y="1968754"/>
                    <a:pt x="21056344" y="1968881"/>
                    <a:pt x="21052281" y="1968881"/>
                  </a:cubicBezTo>
                  <a:cubicBezTo>
                    <a:pt x="20447634" y="1968881"/>
                    <a:pt x="9251822" y="908685"/>
                    <a:pt x="7876285" y="842264"/>
                  </a:cubicBezTo>
                  <a:cubicBezTo>
                    <a:pt x="7823834" y="839724"/>
                    <a:pt x="7764017" y="838454"/>
                    <a:pt x="7697596" y="838454"/>
                  </a:cubicBezTo>
                  <a:cubicBezTo>
                    <a:pt x="6010909" y="838454"/>
                    <a:pt x="14477" y="1636395"/>
                    <a:pt x="14477" y="1636395"/>
                  </a:cubicBezTo>
                  <a:lnTo>
                    <a:pt x="0" y="4695063"/>
                  </a:lnTo>
                  <a:lnTo>
                    <a:pt x="29040200" y="4695063"/>
                  </a:lnTo>
                  <a:lnTo>
                    <a:pt x="29040200" y="0"/>
                  </a:lnTo>
                  <a:close/>
                </a:path>
              </a:pathLst>
            </a:custGeom>
            <a:solidFill>
              <a:srgbClr val="D9ECD3">
                <a:alpha val="49020"/>
              </a:srgbClr>
            </a:solidFill>
          </p:spPr>
          <p:txBody>
            <a:bodyPr/>
            <a:lstStyle/>
            <a:p>
              <a:endParaRPr lang="en-US"/>
            </a:p>
          </p:txBody>
        </p:sp>
      </p:grpSp>
      <p:grpSp>
        <p:nvGrpSpPr>
          <p:cNvPr id="32" name="Group 30"/>
          <p:cNvGrpSpPr/>
          <p:nvPr/>
        </p:nvGrpSpPr>
        <p:grpSpPr>
          <a:xfrm>
            <a:off x="1582075" y="175050"/>
            <a:ext cx="3403700" cy="364450"/>
            <a:chOff x="0" y="0"/>
            <a:chExt cx="9076533" cy="971867"/>
          </a:xfrm>
        </p:grpSpPr>
        <p:sp>
          <p:nvSpPr>
            <p:cNvPr id="33" name="Freeform 31"/>
            <p:cNvSpPr/>
            <p:nvPr/>
          </p:nvSpPr>
          <p:spPr>
            <a:xfrm>
              <a:off x="0" y="0"/>
              <a:ext cx="9076436" cy="971804"/>
            </a:xfrm>
            <a:custGeom>
              <a:avLst/>
              <a:gdLst/>
              <a:ahLst/>
              <a:cxnLst/>
              <a:rect l="l" t="t" r="r" b="b"/>
              <a:pathLst>
                <a:path w="9076436" h="971804">
                  <a:moveTo>
                    <a:pt x="6815201" y="0"/>
                  </a:moveTo>
                  <a:cubicBezTo>
                    <a:pt x="5504815" y="0"/>
                    <a:pt x="5145405" y="160909"/>
                    <a:pt x="5668899" y="205867"/>
                  </a:cubicBezTo>
                  <a:cubicBezTo>
                    <a:pt x="6192393" y="250825"/>
                    <a:pt x="7129780" y="526669"/>
                    <a:pt x="4275963" y="526669"/>
                  </a:cubicBezTo>
                  <a:cubicBezTo>
                    <a:pt x="3110865" y="526669"/>
                    <a:pt x="0" y="971804"/>
                    <a:pt x="4764024" y="971804"/>
                  </a:cubicBezTo>
                  <a:lnTo>
                    <a:pt x="7785989" y="971804"/>
                  </a:lnTo>
                  <a:cubicBezTo>
                    <a:pt x="9076436" y="971804"/>
                    <a:pt x="8389874" y="599821"/>
                    <a:pt x="7502779" y="599821"/>
                  </a:cubicBezTo>
                  <a:cubicBezTo>
                    <a:pt x="7081647" y="599821"/>
                    <a:pt x="8940673" y="0"/>
                    <a:pt x="6815201" y="0"/>
                  </a:cubicBezTo>
                  <a:close/>
                </a:path>
              </a:pathLst>
            </a:custGeom>
            <a:solidFill>
              <a:srgbClr val="FFFFFF">
                <a:alpha val="16863"/>
              </a:srgbClr>
            </a:solidFill>
          </p:spPr>
          <p:txBody>
            <a:bodyPr/>
            <a:lstStyle/>
            <a:p>
              <a:endParaRPr lang="en-US"/>
            </a:p>
          </p:txBody>
        </p:sp>
      </p:grpSp>
      <p:grpSp>
        <p:nvGrpSpPr>
          <p:cNvPr id="36" name="Group 34"/>
          <p:cNvGrpSpPr/>
          <p:nvPr/>
        </p:nvGrpSpPr>
        <p:grpSpPr>
          <a:xfrm>
            <a:off x="-1682887" y="1208938"/>
            <a:ext cx="10828625" cy="1112950"/>
            <a:chOff x="0" y="0"/>
            <a:chExt cx="28876333" cy="2967867"/>
          </a:xfrm>
        </p:grpSpPr>
        <p:sp>
          <p:nvSpPr>
            <p:cNvPr id="37" name="Freeform 35"/>
            <p:cNvSpPr/>
            <p:nvPr/>
          </p:nvSpPr>
          <p:spPr>
            <a:xfrm>
              <a:off x="0" y="127"/>
              <a:ext cx="28876371" cy="2967609"/>
            </a:xfrm>
            <a:custGeom>
              <a:avLst/>
              <a:gdLst/>
              <a:ahLst/>
              <a:cxnLst/>
              <a:rect l="l" t="t" r="r" b="b"/>
              <a:pathLst>
                <a:path w="28876371" h="2967609">
                  <a:moveTo>
                    <a:pt x="28876371" y="0"/>
                  </a:moveTo>
                  <a:cubicBezTo>
                    <a:pt x="28876371" y="0"/>
                    <a:pt x="19633057" y="1069975"/>
                    <a:pt x="19350101" y="1069975"/>
                  </a:cubicBezTo>
                  <a:cubicBezTo>
                    <a:pt x="19068542" y="1069975"/>
                    <a:pt x="9494647" y="699008"/>
                    <a:pt x="9494647" y="699008"/>
                  </a:cubicBezTo>
                  <a:lnTo>
                    <a:pt x="0" y="1069975"/>
                  </a:lnTo>
                  <a:lnTo>
                    <a:pt x="0" y="1961261"/>
                  </a:lnTo>
                  <a:cubicBezTo>
                    <a:pt x="167132" y="1946783"/>
                    <a:pt x="501777" y="1940306"/>
                    <a:pt x="945642" y="1940306"/>
                  </a:cubicBezTo>
                  <a:cubicBezTo>
                    <a:pt x="3059049" y="1940306"/>
                    <a:pt x="7648575" y="2086610"/>
                    <a:pt x="8414512" y="2205736"/>
                  </a:cubicBezTo>
                  <a:cubicBezTo>
                    <a:pt x="9332468" y="2348738"/>
                    <a:pt x="20547456" y="2967609"/>
                    <a:pt x="20940776" y="2967609"/>
                  </a:cubicBezTo>
                  <a:cubicBezTo>
                    <a:pt x="20944078" y="2967609"/>
                    <a:pt x="20946618" y="2967482"/>
                    <a:pt x="20948269" y="2967482"/>
                  </a:cubicBezTo>
                  <a:cubicBezTo>
                    <a:pt x="21163407" y="2955925"/>
                    <a:pt x="28876244" y="1238123"/>
                    <a:pt x="28876244" y="1238123"/>
                  </a:cubicBezTo>
                  <a:lnTo>
                    <a:pt x="28876244" y="0"/>
                  </a:lnTo>
                  <a:close/>
                </a:path>
              </a:pathLst>
            </a:custGeom>
            <a:solidFill>
              <a:srgbClr val="FFFFFF">
                <a:alpha val="16863"/>
              </a:srgbClr>
            </a:solidFill>
          </p:spPr>
          <p:txBody>
            <a:bodyPr/>
            <a:lstStyle/>
            <a:p>
              <a:endParaRPr lang="en-US"/>
            </a:p>
          </p:txBody>
        </p:sp>
      </p:grpSp>
      <p:grpSp>
        <p:nvGrpSpPr>
          <p:cNvPr id="38" name="Group 36"/>
          <p:cNvGrpSpPr/>
          <p:nvPr/>
        </p:nvGrpSpPr>
        <p:grpSpPr>
          <a:xfrm>
            <a:off x="124025" y="580325"/>
            <a:ext cx="2262175" cy="302175"/>
            <a:chOff x="0" y="0"/>
            <a:chExt cx="6032467" cy="805800"/>
          </a:xfrm>
        </p:grpSpPr>
        <p:sp>
          <p:nvSpPr>
            <p:cNvPr id="39" name="Freeform 37"/>
            <p:cNvSpPr/>
            <p:nvPr/>
          </p:nvSpPr>
          <p:spPr>
            <a:xfrm>
              <a:off x="0" y="127"/>
              <a:ext cx="6032500" cy="805561"/>
            </a:xfrm>
            <a:custGeom>
              <a:avLst/>
              <a:gdLst/>
              <a:ahLst/>
              <a:cxnLst/>
              <a:rect l="l" t="t" r="r" b="b"/>
              <a:pathLst>
                <a:path w="6032500" h="805561">
                  <a:moveTo>
                    <a:pt x="1277112" y="0"/>
                  </a:moveTo>
                  <a:cubicBezTo>
                    <a:pt x="0" y="0"/>
                    <a:pt x="1022985" y="786638"/>
                    <a:pt x="1022985" y="786638"/>
                  </a:cubicBezTo>
                  <a:cubicBezTo>
                    <a:pt x="1022985" y="786638"/>
                    <a:pt x="2099691" y="805561"/>
                    <a:pt x="3219196" y="805561"/>
                  </a:cubicBezTo>
                  <a:cubicBezTo>
                    <a:pt x="4593590" y="805561"/>
                    <a:pt x="6032500" y="777113"/>
                    <a:pt x="5621782" y="649859"/>
                  </a:cubicBezTo>
                  <a:cubicBezTo>
                    <a:pt x="4876800" y="418846"/>
                    <a:pt x="2291588" y="389636"/>
                    <a:pt x="2499487" y="300863"/>
                  </a:cubicBezTo>
                  <a:cubicBezTo>
                    <a:pt x="2706370" y="210947"/>
                    <a:pt x="2977007" y="73025"/>
                    <a:pt x="1446149" y="4064"/>
                  </a:cubicBezTo>
                  <a:cubicBezTo>
                    <a:pt x="1385697" y="1270"/>
                    <a:pt x="1329436" y="0"/>
                    <a:pt x="1276985" y="0"/>
                  </a:cubicBezTo>
                  <a:close/>
                </a:path>
              </a:pathLst>
            </a:custGeom>
            <a:solidFill>
              <a:srgbClr val="FFFFFF">
                <a:alpha val="16863"/>
              </a:srgbClr>
            </a:solidFill>
          </p:spPr>
          <p:txBody>
            <a:bodyPr/>
            <a:lstStyle/>
            <a:p>
              <a:endParaRPr lang="en-US"/>
            </a:p>
          </p:txBody>
        </p:sp>
      </p:grpSp>
      <p:sp>
        <p:nvSpPr>
          <p:cNvPr id="61" name="Google Shape;435;p42">
            <a:extLst>
              <a:ext uri="{FF2B5EF4-FFF2-40B4-BE49-F238E27FC236}">
                <a16:creationId xmlns:a16="http://schemas.microsoft.com/office/drawing/2014/main" id="{45104F31-A5CC-0234-958E-74ABC247FF7C}"/>
              </a:ext>
            </a:extLst>
          </p:cNvPr>
          <p:cNvSpPr txBox="1">
            <a:spLocks noGrp="1"/>
          </p:cNvSpPr>
          <p:nvPr>
            <p:ph type="title"/>
          </p:nvPr>
        </p:nvSpPr>
        <p:spPr>
          <a:xfrm>
            <a:off x="58922" y="34577"/>
            <a:ext cx="9144000" cy="645372"/>
          </a:xfrm>
          <a:prstGeom prst="rect">
            <a:avLst/>
          </a:prstGeom>
        </p:spPr>
        <p:txBody>
          <a:bodyPr spcFirstLastPara="1" wrap="square" lIns="91425" tIns="91425" rIns="91425" bIns="91425" anchor="t" anchorCtr="0">
            <a:noAutofit/>
          </a:bodyPr>
          <a:lstStyle/>
          <a:p>
            <a:pPr lvl="0"/>
            <a:r>
              <a:rPr lang="en-US" sz="2800" b="1" kern="1200" dirty="0">
                <a:solidFill>
                  <a:srgbClr val="0070C0"/>
                </a:solidFill>
                <a:latin typeface="Neue Haas Grotesk Text Pro"/>
                <a:ea typeface="+mj-ea"/>
                <a:cs typeface="+mj-cs"/>
              </a:rPr>
              <a:t>First Class Demand next month (May 2024)</a:t>
            </a:r>
            <a:endParaRPr sz="3200" b="1" dirty="0">
              <a:solidFill>
                <a:srgbClr val="0070C0"/>
              </a:solidFill>
              <a:latin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sp>
            <p:nvSpPr>
              <p:cNvPr id="62" name="Google Shape;436;p42">
                <a:extLst>
                  <a:ext uri="{FF2B5EF4-FFF2-40B4-BE49-F238E27FC236}">
                    <a16:creationId xmlns:a16="http://schemas.microsoft.com/office/drawing/2014/main" id="{E5B97F28-9D5C-A2D8-2B68-B3E85EA7B1E6}"/>
                  </a:ext>
                </a:extLst>
              </p:cNvPr>
              <p:cNvSpPr txBox="1">
                <a:spLocks noGrp="1"/>
              </p:cNvSpPr>
              <p:nvPr>
                <p:ph type="subTitle" idx="1"/>
              </p:nvPr>
            </p:nvSpPr>
            <p:spPr>
              <a:xfrm>
                <a:off x="-173819" y="650392"/>
                <a:ext cx="4028875" cy="2486100"/>
              </a:xfrm>
              <a:prstGeom prst="rect">
                <a:avLst/>
              </a:prstGeom>
            </p:spPr>
            <p:txBody>
              <a:bodyPr spcFirstLastPara="1" wrap="square" lIns="91425" tIns="91425" rIns="91425" bIns="91425" anchor="t" anchorCtr="0">
                <a:noAutofit/>
              </a:bodyPr>
              <a:lstStyle/>
              <a:p>
                <a:pPr marL="482600">
                  <a:buSzPts val="1400"/>
                  <a:buFont typeface="Arial" panose="020B0604020202020204" pitchFamily="34" charset="0"/>
                  <a:buChar char="•"/>
                </a:pPr>
                <a:r>
                  <a:rPr lang="en-US" sz="2000" dirty="0">
                    <a:solidFill>
                      <a:srgbClr val="002060"/>
                    </a:solidFill>
                    <a:latin typeface="Yu Gothic UI" panose="020B0500000000000000" pitchFamily="34" charset="-128"/>
                    <a:ea typeface="Yu Gothic UI" panose="020B0500000000000000" pitchFamily="34" charset="-128"/>
                    <a:cs typeface="Urdu Typesetting" panose="03020402040406030203" pitchFamily="66" charset="-78"/>
                  </a:rPr>
                  <a:t>Predicted Total First Class for May 2024 </a:t>
                </a:r>
                <a14:m>
                  <m:oMath xmlns:m="http://schemas.openxmlformats.org/officeDocument/2006/math">
                    <m:r>
                      <a:rPr lang="en-US" sz="2000" b="1">
                        <a:solidFill>
                          <a:srgbClr val="002060"/>
                        </a:solidFill>
                        <a:latin typeface="Cambria Math" panose="02040503050406030204" pitchFamily="18" charset="0"/>
                      </a:rPr>
                      <m:t>≈</m:t>
                    </m:r>
                  </m:oMath>
                </a14:m>
                <a:r>
                  <a:rPr lang="en-US" sz="2000" dirty="0">
                    <a:solidFill>
                      <a:srgbClr val="002060"/>
                    </a:solidFill>
                    <a:latin typeface="Yu Gothic UI" panose="020B0500000000000000" pitchFamily="34" charset="-128"/>
                    <a:ea typeface="Yu Gothic UI" panose="020B0500000000000000" pitchFamily="34" charset="-128"/>
                    <a:cs typeface="Urdu Typesetting" panose="03020402040406030203" pitchFamily="66" charset="-78"/>
                  </a:rPr>
                  <a:t> </a:t>
                </a:r>
                <a:r>
                  <a:rPr lang="en-US" sz="2000" b="1" dirty="0">
                    <a:solidFill>
                      <a:srgbClr val="002060"/>
                    </a:solidFill>
                    <a:latin typeface="Yu Gothic UI" panose="020B0500000000000000" pitchFamily="34" charset="-128"/>
                    <a:ea typeface="Yu Gothic UI" panose="020B0500000000000000" pitchFamily="34" charset="-128"/>
                    <a:cs typeface="Urdu Typesetting" panose="03020402040406030203" pitchFamily="66" charset="-78"/>
                  </a:rPr>
                  <a:t>800 Tickets</a:t>
                </a:r>
              </a:p>
            </p:txBody>
          </p:sp>
        </mc:Choice>
        <mc:Fallback xmlns="">
          <p:sp>
            <p:nvSpPr>
              <p:cNvPr id="62" name="Google Shape;436;p42">
                <a:extLst>
                  <a:ext uri="{FF2B5EF4-FFF2-40B4-BE49-F238E27FC236}">
                    <a16:creationId xmlns:a16="http://schemas.microsoft.com/office/drawing/2014/main" id="{E5B97F28-9D5C-A2D8-2B68-B3E85EA7B1E6}"/>
                  </a:ext>
                </a:extLst>
              </p:cNvPr>
              <p:cNvSpPr txBox="1">
                <a:spLocks noGrp="1" noRot="1" noChangeAspect="1" noMove="1" noResize="1" noEditPoints="1" noAdjustHandles="1" noChangeArrowheads="1" noChangeShapeType="1" noTextEdit="1"/>
              </p:cNvSpPr>
              <p:nvPr>
                <p:ph type="subTitle" idx="1"/>
              </p:nvPr>
            </p:nvSpPr>
            <p:spPr>
              <a:xfrm>
                <a:off x="-173819" y="650392"/>
                <a:ext cx="4028875" cy="2486100"/>
              </a:xfrm>
              <a:prstGeom prst="rect">
                <a:avLst/>
              </a:prstGeom>
              <a:blipFill>
                <a:blip r:embed="rId2"/>
                <a:stretch>
                  <a:fillRect r="-605"/>
                </a:stretch>
              </a:blipFill>
            </p:spPr>
            <p:txBody>
              <a:bodyPr/>
              <a:lstStyle/>
              <a:p>
                <a:r>
                  <a:rPr lang="en-US">
                    <a:noFill/>
                  </a:rPr>
                  <a:t> </a:t>
                </a:r>
              </a:p>
            </p:txBody>
          </p:sp>
        </mc:Fallback>
      </mc:AlternateContent>
      <p:grpSp>
        <p:nvGrpSpPr>
          <p:cNvPr id="2" name="Group 1">
            <a:extLst>
              <a:ext uri="{FF2B5EF4-FFF2-40B4-BE49-F238E27FC236}">
                <a16:creationId xmlns:a16="http://schemas.microsoft.com/office/drawing/2014/main" id="{19F88A01-0178-65AD-FE4A-1ADA7F4892D5}"/>
              </a:ext>
            </a:extLst>
          </p:cNvPr>
          <p:cNvGrpSpPr/>
          <p:nvPr/>
        </p:nvGrpSpPr>
        <p:grpSpPr>
          <a:xfrm>
            <a:off x="322227" y="964490"/>
            <a:ext cx="8499546" cy="3936464"/>
            <a:chOff x="612648" y="1977839"/>
            <a:chExt cx="11181895" cy="4657725"/>
          </a:xfrm>
        </p:grpSpPr>
        <p:pic>
          <p:nvPicPr>
            <p:cNvPr id="4" name="Picture 2">
              <a:extLst>
                <a:ext uri="{FF2B5EF4-FFF2-40B4-BE49-F238E27FC236}">
                  <a16:creationId xmlns:a16="http://schemas.microsoft.com/office/drawing/2014/main" id="{15D2C71C-936F-C101-A752-01F7998D190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2648" y="2738252"/>
              <a:ext cx="4810125" cy="371475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a:extLst>
                <a:ext uri="{FF2B5EF4-FFF2-40B4-BE49-F238E27FC236}">
                  <a16:creationId xmlns:a16="http://schemas.microsoft.com/office/drawing/2014/main" id="{6699D621-FB12-190E-66BE-B271E1916A6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60393" y="1977839"/>
              <a:ext cx="6534150" cy="4657725"/>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15976901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2"/>
          <p:cNvGrpSpPr/>
          <p:nvPr/>
        </p:nvGrpSpPr>
        <p:grpSpPr>
          <a:xfrm>
            <a:off x="-1713620" y="2390475"/>
            <a:ext cx="10890094" cy="1760625"/>
            <a:chOff x="0" y="0"/>
            <a:chExt cx="29040251" cy="4695000"/>
          </a:xfrm>
        </p:grpSpPr>
        <p:sp>
          <p:nvSpPr>
            <p:cNvPr id="6" name="Freeform 3"/>
            <p:cNvSpPr/>
            <p:nvPr/>
          </p:nvSpPr>
          <p:spPr>
            <a:xfrm>
              <a:off x="0" y="0"/>
              <a:ext cx="29040200" cy="4695063"/>
            </a:xfrm>
            <a:custGeom>
              <a:avLst/>
              <a:gdLst/>
              <a:ahLst/>
              <a:cxnLst/>
              <a:rect l="l" t="t" r="r" b="b"/>
              <a:pathLst>
                <a:path w="29040200" h="4695063">
                  <a:moveTo>
                    <a:pt x="29040200" y="0"/>
                  </a:moveTo>
                  <a:cubicBezTo>
                    <a:pt x="29040200" y="0"/>
                    <a:pt x="21527261" y="1954022"/>
                    <a:pt x="21063203" y="1968627"/>
                  </a:cubicBezTo>
                  <a:cubicBezTo>
                    <a:pt x="21060028" y="1968754"/>
                    <a:pt x="21056344" y="1968881"/>
                    <a:pt x="21052281" y="1968881"/>
                  </a:cubicBezTo>
                  <a:cubicBezTo>
                    <a:pt x="20447634" y="1968881"/>
                    <a:pt x="9251822" y="908685"/>
                    <a:pt x="7876285" y="842264"/>
                  </a:cubicBezTo>
                  <a:cubicBezTo>
                    <a:pt x="7823834" y="839724"/>
                    <a:pt x="7764017" y="838454"/>
                    <a:pt x="7697596" y="838454"/>
                  </a:cubicBezTo>
                  <a:cubicBezTo>
                    <a:pt x="6010909" y="838454"/>
                    <a:pt x="14477" y="1636395"/>
                    <a:pt x="14477" y="1636395"/>
                  </a:cubicBezTo>
                  <a:lnTo>
                    <a:pt x="0" y="4695063"/>
                  </a:lnTo>
                  <a:lnTo>
                    <a:pt x="29040200" y="4695063"/>
                  </a:lnTo>
                  <a:lnTo>
                    <a:pt x="29040200" y="0"/>
                  </a:lnTo>
                  <a:close/>
                </a:path>
              </a:pathLst>
            </a:custGeom>
            <a:solidFill>
              <a:srgbClr val="D9ECD3">
                <a:alpha val="49020"/>
              </a:srgbClr>
            </a:solidFill>
          </p:spPr>
          <p:txBody>
            <a:bodyPr/>
            <a:lstStyle/>
            <a:p>
              <a:endParaRPr lang="en-US"/>
            </a:p>
          </p:txBody>
        </p:sp>
      </p:grpSp>
      <p:grpSp>
        <p:nvGrpSpPr>
          <p:cNvPr id="32" name="Group 30"/>
          <p:cNvGrpSpPr/>
          <p:nvPr/>
        </p:nvGrpSpPr>
        <p:grpSpPr>
          <a:xfrm>
            <a:off x="1582075" y="175050"/>
            <a:ext cx="3403700" cy="364450"/>
            <a:chOff x="0" y="0"/>
            <a:chExt cx="9076533" cy="971867"/>
          </a:xfrm>
        </p:grpSpPr>
        <p:sp>
          <p:nvSpPr>
            <p:cNvPr id="33" name="Freeform 31"/>
            <p:cNvSpPr/>
            <p:nvPr/>
          </p:nvSpPr>
          <p:spPr>
            <a:xfrm>
              <a:off x="0" y="0"/>
              <a:ext cx="9076436" cy="971804"/>
            </a:xfrm>
            <a:custGeom>
              <a:avLst/>
              <a:gdLst/>
              <a:ahLst/>
              <a:cxnLst/>
              <a:rect l="l" t="t" r="r" b="b"/>
              <a:pathLst>
                <a:path w="9076436" h="971804">
                  <a:moveTo>
                    <a:pt x="6815201" y="0"/>
                  </a:moveTo>
                  <a:cubicBezTo>
                    <a:pt x="5504815" y="0"/>
                    <a:pt x="5145405" y="160909"/>
                    <a:pt x="5668899" y="205867"/>
                  </a:cubicBezTo>
                  <a:cubicBezTo>
                    <a:pt x="6192393" y="250825"/>
                    <a:pt x="7129780" y="526669"/>
                    <a:pt x="4275963" y="526669"/>
                  </a:cubicBezTo>
                  <a:cubicBezTo>
                    <a:pt x="3110865" y="526669"/>
                    <a:pt x="0" y="971804"/>
                    <a:pt x="4764024" y="971804"/>
                  </a:cubicBezTo>
                  <a:lnTo>
                    <a:pt x="7785989" y="971804"/>
                  </a:lnTo>
                  <a:cubicBezTo>
                    <a:pt x="9076436" y="971804"/>
                    <a:pt x="8389874" y="599821"/>
                    <a:pt x="7502779" y="599821"/>
                  </a:cubicBezTo>
                  <a:cubicBezTo>
                    <a:pt x="7081647" y="599821"/>
                    <a:pt x="8940673" y="0"/>
                    <a:pt x="6815201" y="0"/>
                  </a:cubicBezTo>
                  <a:close/>
                </a:path>
              </a:pathLst>
            </a:custGeom>
            <a:solidFill>
              <a:srgbClr val="FFFFFF">
                <a:alpha val="16863"/>
              </a:srgbClr>
            </a:solidFill>
          </p:spPr>
          <p:txBody>
            <a:bodyPr/>
            <a:lstStyle/>
            <a:p>
              <a:endParaRPr lang="en-US"/>
            </a:p>
          </p:txBody>
        </p:sp>
      </p:grpSp>
      <p:grpSp>
        <p:nvGrpSpPr>
          <p:cNvPr id="36" name="Group 34"/>
          <p:cNvGrpSpPr/>
          <p:nvPr/>
        </p:nvGrpSpPr>
        <p:grpSpPr>
          <a:xfrm>
            <a:off x="-1682887" y="1208938"/>
            <a:ext cx="10828625" cy="1112950"/>
            <a:chOff x="0" y="0"/>
            <a:chExt cx="28876333" cy="2967867"/>
          </a:xfrm>
        </p:grpSpPr>
        <p:sp>
          <p:nvSpPr>
            <p:cNvPr id="37" name="Freeform 35"/>
            <p:cNvSpPr/>
            <p:nvPr/>
          </p:nvSpPr>
          <p:spPr>
            <a:xfrm>
              <a:off x="0" y="127"/>
              <a:ext cx="28876371" cy="2967609"/>
            </a:xfrm>
            <a:custGeom>
              <a:avLst/>
              <a:gdLst/>
              <a:ahLst/>
              <a:cxnLst/>
              <a:rect l="l" t="t" r="r" b="b"/>
              <a:pathLst>
                <a:path w="28876371" h="2967609">
                  <a:moveTo>
                    <a:pt x="28876371" y="0"/>
                  </a:moveTo>
                  <a:cubicBezTo>
                    <a:pt x="28876371" y="0"/>
                    <a:pt x="19633057" y="1069975"/>
                    <a:pt x="19350101" y="1069975"/>
                  </a:cubicBezTo>
                  <a:cubicBezTo>
                    <a:pt x="19068542" y="1069975"/>
                    <a:pt x="9494647" y="699008"/>
                    <a:pt x="9494647" y="699008"/>
                  </a:cubicBezTo>
                  <a:lnTo>
                    <a:pt x="0" y="1069975"/>
                  </a:lnTo>
                  <a:lnTo>
                    <a:pt x="0" y="1961261"/>
                  </a:lnTo>
                  <a:cubicBezTo>
                    <a:pt x="167132" y="1946783"/>
                    <a:pt x="501777" y="1940306"/>
                    <a:pt x="945642" y="1940306"/>
                  </a:cubicBezTo>
                  <a:cubicBezTo>
                    <a:pt x="3059049" y="1940306"/>
                    <a:pt x="7648575" y="2086610"/>
                    <a:pt x="8414512" y="2205736"/>
                  </a:cubicBezTo>
                  <a:cubicBezTo>
                    <a:pt x="9332468" y="2348738"/>
                    <a:pt x="20547456" y="2967609"/>
                    <a:pt x="20940776" y="2967609"/>
                  </a:cubicBezTo>
                  <a:cubicBezTo>
                    <a:pt x="20944078" y="2967609"/>
                    <a:pt x="20946618" y="2967482"/>
                    <a:pt x="20948269" y="2967482"/>
                  </a:cubicBezTo>
                  <a:cubicBezTo>
                    <a:pt x="21163407" y="2955925"/>
                    <a:pt x="28876244" y="1238123"/>
                    <a:pt x="28876244" y="1238123"/>
                  </a:cubicBezTo>
                  <a:lnTo>
                    <a:pt x="28876244" y="0"/>
                  </a:lnTo>
                  <a:close/>
                </a:path>
              </a:pathLst>
            </a:custGeom>
            <a:solidFill>
              <a:srgbClr val="FFFFFF">
                <a:alpha val="16863"/>
              </a:srgbClr>
            </a:solidFill>
          </p:spPr>
          <p:txBody>
            <a:bodyPr/>
            <a:lstStyle/>
            <a:p>
              <a:endParaRPr lang="en-US"/>
            </a:p>
          </p:txBody>
        </p:sp>
      </p:grpSp>
      <p:grpSp>
        <p:nvGrpSpPr>
          <p:cNvPr id="38" name="Group 36"/>
          <p:cNvGrpSpPr/>
          <p:nvPr/>
        </p:nvGrpSpPr>
        <p:grpSpPr>
          <a:xfrm>
            <a:off x="124025" y="580325"/>
            <a:ext cx="2262175" cy="302175"/>
            <a:chOff x="0" y="0"/>
            <a:chExt cx="6032467" cy="805800"/>
          </a:xfrm>
        </p:grpSpPr>
        <p:sp>
          <p:nvSpPr>
            <p:cNvPr id="39" name="Freeform 37"/>
            <p:cNvSpPr/>
            <p:nvPr/>
          </p:nvSpPr>
          <p:spPr>
            <a:xfrm>
              <a:off x="0" y="127"/>
              <a:ext cx="6032500" cy="805561"/>
            </a:xfrm>
            <a:custGeom>
              <a:avLst/>
              <a:gdLst/>
              <a:ahLst/>
              <a:cxnLst/>
              <a:rect l="l" t="t" r="r" b="b"/>
              <a:pathLst>
                <a:path w="6032500" h="805561">
                  <a:moveTo>
                    <a:pt x="1277112" y="0"/>
                  </a:moveTo>
                  <a:cubicBezTo>
                    <a:pt x="0" y="0"/>
                    <a:pt x="1022985" y="786638"/>
                    <a:pt x="1022985" y="786638"/>
                  </a:cubicBezTo>
                  <a:cubicBezTo>
                    <a:pt x="1022985" y="786638"/>
                    <a:pt x="2099691" y="805561"/>
                    <a:pt x="3219196" y="805561"/>
                  </a:cubicBezTo>
                  <a:cubicBezTo>
                    <a:pt x="4593590" y="805561"/>
                    <a:pt x="6032500" y="777113"/>
                    <a:pt x="5621782" y="649859"/>
                  </a:cubicBezTo>
                  <a:cubicBezTo>
                    <a:pt x="4876800" y="418846"/>
                    <a:pt x="2291588" y="389636"/>
                    <a:pt x="2499487" y="300863"/>
                  </a:cubicBezTo>
                  <a:cubicBezTo>
                    <a:pt x="2706370" y="210947"/>
                    <a:pt x="2977007" y="73025"/>
                    <a:pt x="1446149" y="4064"/>
                  </a:cubicBezTo>
                  <a:cubicBezTo>
                    <a:pt x="1385697" y="1270"/>
                    <a:pt x="1329436" y="0"/>
                    <a:pt x="1276985" y="0"/>
                  </a:cubicBezTo>
                  <a:close/>
                </a:path>
              </a:pathLst>
            </a:custGeom>
            <a:solidFill>
              <a:srgbClr val="FFFFFF">
                <a:alpha val="16863"/>
              </a:srgbClr>
            </a:solidFill>
          </p:spPr>
          <p:txBody>
            <a:bodyPr/>
            <a:lstStyle/>
            <a:p>
              <a:endParaRPr lang="en-US"/>
            </a:p>
          </p:txBody>
        </p:sp>
      </p:grpSp>
      <p:sp>
        <p:nvSpPr>
          <p:cNvPr id="61" name="Google Shape;435;p42">
            <a:extLst>
              <a:ext uri="{FF2B5EF4-FFF2-40B4-BE49-F238E27FC236}">
                <a16:creationId xmlns:a16="http://schemas.microsoft.com/office/drawing/2014/main" id="{45104F31-A5CC-0234-958E-74ABC247FF7C}"/>
              </a:ext>
            </a:extLst>
          </p:cNvPr>
          <p:cNvSpPr txBox="1">
            <a:spLocks noGrp="1"/>
          </p:cNvSpPr>
          <p:nvPr>
            <p:ph type="title"/>
          </p:nvPr>
        </p:nvSpPr>
        <p:spPr>
          <a:xfrm>
            <a:off x="58922" y="34577"/>
            <a:ext cx="9144000" cy="645372"/>
          </a:xfrm>
          <a:prstGeom prst="rect">
            <a:avLst/>
          </a:prstGeom>
        </p:spPr>
        <p:txBody>
          <a:bodyPr spcFirstLastPara="1" wrap="square" lIns="91425" tIns="91425" rIns="91425" bIns="91425" anchor="t" anchorCtr="0">
            <a:noAutofit/>
          </a:bodyPr>
          <a:lstStyle/>
          <a:p>
            <a:pPr lvl="0"/>
            <a:r>
              <a:rPr lang="en-US" sz="2800" b="1" kern="1200" dirty="0">
                <a:solidFill>
                  <a:srgbClr val="0070C0"/>
                </a:solidFill>
                <a:latin typeface="Neue Haas Grotesk Text Pro"/>
                <a:ea typeface="+mj-ea"/>
                <a:cs typeface="+mj-cs"/>
              </a:rPr>
              <a:t>Forecasting May Journeys</a:t>
            </a:r>
            <a:endParaRPr sz="3200" b="1" dirty="0">
              <a:solidFill>
                <a:srgbClr val="0070C0"/>
              </a:solidFill>
              <a:latin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sp>
            <p:nvSpPr>
              <p:cNvPr id="62" name="Google Shape;436;p42">
                <a:extLst>
                  <a:ext uri="{FF2B5EF4-FFF2-40B4-BE49-F238E27FC236}">
                    <a16:creationId xmlns:a16="http://schemas.microsoft.com/office/drawing/2014/main" id="{E5B97F28-9D5C-A2D8-2B68-B3E85EA7B1E6}"/>
                  </a:ext>
                </a:extLst>
              </p:cNvPr>
              <p:cNvSpPr txBox="1">
                <a:spLocks noGrp="1"/>
              </p:cNvSpPr>
              <p:nvPr>
                <p:ph type="subTitle" idx="1"/>
              </p:nvPr>
            </p:nvSpPr>
            <p:spPr>
              <a:xfrm>
                <a:off x="-184360" y="663595"/>
                <a:ext cx="3880060" cy="2486100"/>
              </a:xfrm>
              <a:prstGeom prst="rect">
                <a:avLst/>
              </a:prstGeom>
            </p:spPr>
            <p:txBody>
              <a:bodyPr spcFirstLastPara="1" wrap="square" lIns="91425" tIns="91425" rIns="91425" bIns="91425" anchor="t" anchorCtr="0">
                <a:noAutofit/>
              </a:bodyPr>
              <a:lstStyle/>
              <a:p>
                <a:pPr marL="482600">
                  <a:buSzPts val="1400"/>
                  <a:buFont typeface="Arial" panose="020B0604020202020204" pitchFamily="34" charset="0"/>
                  <a:buChar char="•"/>
                </a:pPr>
                <a:r>
                  <a:rPr lang="en-US" sz="2000" dirty="0">
                    <a:solidFill>
                      <a:srgbClr val="002060"/>
                    </a:solidFill>
                    <a:latin typeface="Yu Gothic UI" panose="020B0500000000000000" pitchFamily="34" charset="-128"/>
                    <a:ea typeface="Yu Gothic UI" panose="020B0500000000000000" pitchFamily="34" charset="-128"/>
                    <a:cs typeface="Urdu Typesetting" panose="03020402040406030203" pitchFamily="66" charset="-78"/>
                  </a:rPr>
                  <a:t>Predicted Total Journeys for May 2024 </a:t>
                </a:r>
                <a14:m>
                  <m:oMath xmlns:m="http://schemas.openxmlformats.org/officeDocument/2006/math">
                    <m:r>
                      <a:rPr lang="en-US" sz="2000" b="1">
                        <a:solidFill>
                          <a:srgbClr val="002060"/>
                        </a:solidFill>
                        <a:latin typeface="Cambria Math" panose="02040503050406030204" pitchFamily="18" charset="0"/>
                      </a:rPr>
                      <m:t>≈</m:t>
                    </m:r>
                  </m:oMath>
                </a14:m>
                <a:r>
                  <a:rPr lang="en-US" sz="2000" dirty="0">
                    <a:solidFill>
                      <a:srgbClr val="002060"/>
                    </a:solidFill>
                    <a:latin typeface="Yu Gothic UI" panose="020B0500000000000000" pitchFamily="34" charset="-128"/>
                    <a:ea typeface="Yu Gothic UI" panose="020B0500000000000000" pitchFamily="34" charset="-128"/>
                    <a:cs typeface="Urdu Typesetting" panose="03020402040406030203" pitchFamily="66" charset="-78"/>
                  </a:rPr>
                  <a:t> 5100 Journeys</a:t>
                </a:r>
              </a:p>
            </p:txBody>
          </p:sp>
        </mc:Choice>
        <mc:Fallback xmlns="">
          <p:sp>
            <p:nvSpPr>
              <p:cNvPr id="62" name="Google Shape;436;p42">
                <a:extLst>
                  <a:ext uri="{FF2B5EF4-FFF2-40B4-BE49-F238E27FC236}">
                    <a16:creationId xmlns:a16="http://schemas.microsoft.com/office/drawing/2014/main" id="{E5B97F28-9D5C-A2D8-2B68-B3E85EA7B1E6}"/>
                  </a:ext>
                </a:extLst>
              </p:cNvPr>
              <p:cNvSpPr txBox="1">
                <a:spLocks noGrp="1" noRot="1" noChangeAspect="1" noMove="1" noResize="1" noEditPoints="1" noAdjustHandles="1" noChangeArrowheads="1" noChangeShapeType="1" noTextEdit="1"/>
              </p:cNvSpPr>
              <p:nvPr>
                <p:ph type="subTitle" idx="1"/>
              </p:nvPr>
            </p:nvSpPr>
            <p:spPr>
              <a:xfrm>
                <a:off x="-184360" y="663595"/>
                <a:ext cx="3880060" cy="2486100"/>
              </a:xfrm>
              <a:prstGeom prst="rect">
                <a:avLst/>
              </a:prstGeom>
              <a:blipFill>
                <a:blip r:embed="rId2"/>
                <a:stretch>
                  <a:fillRect r="-1258"/>
                </a:stretch>
              </a:blipFill>
            </p:spPr>
            <p:txBody>
              <a:bodyPr/>
              <a:lstStyle/>
              <a:p>
                <a:r>
                  <a:rPr lang="en-US">
                    <a:noFill/>
                  </a:rPr>
                  <a:t> </a:t>
                </a:r>
              </a:p>
            </p:txBody>
          </p:sp>
        </mc:Fallback>
      </mc:AlternateContent>
      <p:grpSp>
        <p:nvGrpSpPr>
          <p:cNvPr id="2" name="Group 1">
            <a:extLst>
              <a:ext uri="{FF2B5EF4-FFF2-40B4-BE49-F238E27FC236}">
                <a16:creationId xmlns:a16="http://schemas.microsoft.com/office/drawing/2014/main" id="{6C701D08-00E1-929C-FC93-C88FD6782662}"/>
              </a:ext>
            </a:extLst>
          </p:cNvPr>
          <p:cNvGrpSpPr/>
          <p:nvPr/>
        </p:nvGrpSpPr>
        <p:grpSpPr>
          <a:xfrm>
            <a:off x="124025" y="1208986"/>
            <a:ext cx="8866935" cy="3610161"/>
            <a:chOff x="612648" y="1977839"/>
            <a:chExt cx="11234117" cy="4657725"/>
          </a:xfrm>
        </p:grpSpPr>
        <p:pic>
          <p:nvPicPr>
            <p:cNvPr id="4" name="Picture 2">
              <a:extLst>
                <a:ext uri="{FF2B5EF4-FFF2-40B4-BE49-F238E27FC236}">
                  <a16:creationId xmlns:a16="http://schemas.microsoft.com/office/drawing/2014/main" id="{2D950B77-4D92-A849-A6CA-A4CE201A68A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2648" y="2738252"/>
              <a:ext cx="4667250" cy="371475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a:extLst>
                <a:ext uri="{FF2B5EF4-FFF2-40B4-BE49-F238E27FC236}">
                  <a16:creationId xmlns:a16="http://schemas.microsoft.com/office/drawing/2014/main" id="{7A2FB3EF-4601-358E-10D2-C10B06A18D8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12615" y="1977839"/>
              <a:ext cx="6534150" cy="4657725"/>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40503184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2"/>
          <p:cNvGrpSpPr/>
          <p:nvPr/>
        </p:nvGrpSpPr>
        <p:grpSpPr>
          <a:xfrm>
            <a:off x="-1713620" y="2390475"/>
            <a:ext cx="10890094" cy="1760625"/>
            <a:chOff x="0" y="0"/>
            <a:chExt cx="29040251" cy="4695000"/>
          </a:xfrm>
        </p:grpSpPr>
        <p:sp>
          <p:nvSpPr>
            <p:cNvPr id="6" name="Freeform 3"/>
            <p:cNvSpPr/>
            <p:nvPr/>
          </p:nvSpPr>
          <p:spPr>
            <a:xfrm>
              <a:off x="0" y="0"/>
              <a:ext cx="29040200" cy="4695063"/>
            </a:xfrm>
            <a:custGeom>
              <a:avLst/>
              <a:gdLst/>
              <a:ahLst/>
              <a:cxnLst/>
              <a:rect l="l" t="t" r="r" b="b"/>
              <a:pathLst>
                <a:path w="29040200" h="4695063">
                  <a:moveTo>
                    <a:pt x="29040200" y="0"/>
                  </a:moveTo>
                  <a:cubicBezTo>
                    <a:pt x="29040200" y="0"/>
                    <a:pt x="21527261" y="1954022"/>
                    <a:pt x="21063203" y="1968627"/>
                  </a:cubicBezTo>
                  <a:cubicBezTo>
                    <a:pt x="21060028" y="1968754"/>
                    <a:pt x="21056344" y="1968881"/>
                    <a:pt x="21052281" y="1968881"/>
                  </a:cubicBezTo>
                  <a:cubicBezTo>
                    <a:pt x="20447634" y="1968881"/>
                    <a:pt x="9251822" y="908685"/>
                    <a:pt x="7876285" y="842264"/>
                  </a:cubicBezTo>
                  <a:cubicBezTo>
                    <a:pt x="7823834" y="839724"/>
                    <a:pt x="7764017" y="838454"/>
                    <a:pt x="7697596" y="838454"/>
                  </a:cubicBezTo>
                  <a:cubicBezTo>
                    <a:pt x="6010909" y="838454"/>
                    <a:pt x="14477" y="1636395"/>
                    <a:pt x="14477" y="1636395"/>
                  </a:cubicBezTo>
                  <a:lnTo>
                    <a:pt x="0" y="4695063"/>
                  </a:lnTo>
                  <a:lnTo>
                    <a:pt x="29040200" y="4695063"/>
                  </a:lnTo>
                  <a:lnTo>
                    <a:pt x="29040200" y="0"/>
                  </a:lnTo>
                  <a:close/>
                </a:path>
              </a:pathLst>
            </a:custGeom>
            <a:solidFill>
              <a:srgbClr val="D9ECD3">
                <a:alpha val="49020"/>
              </a:srgbClr>
            </a:solidFill>
          </p:spPr>
          <p:txBody>
            <a:bodyPr/>
            <a:lstStyle/>
            <a:p>
              <a:endParaRPr lang="en-US"/>
            </a:p>
          </p:txBody>
        </p:sp>
      </p:grpSp>
      <p:grpSp>
        <p:nvGrpSpPr>
          <p:cNvPr id="32" name="Group 30"/>
          <p:cNvGrpSpPr/>
          <p:nvPr/>
        </p:nvGrpSpPr>
        <p:grpSpPr>
          <a:xfrm>
            <a:off x="1582075" y="175050"/>
            <a:ext cx="3403700" cy="364450"/>
            <a:chOff x="0" y="0"/>
            <a:chExt cx="9076533" cy="971867"/>
          </a:xfrm>
        </p:grpSpPr>
        <p:sp>
          <p:nvSpPr>
            <p:cNvPr id="33" name="Freeform 31"/>
            <p:cNvSpPr/>
            <p:nvPr/>
          </p:nvSpPr>
          <p:spPr>
            <a:xfrm>
              <a:off x="0" y="0"/>
              <a:ext cx="9076436" cy="971804"/>
            </a:xfrm>
            <a:custGeom>
              <a:avLst/>
              <a:gdLst/>
              <a:ahLst/>
              <a:cxnLst/>
              <a:rect l="l" t="t" r="r" b="b"/>
              <a:pathLst>
                <a:path w="9076436" h="971804">
                  <a:moveTo>
                    <a:pt x="6815201" y="0"/>
                  </a:moveTo>
                  <a:cubicBezTo>
                    <a:pt x="5504815" y="0"/>
                    <a:pt x="5145405" y="160909"/>
                    <a:pt x="5668899" y="205867"/>
                  </a:cubicBezTo>
                  <a:cubicBezTo>
                    <a:pt x="6192393" y="250825"/>
                    <a:pt x="7129780" y="526669"/>
                    <a:pt x="4275963" y="526669"/>
                  </a:cubicBezTo>
                  <a:cubicBezTo>
                    <a:pt x="3110865" y="526669"/>
                    <a:pt x="0" y="971804"/>
                    <a:pt x="4764024" y="971804"/>
                  </a:cubicBezTo>
                  <a:lnTo>
                    <a:pt x="7785989" y="971804"/>
                  </a:lnTo>
                  <a:cubicBezTo>
                    <a:pt x="9076436" y="971804"/>
                    <a:pt x="8389874" y="599821"/>
                    <a:pt x="7502779" y="599821"/>
                  </a:cubicBezTo>
                  <a:cubicBezTo>
                    <a:pt x="7081647" y="599821"/>
                    <a:pt x="8940673" y="0"/>
                    <a:pt x="6815201" y="0"/>
                  </a:cubicBezTo>
                  <a:close/>
                </a:path>
              </a:pathLst>
            </a:custGeom>
            <a:solidFill>
              <a:srgbClr val="FFFFFF">
                <a:alpha val="16863"/>
              </a:srgbClr>
            </a:solidFill>
          </p:spPr>
          <p:txBody>
            <a:bodyPr/>
            <a:lstStyle/>
            <a:p>
              <a:endParaRPr lang="en-US"/>
            </a:p>
          </p:txBody>
        </p:sp>
      </p:grpSp>
      <p:grpSp>
        <p:nvGrpSpPr>
          <p:cNvPr id="36" name="Group 34"/>
          <p:cNvGrpSpPr/>
          <p:nvPr/>
        </p:nvGrpSpPr>
        <p:grpSpPr>
          <a:xfrm>
            <a:off x="-1682887" y="1208938"/>
            <a:ext cx="10828625" cy="1112950"/>
            <a:chOff x="0" y="0"/>
            <a:chExt cx="28876333" cy="2967867"/>
          </a:xfrm>
        </p:grpSpPr>
        <p:sp>
          <p:nvSpPr>
            <p:cNvPr id="37" name="Freeform 35"/>
            <p:cNvSpPr/>
            <p:nvPr/>
          </p:nvSpPr>
          <p:spPr>
            <a:xfrm>
              <a:off x="0" y="127"/>
              <a:ext cx="28876371" cy="2967609"/>
            </a:xfrm>
            <a:custGeom>
              <a:avLst/>
              <a:gdLst/>
              <a:ahLst/>
              <a:cxnLst/>
              <a:rect l="l" t="t" r="r" b="b"/>
              <a:pathLst>
                <a:path w="28876371" h="2967609">
                  <a:moveTo>
                    <a:pt x="28876371" y="0"/>
                  </a:moveTo>
                  <a:cubicBezTo>
                    <a:pt x="28876371" y="0"/>
                    <a:pt x="19633057" y="1069975"/>
                    <a:pt x="19350101" y="1069975"/>
                  </a:cubicBezTo>
                  <a:cubicBezTo>
                    <a:pt x="19068542" y="1069975"/>
                    <a:pt x="9494647" y="699008"/>
                    <a:pt x="9494647" y="699008"/>
                  </a:cubicBezTo>
                  <a:lnTo>
                    <a:pt x="0" y="1069975"/>
                  </a:lnTo>
                  <a:lnTo>
                    <a:pt x="0" y="1961261"/>
                  </a:lnTo>
                  <a:cubicBezTo>
                    <a:pt x="167132" y="1946783"/>
                    <a:pt x="501777" y="1940306"/>
                    <a:pt x="945642" y="1940306"/>
                  </a:cubicBezTo>
                  <a:cubicBezTo>
                    <a:pt x="3059049" y="1940306"/>
                    <a:pt x="7648575" y="2086610"/>
                    <a:pt x="8414512" y="2205736"/>
                  </a:cubicBezTo>
                  <a:cubicBezTo>
                    <a:pt x="9332468" y="2348738"/>
                    <a:pt x="20547456" y="2967609"/>
                    <a:pt x="20940776" y="2967609"/>
                  </a:cubicBezTo>
                  <a:cubicBezTo>
                    <a:pt x="20944078" y="2967609"/>
                    <a:pt x="20946618" y="2967482"/>
                    <a:pt x="20948269" y="2967482"/>
                  </a:cubicBezTo>
                  <a:cubicBezTo>
                    <a:pt x="21163407" y="2955925"/>
                    <a:pt x="28876244" y="1238123"/>
                    <a:pt x="28876244" y="1238123"/>
                  </a:cubicBezTo>
                  <a:lnTo>
                    <a:pt x="28876244" y="0"/>
                  </a:lnTo>
                  <a:close/>
                </a:path>
              </a:pathLst>
            </a:custGeom>
            <a:solidFill>
              <a:srgbClr val="FFFFFF">
                <a:alpha val="16863"/>
              </a:srgbClr>
            </a:solidFill>
          </p:spPr>
          <p:txBody>
            <a:bodyPr/>
            <a:lstStyle/>
            <a:p>
              <a:endParaRPr lang="en-US"/>
            </a:p>
          </p:txBody>
        </p:sp>
      </p:grpSp>
      <p:grpSp>
        <p:nvGrpSpPr>
          <p:cNvPr id="38" name="Group 36"/>
          <p:cNvGrpSpPr/>
          <p:nvPr/>
        </p:nvGrpSpPr>
        <p:grpSpPr>
          <a:xfrm>
            <a:off x="124025" y="580325"/>
            <a:ext cx="2262175" cy="302175"/>
            <a:chOff x="0" y="0"/>
            <a:chExt cx="6032467" cy="805800"/>
          </a:xfrm>
        </p:grpSpPr>
        <p:sp>
          <p:nvSpPr>
            <p:cNvPr id="39" name="Freeform 37"/>
            <p:cNvSpPr/>
            <p:nvPr/>
          </p:nvSpPr>
          <p:spPr>
            <a:xfrm>
              <a:off x="0" y="127"/>
              <a:ext cx="6032500" cy="805561"/>
            </a:xfrm>
            <a:custGeom>
              <a:avLst/>
              <a:gdLst/>
              <a:ahLst/>
              <a:cxnLst/>
              <a:rect l="l" t="t" r="r" b="b"/>
              <a:pathLst>
                <a:path w="6032500" h="805561">
                  <a:moveTo>
                    <a:pt x="1277112" y="0"/>
                  </a:moveTo>
                  <a:cubicBezTo>
                    <a:pt x="0" y="0"/>
                    <a:pt x="1022985" y="786638"/>
                    <a:pt x="1022985" y="786638"/>
                  </a:cubicBezTo>
                  <a:cubicBezTo>
                    <a:pt x="1022985" y="786638"/>
                    <a:pt x="2099691" y="805561"/>
                    <a:pt x="3219196" y="805561"/>
                  </a:cubicBezTo>
                  <a:cubicBezTo>
                    <a:pt x="4593590" y="805561"/>
                    <a:pt x="6032500" y="777113"/>
                    <a:pt x="5621782" y="649859"/>
                  </a:cubicBezTo>
                  <a:cubicBezTo>
                    <a:pt x="4876800" y="418846"/>
                    <a:pt x="2291588" y="389636"/>
                    <a:pt x="2499487" y="300863"/>
                  </a:cubicBezTo>
                  <a:cubicBezTo>
                    <a:pt x="2706370" y="210947"/>
                    <a:pt x="2977007" y="73025"/>
                    <a:pt x="1446149" y="4064"/>
                  </a:cubicBezTo>
                  <a:cubicBezTo>
                    <a:pt x="1385697" y="1270"/>
                    <a:pt x="1329436" y="0"/>
                    <a:pt x="1276985" y="0"/>
                  </a:cubicBezTo>
                  <a:close/>
                </a:path>
              </a:pathLst>
            </a:custGeom>
            <a:solidFill>
              <a:srgbClr val="FFFFFF">
                <a:alpha val="16863"/>
              </a:srgbClr>
            </a:solidFill>
          </p:spPr>
          <p:txBody>
            <a:bodyPr/>
            <a:lstStyle/>
            <a:p>
              <a:endParaRPr lang="en-US"/>
            </a:p>
          </p:txBody>
        </p:sp>
      </p:grpSp>
      <p:sp>
        <p:nvSpPr>
          <p:cNvPr id="61" name="Google Shape;435;p42">
            <a:extLst>
              <a:ext uri="{FF2B5EF4-FFF2-40B4-BE49-F238E27FC236}">
                <a16:creationId xmlns:a16="http://schemas.microsoft.com/office/drawing/2014/main" id="{45104F31-A5CC-0234-958E-74ABC247FF7C}"/>
              </a:ext>
            </a:extLst>
          </p:cNvPr>
          <p:cNvSpPr txBox="1">
            <a:spLocks noGrp="1"/>
          </p:cNvSpPr>
          <p:nvPr>
            <p:ph type="title"/>
          </p:nvPr>
        </p:nvSpPr>
        <p:spPr>
          <a:xfrm>
            <a:off x="58922" y="34577"/>
            <a:ext cx="9144000" cy="645372"/>
          </a:xfrm>
          <a:prstGeom prst="rect">
            <a:avLst/>
          </a:prstGeom>
        </p:spPr>
        <p:txBody>
          <a:bodyPr spcFirstLastPara="1" wrap="square" lIns="91425" tIns="91425" rIns="91425" bIns="91425" anchor="t" anchorCtr="0">
            <a:noAutofit/>
          </a:bodyPr>
          <a:lstStyle/>
          <a:p>
            <a:pPr lvl="0"/>
            <a:r>
              <a:rPr lang="en-US" sz="2800" b="1" kern="1200" dirty="0">
                <a:solidFill>
                  <a:srgbClr val="0070C0"/>
                </a:solidFill>
                <a:latin typeface="Neue Haas Grotesk Text Pro"/>
                <a:ea typeface="+mj-ea"/>
                <a:cs typeface="+mj-cs"/>
              </a:rPr>
              <a:t>Building the forecasting model using Prophet</a:t>
            </a:r>
            <a:endParaRPr sz="3200" b="1" dirty="0">
              <a:solidFill>
                <a:srgbClr val="0070C0"/>
              </a:solidFill>
              <a:latin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sp>
            <p:nvSpPr>
              <p:cNvPr id="62" name="Google Shape;436;p42">
                <a:extLst>
                  <a:ext uri="{FF2B5EF4-FFF2-40B4-BE49-F238E27FC236}">
                    <a16:creationId xmlns:a16="http://schemas.microsoft.com/office/drawing/2014/main" id="{E5B97F28-9D5C-A2D8-2B68-B3E85EA7B1E6}"/>
                  </a:ext>
                </a:extLst>
              </p:cNvPr>
              <p:cNvSpPr txBox="1">
                <a:spLocks noGrp="1"/>
              </p:cNvSpPr>
              <p:nvPr>
                <p:ph type="subTitle" idx="1"/>
              </p:nvPr>
            </p:nvSpPr>
            <p:spPr>
              <a:xfrm>
                <a:off x="-184360" y="663595"/>
                <a:ext cx="3841960" cy="2486100"/>
              </a:xfrm>
              <a:prstGeom prst="rect">
                <a:avLst/>
              </a:prstGeom>
            </p:spPr>
            <p:txBody>
              <a:bodyPr spcFirstLastPara="1" wrap="square" lIns="91425" tIns="91425" rIns="91425" bIns="91425" anchor="t" anchorCtr="0">
                <a:noAutofit/>
              </a:bodyPr>
              <a:lstStyle/>
              <a:p>
                <a:pPr marL="482600">
                  <a:buSzPts val="1400"/>
                  <a:buFont typeface="Arial" panose="020B0604020202020204" pitchFamily="34" charset="0"/>
                  <a:buChar char="•"/>
                </a:pPr>
                <a:r>
                  <a:rPr lang="en-US" sz="2000" dirty="0">
                    <a:solidFill>
                      <a:srgbClr val="002060"/>
                    </a:solidFill>
                    <a:latin typeface="Yu Gothic UI" panose="020B0500000000000000" pitchFamily="34" charset="-128"/>
                    <a:ea typeface="Yu Gothic UI" panose="020B0500000000000000" pitchFamily="34" charset="-128"/>
                    <a:cs typeface="Urdu Typesetting" panose="03020402040406030203" pitchFamily="66" charset="-78"/>
                  </a:rPr>
                  <a:t>Predicted Total Revenue for May 2024 </a:t>
                </a:r>
                <a14:m>
                  <m:oMath xmlns:m="http://schemas.openxmlformats.org/officeDocument/2006/math">
                    <m:r>
                      <a:rPr lang="en-US" sz="2000" b="1">
                        <a:solidFill>
                          <a:srgbClr val="002060"/>
                        </a:solidFill>
                        <a:latin typeface="Cambria Math" panose="02040503050406030204" pitchFamily="18" charset="0"/>
                      </a:rPr>
                      <m:t>≈</m:t>
                    </m:r>
                  </m:oMath>
                </a14:m>
                <a:r>
                  <a:rPr lang="en-US" sz="2000" dirty="0">
                    <a:solidFill>
                      <a:srgbClr val="002060"/>
                    </a:solidFill>
                    <a:latin typeface="Yu Gothic UI" panose="020B0500000000000000" pitchFamily="34" charset="-128"/>
                    <a:ea typeface="Yu Gothic UI" panose="020B0500000000000000" pitchFamily="34" charset="-128"/>
                    <a:cs typeface="Urdu Typesetting" panose="03020402040406030203" pitchFamily="66" charset="-78"/>
                  </a:rPr>
                  <a:t> </a:t>
                </a:r>
                <a:r>
                  <a:rPr lang="en-US" sz="2000" b="1" dirty="0">
                    <a:solidFill>
                      <a:srgbClr val="002060"/>
                    </a:solidFill>
                    <a:latin typeface="Yu Gothic UI" panose="020B0500000000000000" pitchFamily="34" charset="-128"/>
                    <a:ea typeface="Yu Gothic UI" panose="020B0500000000000000" pitchFamily="34" charset="-128"/>
                    <a:cs typeface="Urdu Typesetting" panose="03020402040406030203" pitchFamily="66" charset="-78"/>
                  </a:rPr>
                  <a:t>192k £</a:t>
                </a:r>
              </a:p>
            </p:txBody>
          </p:sp>
        </mc:Choice>
        <mc:Fallback xmlns="">
          <p:sp>
            <p:nvSpPr>
              <p:cNvPr id="62" name="Google Shape;436;p42">
                <a:extLst>
                  <a:ext uri="{FF2B5EF4-FFF2-40B4-BE49-F238E27FC236}">
                    <a16:creationId xmlns:a16="http://schemas.microsoft.com/office/drawing/2014/main" id="{E5B97F28-9D5C-A2D8-2B68-B3E85EA7B1E6}"/>
                  </a:ext>
                </a:extLst>
              </p:cNvPr>
              <p:cNvSpPr txBox="1">
                <a:spLocks noGrp="1" noRot="1" noChangeAspect="1" noMove="1" noResize="1" noEditPoints="1" noAdjustHandles="1" noChangeArrowheads="1" noChangeShapeType="1" noTextEdit="1"/>
              </p:cNvSpPr>
              <p:nvPr>
                <p:ph type="subTitle" idx="1"/>
              </p:nvPr>
            </p:nvSpPr>
            <p:spPr>
              <a:xfrm>
                <a:off x="-184360" y="663595"/>
                <a:ext cx="3841960" cy="2486100"/>
              </a:xfrm>
              <a:prstGeom prst="rect">
                <a:avLst/>
              </a:prstGeom>
              <a:blipFill>
                <a:blip r:embed="rId2"/>
                <a:stretch>
                  <a:fillRect r="-1746"/>
                </a:stretch>
              </a:blipFill>
            </p:spPr>
            <p:txBody>
              <a:bodyPr/>
              <a:lstStyle/>
              <a:p>
                <a:r>
                  <a:rPr lang="en-US">
                    <a:noFill/>
                  </a:rPr>
                  <a:t> </a:t>
                </a:r>
              </a:p>
            </p:txBody>
          </p:sp>
        </mc:Fallback>
      </mc:AlternateContent>
      <p:grpSp>
        <p:nvGrpSpPr>
          <p:cNvPr id="2" name="Group 1">
            <a:extLst>
              <a:ext uri="{FF2B5EF4-FFF2-40B4-BE49-F238E27FC236}">
                <a16:creationId xmlns:a16="http://schemas.microsoft.com/office/drawing/2014/main" id="{3B3B0DCF-658C-22CB-AD29-139634824683}"/>
              </a:ext>
            </a:extLst>
          </p:cNvPr>
          <p:cNvGrpSpPr/>
          <p:nvPr/>
        </p:nvGrpSpPr>
        <p:grpSpPr>
          <a:xfrm>
            <a:off x="124025" y="1168494"/>
            <a:ext cx="8829475" cy="3653023"/>
            <a:chOff x="612648" y="1795277"/>
            <a:chExt cx="11234117" cy="4657725"/>
          </a:xfrm>
        </p:grpSpPr>
        <p:pic>
          <p:nvPicPr>
            <p:cNvPr id="4" name="Picture 11">
              <a:extLst>
                <a:ext uri="{FF2B5EF4-FFF2-40B4-BE49-F238E27FC236}">
                  <a16:creationId xmlns:a16="http://schemas.microsoft.com/office/drawing/2014/main" id="{990FECD1-D4A5-AF1D-87EB-CE8C35C27C7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2648" y="2514491"/>
              <a:ext cx="4667250" cy="371475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13">
              <a:extLst>
                <a:ext uri="{FF2B5EF4-FFF2-40B4-BE49-F238E27FC236}">
                  <a16:creationId xmlns:a16="http://schemas.microsoft.com/office/drawing/2014/main" id="{E69EAE68-F721-19FD-49AD-F42B67C9541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12615" y="1795277"/>
              <a:ext cx="6534150" cy="4657725"/>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14278339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2"/>
          <p:cNvGrpSpPr/>
          <p:nvPr/>
        </p:nvGrpSpPr>
        <p:grpSpPr>
          <a:xfrm>
            <a:off x="-1713620" y="2390475"/>
            <a:ext cx="10890094" cy="1760625"/>
            <a:chOff x="0" y="0"/>
            <a:chExt cx="29040251" cy="4695000"/>
          </a:xfrm>
        </p:grpSpPr>
        <p:sp>
          <p:nvSpPr>
            <p:cNvPr id="6" name="Freeform 3"/>
            <p:cNvSpPr/>
            <p:nvPr/>
          </p:nvSpPr>
          <p:spPr>
            <a:xfrm>
              <a:off x="0" y="0"/>
              <a:ext cx="29040200" cy="4695063"/>
            </a:xfrm>
            <a:custGeom>
              <a:avLst/>
              <a:gdLst/>
              <a:ahLst/>
              <a:cxnLst/>
              <a:rect l="l" t="t" r="r" b="b"/>
              <a:pathLst>
                <a:path w="29040200" h="4695063">
                  <a:moveTo>
                    <a:pt x="29040200" y="0"/>
                  </a:moveTo>
                  <a:cubicBezTo>
                    <a:pt x="29040200" y="0"/>
                    <a:pt x="21527261" y="1954022"/>
                    <a:pt x="21063203" y="1968627"/>
                  </a:cubicBezTo>
                  <a:cubicBezTo>
                    <a:pt x="21060028" y="1968754"/>
                    <a:pt x="21056344" y="1968881"/>
                    <a:pt x="21052281" y="1968881"/>
                  </a:cubicBezTo>
                  <a:cubicBezTo>
                    <a:pt x="20447634" y="1968881"/>
                    <a:pt x="9251822" y="908685"/>
                    <a:pt x="7876285" y="842264"/>
                  </a:cubicBezTo>
                  <a:cubicBezTo>
                    <a:pt x="7823834" y="839724"/>
                    <a:pt x="7764017" y="838454"/>
                    <a:pt x="7697596" y="838454"/>
                  </a:cubicBezTo>
                  <a:cubicBezTo>
                    <a:pt x="6010909" y="838454"/>
                    <a:pt x="14477" y="1636395"/>
                    <a:pt x="14477" y="1636395"/>
                  </a:cubicBezTo>
                  <a:lnTo>
                    <a:pt x="0" y="4695063"/>
                  </a:lnTo>
                  <a:lnTo>
                    <a:pt x="29040200" y="4695063"/>
                  </a:lnTo>
                  <a:lnTo>
                    <a:pt x="29040200" y="0"/>
                  </a:lnTo>
                  <a:close/>
                </a:path>
              </a:pathLst>
            </a:custGeom>
            <a:solidFill>
              <a:srgbClr val="D9ECD3">
                <a:alpha val="49020"/>
              </a:srgbClr>
            </a:solidFill>
          </p:spPr>
          <p:txBody>
            <a:bodyPr/>
            <a:lstStyle/>
            <a:p>
              <a:endParaRPr lang="en-US"/>
            </a:p>
          </p:txBody>
        </p:sp>
      </p:grpSp>
      <p:grpSp>
        <p:nvGrpSpPr>
          <p:cNvPr id="32" name="Group 30"/>
          <p:cNvGrpSpPr/>
          <p:nvPr/>
        </p:nvGrpSpPr>
        <p:grpSpPr>
          <a:xfrm>
            <a:off x="1582075" y="175050"/>
            <a:ext cx="3403700" cy="364450"/>
            <a:chOff x="0" y="0"/>
            <a:chExt cx="9076533" cy="971867"/>
          </a:xfrm>
        </p:grpSpPr>
        <p:sp>
          <p:nvSpPr>
            <p:cNvPr id="33" name="Freeform 31"/>
            <p:cNvSpPr/>
            <p:nvPr/>
          </p:nvSpPr>
          <p:spPr>
            <a:xfrm>
              <a:off x="0" y="0"/>
              <a:ext cx="9076436" cy="971804"/>
            </a:xfrm>
            <a:custGeom>
              <a:avLst/>
              <a:gdLst/>
              <a:ahLst/>
              <a:cxnLst/>
              <a:rect l="l" t="t" r="r" b="b"/>
              <a:pathLst>
                <a:path w="9076436" h="971804">
                  <a:moveTo>
                    <a:pt x="6815201" y="0"/>
                  </a:moveTo>
                  <a:cubicBezTo>
                    <a:pt x="5504815" y="0"/>
                    <a:pt x="5145405" y="160909"/>
                    <a:pt x="5668899" y="205867"/>
                  </a:cubicBezTo>
                  <a:cubicBezTo>
                    <a:pt x="6192393" y="250825"/>
                    <a:pt x="7129780" y="526669"/>
                    <a:pt x="4275963" y="526669"/>
                  </a:cubicBezTo>
                  <a:cubicBezTo>
                    <a:pt x="3110865" y="526669"/>
                    <a:pt x="0" y="971804"/>
                    <a:pt x="4764024" y="971804"/>
                  </a:cubicBezTo>
                  <a:lnTo>
                    <a:pt x="7785989" y="971804"/>
                  </a:lnTo>
                  <a:cubicBezTo>
                    <a:pt x="9076436" y="971804"/>
                    <a:pt x="8389874" y="599821"/>
                    <a:pt x="7502779" y="599821"/>
                  </a:cubicBezTo>
                  <a:cubicBezTo>
                    <a:pt x="7081647" y="599821"/>
                    <a:pt x="8940673" y="0"/>
                    <a:pt x="6815201" y="0"/>
                  </a:cubicBezTo>
                  <a:close/>
                </a:path>
              </a:pathLst>
            </a:custGeom>
            <a:solidFill>
              <a:srgbClr val="FFFFFF">
                <a:alpha val="16863"/>
              </a:srgbClr>
            </a:solidFill>
          </p:spPr>
          <p:txBody>
            <a:bodyPr/>
            <a:lstStyle/>
            <a:p>
              <a:endParaRPr lang="en-US"/>
            </a:p>
          </p:txBody>
        </p:sp>
      </p:grpSp>
      <p:grpSp>
        <p:nvGrpSpPr>
          <p:cNvPr id="36" name="Group 34"/>
          <p:cNvGrpSpPr/>
          <p:nvPr/>
        </p:nvGrpSpPr>
        <p:grpSpPr>
          <a:xfrm>
            <a:off x="-1682887" y="1208938"/>
            <a:ext cx="10828625" cy="1112950"/>
            <a:chOff x="0" y="0"/>
            <a:chExt cx="28876333" cy="2967867"/>
          </a:xfrm>
        </p:grpSpPr>
        <p:sp>
          <p:nvSpPr>
            <p:cNvPr id="37" name="Freeform 35"/>
            <p:cNvSpPr/>
            <p:nvPr/>
          </p:nvSpPr>
          <p:spPr>
            <a:xfrm>
              <a:off x="0" y="127"/>
              <a:ext cx="28876371" cy="2967609"/>
            </a:xfrm>
            <a:custGeom>
              <a:avLst/>
              <a:gdLst/>
              <a:ahLst/>
              <a:cxnLst/>
              <a:rect l="l" t="t" r="r" b="b"/>
              <a:pathLst>
                <a:path w="28876371" h="2967609">
                  <a:moveTo>
                    <a:pt x="28876371" y="0"/>
                  </a:moveTo>
                  <a:cubicBezTo>
                    <a:pt x="28876371" y="0"/>
                    <a:pt x="19633057" y="1069975"/>
                    <a:pt x="19350101" y="1069975"/>
                  </a:cubicBezTo>
                  <a:cubicBezTo>
                    <a:pt x="19068542" y="1069975"/>
                    <a:pt x="9494647" y="699008"/>
                    <a:pt x="9494647" y="699008"/>
                  </a:cubicBezTo>
                  <a:lnTo>
                    <a:pt x="0" y="1069975"/>
                  </a:lnTo>
                  <a:lnTo>
                    <a:pt x="0" y="1961261"/>
                  </a:lnTo>
                  <a:cubicBezTo>
                    <a:pt x="167132" y="1946783"/>
                    <a:pt x="501777" y="1940306"/>
                    <a:pt x="945642" y="1940306"/>
                  </a:cubicBezTo>
                  <a:cubicBezTo>
                    <a:pt x="3059049" y="1940306"/>
                    <a:pt x="7648575" y="2086610"/>
                    <a:pt x="8414512" y="2205736"/>
                  </a:cubicBezTo>
                  <a:cubicBezTo>
                    <a:pt x="9332468" y="2348738"/>
                    <a:pt x="20547456" y="2967609"/>
                    <a:pt x="20940776" y="2967609"/>
                  </a:cubicBezTo>
                  <a:cubicBezTo>
                    <a:pt x="20944078" y="2967609"/>
                    <a:pt x="20946618" y="2967482"/>
                    <a:pt x="20948269" y="2967482"/>
                  </a:cubicBezTo>
                  <a:cubicBezTo>
                    <a:pt x="21163407" y="2955925"/>
                    <a:pt x="28876244" y="1238123"/>
                    <a:pt x="28876244" y="1238123"/>
                  </a:cubicBezTo>
                  <a:lnTo>
                    <a:pt x="28876244" y="0"/>
                  </a:lnTo>
                  <a:close/>
                </a:path>
              </a:pathLst>
            </a:custGeom>
            <a:solidFill>
              <a:srgbClr val="FFFFFF">
                <a:alpha val="16863"/>
              </a:srgbClr>
            </a:solidFill>
          </p:spPr>
          <p:txBody>
            <a:bodyPr/>
            <a:lstStyle/>
            <a:p>
              <a:endParaRPr lang="en-US"/>
            </a:p>
          </p:txBody>
        </p:sp>
      </p:grpSp>
      <p:grpSp>
        <p:nvGrpSpPr>
          <p:cNvPr id="38" name="Group 36"/>
          <p:cNvGrpSpPr/>
          <p:nvPr/>
        </p:nvGrpSpPr>
        <p:grpSpPr>
          <a:xfrm>
            <a:off x="124025" y="580325"/>
            <a:ext cx="2262175" cy="302175"/>
            <a:chOff x="0" y="0"/>
            <a:chExt cx="6032467" cy="805800"/>
          </a:xfrm>
        </p:grpSpPr>
        <p:sp>
          <p:nvSpPr>
            <p:cNvPr id="39" name="Freeform 37"/>
            <p:cNvSpPr/>
            <p:nvPr/>
          </p:nvSpPr>
          <p:spPr>
            <a:xfrm>
              <a:off x="0" y="127"/>
              <a:ext cx="6032500" cy="805561"/>
            </a:xfrm>
            <a:custGeom>
              <a:avLst/>
              <a:gdLst/>
              <a:ahLst/>
              <a:cxnLst/>
              <a:rect l="l" t="t" r="r" b="b"/>
              <a:pathLst>
                <a:path w="6032500" h="805561">
                  <a:moveTo>
                    <a:pt x="1277112" y="0"/>
                  </a:moveTo>
                  <a:cubicBezTo>
                    <a:pt x="0" y="0"/>
                    <a:pt x="1022985" y="786638"/>
                    <a:pt x="1022985" y="786638"/>
                  </a:cubicBezTo>
                  <a:cubicBezTo>
                    <a:pt x="1022985" y="786638"/>
                    <a:pt x="2099691" y="805561"/>
                    <a:pt x="3219196" y="805561"/>
                  </a:cubicBezTo>
                  <a:cubicBezTo>
                    <a:pt x="4593590" y="805561"/>
                    <a:pt x="6032500" y="777113"/>
                    <a:pt x="5621782" y="649859"/>
                  </a:cubicBezTo>
                  <a:cubicBezTo>
                    <a:pt x="4876800" y="418846"/>
                    <a:pt x="2291588" y="389636"/>
                    <a:pt x="2499487" y="300863"/>
                  </a:cubicBezTo>
                  <a:cubicBezTo>
                    <a:pt x="2706370" y="210947"/>
                    <a:pt x="2977007" y="73025"/>
                    <a:pt x="1446149" y="4064"/>
                  </a:cubicBezTo>
                  <a:cubicBezTo>
                    <a:pt x="1385697" y="1270"/>
                    <a:pt x="1329436" y="0"/>
                    <a:pt x="1276985" y="0"/>
                  </a:cubicBezTo>
                  <a:close/>
                </a:path>
              </a:pathLst>
            </a:custGeom>
            <a:solidFill>
              <a:srgbClr val="FFFFFF">
                <a:alpha val="16863"/>
              </a:srgbClr>
            </a:solidFill>
          </p:spPr>
          <p:txBody>
            <a:bodyPr/>
            <a:lstStyle/>
            <a:p>
              <a:endParaRPr lang="en-US"/>
            </a:p>
          </p:txBody>
        </p:sp>
      </p:grpSp>
      <p:sp>
        <p:nvSpPr>
          <p:cNvPr id="61" name="Google Shape;435;p42">
            <a:extLst>
              <a:ext uri="{FF2B5EF4-FFF2-40B4-BE49-F238E27FC236}">
                <a16:creationId xmlns:a16="http://schemas.microsoft.com/office/drawing/2014/main" id="{45104F31-A5CC-0234-958E-74ABC247FF7C}"/>
              </a:ext>
            </a:extLst>
          </p:cNvPr>
          <p:cNvSpPr txBox="1">
            <a:spLocks noGrp="1"/>
          </p:cNvSpPr>
          <p:nvPr>
            <p:ph type="title"/>
          </p:nvPr>
        </p:nvSpPr>
        <p:spPr>
          <a:xfrm>
            <a:off x="58922" y="34577"/>
            <a:ext cx="9144000" cy="645372"/>
          </a:xfrm>
          <a:prstGeom prst="rect">
            <a:avLst/>
          </a:prstGeom>
        </p:spPr>
        <p:txBody>
          <a:bodyPr spcFirstLastPara="1" wrap="square" lIns="91425" tIns="91425" rIns="91425" bIns="91425" anchor="t" anchorCtr="0">
            <a:noAutofit/>
          </a:bodyPr>
          <a:lstStyle/>
          <a:p>
            <a:pPr lvl="0"/>
            <a:r>
              <a:rPr lang="en-US" sz="2800" b="1" kern="1200" dirty="0">
                <a:solidFill>
                  <a:srgbClr val="0070C0"/>
                </a:solidFill>
                <a:latin typeface="Neue Haas Grotesk Text Pro"/>
                <a:ea typeface="+mj-ea"/>
                <a:cs typeface="+mj-cs"/>
              </a:rPr>
              <a:t>Performance Overview: Daily Bookings Forecast</a:t>
            </a:r>
            <a:endParaRPr sz="3200" b="1" dirty="0">
              <a:solidFill>
                <a:srgbClr val="0070C0"/>
              </a:solidFill>
              <a:latin typeface="Calibri" panose="020F0502020204030204" pitchFamily="34" charset="0"/>
              <a:cs typeface="Calibri" panose="020F0502020204030204" pitchFamily="34" charset="0"/>
            </a:endParaRPr>
          </a:p>
        </p:txBody>
      </p:sp>
      <p:sp>
        <p:nvSpPr>
          <p:cNvPr id="62" name="Google Shape;436;p42">
            <a:extLst>
              <a:ext uri="{FF2B5EF4-FFF2-40B4-BE49-F238E27FC236}">
                <a16:creationId xmlns:a16="http://schemas.microsoft.com/office/drawing/2014/main" id="{E5B97F28-9D5C-A2D8-2B68-B3E85EA7B1E6}"/>
              </a:ext>
            </a:extLst>
          </p:cNvPr>
          <p:cNvSpPr txBox="1">
            <a:spLocks noGrp="1"/>
          </p:cNvSpPr>
          <p:nvPr>
            <p:ph type="subTitle" idx="1"/>
          </p:nvPr>
        </p:nvSpPr>
        <p:spPr>
          <a:xfrm>
            <a:off x="124025" y="559025"/>
            <a:ext cx="9204335" cy="2486100"/>
          </a:xfrm>
          <a:prstGeom prst="rect">
            <a:avLst/>
          </a:prstGeom>
        </p:spPr>
        <p:txBody>
          <a:bodyPr spcFirstLastPara="1" wrap="square" lIns="91425" tIns="91425" rIns="91425" bIns="91425" anchor="t" anchorCtr="0">
            <a:noAutofit/>
          </a:bodyPr>
          <a:lstStyle/>
          <a:p>
            <a:pPr marL="139700" indent="0">
              <a:buSzPts val="1400"/>
            </a:pPr>
            <a:r>
              <a:rPr lang="en-US" sz="2000" dirty="0">
                <a:solidFill>
                  <a:srgbClr val="002060"/>
                </a:solidFill>
                <a:latin typeface="Yu Gothic UI" panose="020B0500000000000000" pitchFamily="34" charset="-128"/>
                <a:ea typeface="Yu Gothic UI" panose="020B0500000000000000" pitchFamily="34" charset="-128"/>
                <a:cs typeface="Urdu Typesetting" panose="03020402040406030203" pitchFamily="66" charset="-78"/>
              </a:rPr>
              <a:t>📊 </a:t>
            </a:r>
            <a:r>
              <a:rPr lang="en-US" sz="2000" b="1" dirty="0">
                <a:solidFill>
                  <a:srgbClr val="002060"/>
                </a:solidFill>
                <a:latin typeface="Yu Gothic UI" panose="020B0500000000000000" pitchFamily="34" charset="-128"/>
                <a:ea typeface="Yu Gothic UI" panose="020B0500000000000000" pitchFamily="34" charset="-128"/>
                <a:cs typeface="Urdu Typesetting" panose="03020402040406030203" pitchFamily="66" charset="-78"/>
              </a:rPr>
              <a:t>Key Metrics:</a:t>
            </a:r>
          </a:p>
          <a:p>
            <a:pPr marL="139700" indent="0">
              <a:buSzPts val="1400"/>
            </a:pPr>
            <a:r>
              <a:rPr lang="en-US" sz="2000" b="1" dirty="0">
                <a:solidFill>
                  <a:srgbClr val="002060"/>
                </a:solidFill>
                <a:latin typeface="Yu Gothic UI" panose="020B0500000000000000" pitchFamily="34" charset="-128"/>
                <a:ea typeface="Yu Gothic UI" panose="020B0500000000000000" pitchFamily="34" charset="-128"/>
                <a:cs typeface="Urdu Typesetting" panose="03020402040406030203" pitchFamily="66" charset="-78"/>
              </a:rPr>
              <a:t>RMSE: 25.2</a:t>
            </a:r>
          </a:p>
          <a:p>
            <a:pPr marL="482600">
              <a:buSzPts val="1400"/>
              <a:buFont typeface="Arial" panose="020B0604020202020204" pitchFamily="34" charset="0"/>
              <a:buChar char="•"/>
            </a:pPr>
            <a:r>
              <a:rPr lang="en-US" sz="2000" dirty="0">
                <a:solidFill>
                  <a:srgbClr val="002060"/>
                </a:solidFill>
                <a:latin typeface="Yu Gothic UI" panose="020B0500000000000000" pitchFamily="34" charset="-128"/>
                <a:ea typeface="Yu Gothic UI" panose="020B0500000000000000" pitchFamily="34" charset="-128"/>
                <a:cs typeface="Urdu Typesetting" panose="03020402040406030203" pitchFamily="66" charset="-78"/>
              </a:rPr>
              <a:t>Predictions deviate by ~25 bookings on average</a:t>
            </a:r>
          </a:p>
          <a:p>
            <a:pPr marL="482600">
              <a:buSzPts val="1400"/>
              <a:buFont typeface="Arial" panose="020B0604020202020204" pitchFamily="34" charset="0"/>
              <a:buChar char="•"/>
            </a:pPr>
            <a:r>
              <a:rPr lang="en-US" sz="2000" dirty="0">
                <a:solidFill>
                  <a:srgbClr val="002060"/>
                </a:solidFill>
                <a:latin typeface="Yu Gothic UI" panose="020B0500000000000000" pitchFamily="34" charset="-128"/>
                <a:ea typeface="Yu Gothic UI" panose="020B0500000000000000" pitchFamily="34" charset="-128"/>
                <a:cs typeface="Urdu Typesetting" panose="03020402040406030203" pitchFamily="66" charset="-78"/>
              </a:rPr>
              <a:t>Relative error: ~ 8-10 % (based on avg. 260–290 bookings/day)</a:t>
            </a:r>
          </a:p>
          <a:p>
            <a:pPr marL="139700" indent="0">
              <a:buSzPts val="1400"/>
            </a:pPr>
            <a:r>
              <a:rPr lang="en-US" sz="2000" b="1" dirty="0">
                <a:solidFill>
                  <a:srgbClr val="002060"/>
                </a:solidFill>
                <a:latin typeface="Yu Gothic UI" panose="020B0500000000000000" pitchFamily="34" charset="-128"/>
                <a:ea typeface="Yu Gothic UI" panose="020B0500000000000000" pitchFamily="34" charset="-128"/>
                <a:cs typeface="Urdu Typesetting" panose="03020402040406030203" pitchFamily="66" charset="-78"/>
              </a:rPr>
              <a:t>MAE: 19.9</a:t>
            </a:r>
          </a:p>
          <a:p>
            <a:pPr marL="482600">
              <a:buSzPts val="1400"/>
              <a:buFont typeface="Arial" panose="020B0604020202020204" pitchFamily="34" charset="0"/>
              <a:buChar char="•"/>
            </a:pPr>
            <a:r>
              <a:rPr lang="en-US" sz="2000" dirty="0">
                <a:solidFill>
                  <a:srgbClr val="002060"/>
                </a:solidFill>
                <a:latin typeface="Yu Gothic UI" panose="020B0500000000000000" pitchFamily="34" charset="-128"/>
                <a:ea typeface="Yu Gothic UI" panose="020B0500000000000000" pitchFamily="34" charset="-128"/>
                <a:cs typeface="Urdu Typesetting" panose="03020402040406030203" pitchFamily="66" charset="-78"/>
              </a:rPr>
              <a:t> On average, predictions are off by ~20 bookings in either direction</a:t>
            </a:r>
          </a:p>
          <a:p>
            <a:pPr marL="139700" indent="0">
              <a:buSzPts val="1400"/>
            </a:pPr>
            <a:r>
              <a:rPr lang="en-US" sz="2000" b="1" dirty="0">
                <a:solidFill>
                  <a:srgbClr val="002060"/>
                </a:solidFill>
                <a:latin typeface="Yu Gothic UI" panose="020B0500000000000000" pitchFamily="34" charset="-128"/>
                <a:ea typeface="Yu Gothic UI" panose="020B0500000000000000" pitchFamily="34" charset="-128"/>
                <a:cs typeface="Urdu Typesetting" panose="03020402040406030203" pitchFamily="66" charset="-78"/>
              </a:rPr>
              <a:t>MAPE: 8.27%</a:t>
            </a:r>
          </a:p>
          <a:p>
            <a:pPr marL="482600">
              <a:buSzPts val="1400"/>
              <a:buFont typeface="Arial" panose="020B0604020202020204" pitchFamily="34" charset="0"/>
              <a:buChar char="•"/>
            </a:pPr>
            <a:r>
              <a:rPr lang="en-US" sz="2000" dirty="0">
                <a:solidFill>
                  <a:srgbClr val="002060"/>
                </a:solidFill>
                <a:latin typeface="Yu Gothic UI" panose="020B0500000000000000" pitchFamily="34" charset="-128"/>
                <a:ea typeface="Yu Gothic UI" panose="020B0500000000000000" pitchFamily="34" charset="-128"/>
                <a:cs typeface="Urdu Typesetting" panose="03020402040406030203" pitchFamily="66" charset="-78"/>
              </a:rPr>
              <a:t> Forecasts are typically within 8.27% of actual values — a solid result for time series forecasting</a:t>
            </a:r>
          </a:p>
          <a:p>
            <a:pPr marL="139700" indent="0">
              <a:buSzPts val="1400"/>
            </a:pPr>
            <a:r>
              <a:rPr lang="en-US" sz="2000" dirty="0">
                <a:solidFill>
                  <a:srgbClr val="002060"/>
                </a:solidFill>
                <a:latin typeface="Yu Gothic UI" panose="020B0500000000000000" pitchFamily="34" charset="-128"/>
                <a:ea typeface="Yu Gothic UI" panose="020B0500000000000000" pitchFamily="34" charset="-128"/>
                <a:cs typeface="Urdu Typesetting" panose="03020402040406030203" pitchFamily="66" charset="-78"/>
              </a:rPr>
              <a:t>🔍 </a:t>
            </a:r>
            <a:r>
              <a:rPr lang="en-US" sz="2000" b="1" dirty="0">
                <a:solidFill>
                  <a:srgbClr val="002060"/>
                </a:solidFill>
                <a:latin typeface="Yu Gothic UI" panose="020B0500000000000000" pitchFamily="34" charset="-128"/>
                <a:ea typeface="Yu Gothic UI" panose="020B0500000000000000" pitchFamily="34" charset="-128"/>
                <a:cs typeface="Urdu Typesetting" panose="03020402040406030203" pitchFamily="66" charset="-78"/>
              </a:rPr>
              <a:t>Insights:</a:t>
            </a:r>
          </a:p>
          <a:p>
            <a:pPr marL="482600">
              <a:buSzPts val="1400"/>
              <a:buFont typeface="Arial" panose="020B0604020202020204" pitchFamily="34" charset="0"/>
              <a:buChar char="•"/>
            </a:pPr>
            <a:r>
              <a:rPr lang="en-US" sz="2000" dirty="0">
                <a:solidFill>
                  <a:srgbClr val="002060"/>
                </a:solidFill>
                <a:latin typeface="Yu Gothic UI" panose="020B0500000000000000" pitchFamily="34" charset="-128"/>
                <a:ea typeface="Yu Gothic UI" panose="020B0500000000000000" pitchFamily="34" charset="-128"/>
                <a:cs typeface="Urdu Typesetting" panose="03020402040406030203" pitchFamily="66" charset="-78"/>
              </a:rPr>
              <a:t>The forecast displays a stable trend over the next 31 days</a:t>
            </a:r>
          </a:p>
          <a:p>
            <a:pPr marL="482600">
              <a:buSzPts val="1400"/>
              <a:buFont typeface="Arial" panose="020B0604020202020204" pitchFamily="34" charset="0"/>
              <a:buChar char="•"/>
            </a:pPr>
            <a:r>
              <a:rPr lang="en-US" sz="2000" dirty="0">
                <a:solidFill>
                  <a:srgbClr val="002060"/>
                </a:solidFill>
                <a:latin typeface="Yu Gothic UI" panose="020B0500000000000000" pitchFamily="34" charset="-128"/>
                <a:ea typeface="Yu Gothic UI" panose="020B0500000000000000" pitchFamily="34" charset="-128"/>
                <a:cs typeface="Urdu Typesetting" panose="03020402040406030203" pitchFamily="66" charset="-78"/>
              </a:rPr>
              <a:t>Confidence intervals are well-calibrated</a:t>
            </a:r>
          </a:p>
          <a:p>
            <a:pPr marL="482600">
              <a:buSzPts val="1400"/>
              <a:buFont typeface="Arial" panose="020B0604020202020204" pitchFamily="34" charset="0"/>
              <a:buChar char="•"/>
            </a:pPr>
            <a:r>
              <a:rPr lang="en-US" sz="2000" dirty="0">
                <a:solidFill>
                  <a:srgbClr val="002060"/>
                </a:solidFill>
                <a:latin typeface="Yu Gothic UI" panose="020B0500000000000000" pitchFamily="34" charset="-128"/>
                <a:ea typeface="Yu Gothic UI" panose="020B0500000000000000" pitchFamily="34" charset="-128"/>
                <a:cs typeface="Urdu Typesetting" panose="03020402040406030203" pitchFamily="66" charset="-78"/>
              </a:rPr>
              <a:t>Model accounts for weekend and holiday effects, enhancing reliability</a:t>
            </a:r>
          </a:p>
        </p:txBody>
      </p:sp>
    </p:spTree>
    <p:extLst>
      <p:ext uri="{BB962C8B-B14F-4D97-AF65-F5344CB8AC3E}">
        <p14:creationId xmlns:p14="http://schemas.microsoft.com/office/powerpoint/2010/main" val="29381122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1255"/>
        <p:cNvGrpSpPr/>
        <p:nvPr/>
      </p:nvGrpSpPr>
      <p:grpSpPr>
        <a:xfrm>
          <a:off x="0" y="0"/>
          <a:ext cx="0" cy="0"/>
          <a:chOff x="0" y="0"/>
          <a:chExt cx="0" cy="0"/>
        </a:xfrm>
      </p:grpSpPr>
      <p:sp>
        <p:nvSpPr>
          <p:cNvPr id="1256" name="Google Shape;1256;p34"/>
          <p:cNvSpPr/>
          <p:nvPr/>
        </p:nvSpPr>
        <p:spPr>
          <a:xfrm>
            <a:off x="-94225" y="3782425"/>
            <a:ext cx="4442125" cy="1160325"/>
          </a:xfrm>
          <a:custGeom>
            <a:avLst/>
            <a:gdLst/>
            <a:ahLst/>
            <a:cxnLst/>
            <a:rect l="l" t="t" r="r" b="b"/>
            <a:pathLst>
              <a:path w="177685" h="46413" extrusionOk="0">
                <a:moveTo>
                  <a:pt x="53027" y="1"/>
                </a:moveTo>
                <a:cubicBezTo>
                  <a:pt x="53027" y="1"/>
                  <a:pt x="79109" y="2070"/>
                  <a:pt x="70927" y="2540"/>
                </a:cubicBezTo>
                <a:cubicBezTo>
                  <a:pt x="62761" y="3026"/>
                  <a:pt x="21224" y="5706"/>
                  <a:pt x="20644" y="7838"/>
                </a:cubicBezTo>
                <a:cubicBezTo>
                  <a:pt x="20064" y="9969"/>
                  <a:pt x="61977" y="9076"/>
                  <a:pt x="62369" y="12462"/>
                </a:cubicBezTo>
                <a:cubicBezTo>
                  <a:pt x="62761" y="15847"/>
                  <a:pt x="1" y="12462"/>
                  <a:pt x="1458" y="16098"/>
                </a:cubicBezTo>
                <a:cubicBezTo>
                  <a:pt x="2932" y="19750"/>
                  <a:pt x="51851" y="19202"/>
                  <a:pt x="51459" y="21380"/>
                </a:cubicBezTo>
                <a:cubicBezTo>
                  <a:pt x="51295" y="22331"/>
                  <a:pt x="42835" y="22437"/>
                  <a:pt x="33312" y="22437"/>
                </a:cubicBezTo>
                <a:cubicBezTo>
                  <a:pt x="30561" y="22437"/>
                  <a:pt x="27722" y="22428"/>
                  <a:pt x="24968" y="22428"/>
                </a:cubicBezTo>
                <a:cubicBezTo>
                  <a:pt x="15398" y="22428"/>
                  <a:pt x="6865" y="22536"/>
                  <a:pt x="6694" y="23496"/>
                </a:cubicBezTo>
                <a:cubicBezTo>
                  <a:pt x="6302" y="25691"/>
                  <a:pt x="55362" y="31240"/>
                  <a:pt x="52635" y="32964"/>
                </a:cubicBezTo>
                <a:cubicBezTo>
                  <a:pt x="51598" y="33619"/>
                  <a:pt x="46686" y="33692"/>
                  <a:pt x="40946" y="33692"/>
                </a:cubicBezTo>
                <a:cubicBezTo>
                  <a:pt x="39300" y="33692"/>
                  <a:pt x="37585" y="33686"/>
                  <a:pt x="35874" y="33686"/>
                </a:cubicBezTo>
                <a:cubicBezTo>
                  <a:pt x="27866" y="33686"/>
                  <a:pt x="19940" y="33818"/>
                  <a:pt x="19468" y="35315"/>
                </a:cubicBezTo>
                <a:cubicBezTo>
                  <a:pt x="18559" y="38246"/>
                  <a:pt x="53811" y="46412"/>
                  <a:pt x="53811" y="46412"/>
                </a:cubicBezTo>
                <a:lnTo>
                  <a:pt x="123875" y="46412"/>
                </a:lnTo>
                <a:cubicBezTo>
                  <a:pt x="123875" y="46412"/>
                  <a:pt x="159126" y="38246"/>
                  <a:pt x="158202" y="35315"/>
                </a:cubicBezTo>
                <a:cubicBezTo>
                  <a:pt x="157729" y="33818"/>
                  <a:pt x="149803" y="33686"/>
                  <a:pt x="141795" y="33686"/>
                </a:cubicBezTo>
                <a:cubicBezTo>
                  <a:pt x="140085" y="33686"/>
                  <a:pt x="138370" y="33692"/>
                  <a:pt x="136724" y="33692"/>
                </a:cubicBezTo>
                <a:cubicBezTo>
                  <a:pt x="130984" y="33692"/>
                  <a:pt x="126072" y="33619"/>
                  <a:pt x="125035" y="32964"/>
                </a:cubicBezTo>
                <a:cubicBezTo>
                  <a:pt x="122307" y="31240"/>
                  <a:pt x="171368" y="25691"/>
                  <a:pt x="170976" y="23496"/>
                </a:cubicBezTo>
                <a:cubicBezTo>
                  <a:pt x="170811" y="22536"/>
                  <a:pt x="162283" y="22428"/>
                  <a:pt x="152713" y="22428"/>
                </a:cubicBezTo>
                <a:cubicBezTo>
                  <a:pt x="149960" y="22428"/>
                  <a:pt x="147120" y="22437"/>
                  <a:pt x="144369" y="22437"/>
                </a:cubicBezTo>
                <a:cubicBezTo>
                  <a:pt x="134846" y="22437"/>
                  <a:pt x="126381" y="22331"/>
                  <a:pt x="126210" y="21380"/>
                </a:cubicBezTo>
                <a:cubicBezTo>
                  <a:pt x="125818" y="19202"/>
                  <a:pt x="174738" y="19750"/>
                  <a:pt x="176211" y="16098"/>
                </a:cubicBezTo>
                <a:cubicBezTo>
                  <a:pt x="177685" y="12462"/>
                  <a:pt x="114909" y="15847"/>
                  <a:pt x="115301" y="12462"/>
                </a:cubicBezTo>
                <a:cubicBezTo>
                  <a:pt x="115693" y="9076"/>
                  <a:pt x="157622" y="9969"/>
                  <a:pt x="157026" y="7838"/>
                </a:cubicBezTo>
                <a:cubicBezTo>
                  <a:pt x="156446" y="5706"/>
                  <a:pt x="114909" y="3026"/>
                  <a:pt x="106743" y="2540"/>
                </a:cubicBezTo>
                <a:cubicBezTo>
                  <a:pt x="98561" y="2070"/>
                  <a:pt x="124643" y="1"/>
                  <a:pt x="124643" y="1"/>
                </a:cubicBezTo>
                <a:close/>
              </a:path>
            </a:pathLst>
          </a:custGeom>
          <a:solidFill>
            <a:srgbClr val="FFFFFF">
              <a:alpha val="41070"/>
            </a:srgbClr>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57" name="Google Shape;1257;p34"/>
          <p:cNvSpPr/>
          <p:nvPr/>
        </p:nvSpPr>
        <p:spPr>
          <a:xfrm>
            <a:off x="-838450" y="4242475"/>
            <a:ext cx="5219975" cy="901025"/>
          </a:xfrm>
          <a:custGeom>
            <a:avLst/>
            <a:gdLst/>
            <a:ahLst/>
            <a:cxnLst/>
            <a:rect l="l" t="t" r="r" b="b"/>
            <a:pathLst>
              <a:path w="208799" h="36041" extrusionOk="0">
                <a:moveTo>
                  <a:pt x="11178" y="0"/>
                </a:moveTo>
                <a:lnTo>
                  <a:pt x="0" y="8522"/>
                </a:lnTo>
                <a:lnTo>
                  <a:pt x="0" y="36041"/>
                </a:lnTo>
                <a:lnTo>
                  <a:pt x="208798" y="36041"/>
                </a:lnTo>
                <a:lnTo>
                  <a:pt x="208798" y="19925"/>
                </a:lnTo>
                <a:lnTo>
                  <a:pt x="161254" y="27018"/>
                </a:lnTo>
                <a:lnTo>
                  <a:pt x="129800" y="19925"/>
                </a:lnTo>
                <a:lnTo>
                  <a:pt x="113259" y="16166"/>
                </a:lnTo>
                <a:lnTo>
                  <a:pt x="98021" y="23284"/>
                </a:lnTo>
                <a:lnTo>
                  <a:pt x="71955" y="3735"/>
                </a:lnTo>
                <a:lnTo>
                  <a:pt x="48472" y="23108"/>
                </a:lnTo>
                <a:lnTo>
                  <a:pt x="11178" y="0"/>
                </a:lnTo>
                <a:close/>
              </a:path>
            </a:pathLst>
          </a:custGeom>
          <a:solidFill>
            <a:srgbClr val="274E13"/>
          </a:solidFill>
          <a:ln>
            <a:solidFill>
              <a:srgbClr val="274E13"/>
            </a:solid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nvGrpSpPr>
          <p:cNvPr id="1258" name="Google Shape;1258;p34"/>
          <p:cNvGrpSpPr/>
          <p:nvPr/>
        </p:nvGrpSpPr>
        <p:grpSpPr>
          <a:xfrm>
            <a:off x="4766341" y="1416933"/>
            <a:ext cx="1530872" cy="2106828"/>
            <a:chOff x="4219225" y="4565175"/>
            <a:chExt cx="389525" cy="536075"/>
          </a:xfrm>
          <a:solidFill>
            <a:srgbClr val="38761D"/>
          </a:solidFill>
        </p:grpSpPr>
        <p:grpSp>
          <p:nvGrpSpPr>
            <p:cNvPr id="1259" name="Google Shape;1259;p34"/>
            <p:cNvGrpSpPr/>
            <p:nvPr/>
          </p:nvGrpSpPr>
          <p:grpSpPr>
            <a:xfrm>
              <a:off x="4295625" y="4565175"/>
              <a:ext cx="237100" cy="294300"/>
              <a:chOff x="4295625" y="4565175"/>
              <a:chExt cx="237100" cy="294300"/>
            </a:xfrm>
            <a:grpFill/>
          </p:grpSpPr>
          <p:sp>
            <p:nvSpPr>
              <p:cNvPr id="1260" name="Google Shape;1260;p34"/>
              <p:cNvSpPr/>
              <p:nvPr/>
            </p:nvSpPr>
            <p:spPr>
              <a:xfrm>
                <a:off x="4330900" y="4565175"/>
                <a:ext cx="166175" cy="189675"/>
              </a:xfrm>
              <a:custGeom>
                <a:avLst/>
                <a:gdLst/>
                <a:ahLst/>
                <a:cxnLst/>
                <a:rect l="l" t="t" r="r" b="b"/>
                <a:pathLst>
                  <a:path w="6647" h="7587" extrusionOk="0">
                    <a:moveTo>
                      <a:pt x="3323" y="0"/>
                    </a:moveTo>
                    <a:cubicBezTo>
                      <a:pt x="3323" y="0"/>
                      <a:pt x="2461" y="6850"/>
                      <a:pt x="1" y="6850"/>
                    </a:cubicBezTo>
                    <a:cubicBezTo>
                      <a:pt x="1" y="6850"/>
                      <a:pt x="1286" y="7587"/>
                      <a:pt x="3323" y="7587"/>
                    </a:cubicBezTo>
                    <a:cubicBezTo>
                      <a:pt x="5361" y="7587"/>
                      <a:pt x="6646" y="6850"/>
                      <a:pt x="6646" y="6850"/>
                    </a:cubicBezTo>
                    <a:cubicBezTo>
                      <a:pt x="4186" y="6850"/>
                      <a:pt x="3323" y="0"/>
                      <a:pt x="3323"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61" name="Google Shape;1261;p34"/>
              <p:cNvSpPr/>
              <p:nvPr/>
            </p:nvSpPr>
            <p:spPr>
              <a:xfrm>
                <a:off x="4295625" y="4689000"/>
                <a:ext cx="237100" cy="170475"/>
              </a:xfrm>
              <a:custGeom>
                <a:avLst/>
                <a:gdLst/>
                <a:ahLst/>
                <a:cxnLst/>
                <a:rect l="l" t="t" r="r" b="b"/>
                <a:pathLst>
                  <a:path w="9484" h="6819" extrusionOk="0">
                    <a:moveTo>
                      <a:pt x="4734" y="0"/>
                    </a:moveTo>
                    <a:cubicBezTo>
                      <a:pt x="4734" y="0"/>
                      <a:pt x="3214" y="5330"/>
                      <a:pt x="1" y="5330"/>
                    </a:cubicBezTo>
                    <a:cubicBezTo>
                      <a:pt x="1" y="5330"/>
                      <a:pt x="1882" y="6819"/>
                      <a:pt x="4734" y="6819"/>
                    </a:cubicBezTo>
                    <a:cubicBezTo>
                      <a:pt x="7587" y="6819"/>
                      <a:pt x="9484" y="5330"/>
                      <a:pt x="9484" y="5330"/>
                    </a:cubicBezTo>
                    <a:cubicBezTo>
                      <a:pt x="6255" y="5330"/>
                      <a:pt x="4734" y="0"/>
                      <a:pt x="4734"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1262" name="Google Shape;1262;p34"/>
            <p:cNvGrpSpPr/>
            <p:nvPr/>
          </p:nvGrpSpPr>
          <p:grpSpPr>
            <a:xfrm>
              <a:off x="4219225" y="4744250"/>
              <a:ext cx="389525" cy="357000"/>
              <a:chOff x="4219225" y="4744250"/>
              <a:chExt cx="389525" cy="357000"/>
            </a:xfrm>
            <a:grpFill/>
          </p:grpSpPr>
          <p:sp>
            <p:nvSpPr>
              <p:cNvPr id="1263" name="Google Shape;1263;p34"/>
              <p:cNvSpPr/>
              <p:nvPr/>
            </p:nvSpPr>
            <p:spPr>
              <a:xfrm>
                <a:off x="4271725" y="4744250"/>
                <a:ext cx="284525" cy="204175"/>
              </a:xfrm>
              <a:custGeom>
                <a:avLst/>
                <a:gdLst/>
                <a:ahLst/>
                <a:cxnLst/>
                <a:rect l="l" t="t" r="r" b="b"/>
                <a:pathLst>
                  <a:path w="11381" h="8167" extrusionOk="0">
                    <a:moveTo>
                      <a:pt x="5690" y="0"/>
                    </a:moveTo>
                    <a:cubicBezTo>
                      <a:pt x="5690" y="0"/>
                      <a:pt x="3872" y="6396"/>
                      <a:pt x="1" y="6396"/>
                    </a:cubicBezTo>
                    <a:cubicBezTo>
                      <a:pt x="1" y="6396"/>
                      <a:pt x="2273" y="8167"/>
                      <a:pt x="5690" y="8167"/>
                    </a:cubicBezTo>
                    <a:cubicBezTo>
                      <a:pt x="9107" y="8167"/>
                      <a:pt x="11380" y="6396"/>
                      <a:pt x="11380" y="6396"/>
                    </a:cubicBezTo>
                    <a:cubicBezTo>
                      <a:pt x="7509" y="6396"/>
                      <a:pt x="5690" y="0"/>
                      <a:pt x="5690"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64" name="Google Shape;1264;p34"/>
              <p:cNvSpPr/>
              <p:nvPr/>
            </p:nvSpPr>
            <p:spPr>
              <a:xfrm>
                <a:off x="4219225" y="4821450"/>
                <a:ext cx="389525" cy="279800"/>
              </a:xfrm>
              <a:custGeom>
                <a:avLst/>
                <a:gdLst/>
                <a:ahLst/>
                <a:cxnLst/>
                <a:rect l="l" t="t" r="r" b="b"/>
                <a:pathLst>
                  <a:path w="15581" h="11192" extrusionOk="0">
                    <a:moveTo>
                      <a:pt x="7790" y="0"/>
                    </a:moveTo>
                    <a:cubicBezTo>
                      <a:pt x="7790" y="0"/>
                      <a:pt x="5298" y="8762"/>
                      <a:pt x="0" y="8762"/>
                    </a:cubicBezTo>
                    <a:cubicBezTo>
                      <a:pt x="0" y="8762"/>
                      <a:pt x="3120" y="11192"/>
                      <a:pt x="7790" y="11192"/>
                    </a:cubicBezTo>
                    <a:cubicBezTo>
                      <a:pt x="12461" y="11192"/>
                      <a:pt x="15581" y="8762"/>
                      <a:pt x="15581" y="8762"/>
                    </a:cubicBezTo>
                    <a:cubicBezTo>
                      <a:pt x="10283" y="8762"/>
                      <a:pt x="7790" y="0"/>
                      <a:pt x="7790"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grpSp>
        <p:nvGrpSpPr>
          <p:cNvPr id="1265" name="Google Shape;1265;p34"/>
          <p:cNvGrpSpPr/>
          <p:nvPr/>
        </p:nvGrpSpPr>
        <p:grpSpPr>
          <a:xfrm>
            <a:off x="4293618" y="1788397"/>
            <a:ext cx="945961" cy="1301858"/>
            <a:chOff x="4219225" y="4565175"/>
            <a:chExt cx="389525" cy="536075"/>
          </a:xfrm>
          <a:solidFill>
            <a:srgbClr val="38761D"/>
          </a:solidFill>
        </p:grpSpPr>
        <p:grpSp>
          <p:nvGrpSpPr>
            <p:cNvPr id="1266" name="Google Shape;1266;p34"/>
            <p:cNvGrpSpPr/>
            <p:nvPr/>
          </p:nvGrpSpPr>
          <p:grpSpPr>
            <a:xfrm>
              <a:off x="4295625" y="4565175"/>
              <a:ext cx="237100" cy="294300"/>
              <a:chOff x="4295625" y="4565175"/>
              <a:chExt cx="237100" cy="294300"/>
            </a:xfrm>
            <a:grpFill/>
          </p:grpSpPr>
          <p:sp>
            <p:nvSpPr>
              <p:cNvPr id="1267" name="Google Shape;1267;p34"/>
              <p:cNvSpPr/>
              <p:nvPr/>
            </p:nvSpPr>
            <p:spPr>
              <a:xfrm>
                <a:off x="4330900" y="4565175"/>
                <a:ext cx="166175" cy="189675"/>
              </a:xfrm>
              <a:custGeom>
                <a:avLst/>
                <a:gdLst/>
                <a:ahLst/>
                <a:cxnLst/>
                <a:rect l="l" t="t" r="r" b="b"/>
                <a:pathLst>
                  <a:path w="6647" h="7587" extrusionOk="0">
                    <a:moveTo>
                      <a:pt x="3323" y="0"/>
                    </a:moveTo>
                    <a:cubicBezTo>
                      <a:pt x="3323" y="0"/>
                      <a:pt x="2461" y="6850"/>
                      <a:pt x="1" y="6850"/>
                    </a:cubicBezTo>
                    <a:cubicBezTo>
                      <a:pt x="1" y="6850"/>
                      <a:pt x="1286" y="7587"/>
                      <a:pt x="3323" y="7587"/>
                    </a:cubicBezTo>
                    <a:cubicBezTo>
                      <a:pt x="5361" y="7587"/>
                      <a:pt x="6646" y="6850"/>
                      <a:pt x="6646" y="6850"/>
                    </a:cubicBezTo>
                    <a:cubicBezTo>
                      <a:pt x="4186" y="6850"/>
                      <a:pt x="3323" y="0"/>
                      <a:pt x="3323"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68" name="Google Shape;1268;p34"/>
              <p:cNvSpPr/>
              <p:nvPr/>
            </p:nvSpPr>
            <p:spPr>
              <a:xfrm>
                <a:off x="4295625" y="4689000"/>
                <a:ext cx="237100" cy="170475"/>
              </a:xfrm>
              <a:custGeom>
                <a:avLst/>
                <a:gdLst/>
                <a:ahLst/>
                <a:cxnLst/>
                <a:rect l="l" t="t" r="r" b="b"/>
                <a:pathLst>
                  <a:path w="9484" h="6819" extrusionOk="0">
                    <a:moveTo>
                      <a:pt x="4734" y="0"/>
                    </a:moveTo>
                    <a:cubicBezTo>
                      <a:pt x="4734" y="0"/>
                      <a:pt x="3214" y="5330"/>
                      <a:pt x="1" y="5330"/>
                    </a:cubicBezTo>
                    <a:cubicBezTo>
                      <a:pt x="1" y="5330"/>
                      <a:pt x="1882" y="6819"/>
                      <a:pt x="4734" y="6819"/>
                    </a:cubicBezTo>
                    <a:cubicBezTo>
                      <a:pt x="7587" y="6819"/>
                      <a:pt x="9484" y="5330"/>
                      <a:pt x="9484" y="5330"/>
                    </a:cubicBezTo>
                    <a:cubicBezTo>
                      <a:pt x="6255" y="5330"/>
                      <a:pt x="4734" y="0"/>
                      <a:pt x="4734"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1269" name="Google Shape;1269;p34"/>
            <p:cNvGrpSpPr/>
            <p:nvPr/>
          </p:nvGrpSpPr>
          <p:grpSpPr>
            <a:xfrm>
              <a:off x="4219225" y="4744250"/>
              <a:ext cx="389525" cy="357000"/>
              <a:chOff x="4219225" y="4744250"/>
              <a:chExt cx="389525" cy="357000"/>
            </a:xfrm>
            <a:grpFill/>
          </p:grpSpPr>
          <p:sp>
            <p:nvSpPr>
              <p:cNvPr id="1270" name="Google Shape;1270;p34"/>
              <p:cNvSpPr/>
              <p:nvPr/>
            </p:nvSpPr>
            <p:spPr>
              <a:xfrm>
                <a:off x="4271725" y="4744250"/>
                <a:ext cx="284525" cy="204175"/>
              </a:xfrm>
              <a:custGeom>
                <a:avLst/>
                <a:gdLst/>
                <a:ahLst/>
                <a:cxnLst/>
                <a:rect l="l" t="t" r="r" b="b"/>
                <a:pathLst>
                  <a:path w="11381" h="8167" extrusionOk="0">
                    <a:moveTo>
                      <a:pt x="5690" y="0"/>
                    </a:moveTo>
                    <a:cubicBezTo>
                      <a:pt x="5690" y="0"/>
                      <a:pt x="3872" y="6396"/>
                      <a:pt x="1" y="6396"/>
                    </a:cubicBezTo>
                    <a:cubicBezTo>
                      <a:pt x="1" y="6396"/>
                      <a:pt x="2273" y="8167"/>
                      <a:pt x="5690" y="8167"/>
                    </a:cubicBezTo>
                    <a:cubicBezTo>
                      <a:pt x="9107" y="8167"/>
                      <a:pt x="11380" y="6396"/>
                      <a:pt x="11380" y="6396"/>
                    </a:cubicBezTo>
                    <a:cubicBezTo>
                      <a:pt x="7509" y="6396"/>
                      <a:pt x="5690" y="0"/>
                      <a:pt x="5690"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71" name="Google Shape;1271;p34"/>
              <p:cNvSpPr/>
              <p:nvPr/>
            </p:nvSpPr>
            <p:spPr>
              <a:xfrm>
                <a:off x="4219225" y="4821450"/>
                <a:ext cx="389525" cy="279800"/>
              </a:xfrm>
              <a:custGeom>
                <a:avLst/>
                <a:gdLst/>
                <a:ahLst/>
                <a:cxnLst/>
                <a:rect l="l" t="t" r="r" b="b"/>
                <a:pathLst>
                  <a:path w="15581" h="11192" extrusionOk="0">
                    <a:moveTo>
                      <a:pt x="7790" y="0"/>
                    </a:moveTo>
                    <a:cubicBezTo>
                      <a:pt x="7790" y="0"/>
                      <a:pt x="5298" y="8762"/>
                      <a:pt x="0" y="8762"/>
                    </a:cubicBezTo>
                    <a:cubicBezTo>
                      <a:pt x="0" y="8762"/>
                      <a:pt x="3120" y="11192"/>
                      <a:pt x="7790" y="11192"/>
                    </a:cubicBezTo>
                    <a:cubicBezTo>
                      <a:pt x="12461" y="11192"/>
                      <a:pt x="15581" y="8762"/>
                      <a:pt x="15581" y="8762"/>
                    </a:cubicBezTo>
                    <a:cubicBezTo>
                      <a:pt x="10283" y="8762"/>
                      <a:pt x="7790" y="0"/>
                      <a:pt x="7790"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sp>
        <p:nvSpPr>
          <p:cNvPr id="1272" name="Google Shape;1272;p34"/>
          <p:cNvSpPr/>
          <p:nvPr/>
        </p:nvSpPr>
        <p:spPr>
          <a:xfrm flipH="1">
            <a:off x="-1057094" y="1098231"/>
            <a:ext cx="8629070" cy="2684190"/>
          </a:xfrm>
          <a:custGeom>
            <a:avLst/>
            <a:gdLst/>
            <a:ahLst/>
            <a:cxnLst/>
            <a:rect l="l" t="t" r="r" b="b"/>
            <a:pathLst>
              <a:path w="195272" h="47557" extrusionOk="0">
                <a:moveTo>
                  <a:pt x="169456" y="6161"/>
                </a:moveTo>
                <a:cubicBezTo>
                  <a:pt x="153343" y="18559"/>
                  <a:pt x="158233" y="14907"/>
                  <a:pt x="149001" y="12290"/>
                </a:cubicBezTo>
                <a:lnTo>
                  <a:pt x="149001" y="12290"/>
                </a:lnTo>
                <a:cubicBezTo>
                  <a:pt x="139753" y="9688"/>
                  <a:pt x="141070" y="6020"/>
                  <a:pt x="130489" y="13340"/>
                </a:cubicBezTo>
                <a:lnTo>
                  <a:pt x="130489" y="13340"/>
                </a:lnTo>
                <a:cubicBezTo>
                  <a:pt x="125160" y="17023"/>
                  <a:pt x="118279" y="16318"/>
                  <a:pt x="111147" y="15628"/>
                </a:cubicBezTo>
                <a:lnTo>
                  <a:pt x="111147" y="15628"/>
                </a:lnTo>
                <a:cubicBezTo>
                  <a:pt x="104125" y="14938"/>
                  <a:pt x="96868" y="14233"/>
                  <a:pt x="90645" y="17760"/>
                </a:cubicBezTo>
                <a:lnTo>
                  <a:pt x="90645" y="17760"/>
                </a:lnTo>
                <a:cubicBezTo>
                  <a:pt x="78106" y="24829"/>
                  <a:pt x="65990" y="32980"/>
                  <a:pt x="62416" y="32494"/>
                </a:cubicBezTo>
                <a:lnTo>
                  <a:pt x="62416" y="32494"/>
                </a:lnTo>
                <a:cubicBezTo>
                  <a:pt x="29515" y="28058"/>
                  <a:pt x="1" y="47557"/>
                  <a:pt x="1" y="47557"/>
                </a:cubicBezTo>
                <a:lnTo>
                  <a:pt x="1" y="47557"/>
                </a:lnTo>
                <a:lnTo>
                  <a:pt x="195271" y="47557"/>
                </a:lnTo>
                <a:lnTo>
                  <a:pt x="195271" y="3935"/>
                </a:lnTo>
                <a:cubicBezTo>
                  <a:pt x="195271" y="3935"/>
                  <a:pt x="191525" y="1"/>
                  <a:pt x="184817" y="1"/>
                </a:cubicBezTo>
                <a:lnTo>
                  <a:pt x="184817" y="1"/>
                </a:lnTo>
                <a:cubicBezTo>
                  <a:pt x="180726" y="1"/>
                  <a:pt x="175553" y="1459"/>
                  <a:pt x="169456" y="6161"/>
                </a:cubicBezTo>
                <a:close/>
              </a:path>
            </a:pathLst>
          </a:custGeom>
          <a:solidFill>
            <a:srgbClr val="7A9E6A"/>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74" name="Google Shape;1274;p34"/>
          <p:cNvSpPr txBox="1">
            <a:spLocks noGrp="1"/>
          </p:cNvSpPr>
          <p:nvPr>
            <p:ph type="title" idx="2"/>
          </p:nvPr>
        </p:nvSpPr>
        <p:spPr>
          <a:xfrm>
            <a:off x="726493" y="478031"/>
            <a:ext cx="1599272" cy="1334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07</a:t>
            </a:r>
            <a:endParaRPr dirty="0"/>
          </a:p>
        </p:txBody>
      </p:sp>
      <p:sp>
        <p:nvSpPr>
          <p:cNvPr id="1277" name="Google Shape;1277;p34"/>
          <p:cNvSpPr/>
          <p:nvPr/>
        </p:nvSpPr>
        <p:spPr>
          <a:xfrm>
            <a:off x="4017683" y="3121844"/>
            <a:ext cx="2362528" cy="1915658"/>
          </a:xfrm>
          <a:custGeom>
            <a:avLst/>
            <a:gdLst/>
            <a:ahLst/>
            <a:cxnLst/>
            <a:rect l="l" t="t" r="r" b="b"/>
            <a:pathLst>
              <a:path w="96067" h="77896" extrusionOk="0">
                <a:moveTo>
                  <a:pt x="93685" y="0"/>
                </a:moveTo>
                <a:lnTo>
                  <a:pt x="1" y="77895"/>
                </a:lnTo>
                <a:lnTo>
                  <a:pt x="13434" y="77895"/>
                </a:lnTo>
                <a:lnTo>
                  <a:pt x="96066" y="3634"/>
                </a:lnTo>
                <a:lnTo>
                  <a:pt x="93685" y="0"/>
                </a:lnTo>
                <a:close/>
              </a:path>
            </a:pathLst>
          </a:custGeom>
          <a:solidFill>
            <a:schemeClr val="bg1">
              <a:lumMod val="65000"/>
            </a:schemeClr>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78" name="Google Shape;1278;p34"/>
          <p:cNvSpPr/>
          <p:nvPr/>
        </p:nvSpPr>
        <p:spPr>
          <a:xfrm>
            <a:off x="4012765" y="5033763"/>
            <a:ext cx="339008" cy="102354"/>
          </a:xfrm>
          <a:custGeom>
            <a:avLst/>
            <a:gdLst/>
            <a:ahLst/>
            <a:cxnLst/>
            <a:rect l="l" t="t" r="r" b="b"/>
            <a:pathLst>
              <a:path w="13785" h="4162" extrusionOk="0">
                <a:moveTo>
                  <a:pt x="0" y="1"/>
                </a:moveTo>
                <a:lnTo>
                  <a:pt x="0" y="4161"/>
                </a:lnTo>
                <a:lnTo>
                  <a:pt x="13785" y="4161"/>
                </a:lnTo>
                <a:lnTo>
                  <a:pt x="13785" y="1"/>
                </a:lnTo>
                <a:close/>
              </a:path>
            </a:pathLst>
          </a:custGeom>
          <a:solidFill>
            <a:schemeClr val="bg1">
              <a:lumMod val="50000"/>
            </a:schemeClr>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79" name="Google Shape;1279;p34"/>
          <p:cNvSpPr/>
          <p:nvPr/>
        </p:nvSpPr>
        <p:spPr>
          <a:xfrm>
            <a:off x="4341272" y="3491641"/>
            <a:ext cx="1725828" cy="1644476"/>
          </a:xfrm>
          <a:custGeom>
            <a:avLst/>
            <a:gdLst/>
            <a:ahLst/>
            <a:cxnLst/>
            <a:rect l="l" t="t" r="r" b="b"/>
            <a:pathLst>
              <a:path w="70177" h="66869" extrusionOk="0">
                <a:moveTo>
                  <a:pt x="70176" y="1"/>
                </a:moveTo>
                <a:lnTo>
                  <a:pt x="0" y="62658"/>
                </a:lnTo>
                <a:lnTo>
                  <a:pt x="0" y="66868"/>
                </a:lnTo>
                <a:lnTo>
                  <a:pt x="1680" y="66868"/>
                </a:lnTo>
                <a:lnTo>
                  <a:pt x="70176" y="1"/>
                </a:lnTo>
                <a:close/>
              </a:path>
            </a:pathLst>
          </a:custGeom>
          <a:solidFill>
            <a:schemeClr val="bg1">
              <a:lumMod val="50000"/>
            </a:schemeClr>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80" name="Google Shape;1280;p34"/>
          <p:cNvSpPr/>
          <p:nvPr/>
        </p:nvSpPr>
        <p:spPr>
          <a:xfrm>
            <a:off x="4538503" y="3092874"/>
            <a:ext cx="2400744" cy="2615216"/>
          </a:xfrm>
          <a:custGeom>
            <a:avLst/>
            <a:gdLst/>
            <a:ahLst/>
            <a:cxnLst/>
            <a:rect l="l" t="t" r="r" b="b"/>
            <a:pathLst>
              <a:path w="97621" h="106342" fill="none" extrusionOk="0">
                <a:moveTo>
                  <a:pt x="1" y="106342"/>
                </a:moveTo>
                <a:lnTo>
                  <a:pt x="97620" y="0"/>
                </a:lnTo>
              </a:path>
            </a:pathLst>
          </a:custGeom>
          <a:solidFill>
            <a:schemeClr val="lt2"/>
          </a:solidFill>
          <a:ln w="73300" cap="flat" cmpd="sng">
            <a:solidFill>
              <a:schemeClr val="bg1">
                <a:lumMod val="65000"/>
              </a:schemeClr>
            </a:solidFill>
            <a:prstDash val="solid"/>
            <a:miter lim="25062"/>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81" name="Google Shape;1281;p34"/>
          <p:cNvSpPr/>
          <p:nvPr/>
        </p:nvSpPr>
        <p:spPr>
          <a:xfrm>
            <a:off x="4593984" y="3144026"/>
            <a:ext cx="2397031" cy="2611527"/>
          </a:xfrm>
          <a:custGeom>
            <a:avLst/>
            <a:gdLst/>
            <a:ahLst/>
            <a:cxnLst/>
            <a:rect l="l" t="t" r="r" b="b"/>
            <a:pathLst>
              <a:path w="97470" h="106192" fill="none" extrusionOk="0">
                <a:moveTo>
                  <a:pt x="0" y="106191"/>
                </a:moveTo>
                <a:lnTo>
                  <a:pt x="97469" y="0"/>
                </a:lnTo>
              </a:path>
            </a:pathLst>
          </a:custGeom>
          <a:solidFill>
            <a:schemeClr val="dk1"/>
          </a:solidFill>
          <a:ln w="73300" cap="flat" cmpd="sng">
            <a:solidFill>
              <a:schemeClr val="bg1">
                <a:lumMod val="50000"/>
              </a:schemeClr>
            </a:solidFill>
            <a:prstDash val="solid"/>
            <a:miter lim="25062"/>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1282" name="Google Shape;1282;p34"/>
          <p:cNvSpPr/>
          <p:nvPr/>
        </p:nvSpPr>
        <p:spPr>
          <a:xfrm>
            <a:off x="5648560" y="3720942"/>
            <a:ext cx="1700547" cy="2090068"/>
          </a:xfrm>
          <a:custGeom>
            <a:avLst/>
            <a:gdLst/>
            <a:ahLst/>
            <a:cxnLst/>
            <a:rect l="l" t="t" r="r" b="b"/>
            <a:pathLst>
              <a:path w="69149" h="84988" fill="none" extrusionOk="0">
                <a:moveTo>
                  <a:pt x="1" y="84988"/>
                </a:moveTo>
                <a:lnTo>
                  <a:pt x="69149" y="0"/>
                </a:lnTo>
              </a:path>
            </a:pathLst>
          </a:custGeom>
          <a:solidFill>
            <a:schemeClr val="lt2"/>
          </a:solidFill>
          <a:ln w="73300" cap="flat" cmpd="sng">
            <a:solidFill>
              <a:schemeClr val="bg1">
                <a:lumMod val="65000"/>
              </a:schemeClr>
            </a:solidFill>
            <a:prstDash val="solid"/>
            <a:miter lim="25062"/>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83" name="Google Shape;1283;p34"/>
          <p:cNvSpPr/>
          <p:nvPr/>
        </p:nvSpPr>
        <p:spPr>
          <a:xfrm>
            <a:off x="5703426" y="3850987"/>
            <a:ext cx="1622269" cy="2007486"/>
          </a:xfrm>
          <a:custGeom>
            <a:avLst/>
            <a:gdLst/>
            <a:ahLst/>
            <a:cxnLst/>
            <a:rect l="l" t="t" r="r" b="b"/>
            <a:pathLst>
              <a:path w="65966" h="81630" fill="none" extrusionOk="0">
                <a:moveTo>
                  <a:pt x="0" y="81630"/>
                </a:moveTo>
                <a:lnTo>
                  <a:pt x="65966" y="0"/>
                </a:lnTo>
              </a:path>
            </a:pathLst>
          </a:custGeom>
          <a:solidFill>
            <a:schemeClr val="dk1"/>
          </a:solidFill>
          <a:ln w="73300" cap="flat" cmpd="sng">
            <a:solidFill>
              <a:schemeClr val="bg1">
                <a:lumMod val="50000"/>
              </a:schemeClr>
            </a:solidFill>
            <a:prstDash val="solid"/>
            <a:miter lim="25062"/>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84" name="Google Shape;1284;p34"/>
          <p:cNvSpPr/>
          <p:nvPr/>
        </p:nvSpPr>
        <p:spPr>
          <a:xfrm>
            <a:off x="5153021" y="4402621"/>
            <a:ext cx="271821" cy="271846"/>
          </a:xfrm>
          <a:custGeom>
            <a:avLst/>
            <a:gdLst/>
            <a:ahLst/>
            <a:cxnLst/>
            <a:rect l="l" t="t" r="r" b="b"/>
            <a:pathLst>
              <a:path w="11053" h="11054" fill="none" extrusionOk="0">
                <a:moveTo>
                  <a:pt x="0" y="11053"/>
                </a:moveTo>
                <a:lnTo>
                  <a:pt x="11053" y="1"/>
                </a:lnTo>
              </a:path>
            </a:pathLst>
          </a:custGeom>
          <a:noFill/>
          <a:ln w="20675" cap="rnd" cmpd="sng">
            <a:solidFill>
              <a:schemeClr val="bg1">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85" name="Google Shape;1285;p34"/>
          <p:cNvSpPr/>
          <p:nvPr/>
        </p:nvSpPr>
        <p:spPr>
          <a:xfrm>
            <a:off x="6200809" y="4166558"/>
            <a:ext cx="271845" cy="271846"/>
          </a:xfrm>
          <a:custGeom>
            <a:avLst/>
            <a:gdLst/>
            <a:ahLst/>
            <a:cxnLst/>
            <a:rect l="l" t="t" r="r" b="b"/>
            <a:pathLst>
              <a:path w="11054" h="11054" fill="none" extrusionOk="0">
                <a:moveTo>
                  <a:pt x="1" y="11053"/>
                </a:moveTo>
                <a:lnTo>
                  <a:pt x="11054" y="0"/>
                </a:lnTo>
              </a:path>
            </a:pathLst>
          </a:custGeom>
          <a:noFill/>
          <a:ln w="20675" cap="rnd" cmpd="sng">
            <a:solidFill>
              <a:schemeClr val="bg1">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86" name="Google Shape;1286;p34"/>
          <p:cNvSpPr/>
          <p:nvPr/>
        </p:nvSpPr>
        <p:spPr>
          <a:xfrm>
            <a:off x="4598288" y="4669499"/>
            <a:ext cx="271845" cy="271846"/>
          </a:xfrm>
          <a:custGeom>
            <a:avLst/>
            <a:gdLst/>
            <a:ahLst/>
            <a:cxnLst/>
            <a:rect l="l" t="t" r="r" b="b"/>
            <a:pathLst>
              <a:path w="11054" h="11054" fill="none" extrusionOk="0">
                <a:moveTo>
                  <a:pt x="1" y="11053"/>
                </a:moveTo>
                <a:lnTo>
                  <a:pt x="11053" y="1"/>
                </a:lnTo>
              </a:path>
            </a:pathLst>
          </a:custGeom>
          <a:noFill/>
          <a:ln w="20675" cap="rnd" cmpd="sng">
            <a:solidFill>
              <a:schemeClr val="bg1">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87" name="Google Shape;1287;p34"/>
          <p:cNvSpPr/>
          <p:nvPr/>
        </p:nvSpPr>
        <p:spPr>
          <a:xfrm>
            <a:off x="6076322" y="4681205"/>
            <a:ext cx="252713" cy="289724"/>
          </a:xfrm>
          <a:custGeom>
            <a:avLst/>
            <a:gdLst/>
            <a:ahLst/>
            <a:cxnLst/>
            <a:rect l="l" t="t" r="r" b="b"/>
            <a:pathLst>
              <a:path w="10276" h="11781" fill="none" extrusionOk="0">
                <a:moveTo>
                  <a:pt x="0" y="11780"/>
                </a:moveTo>
                <a:lnTo>
                  <a:pt x="10276" y="1"/>
                </a:lnTo>
              </a:path>
            </a:pathLst>
          </a:custGeom>
          <a:noFill/>
          <a:ln w="20675" cap="rnd" cmpd="sng">
            <a:solidFill>
              <a:schemeClr val="bg1">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88" name="Google Shape;1288;p34"/>
          <p:cNvSpPr/>
          <p:nvPr/>
        </p:nvSpPr>
        <p:spPr>
          <a:xfrm>
            <a:off x="7116117" y="4093838"/>
            <a:ext cx="248409" cy="293389"/>
          </a:xfrm>
          <a:custGeom>
            <a:avLst/>
            <a:gdLst/>
            <a:ahLst/>
            <a:cxnLst/>
            <a:rect l="l" t="t" r="r" b="b"/>
            <a:pathLst>
              <a:path w="10101" h="11930" fill="none" extrusionOk="0">
                <a:moveTo>
                  <a:pt x="0" y="11930"/>
                </a:moveTo>
                <a:lnTo>
                  <a:pt x="10100" y="0"/>
                </a:lnTo>
              </a:path>
            </a:pathLst>
          </a:custGeom>
          <a:noFill/>
          <a:ln w="20675" cap="rnd" cmpd="sng">
            <a:solidFill>
              <a:schemeClr val="bg1">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89" name="Google Shape;1289;p34"/>
          <p:cNvSpPr/>
          <p:nvPr/>
        </p:nvSpPr>
        <p:spPr>
          <a:xfrm>
            <a:off x="6766633" y="3939741"/>
            <a:ext cx="249024" cy="293413"/>
          </a:xfrm>
          <a:custGeom>
            <a:avLst/>
            <a:gdLst/>
            <a:ahLst/>
            <a:cxnLst/>
            <a:rect l="l" t="t" r="r" b="b"/>
            <a:pathLst>
              <a:path w="10126" h="11931" fill="none" extrusionOk="0">
                <a:moveTo>
                  <a:pt x="1" y="11930"/>
                </a:moveTo>
                <a:lnTo>
                  <a:pt x="10126" y="0"/>
                </a:lnTo>
              </a:path>
            </a:pathLst>
          </a:custGeom>
          <a:noFill/>
          <a:ln w="20675" cap="rnd" cmpd="sng">
            <a:solidFill>
              <a:schemeClr val="bg1">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92" name="Google Shape;1292;p34"/>
          <p:cNvSpPr/>
          <p:nvPr/>
        </p:nvSpPr>
        <p:spPr>
          <a:xfrm>
            <a:off x="8821558" y="2543920"/>
            <a:ext cx="227481" cy="210586"/>
          </a:xfrm>
          <a:custGeom>
            <a:avLst/>
            <a:gdLst/>
            <a:ahLst/>
            <a:cxnLst/>
            <a:rect l="l" t="t" r="r" b="b"/>
            <a:pathLst>
              <a:path w="9250" h="8563" extrusionOk="0">
                <a:moveTo>
                  <a:pt x="8900" y="1"/>
                </a:moveTo>
                <a:cubicBezTo>
                  <a:pt x="8029" y="1"/>
                  <a:pt x="7085" y="257"/>
                  <a:pt x="6215" y="257"/>
                </a:cubicBezTo>
                <a:cubicBezTo>
                  <a:pt x="6097" y="257"/>
                  <a:pt x="5980" y="252"/>
                  <a:pt x="5866" y="242"/>
                </a:cubicBezTo>
                <a:lnTo>
                  <a:pt x="26" y="442"/>
                </a:lnTo>
                <a:lnTo>
                  <a:pt x="1" y="8563"/>
                </a:lnTo>
                <a:cubicBezTo>
                  <a:pt x="3059" y="7861"/>
                  <a:pt x="5540" y="7836"/>
                  <a:pt x="9149" y="7786"/>
                </a:cubicBezTo>
                <a:lnTo>
                  <a:pt x="9249" y="16"/>
                </a:lnTo>
                <a:cubicBezTo>
                  <a:pt x="9134" y="6"/>
                  <a:pt x="9018" y="1"/>
                  <a:pt x="8900"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nvGrpSpPr>
          <p:cNvPr id="4" name="Group 3">
            <a:extLst>
              <a:ext uri="{FF2B5EF4-FFF2-40B4-BE49-F238E27FC236}">
                <a16:creationId xmlns:a16="http://schemas.microsoft.com/office/drawing/2014/main" id="{4F6F8EC1-7C75-CA10-5AE4-3AE4B2039C6A}"/>
              </a:ext>
            </a:extLst>
          </p:cNvPr>
          <p:cNvGrpSpPr/>
          <p:nvPr/>
        </p:nvGrpSpPr>
        <p:grpSpPr>
          <a:xfrm>
            <a:off x="9144000" y="1270988"/>
            <a:ext cx="3436827" cy="2055883"/>
            <a:chOff x="5609113" y="2041668"/>
            <a:chExt cx="3436827" cy="2055883"/>
          </a:xfrm>
        </p:grpSpPr>
        <p:sp>
          <p:nvSpPr>
            <p:cNvPr id="1301" name="Google Shape;1301;p34"/>
            <p:cNvSpPr/>
            <p:nvPr/>
          </p:nvSpPr>
          <p:spPr>
            <a:xfrm>
              <a:off x="5613442" y="3685184"/>
              <a:ext cx="1792375" cy="412367"/>
            </a:xfrm>
            <a:custGeom>
              <a:avLst/>
              <a:gdLst/>
              <a:ahLst/>
              <a:cxnLst/>
              <a:rect l="l" t="t" r="r" b="b"/>
              <a:pathLst>
                <a:path w="72883" h="16768" extrusionOk="0">
                  <a:moveTo>
                    <a:pt x="72883" y="0"/>
                  </a:moveTo>
                  <a:lnTo>
                    <a:pt x="0" y="51"/>
                  </a:lnTo>
                  <a:lnTo>
                    <a:pt x="25" y="12281"/>
                  </a:lnTo>
                  <a:cubicBezTo>
                    <a:pt x="25" y="15962"/>
                    <a:pt x="6438" y="16370"/>
                    <a:pt x="8711" y="16370"/>
                  </a:cubicBezTo>
                  <a:cubicBezTo>
                    <a:pt x="9209" y="16370"/>
                    <a:pt x="9508" y="16350"/>
                    <a:pt x="9499" y="16341"/>
                  </a:cubicBezTo>
                  <a:lnTo>
                    <a:pt x="62908" y="16341"/>
                  </a:lnTo>
                  <a:cubicBezTo>
                    <a:pt x="62958" y="16266"/>
                    <a:pt x="72256" y="16767"/>
                    <a:pt x="72256" y="12281"/>
                  </a:cubicBezTo>
                  <a:lnTo>
                    <a:pt x="72883" y="0"/>
                  </a:lnTo>
                  <a:close/>
                </a:path>
              </a:pathLst>
            </a:custGeom>
            <a:solidFill>
              <a:schemeClr val="accent4"/>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grpSp>
          <p:nvGrpSpPr>
            <p:cNvPr id="3" name="Group 2">
              <a:extLst>
                <a:ext uri="{FF2B5EF4-FFF2-40B4-BE49-F238E27FC236}">
                  <a16:creationId xmlns:a16="http://schemas.microsoft.com/office/drawing/2014/main" id="{9B302239-9634-6D34-1935-9A2113F407B4}"/>
                </a:ext>
              </a:extLst>
            </p:cNvPr>
            <p:cNvGrpSpPr/>
            <p:nvPr/>
          </p:nvGrpSpPr>
          <p:grpSpPr>
            <a:xfrm>
              <a:off x="5609113" y="2041668"/>
              <a:ext cx="3436827" cy="2046096"/>
              <a:chOff x="5609113" y="2041668"/>
              <a:chExt cx="3436827" cy="2046096"/>
            </a:xfrm>
          </p:grpSpPr>
          <p:sp>
            <p:nvSpPr>
              <p:cNvPr id="1291" name="Google Shape;1291;p34"/>
              <p:cNvSpPr/>
              <p:nvPr/>
            </p:nvSpPr>
            <p:spPr>
              <a:xfrm>
                <a:off x="6489279" y="2041668"/>
                <a:ext cx="2556661" cy="2031267"/>
              </a:xfrm>
              <a:custGeom>
                <a:avLst/>
                <a:gdLst/>
                <a:ahLst/>
                <a:cxnLst/>
                <a:rect l="l" t="t" r="r" b="b"/>
                <a:pathLst>
                  <a:path w="103961" h="82597" extrusionOk="0">
                    <a:moveTo>
                      <a:pt x="1611" y="0"/>
                    </a:moveTo>
                    <a:cubicBezTo>
                      <a:pt x="524" y="0"/>
                      <a:pt x="0" y="63"/>
                      <a:pt x="0" y="63"/>
                    </a:cubicBezTo>
                    <a:lnTo>
                      <a:pt x="15088" y="76079"/>
                    </a:lnTo>
                    <a:cubicBezTo>
                      <a:pt x="15088" y="76079"/>
                      <a:pt x="23905" y="82597"/>
                      <a:pt x="30841" y="82597"/>
                    </a:cubicBezTo>
                    <a:cubicBezTo>
                      <a:pt x="33009" y="82597"/>
                      <a:pt x="34993" y="81960"/>
                      <a:pt x="36467" y="80289"/>
                    </a:cubicBezTo>
                    <a:cubicBezTo>
                      <a:pt x="45640" y="69913"/>
                      <a:pt x="83660" y="37958"/>
                      <a:pt x="88196" y="34174"/>
                    </a:cubicBezTo>
                    <a:cubicBezTo>
                      <a:pt x="91892" y="31097"/>
                      <a:pt x="97933" y="30614"/>
                      <a:pt x="101365" y="30614"/>
                    </a:cubicBezTo>
                    <a:cubicBezTo>
                      <a:pt x="102937" y="30614"/>
                      <a:pt x="103961" y="30715"/>
                      <a:pt x="103961" y="30715"/>
                    </a:cubicBezTo>
                    <a:lnTo>
                      <a:pt x="103585" y="12695"/>
                    </a:lnTo>
                    <a:cubicBezTo>
                      <a:pt x="103585" y="12695"/>
                      <a:pt x="91065" y="14257"/>
                      <a:pt x="76115" y="14257"/>
                    </a:cubicBezTo>
                    <a:cubicBezTo>
                      <a:pt x="63887" y="14257"/>
                      <a:pt x="50033" y="13212"/>
                      <a:pt x="40076" y="9412"/>
                    </a:cubicBezTo>
                    <a:cubicBezTo>
                      <a:pt x="17828" y="893"/>
                      <a:pt x="5712" y="0"/>
                      <a:pt x="1611" y="0"/>
                    </a:cubicBezTo>
                    <a:close/>
                  </a:path>
                </a:pathLst>
              </a:custGeom>
              <a:solidFill>
                <a:srgbClr val="002E50"/>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98" name="Google Shape;1298;p34"/>
              <p:cNvSpPr/>
              <p:nvPr/>
            </p:nvSpPr>
            <p:spPr>
              <a:xfrm>
                <a:off x="5609113" y="2043217"/>
                <a:ext cx="1789916" cy="2044547"/>
              </a:xfrm>
              <a:custGeom>
                <a:avLst/>
                <a:gdLst/>
                <a:ahLst/>
                <a:cxnLst/>
                <a:rect l="l" t="t" r="r" b="b"/>
                <a:pathLst>
                  <a:path w="72783" h="83137" extrusionOk="0">
                    <a:moveTo>
                      <a:pt x="36392" y="0"/>
                    </a:moveTo>
                    <a:cubicBezTo>
                      <a:pt x="16291" y="0"/>
                      <a:pt x="1" y="16291"/>
                      <a:pt x="1" y="36391"/>
                    </a:cubicBezTo>
                    <a:lnTo>
                      <a:pt x="201" y="79048"/>
                    </a:lnTo>
                    <a:cubicBezTo>
                      <a:pt x="201" y="82729"/>
                      <a:pt x="6614" y="83137"/>
                      <a:pt x="8887" y="83137"/>
                    </a:cubicBezTo>
                    <a:cubicBezTo>
                      <a:pt x="9385" y="83137"/>
                      <a:pt x="9684" y="83117"/>
                      <a:pt x="9675" y="83108"/>
                    </a:cubicBezTo>
                    <a:lnTo>
                      <a:pt x="63084" y="83108"/>
                    </a:lnTo>
                    <a:cubicBezTo>
                      <a:pt x="63134" y="83033"/>
                      <a:pt x="72432" y="76843"/>
                      <a:pt x="72432" y="72356"/>
                    </a:cubicBezTo>
                    <a:lnTo>
                      <a:pt x="72783" y="36391"/>
                    </a:lnTo>
                    <a:cubicBezTo>
                      <a:pt x="72783" y="16291"/>
                      <a:pt x="56492" y="0"/>
                      <a:pt x="36392" y="0"/>
                    </a:cubicBezTo>
                    <a:close/>
                  </a:path>
                </a:pathLst>
              </a:custGeom>
              <a:solidFill>
                <a:srgbClr val="002E50"/>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grpSp>
            <p:nvGrpSpPr>
              <p:cNvPr id="2" name="Group 1">
                <a:extLst>
                  <a:ext uri="{FF2B5EF4-FFF2-40B4-BE49-F238E27FC236}">
                    <a16:creationId xmlns:a16="http://schemas.microsoft.com/office/drawing/2014/main" id="{F380EC50-1F2C-D430-95D8-317B4C495B44}"/>
                  </a:ext>
                </a:extLst>
              </p:cNvPr>
              <p:cNvGrpSpPr/>
              <p:nvPr/>
            </p:nvGrpSpPr>
            <p:grpSpPr>
              <a:xfrm>
                <a:off x="5758267" y="2217627"/>
                <a:ext cx="3202017" cy="1751724"/>
                <a:chOff x="5758267" y="2217627"/>
                <a:chExt cx="3202017" cy="1751724"/>
              </a:xfrm>
            </p:grpSpPr>
            <p:sp>
              <p:nvSpPr>
                <p:cNvPr id="1293" name="Google Shape;1293;p34"/>
                <p:cNvSpPr/>
                <p:nvPr/>
              </p:nvSpPr>
              <p:spPr>
                <a:xfrm>
                  <a:off x="8522636" y="2565881"/>
                  <a:ext cx="228071" cy="291569"/>
                </a:xfrm>
                <a:custGeom>
                  <a:avLst/>
                  <a:gdLst/>
                  <a:ahLst/>
                  <a:cxnLst/>
                  <a:rect l="l" t="t" r="r" b="b"/>
                  <a:pathLst>
                    <a:path w="9274" h="11856" extrusionOk="0">
                      <a:moveTo>
                        <a:pt x="51" y="0"/>
                      </a:moveTo>
                      <a:lnTo>
                        <a:pt x="0" y="11855"/>
                      </a:lnTo>
                      <a:cubicBezTo>
                        <a:pt x="3083" y="10702"/>
                        <a:pt x="6141" y="9725"/>
                        <a:pt x="9224" y="8898"/>
                      </a:cubicBezTo>
                      <a:lnTo>
                        <a:pt x="9274" y="101"/>
                      </a:lnTo>
                      <a:lnTo>
                        <a:pt x="51" y="0"/>
                      </a:lnTo>
                      <a:close/>
                    </a:path>
                  </a:pathLst>
                </a:custGeom>
                <a:solidFill>
                  <a:schemeClr val="dk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94" name="Google Shape;1294;p34"/>
                <p:cNvSpPr/>
                <p:nvPr/>
              </p:nvSpPr>
              <p:spPr>
                <a:xfrm>
                  <a:off x="7882247" y="2533837"/>
                  <a:ext cx="232989" cy="676786"/>
                </a:xfrm>
                <a:custGeom>
                  <a:avLst/>
                  <a:gdLst/>
                  <a:ahLst/>
                  <a:cxnLst/>
                  <a:rect l="l" t="t" r="r" b="b"/>
                  <a:pathLst>
                    <a:path w="9474" h="27520" extrusionOk="0">
                      <a:moveTo>
                        <a:pt x="301" y="0"/>
                      </a:moveTo>
                      <a:lnTo>
                        <a:pt x="0" y="27519"/>
                      </a:lnTo>
                      <a:cubicBezTo>
                        <a:pt x="2958" y="25238"/>
                        <a:pt x="6316" y="22707"/>
                        <a:pt x="9449" y="21003"/>
                      </a:cubicBezTo>
                      <a:lnTo>
                        <a:pt x="9474" y="1128"/>
                      </a:lnTo>
                      <a:lnTo>
                        <a:pt x="301" y="0"/>
                      </a:lnTo>
                      <a:close/>
                    </a:path>
                  </a:pathLst>
                </a:custGeom>
                <a:solidFill>
                  <a:schemeClr val="dk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95" name="Google Shape;1295;p34"/>
                <p:cNvSpPr/>
                <p:nvPr/>
              </p:nvSpPr>
              <p:spPr>
                <a:xfrm>
                  <a:off x="8210139" y="2546773"/>
                  <a:ext cx="231169" cy="449969"/>
                </a:xfrm>
                <a:custGeom>
                  <a:avLst/>
                  <a:gdLst/>
                  <a:ahLst/>
                  <a:cxnLst/>
                  <a:rect l="l" t="t" r="r" b="b"/>
                  <a:pathLst>
                    <a:path w="9400" h="18297" extrusionOk="0">
                      <a:moveTo>
                        <a:pt x="201" y="0"/>
                      </a:moveTo>
                      <a:lnTo>
                        <a:pt x="1" y="18296"/>
                      </a:lnTo>
                      <a:cubicBezTo>
                        <a:pt x="2532" y="16993"/>
                        <a:pt x="5063" y="15740"/>
                        <a:pt x="7620" y="14612"/>
                      </a:cubicBezTo>
                      <a:cubicBezTo>
                        <a:pt x="8171" y="14361"/>
                        <a:pt x="8697" y="14136"/>
                        <a:pt x="9249" y="13910"/>
                      </a:cubicBezTo>
                      <a:lnTo>
                        <a:pt x="9399" y="602"/>
                      </a:lnTo>
                      <a:lnTo>
                        <a:pt x="201" y="0"/>
                      </a:lnTo>
                      <a:close/>
                    </a:path>
                  </a:pathLst>
                </a:custGeom>
                <a:solidFill>
                  <a:schemeClr val="dk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96" name="Google Shape;1296;p34"/>
                <p:cNvSpPr/>
                <p:nvPr/>
              </p:nvSpPr>
              <p:spPr>
                <a:xfrm>
                  <a:off x="7505638" y="2432123"/>
                  <a:ext cx="286650" cy="1020097"/>
                </a:xfrm>
                <a:custGeom>
                  <a:avLst/>
                  <a:gdLst/>
                  <a:ahLst/>
                  <a:cxnLst/>
                  <a:rect l="l" t="t" r="r" b="b"/>
                  <a:pathLst>
                    <a:path w="11656" h="41480" extrusionOk="0">
                      <a:moveTo>
                        <a:pt x="1" y="1"/>
                      </a:moveTo>
                      <a:lnTo>
                        <a:pt x="2056" y="41480"/>
                      </a:lnTo>
                      <a:cubicBezTo>
                        <a:pt x="5615" y="38522"/>
                        <a:pt x="8071" y="36417"/>
                        <a:pt x="11329" y="34136"/>
                      </a:cubicBezTo>
                      <a:lnTo>
                        <a:pt x="11655" y="3359"/>
                      </a:lnTo>
                      <a:lnTo>
                        <a:pt x="1" y="1"/>
                      </a:lnTo>
                      <a:close/>
                    </a:path>
                  </a:pathLst>
                </a:custGeom>
                <a:solidFill>
                  <a:schemeClr val="dk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97" name="Google Shape;1297;p34"/>
                <p:cNvSpPr/>
                <p:nvPr/>
              </p:nvSpPr>
              <p:spPr>
                <a:xfrm>
                  <a:off x="7505638" y="2353845"/>
                  <a:ext cx="1454646" cy="109683"/>
                </a:xfrm>
                <a:custGeom>
                  <a:avLst/>
                  <a:gdLst/>
                  <a:ahLst/>
                  <a:cxnLst/>
                  <a:rect l="l" t="t" r="r" b="b"/>
                  <a:pathLst>
                    <a:path w="59150" h="4460" extrusionOk="0">
                      <a:moveTo>
                        <a:pt x="1" y="1"/>
                      </a:moveTo>
                      <a:cubicBezTo>
                        <a:pt x="1" y="1"/>
                        <a:pt x="201" y="101"/>
                        <a:pt x="627" y="251"/>
                      </a:cubicBezTo>
                      <a:cubicBezTo>
                        <a:pt x="1028" y="377"/>
                        <a:pt x="1630" y="577"/>
                        <a:pt x="2432" y="828"/>
                      </a:cubicBezTo>
                      <a:cubicBezTo>
                        <a:pt x="3209" y="1053"/>
                        <a:pt x="4161" y="1329"/>
                        <a:pt x="5264" y="1580"/>
                      </a:cubicBezTo>
                      <a:cubicBezTo>
                        <a:pt x="6367" y="1855"/>
                        <a:pt x="7620" y="2156"/>
                        <a:pt x="8998" y="2407"/>
                      </a:cubicBezTo>
                      <a:cubicBezTo>
                        <a:pt x="9675" y="2532"/>
                        <a:pt x="10402" y="2683"/>
                        <a:pt x="11129" y="2808"/>
                      </a:cubicBezTo>
                      <a:cubicBezTo>
                        <a:pt x="11881" y="2908"/>
                        <a:pt x="12658" y="3058"/>
                        <a:pt x="13460" y="3159"/>
                      </a:cubicBezTo>
                      <a:cubicBezTo>
                        <a:pt x="14237" y="3284"/>
                        <a:pt x="15064" y="3384"/>
                        <a:pt x="15891" y="3510"/>
                      </a:cubicBezTo>
                      <a:cubicBezTo>
                        <a:pt x="16718" y="3610"/>
                        <a:pt x="17595" y="3685"/>
                        <a:pt x="18447" y="3785"/>
                      </a:cubicBezTo>
                      <a:cubicBezTo>
                        <a:pt x="19324" y="3886"/>
                        <a:pt x="20201" y="3936"/>
                        <a:pt x="21104" y="4011"/>
                      </a:cubicBezTo>
                      <a:cubicBezTo>
                        <a:pt x="22006" y="4086"/>
                        <a:pt x="22908" y="4161"/>
                        <a:pt x="23836" y="4211"/>
                      </a:cubicBezTo>
                      <a:cubicBezTo>
                        <a:pt x="24738" y="4261"/>
                        <a:pt x="25665" y="4312"/>
                        <a:pt x="26592" y="4362"/>
                      </a:cubicBezTo>
                      <a:cubicBezTo>
                        <a:pt x="27520" y="4387"/>
                        <a:pt x="28447" y="4412"/>
                        <a:pt x="29400" y="4437"/>
                      </a:cubicBezTo>
                      <a:cubicBezTo>
                        <a:pt x="30018" y="4454"/>
                        <a:pt x="30639" y="4459"/>
                        <a:pt x="31260" y="4459"/>
                      </a:cubicBezTo>
                      <a:cubicBezTo>
                        <a:pt x="32502" y="4459"/>
                        <a:pt x="33744" y="4437"/>
                        <a:pt x="34963" y="4437"/>
                      </a:cubicBezTo>
                      <a:cubicBezTo>
                        <a:pt x="36793" y="4412"/>
                        <a:pt x="38598" y="4312"/>
                        <a:pt x="40352" y="4261"/>
                      </a:cubicBezTo>
                      <a:cubicBezTo>
                        <a:pt x="42081" y="4136"/>
                        <a:pt x="43786" y="4011"/>
                        <a:pt x="45365" y="3911"/>
                      </a:cubicBezTo>
                      <a:cubicBezTo>
                        <a:pt x="46969" y="3810"/>
                        <a:pt x="48472" y="3660"/>
                        <a:pt x="49876" y="3560"/>
                      </a:cubicBezTo>
                      <a:cubicBezTo>
                        <a:pt x="51279" y="3434"/>
                        <a:pt x="52532" y="3309"/>
                        <a:pt x="53685" y="3184"/>
                      </a:cubicBezTo>
                      <a:cubicBezTo>
                        <a:pt x="54813" y="3084"/>
                        <a:pt x="55791" y="2983"/>
                        <a:pt x="56593" y="2883"/>
                      </a:cubicBezTo>
                      <a:cubicBezTo>
                        <a:pt x="58221" y="2708"/>
                        <a:pt x="59149" y="2607"/>
                        <a:pt x="59149" y="2607"/>
                      </a:cubicBezTo>
                      <a:lnTo>
                        <a:pt x="59149" y="2607"/>
                      </a:lnTo>
                      <a:cubicBezTo>
                        <a:pt x="59149" y="2607"/>
                        <a:pt x="58221" y="2683"/>
                        <a:pt x="56593" y="2808"/>
                      </a:cubicBezTo>
                      <a:cubicBezTo>
                        <a:pt x="55791" y="2883"/>
                        <a:pt x="54788" y="2958"/>
                        <a:pt x="53660" y="3058"/>
                      </a:cubicBezTo>
                      <a:cubicBezTo>
                        <a:pt x="52532" y="3159"/>
                        <a:pt x="51254" y="3234"/>
                        <a:pt x="49851" y="3334"/>
                      </a:cubicBezTo>
                      <a:cubicBezTo>
                        <a:pt x="48472" y="3434"/>
                        <a:pt x="46969" y="3560"/>
                        <a:pt x="45365" y="3635"/>
                      </a:cubicBezTo>
                      <a:cubicBezTo>
                        <a:pt x="43760" y="3710"/>
                        <a:pt x="42081" y="3810"/>
                        <a:pt x="40327" y="3911"/>
                      </a:cubicBezTo>
                      <a:cubicBezTo>
                        <a:pt x="38598" y="3936"/>
                        <a:pt x="36793" y="4036"/>
                        <a:pt x="34963" y="4036"/>
                      </a:cubicBezTo>
                      <a:cubicBezTo>
                        <a:pt x="33904" y="4036"/>
                        <a:pt x="32844" y="4052"/>
                        <a:pt x="31784" y="4052"/>
                      </a:cubicBezTo>
                      <a:cubicBezTo>
                        <a:pt x="30989" y="4052"/>
                        <a:pt x="30194" y="4043"/>
                        <a:pt x="29400" y="4011"/>
                      </a:cubicBezTo>
                      <a:cubicBezTo>
                        <a:pt x="28472" y="3986"/>
                        <a:pt x="27545" y="3961"/>
                        <a:pt x="26618" y="3936"/>
                      </a:cubicBezTo>
                      <a:cubicBezTo>
                        <a:pt x="25690" y="3911"/>
                        <a:pt x="24763" y="3860"/>
                        <a:pt x="23861" y="3810"/>
                      </a:cubicBezTo>
                      <a:cubicBezTo>
                        <a:pt x="22933" y="3785"/>
                        <a:pt x="22031" y="3710"/>
                        <a:pt x="21129" y="3635"/>
                      </a:cubicBezTo>
                      <a:cubicBezTo>
                        <a:pt x="20252" y="3560"/>
                        <a:pt x="19349" y="3510"/>
                        <a:pt x="18497" y="3409"/>
                      </a:cubicBezTo>
                      <a:cubicBezTo>
                        <a:pt x="17620" y="3334"/>
                        <a:pt x="16768" y="3234"/>
                        <a:pt x="15941" y="3159"/>
                      </a:cubicBezTo>
                      <a:cubicBezTo>
                        <a:pt x="15089" y="3058"/>
                        <a:pt x="14287" y="2958"/>
                        <a:pt x="13485" y="2858"/>
                      </a:cubicBezTo>
                      <a:cubicBezTo>
                        <a:pt x="12708" y="2758"/>
                        <a:pt x="11931" y="2632"/>
                        <a:pt x="11179" y="2532"/>
                      </a:cubicBezTo>
                      <a:cubicBezTo>
                        <a:pt x="10452" y="2407"/>
                        <a:pt x="9725" y="2282"/>
                        <a:pt x="9049" y="2156"/>
                      </a:cubicBezTo>
                      <a:cubicBezTo>
                        <a:pt x="8347" y="2056"/>
                        <a:pt x="7695" y="1931"/>
                        <a:pt x="7069" y="1805"/>
                      </a:cubicBezTo>
                      <a:cubicBezTo>
                        <a:pt x="6442" y="1680"/>
                        <a:pt x="5840" y="1555"/>
                        <a:pt x="5289" y="1429"/>
                      </a:cubicBezTo>
                      <a:cubicBezTo>
                        <a:pt x="4186" y="1179"/>
                        <a:pt x="3234" y="953"/>
                        <a:pt x="2457" y="753"/>
                      </a:cubicBezTo>
                      <a:cubicBezTo>
                        <a:pt x="1655" y="527"/>
                        <a:pt x="1053" y="352"/>
                        <a:pt x="627" y="226"/>
                      </a:cubicBezTo>
                      <a:cubicBezTo>
                        <a:pt x="202" y="76"/>
                        <a:pt x="1" y="1"/>
                        <a:pt x="1" y="1"/>
                      </a:cubicBezTo>
                      <a:close/>
                    </a:path>
                  </a:pathLst>
                </a:custGeom>
                <a:solidFill>
                  <a:srgbClr val="CBE5F9"/>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99" name="Google Shape;1299;p34"/>
                <p:cNvSpPr/>
                <p:nvPr/>
              </p:nvSpPr>
              <p:spPr>
                <a:xfrm>
                  <a:off x="5783548" y="2217627"/>
                  <a:ext cx="1440456" cy="1696243"/>
                </a:xfrm>
                <a:custGeom>
                  <a:avLst/>
                  <a:gdLst/>
                  <a:ahLst/>
                  <a:cxnLst/>
                  <a:rect l="l" t="t" r="r" b="b"/>
                  <a:pathLst>
                    <a:path w="58573" h="68974" extrusionOk="0">
                      <a:moveTo>
                        <a:pt x="29299" y="1"/>
                      </a:moveTo>
                      <a:cubicBezTo>
                        <a:pt x="13133" y="1"/>
                        <a:pt x="0" y="13159"/>
                        <a:pt x="0" y="29274"/>
                      </a:cubicBezTo>
                      <a:lnTo>
                        <a:pt x="201" y="65239"/>
                      </a:lnTo>
                      <a:cubicBezTo>
                        <a:pt x="928" y="66167"/>
                        <a:pt x="2757" y="67721"/>
                        <a:pt x="4612" y="68974"/>
                      </a:cubicBezTo>
                      <a:lnTo>
                        <a:pt x="53635" y="68974"/>
                      </a:lnTo>
                      <a:cubicBezTo>
                        <a:pt x="56692" y="66467"/>
                        <a:pt x="57870" y="65114"/>
                        <a:pt x="58246" y="64538"/>
                      </a:cubicBezTo>
                      <a:lnTo>
                        <a:pt x="58572" y="29274"/>
                      </a:lnTo>
                      <a:cubicBezTo>
                        <a:pt x="58572" y="13134"/>
                        <a:pt x="45439" y="1"/>
                        <a:pt x="29299" y="1"/>
                      </a:cubicBezTo>
                      <a:close/>
                    </a:path>
                  </a:pathLst>
                </a:custGeom>
                <a:solidFill>
                  <a:srgbClr val="0070C0"/>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1302" name="Google Shape;1302;p34"/>
                <p:cNvSpPr/>
                <p:nvPr/>
              </p:nvSpPr>
              <p:spPr>
                <a:xfrm>
                  <a:off x="5758267" y="3773939"/>
                  <a:ext cx="195412" cy="195412"/>
                </a:xfrm>
                <a:custGeom>
                  <a:avLst/>
                  <a:gdLst/>
                  <a:ahLst/>
                  <a:cxnLst/>
                  <a:rect l="l" t="t" r="r" b="b"/>
                  <a:pathLst>
                    <a:path w="7946" h="7946" extrusionOk="0">
                      <a:moveTo>
                        <a:pt x="3961" y="0"/>
                      </a:moveTo>
                      <a:cubicBezTo>
                        <a:pt x="1780" y="0"/>
                        <a:pt x="1" y="1780"/>
                        <a:pt x="1" y="3960"/>
                      </a:cubicBezTo>
                      <a:cubicBezTo>
                        <a:pt x="1" y="6166"/>
                        <a:pt x="1780" y="7945"/>
                        <a:pt x="3961" y="7945"/>
                      </a:cubicBezTo>
                      <a:cubicBezTo>
                        <a:pt x="6166" y="7945"/>
                        <a:pt x="7946" y="6166"/>
                        <a:pt x="7946" y="3960"/>
                      </a:cubicBezTo>
                      <a:cubicBezTo>
                        <a:pt x="7946" y="1780"/>
                        <a:pt x="6166" y="0"/>
                        <a:pt x="3961" y="0"/>
                      </a:cubicBezTo>
                      <a:close/>
                    </a:path>
                  </a:pathLst>
                </a:custGeom>
                <a:solidFill>
                  <a:srgbClr val="FCFCFC"/>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03" name="Google Shape;1303;p34"/>
                <p:cNvSpPr/>
                <p:nvPr/>
              </p:nvSpPr>
              <p:spPr>
                <a:xfrm>
                  <a:off x="5768743" y="3785030"/>
                  <a:ext cx="173844" cy="173230"/>
                </a:xfrm>
                <a:custGeom>
                  <a:avLst/>
                  <a:gdLst/>
                  <a:ahLst/>
                  <a:cxnLst/>
                  <a:rect l="l" t="t" r="r" b="b"/>
                  <a:pathLst>
                    <a:path w="7069" h="7044" extrusionOk="0">
                      <a:moveTo>
                        <a:pt x="3535" y="1"/>
                      </a:moveTo>
                      <a:cubicBezTo>
                        <a:pt x="1580" y="1"/>
                        <a:pt x="1" y="1580"/>
                        <a:pt x="1" y="3509"/>
                      </a:cubicBezTo>
                      <a:cubicBezTo>
                        <a:pt x="1" y="5464"/>
                        <a:pt x="1580" y="7043"/>
                        <a:pt x="3535" y="7043"/>
                      </a:cubicBezTo>
                      <a:cubicBezTo>
                        <a:pt x="5490" y="7043"/>
                        <a:pt x="7069" y="5464"/>
                        <a:pt x="7069" y="3509"/>
                      </a:cubicBezTo>
                      <a:cubicBezTo>
                        <a:pt x="7069" y="1580"/>
                        <a:pt x="5490" y="1"/>
                        <a:pt x="3535"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04" name="Google Shape;1304;p34"/>
                <p:cNvSpPr/>
                <p:nvPr/>
              </p:nvSpPr>
              <p:spPr>
                <a:xfrm>
                  <a:off x="7042143" y="3773939"/>
                  <a:ext cx="195412" cy="195412"/>
                </a:xfrm>
                <a:custGeom>
                  <a:avLst/>
                  <a:gdLst/>
                  <a:ahLst/>
                  <a:cxnLst/>
                  <a:rect l="l" t="t" r="r" b="b"/>
                  <a:pathLst>
                    <a:path w="7946" h="7946" extrusionOk="0">
                      <a:moveTo>
                        <a:pt x="3961" y="0"/>
                      </a:moveTo>
                      <a:cubicBezTo>
                        <a:pt x="1780" y="0"/>
                        <a:pt x="1" y="1780"/>
                        <a:pt x="1" y="3960"/>
                      </a:cubicBezTo>
                      <a:cubicBezTo>
                        <a:pt x="1" y="6166"/>
                        <a:pt x="1780" y="7945"/>
                        <a:pt x="3961" y="7945"/>
                      </a:cubicBezTo>
                      <a:cubicBezTo>
                        <a:pt x="6166" y="7945"/>
                        <a:pt x="7946" y="6166"/>
                        <a:pt x="7946" y="3960"/>
                      </a:cubicBezTo>
                      <a:cubicBezTo>
                        <a:pt x="7946" y="1780"/>
                        <a:pt x="6166" y="0"/>
                        <a:pt x="3961" y="0"/>
                      </a:cubicBezTo>
                      <a:close/>
                    </a:path>
                  </a:pathLst>
                </a:custGeom>
                <a:solidFill>
                  <a:srgbClr val="FCFCFC"/>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05" name="Google Shape;1305;p34"/>
                <p:cNvSpPr/>
                <p:nvPr/>
              </p:nvSpPr>
              <p:spPr>
                <a:xfrm>
                  <a:off x="7053234" y="3785030"/>
                  <a:ext cx="173230" cy="173230"/>
                </a:xfrm>
                <a:custGeom>
                  <a:avLst/>
                  <a:gdLst/>
                  <a:ahLst/>
                  <a:cxnLst/>
                  <a:rect l="l" t="t" r="r" b="b"/>
                  <a:pathLst>
                    <a:path w="7044" h="7044" extrusionOk="0">
                      <a:moveTo>
                        <a:pt x="3510" y="1"/>
                      </a:moveTo>
                      <a:cubicBezTo>
                        <a:pt x="1580" y="1"/>
                        <a:pt x="1" y="1580"/>
                        <a:pt x="1" y="3509"/>
                      </a:cubicBezTo>
                      <a:cubicBezTo>
                        <a:pt x="1" y="5464"/>
                        <a:pt x="1580" y="7043"/>
                        <a:pt x="3510" y="7043"/>
                      </a:cubicBezTo>
                      <a:cubicBezTo>
                        <a:pt x="5464" y="7043"/>
                        <a:pt x="7043" y="5464"/>
                        <a:pt x="7043" y="3509"/>
                      </a:cubicBezTo>
                      <a:cubicBezTo>
                        <a:pt x="7043" y="1580"/>
                        <a:pt x="5464" y="1"/>
                        <a:pt x="3510"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06" name="Google Shape;1306;p34"/>
                <p:cNvSpPr/>
                <p:nvPr/>
              </p:nvSpPr>
              <p:spPr>
                <a:xfrm>
                  <a:off x="6026399" y="3780111"/>
                  <a:ext cx="944893" cy="20977"/>
                </a:xfrm>
                <a:custGeom>
                  <a:avLst/>
                  <a:gdLst/>
                  <a:ahLst/>
                  <a:cxnLst/>
                  <a:rect l="l" t="t" r="r" b="b"/>
                  <a:pathLst>
                    <a:path w="38422" h="853" extrusionOk="0">
                      <a:moveTo>
                        <a:pt x="401" y="0"/>
                      </a:moveTo>
                      <a:cubicBezTo>
                        <a:pt x="176" y="0"/>
                        <a:pt x="0" y="176"/>
                        <a:pt x="0" y="401"/>
                      </a:cubicBezTo>
                      <a:lnTo>
                        <a:pt x="0" y="451"/>
                      </a:lnTo>
                      <a:cubicBezTo>
                        <a:pt x="0" y="677"/>
                        <a:pt x="176" y="852"/>
                        <a:pt x="401" y="852"/>
                      </a:cubicBezTo>
                      <a:lnTo>
                        <a:pt x="38020" y="852"/>
                      </a:lnTo>
                      <a:cubicBezTo>
                        <a:pt x="38246" y="852"/>
                        <a:pt x="38421" y="677"/>
                        <a:pt x="38421" y="451"/>
                      </a:cubicBezTo>
                      <a:lnTo>
                        <a:pt x="38421" y="401"/>
                      </a:lnTo>
                      <a:cubicBezTo>
                        <a:pt x="38421" y="176"/>
                        <a:pt x="38246" y="0"/>
                        <a:pt x="38020" y="0"/>
                      </a:cubicBezTo>
                      <a:close/>
                    </a:path>
                  </a:pathLst>
                </a:custGeom>
                <a:solidFill>
                  <a:srgbClr val="E8E8E8"/>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07" name="Google Shape;1307;p34"/>
                <p:cNvSpPr/>
                <p:nvPr/>
              </p:nvSpPr>
              <p:spPr>
                <a:xfrm>
                  <a:off x="6026399" y="3862693"/>
                  <a:ext cx="944893" cy="20363"/>
                </a:xfrm>
                <a:custGeom>
                  <a:avLst/>
                  <a:gdLst/>
                  <a:ahLst/>
                  <a:cxnLst/>
                  <a:rect l="l" t="t" r="r" b="b"/>
                  <a:pathLst>
                    <a:path w="38422" h="828" extrusionOk="0">
                      <a:moveTo>
                        <a:pt x="401" y="1"/>
                      </a:moveTo>
                      <a:cubicBezTo>
                        <a:pt x="176" y="1"/>
                        <a:pt x="0" y="176"/>
                        <a:pt x="0" y="402"/>
                      </a:cubicBezTo>
                      <a:lnTo>
                        <a:pt x="0" y="427"/>
                      </a:lnTo>
                      <a:cubicBezTo>
                        <a:pt x="0" y="652"/>
                        <a:pt x="176" y="828"/>
                        <a:pt x="401" y="828"/>
                      </a:cubicBezTo>
                      <a:lnTo>
                        <a:pt x="38020" y="828"/>
                      </a:lnTo>
                      <a:cubicBezTo>
                        <a:pt x="38246" y="828"/>
                        <a:pt x="38421" y="652"/>
                        <a:pt x="38421" y="427"/>
                      </a:cubicBezTo>
                      <a:lnTo>
                        <a:pt x="38421" y="402"/>
                      </a:lnTo>
                      <a:cubicBezTo>
                        <a:pt x="38421" y="176"/>
                        <a:pt x="38246" y="1"/>
                        <a:pt x="38020" y="1"/>
                      </a:cubicBezTo>
                      <a:close/>
                    </a:path>
                  </a:pathLst>
                </a:custGeom>
                <a:solidFill>
                  <a:srgbClr val="E8E8E8"/>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08" name="Google Shape;1308;p34"/>
                <p:cNvSpPr/>
                <p:nvPr/>
              </p:nvSpPr>
              <p:spPr>
                <a:xfrm>
                  <a:off x="6026399" y="3944660"/>
                  <a:ext cx="944893" cy="20363"/>
                </a:xfrm>
                <a:custGeom>
                  <a:avLst/>
                  <a:gdLst/>
                  <a:ahLst/>
                  <a:cxnLst/>
                  <a:rect l="l" t="t" r="r" b="b"/>
                  <a:pathLst>
                    <a:path w="38422" h="828" extrusionOk="0">
                      <a:moveTo>
                        <a:pt x="401" y="1"/>
                      </a:moveTo>
                      <a:cubicBezTo>
                        <a:pt x="176" y="1"/>
                        <a:pt x="0" y="176"/>
                        <a:pt x="0" y="402"/>
                      </a:cubicBezTo>
                      <a:lnTo>
                        <a:pt x="0" y="427"/>
                      </a:lnTo>
                      <a:cubicBezTo>
                        <a:pt x="0" y="653"/>
                        <a:pt x="176" y="828"/>
                        <a:pt x="401" y="828"/>
                      </a:cubicBezTo>
                      <a:lnTo>
                        <a:pt x="38020" y="828"/>
                      </a:lnTo>
                      <a:cubicBezTo>
                        <a:pt x="38246" y="828"/>
                        <a:pt x="38421" y="653"/>
                        <a:pt x="38421" y="427"/>
                      </a:cubicBezTo>
                      <a:lnTo>
                        <a:pt x="38421" y="402"/>
                      </a:lnTo>
                      <a:cubicBezTo>
                        <a:pt x="38421" y="176"/>
                        <a:pt x="38246" y="1"/>
                        <a:pt x="38020" y="1"/>
                      </a:cubicBezTo>
                      <a:close/>
                    </a:path>
                  </a:pathLst>
                </a:custGeom>
                <a:solidFill>
                  <a:srgbClr val="E8E8E8"/>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09" name="Google Shape;1309;p34"/>
                <p:cNvSpPr/>
                <p:nvPr/>
              </p:nvSpPr>
              <p:spPr>
                <a:xfrm>
                  <a:off x="5923455" y="2742775"/>
                  <a:ext cx="1181596" cy="636724"/>
                </a:xfrm>
                <a:custGeom>
                  <a:avLst/>
                  <a:gdLst/>
                  <a:ahLst/>
                  <a:cxnLst/>
                  <a:rect l="l" t="t" r="r" b="b"/>
                  <a:pathLst>
                    <a:path w="48047" h="25891" extrusionOk="0">
                      <a:moveTo>
                        <a:pt x="1329" y="0"/>
                      </a:moveTo>
                      <a:cubicBezTo>
                        <a:pt x="602" y="0"/>
                        <a:pt x="1" y="602"/>
                        <a:pt x="1" y="1329"/>
                      </a:cubicBezTo>
                      <a:lnTo>
                        <a:pt x="1" y="24562"/>
                      </a:lnTo>
                      <a:cubicBezTo>
                        <a:pt x="1" y="25314"/>
                        <a:pt x="602" y="25890"/>
                        <a:pt x="1329" y="25890"/>
                      </a:cubicBezTo>
                      <a:lnTo>
                        <a:pt x="46718" y="25890"/>
                      </a:lnTo>
                      <a:cubicBezTo>
                        <a:pt x="47445" y="25890"/>
                        <a:pt x="48046" y="25314"/>
                        <a:pt x="48046" y="24562"/>
                      </a:cubicBezTo>
                      <a:lnTo>
                        <a:pt x="48046" y="1329"/>
                      </a:lnTo>
                      <a:cubicBezTo>
                        <a:pt x="48046" y="602"/>
                        <a:pt x="47445" y="0"/>
                        <a:pt x="46718"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10" name="Google Shape;1310;p34"/>
                <p:cNvSpPr/>
                <p:nvPr/>
              </p:nvSpPr>
              <p:spPr>
                <a:xfrm>
                  <a:off x="6149656" y="2454945"/>
                  <a:ext cx="667539" cy="195387"/>
                </a:xfrm>
                <a:custGeom>
                  <a:avLst/>
                  <a:gdLst/>
                  <a:ahLst/>
                  <a:cxnLst/>
                  <a:rect l="l" t="t" r="r" b="b"/>
                  <a:pathLst>
                    <a:path w="27144" h="7945" extrusionOk="0">
                      <a:moveTo>
                        <a:pt x="1580" y="0"/>
                      </a:moveTo>
                      <a:cubicBezTo>
                        <a:pt x="803" y="0"/>
                        <a:pt x="1" y="652"/>
                        <a:pt x="1" y="1479"/>
                      </a:cubicBezTo>
                      <a:lnTo>
                        <a:pt x="1" y="6441"/>
                      </a:lnTo>
                      <a:cubicBezTo>
                        <a:pt x="1" y="7268"/>
                        <a:pt x="803" y="7945"/>
                        <a:pt x="1580" y="7945"/>
                      </a:cubicBezTo>
                      <a:lnTo>
                        <a:pt x="25565" y="7945"/>
                      </a:lnTo>
                      <a:cubicBezTo>
                        <a:pt x="26342" y="7945"/>
                        <a:pt x="27144" y="7268"/>
                        <a:pt x="27144" y="6441"/>
                      </a:cubicBezTo>
                      <a:lnTo>
                        <a:pt x="27144" y="1479"/>
                      </a:lnTo>
                      <a:cubicBezTo>
                        <a:pt x="27144" y="652"/>
                        <a:pt x="26342" y="0"/>
                        <a:pt x="25565"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11" name="Google Shape;1311;p34"/>
                <p:cNvSpPr/>
                <p:nvPr/>
              </p:nvSpPr>
              <p:spPr>
                <a:xfrm>
                  <a:off x="6190332" y="2485759"/>
                  <a:ext cx="20977" cy="123282"/>
                </a:xfrm>
                <a:custGeom>
                  <a:avLst/>
                  <a:gdLst/>
                  <a:ahLst/>
                  <a:cxnLst/>
                  <a:rect l="l" t="t" r="r" b="b"/>
                  <a:pathLst>
                    <a:path w="853" h="5013" extrusionOk="0">
                      <a:moveTo>
                        <a:pt x="427" y="0"/>
                      </a:moveTo>
                      <a:cubicBezTo>
                        <a:pt x="201" y="0"/>
                        <a:pt x="1" y="201"/>
                        <a:pt x="1" y="426"/>
                      </a:cubicBezTo>
                      <a:lnTo>
                        <a:pt x="1" y="4612"/>
                      </a:lnTo>
                      <a:cubicBezTo>
                        <a:pt x="1" y="4837"/>
                        <a:pt x="201" y="5013"/>
                        <a:pt x="427" y="5013"/>
                      </a:cubicBezTo>
                      <a:cubicBezTo>
                        <a:pt x="652" y="5013"/>
                        <a:pt x="853" y="4837"/>
                        <a:pt x="853" y="4612"/>
                      </a:cubicBezTo>
                      <a:lnTo>
                        <a:pt x="853" y="426"/>
                      </a:lnTo>
                      <a:cubicBezTo>
                        <a:pt x="853" y="201"/>
                        <a:pt x="652" y="0"/>
                        <a:pt x="427" y="0"/>
                      </a:cubicBezTo>
                      <a:close/>
                    </a:path>
                  </a:pathLst>
                </a:custGeom>
                <a:solidFill>
                  <a:srgbClr val="FCFCFC"/>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12" name="Google Shape;1312;p34"/>
                <p:cNvSpPr/>
                <p:nvPr/>
              </p:nvSpPr>
              <p:spPr>
                <a:xfrm>
                  <a:off x="6242124" y="2485759"/>
                  <a:ext cx="20363" cy="123282"/>
                </a:xfrm>
                <a:custGeom>
                  <a:avLst/>
                  <a:gdLst/>
                  <a:ahLst/>
                  <a:cxnLst/>
                  <a:rect l="l" t="t" r="r" b="b"/>
                  <a:pathLst>
                    <a:path w="828" h="5013" extrusionOk="0">
                      <a:moveTo>
                        <a:pt x="401" y="0"/>
                      </a:moveTo>
                      <a:cubicBezTo>
                        <a:pt x="176" y="0"/>
                        <a:pt x="0" y="201"/>
                        <a:pt x="0" y="426"/>
                      </a:cubicBezTo>
                      <a:lnTo>
                        <a:pt x="0" y="4612"/>
                      </a:lnTo>
                      <a:cubicBezTo>
                        <a:pt x="0" y="4837"/>
                        <a:pt x="176" y="5013"/>
                        <a:pt x="401" y="5013"/>
                      </a:cubicBezTo>
                      <a:cubicBezTo>
                        <a:pt x="652" y="5013"/>
                        <a:pt x="827" y="4837"/>
                        <a:pt x="827" y="4612"/>
                      </a:cubicBezTo>
                      <a:lnTo>
                        <a:pt x="827" y="426"/>
                      </a:lnTo>
                      <a:cubicBezTo>
                        <a:pt x="827" y="201"/>
                        <a:pt x="652" y="0"/>
                        <a:pt x="401" y="0"/>
                      </a:cubicBezTo>
                      <a:close/>
                    </a:path>
                  </a:pathLst>
                </a:custGeom>
                <a:solidFill>
                  <a:srgbClr val="FCFCFC"/>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13" name="Google Shape;1313;p34"/>
                <p:cNvSpPr/>
                <p:nvPr/>
              </p:nvSpPr>
              <p:spPr>
                <a:xfrm>
                  <a:off x="6293277" y="2485759"/>
                  <a:ext cx="20363" cy="123282"/>
                </a:xfrm>
                <a:custGeom>
                  <a:avLst/>
                  <a:gdLst/>
                  <a:ahLst/>
                  <a:cxnLst/>
                  <a:rect l="l" t="t" r="r" b="b"/>
                  <a:pathLst>
                    <a:path w="828" h="5013" extrusionOk="0">
                      <a:moveTo>
                        <a:pt x="426" y="0"/>
                      </a:moveTo>
                      <a:cubicBezTo>
                        <a:pt x="176" y="0"/>
                        <a:pt x="0" y="201"/>
                        <a:pt x="0" y="426"/>
                      </a:cubicBezTo>
                      <a:lnTo>
                        <a:pt x="0" y="4612"/>
                      </a:lnTo>
                      <a:cubicBezTo>
                        <a:pt x="0" y="4837"/>
                        <a:pt x="176" y="5013"/>
                        <a:pt x="426" y="5013"/>
                      </a:cubicBezTo>
                      <a:cubicBezTo>
                        <a:pt x="652" y="5013"/>
                        <a:pt x="827" y="4837"/>
                        <a:pt x="827" y="4612"/>
                      </a:cubicBezTo>
                      <a:lnTo>
                        <a:pt x="827" y="426"/>
                      </a:lnTo>
                      <a:cubicBezTo>
                        <a:pt x="827" y="201"/>
                        <a:pt x="652" y="0"/>
                        <a:pt x="426" y="0"/>
                      </a:cubicBezTo>
                      <a:close/>
                    </a:path>
                  </a:pathLst>
                </a:custGeom>
                <a:solidFill>
                  <a:srgbClr val="FCFCFC"/>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14" name="Google Shape;1314;p34"/>
                <p:cNvSpPr/>
                <p:nvPr/>
              </p:nvSpPr>
              <p:spPr>
                <a:xfrm>
                  <a:off x="6344429" y="2485759"/>
                  <a:ext cx="20977" cy="123282"/>
                </a:xfrm>
                <a:custGeom>
                  <a:avLst/>
                  <a:gdLst/>
                  <a:ahLst/>
                  <a:cxnLst/>
                  <a:rect l="l" t="t" r="r" b="b"/>
                  <a:pathLst>
                    <a:path w="853" h="5013" extrusionOk="0">
                      <a:moveTo>
                        <a:pt x="427" y="0"/>
                      </a:moveTo>
                      <a:cubicBezTo>
                        <a:pt x="201" y="0"/>
                        <a:pt x="1" y="201"/>
                        <a:pt x="1" y="426"/>
                      </a:cubicBezTo>
                      <a:lnTo>
                        <a:pt x="1" y="4612"/>
                      </a:lnTo>
                      <a:cubicBezTo>
                        <a:pt x="1" y="4837"/>
                        <a:pt x="201" y="5013"/>
                        <a:pt x="427" y="5013"/>
                      </a:cubicBezTo>
                      <a:cubicBezTo>
                        <a:pt x="652" y="5013"/>
                        <a:pt x="853" y="4837"/>
                        <a:pt x="853" y="4612"/>
                      </a:cubicBezTo>
                      <a:lnTo>
                        <a:pt x="853" y="426"/>
                      </a:lnTo>
                      <a:cubicBezTo>
                        <a:pt x="853" y="201"/>
                        <a:pt x="652" y="0"/>
                        <a:pt x="427" y="0"/>
                      </a:cubicBezTo>
                      <a:close/>
                    </a:path>
                  </a:pathLst>
                </a:custGeom>
                <a:solidFill>
                  <a:srgbClr val="FCFCFC"/>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15" name="Google Shape;1315;p34"/>
                <p:cNvSpPr/>
                <p:nvPr/>
              </p:nvSpPr>
              <p:spPr>
                <a:xfrm>
                  <a:off x="6396196" y="2485759"/>
                  <a:ext cx="20363" cy="123282"/>
                </a:xfrm>
                <a:custGeom>
                  <a:avLst/>
                  <a:gdLst/>
                  <a:ahLst/>
                  <a:cxnLst/>
                  <a:rect l="l" t="t" r="r" b="b"/>
                  <a:pathLst>
                    <a:path w="828" h="5013" extrusionOk="0">
                      <a:moveTo>
                        <a:pt x="402" y="0"/>
                      </a:moveTo>
                      <a:cubicBezTo>
                        <a:pt x="176" y="0"/>
                        <a:pt x="1" y="201"/>
                        <a:pt x="1" y="426"/>
                      </a:cubicBezTo>
                      <a:lnTo>
                        <a:pt x="1" y="4612"/>
                      </a:lnTo>
                      <a:cubicBezTo>
                        <a:pt x="1" y="4837"/>
                        <a:pt x="176" y="5013"/>
                        <a:pt x="402" y="5013"/>
                      </a:cubicBezTo>
                      <a:cubicBezTo>
                        <a:pt x="652" y="5013"/>
                        <a:pt x="828" y="4837"/>
                        <a:pt x="828" y="4612"/>
                      </a:cubicBezTo>
                      <a:lnTo>
                        <a:pt x="828" y="426"/>
                      </a:lnTo>
                      <a:cubicBezTo>
                        <a:pt x="828" y="201"/>
                        <a:pt x="652" y="0"/>
                        <a:pt x="402" y="0"/>
                      </a:cubicBezTo>
                      <a:close/>
                    </a:path>
                  </a:pathLst>
                </a:custGeom>
                <a:solidFill>
                  <a:srgbClr val="FCFCFC"/>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16" name="Google Shape;1316;p34"/>
                <p:cNvSpPr/>
                <p:nvPr/>
              </p:nvSpPr>
              <p:spPr>
                <a:xfrm>
                  <a:off x="6447373" y="2485759"/>
                  <a:ext cx="20363" cy="123282"/>
                </a:xfrm>
                <a:custGeom>
                  <a:avLst/>
                  <a:gdLst/>
                  <a:ahLst/>
                  <a:cxnLst/>
                  <a:rect l="l" t="t" r="r" b="b"/>
                  <a:pathLst>
                    <a:path w="828" h="5013" extrusionOk="0">
                      <a:moveTo>
                        <a:pt x="426" y="0"/>
                      </a:moveTo>
                      <a:cubicBezTo>
                        <a:pt x="175" y="0"/>
                        <a:pt x="0" y="201"/>
                        <a:pt x="0" y="426"/>
                      </a:cubicBezTo>
                      <a:lnTo>
                        <a:pt x="0" y="4612"/>
                      </a:lnTo>
                      <a:cubicBezTo>
                        <a:pt x="0" y="4837"/>
                        <a:pt x="175" y="5013"/>
                        <a:pt x="426" y="5013"/>
                      </a:cubicBezTo>
                      <a:cubicBezTo>
                        <a:pt x="652" y="5013"/>
                        <a:pt x="827" y="4837"/>
                        <a:pt x="827" y="4612"/>
                      </a:cubicBezTo>
                      <a:lnTo>
                        <a:pt x="827" y="426"/>
                      </a:lnTo>
                      <a:cubicBezTo>
                        <a:pt x="827" y="201"/>
                        <a:pt x="652" y="0"/>
                        <a:pt x="426" y="0"/>
                      </a:cubicBezTo>
                      <a:close/>
                    </a:path>
                  </a:pathLst>
                </a:custGeom>
                <a:solidFill>
                  <a:srgbClr val="FCFCFC"/>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17" name="Google Shape;1317;p34"/>
                <p:cNvSpPr/>
                <p:nvPr/>
              </p:nvSpPr>
              <p:spPr>
                <a:xfrm>
                  <a:off x="6498526" y="2485759"/>
                  <a:ext cx="20977" cy="123282"/>
                </a:xfrm>
                <a:custGeom>
                  <a:avLst/>
                  <a:gdLst/>
                  <a:ahLst/>
                  <a:cxnLst/>
                  <a:rect l="l" t="t" r="r" b="b"/>
                  <a:pathLst>
                    <a:path w="853" h="5013" extrusionOk="0">
                      <a:moveTo>
                        <a:pt x="426" y="0"/>
                      </a:moveTo>
                      <a:cubicBezTo>
                        <a:pt x="201" y="0"/>
                        <a:pt x="0" y="201"/>
                        <a:pt x="0" y="426"/>
                      </a:cubicBezTo>
                      <a:lnTo>
                        <a:pt x="0" y="4612"/>
                      </a:lnTo>
                      <a:cubicBezTo>
                        <a:pt x="0" y="4837"/>
                        <a:pt x="201" y="5013"/>
                        <a:pt x="426" y="5013"/>
                      </a:cubicBezTo>
                      <a:cubicBezTo>
                        <a:pt x="652" y="5013"/>
                        <a:pt x="852" y="4837"/>
                        <a:pt x="852" y="4612"/>
                      </a:cubicBezTo>
                      <a:lnTo>
                        <a:pt x="852" y="426"/>
                      </a:lnTo>
                      <a:cubicBezTo>
                        <a:pt x="852" y="201"/>
                        <a:pt x="652" y="0"/>
                        <a:pt x="426" y="0"/>
                      </a:cubicBezTo>
                      <a:close/>
                    </a:path>
                  </a:pathLst>
                </a:custGeom>
                <a:solidFill>
                  <a:srgbClr val="FCFCFC"/>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18" name="Google Shape;1318;p34"/>
                <p:cNvSpPr/>
                <p:nvPr/>
              </p:nvSpPr>
              <p:spPr>
                <a:xfrm>
                  <a:off x="6550293" y="2485759"/>
                  <a:ext cx="20363" cy="123282"/>
                </a:xfrm>
                <a:custGeom>
                  <a:avLst/>
                  <a:gdLst/>
                  <a:ahLst/>
                  <a:cxnLst/>
                  <a:rect l="l" t="t" r="r" b="b"/>
                  <a:pathLst>
                    <a:path w="828" h="5013" extrusionOk="0">
                      <a:moveTo>
                        <a:pt x="402" y="0"/>
                      </a:moveTo>
                      <a:cubicBezTo>
                        <a:pt x="176" y="0"/>
                        <a:pt x="1" y="201"/>
                        <a:pt x="1" y="426"/>
                      </a:cubicBezTo>
                      <a:lnTo>
                        <a:pt x="1" y="4612"/>
                      </a:lnTo>
                      <a:cubicBezTo>
                        <a:pt x="1" y="4837"/>
                        <a:pt x="176" y="5013"/>
                        <a:pt x="402" y="5013"/>
                      </a:cubicBezTo>
                      <a:cubicBezTo>
                        <a:pt x="652" y="5013"/>
                        <a:pt x="828" y="4837"/>
                        <a:pt x="828" y="4612"/>
                      </a:cubicBezTo>
                      <a:lnTo>
                        <a:pt x="828" y="426"/>
                      </a:lnTo>
                      <a:cubicBezTo>
                        <a:pt x="828" y="201"/>
                        <a:pt x="652" y="0"/>
                        <a:pt x="402" y="0"/>
                      </a:cubicBezTo>
                      <a:close/>
                    </a:path>
                  </a:pathLst>
                </a:custGeom>
                <a:solidFill>
                  <a:srgbClr val="FCFCFC"/>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19" name="Google Shape;1319;p34"/>
                <p:cNvSpPr/>
                <p:nvPr/>
              </p:nvSpPr>
              <p:spPr>
                <a:xfrm>
                  <a:off x="6601445" y="2485759"/>
                  <a:ext cx="20363" cy="123282"/>
                </a:xfrm>
                <a:custGeom>
                  <a:avLst/>
                  <a:gdLst/>
                  <a:ahLst/>
                  <a:cxnLst/>
                  <a:rect l="l" t="t" r="r" b="b"/>
                  <a:pathLst>
                    <a:path w="828" h="5013" extrusionOk="0">
                      <a:moveTo>
                        <a:pt x="427" y="0"/>
                      </a:moveTo>
                      <a:cubicBezTo>
                        <a:pt x="176" y="0"/>
                        <a:pt x="1" y="201"/>
                        <a:pt x="1" y="426"/>
                      </a:cubicBezTo>
                      <a:lnTo>
                        <a:pt x="1" y="4612"/>
                      </a:lnTo>
                      <a:cubicBezTo>
                        <a:pt x="1" y="4837"/>
                        <a:pt x="176" y="5013"/>
                        <a:pt x="427" y="5013"/>
                      </a:cubicBezTo>
                      <a:cubicBezTo>
                        <a:pt x="652" y="5013"/>
                        <a:pt x="828" y="4837"/>
                        <a:pt x="828" y="4612"/>
                      </a:cubicBezTo>
                      <a:lnTo>
                        <a:pt x="828" y="426"/>
                      </a:lnTo>
                      <a:cubicBezTo>
                        <a:pt x="828" y="201"/>
                        <a:pt x="652" y="0"/>
                        <a:pt x="427" y="0"/>
                      </a:cubicBezTo>
                      <a:close/>
                    </a:path>
                  </a:pathLst>
                </a:custGeom>
                <a:solidFill>
                  <a:srgbClr val="FCFCFC"/>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20" name="Google Shape;1320;p34"/>
                <p:cNvSpPr/>
                <p:nvPr/>
              </p:nvSpPr>
              <p:spPr>
                <a:xfrm>
                  <a:off x="6652598" y="2485759"/>
                  <a:ext cx="21002" cy="123282"/>
                </a:xfrm>
                <a:custGeom>
                  <a:avLst/>
                  <a:gdLst/>
                  <a:ahLst/>
                  <a:cxnLst/>
                  <a:rect l="l" t="t" r="r" b="b"/>
                  <a:pathLst>
                    <a:path w="854" h="5013" extrusionOk="0">
                      <a:moveTo>
                        <a:pt x="427" y="0"/>
                      </a:moveTo>
                      <a:cubicBezTo>
                        <a:pt x="201" y="0"/>
                        <a:pt x="1" y="201"/>
                        <a:pt x="1" y="426"/>
                      </a:cubicBezTo>
                      <a:lnTo>
                        <a:pt x="1" y="4612"/>
                      </a:lnTo>
                      <a:cubicBezTo>
                        <a:pt x="1" y="4837"/>
                        <a:pt x="201" y="5013"/>
                        <a:pt x="427" y="5013"/>
                      </a:cubicBezTo>
                      <a:cubicBezTo>
                        <a:pt x="653" y="5013"/>
                        <a:pt x="853" y="4837"/>
                        <a:pt x="853" y="4612"/>
                      </a:cubicBezTo>
                      <a:lnTo>
                        <a:pt x="853" y="426"/>
                      </a:lnTo>
                      <a:cubicBezTo>
                        <a:pt x="853" y="201"/>
                        <a:pt x="653" y="0"/>
                        <a:pt x="427" y="0"/>
                      </a:cubicBezTo>
                      <a:close/>
                    </a:path>
                  </a:pathLst>
                </a:custGeom>
                <a:solidFill>
                  <a:srgbClr val="FCFCFC"/>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21" name="Google Shape;1321;p34"/>
                <p:cNvSpPr/>
                <p:nvPr/>
              </p:nvSpPr>
              <p:spPr>
                <a:xfrm>
                  <a:off x="6704390" y="2485759"/>
                  <a:ext cx="20363" cy="123282"/>
                </a:xfrm>
                <a:custGeom>
                  <a:avLst/>
                  <a:gdLst/>
                  <a:ahLst/>
                  <a:cxnLst/>
                  <a:rect l="l" t="t" r="r" b="b"/>
                  <a:pathLst>
                    <a:path w="828" h="5013" extrusionOk="0">
                      <a:moveTo>
                        <a:pt x="401" y="0"/>
                      </a:moveTo>
                      <a:cubicBezTo>
                        <a:pt x="176" y="0"/>
                        <a:pt x="0" y="201"/>
                        <a:pt x="0" y="426"/>
                      </a:cubicBezTo>
                      <a:lnTo>
                        <a:pt x="0" y="4612"/>
                      </a:lnTo>
                      <a:cubicBezTo>
                        <a:pt x="0" y="4837"/>
                        <a:pt x="176" y="5013"/>
                        <a:pt x="401" y="5013"/>
                      </a:cubicBezTo>
                      <a:cubicBezTo>
                        <a:pt x="652" y="5013"/>
                        <a:pt x="827" y="4837"/>
                        <a:pt x="827" y="4612"/>
                      </a:cubicBezTo>
                      <a:lnTo>
                        <a:pt x="827" y="426"/>
                      </a:lnTo>
                      <a:cubicBezTo>
                        <a:pt x="827" y="201"/>
                        <a:pt x="652" y="0"/>
                        <a:pt x="401" y="0"/>
                      </a:cubicBezTo>
                      <a:close/>
                    </a:path>
                  </a:pathLst>
                </a:custGeom>
                <a:solidFill>
                  <a:srgbClr val="FCFCFC"/>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22" name="Google Shape;1322;p34"/>
                <p:cNvSpPr/>
                <p:nvPr/>
              </p:nvSpPr>
              <p:spPr>
                <a:xfrm>
                  <a:off x="6755542" y="2485759"/>
                  <a:ext cx="20363" cy="123282"/>
                </a:xfrm>
                <a:custGeom>
                  <a:avLst/>
                  <a:gdLst/>
                  <a:ahLst/>
                  <a:cxnLst/>
                  <a:rect l="l" t="t" r="r" b="b"/>
                  <a:pathLst>
                    <a:path w="828" h="5013" extrusionOk="0">
                      <a:moveTo>
                        <a:pt x="426" y="0"/>
                      </a:moveTo>
                      <a:cubicBezTo>
                        <a:pt x="176" y="0"/>
                        <a:pt x="0" y="201"/>
                        <a:pt x="0" y="426"/>
                      </a:cubicBezTo>
                      <a:lnTo>
                        <a:pt x="0" y="4612"/>
                      </a:lnTo>
                      <a:cubicBezTo>
                        <a:pt x="0" y="4837"/>
                        <a:pt x="176" y="5013"/>
                        <a:pt x="426" y="5013"/>
                      </a:cubicBezTo>
                      <a:cubicBezTo>
                        <a:pt x="652" y="5013"/>
                        <a:pt x="828" y="4837"/>
                        <a:pt x="828" y="4612"/>
                      </a:cubicBezTo>
                      <a:lnTo>
                        <a:pt x="828" y="426"/>
                      </a:lnTo>
                      <a:cubicBezTo>
                        <a:pt x="828" y="201"/>
                        <a:pt x="652" y="0"/>
                        <a:pt x="426" y="0"/>
                      </a:cubicBezTo>
                      <a:close/>
                    </a:path>
                  </a:pathLst>
                </a:custGeom>
                <a:solidFill>
                  <a:srgbClr val="FCFCFC"/>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23" name="Google Shape;1323;p34"/>
                <p:cNvSpPr/>
                <p:nvPr/>
              </p:nvSpPr>
              <p:spPr>
                <a:xfrm>
                  <a:off x="6131163" y="2985626"/>
                  <a:ext cx="190494" cy="190469"/>
                </a:xfrm>
                <a:custGeom>
                  <a:avLst/>
                  <a:gdLst/>
                  <a:ahLst/>
                  <a:cxnLst/>
                  <a:rect l="l" t="t" r="r" b="b"/>
                  <a:pathLst>
                    <a:path w="7746" h="7745" fill="none" extrusionOk="0">
                      <a:moveTo>
                        <a:pt x="1" y="0"/>
                      </a:moveTo>
                      <a:lnTo>
                        <a:pt x="7745" y="7745"/>
                      </a:lnTo>
                    </a:path>
                  </a:pathLst>
                </a:custGeom>
                <a:noFill/>
                <a:ln w="20675" cap="flat" cmpd="sng">
                  <a:solidFill>
                    <a:srgbClr val="FCFCFC"/>
                  </a:solidFill>
                  <a:prstDash val="solid"/>
                  <a:miter lim="25062"/>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24" name="Google Shape;1324;p34"/>
                <p:cNvSpPr/>
                <p:nvPr/>
              </p:nvSpPr>
              <p:spPr>
                <a:xfrm>
                  <a:off x="6338871" y="2905504"/>
                  <a:ext cx="350123" cy="350099"/>
                </a:xfrm>
                <a:custGeom>
                  <a:avLst/>
                  <a:gdLst/>
                  <a:ahLst/>
                  <a:cxnLst/>
                  <a:rect l="l" t="t" r="r" b="b"/>
                  <a:pathLst>
                    <a:path w="14237" h="14236" fill="none" extrusionOk="0">
                      <a:moveTo>
                        <a:pt x="1" y="0"/>
                      </a:moveTo>
                      <a:lnTo>
                        <a:pt x="14237" y="14236"/>
                      </a:lnTo>
                    </a:path>
                  </a:pathLst>
                </a:custGeom>
                <a:noFill/>
                <a:ln w="20675" cap="flat" cmpd="sng">
                  <a:solidFill>
                    <a:srgbClr val="FCFCFC"/>
                  </a:solidFill>
                  <a:prstDash val="solid"/>
                  <a:miter lim="25062"/>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25" name="Google Shape;1325;p34"/>
                <p:cNvSpPr/>
                <p:nvPr/>
              </p:nvSpPr>
              <p:spPr>
                <a:xfrm>
                  <a:off x="6706234" y="2985626"/>
                  <a:ext cx="191084" cy="190469"/>
                </a:xfrm>
                <a:custGeom>
                  <a:avLst/>
                  <a:gdLst/>
                  <a:ahLst/>
                  <a:cxnLst/>
                  <a:rect l="l" t="t" r="r" b="b"/>
                  <a:pathLst>
                    <a:path w="7770" h="7745" fill="none" extrusionOk="0">
                      <a:moveTo>
                        <a:pt x="0" y="0"/>
                      </a:moveTo>
                      <a:lnTo>
                        <a:pt x="7770" y="7745"/>
                      </a:lnTo>
                    </a:path>
                  </a:pathLst>
                </a:custGeom>
                <a:noFill/>
                <a:ln w="20675" cap="flat" cmpd="sng">
                  <a:solidFill>
                    <a:srgbClr val="FCFCFC"/>
                  </a:solidFill>
                  <a:prstDash val="solid"/>
                  <a:miter lim="25062"/>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1326" name="Google Shape;1326;p34"/>
                <p:cNvSpPr/>
                <p:nvPr/>
              </p:nvSpPr>
              <p:spPr>
                <a:xfrm>
                  <a:off x="5923455" y="3492871"/>
                  <a:ext cx="174459" cy="92492"/>
                </a:xfrm>
                <a:custGeom>
                  <a:avLst/>
                  <a:gdLst/>
                  <a:ahLst/>
                  <a:cxnLst/>
                  <a:rect l="l" t="t" r="r" b="b"/>
                  <a:pathLst>
                    <a:path w="7094" h="3761" extrusionOk="0">
                      <a:moveTo>
                        <a:pt x="1254" y="1"/>
                      </a:moveTo>
                      <a:cubicBezTo>
                        <a:pt x="552" y="1"/>
                        <a:pt x="1" y="552"/>
                        <a:pt x="1" y="1254"/>
                      </a:cubicBezTo>
                      <a:lnTo>
                        <a:pt x="1" y="2507"/>
                      </a:lnTo>
                      <a:cubicBezTo>
                        <a:pt x="1" y="3184"/>
                        <a:pt x="552" y="3760"/>
                        <a:pt x="1254" y="3760"/>
                      </a:cubicBezTo>
                      <a:lnTo>
                        <a:pt x="5840" y="3760"/>
                      </a:lnTo>
                      <a:cubicBezTo>
                        <a:pt x="6542" y="3760"/>
                        <a:pt x="7093" y="3184"/>
                        <a:pt x="7093" y="2507"/>
                      </a:cubicBezTo>
                      <a:lnTo>
                        <a:pt x="7093" y="1254"/>
                      </a:lnTo>
                      <a:cubicBezTo>
                        <a:pt x="7093" y="552"/>
                        <a:pt x="6542" y="1"/>
                        <a:pt x="5840"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27" name="Google Shape;1327;p34"/>
                <p:cNvSpPr/>
                <p:nvPr/>
              </p:nvSpPr>
              <p:spPr>
                <a:xfrm>
                  <a:off x="6929977" y="3492871"/>
                  <a:ext cx="175074" cy="92492"/>
                </a:xfrm>
                <a:custGeom>
                  <a:avLst/>
                  <a:gdLst/>
                  <a:ahLst/>
                  <a:cxnLst/>
                  <a:rect l="l" t="t" r="r" b="b"/>
                  <a:pathLst>
                    <a:path w="7119" h="3761" extrusionOk="0">
                      <a:moveTo>
                        <a:pt x="1253" y="1"/>
                      </a:moveTo>
                      <a:cubicBezTo>
                        <a:pt x="577" y="1"/>
                        <a:pt x="0" y="552"/>
                        <a:pt x="0" y="1254"/>
                      </a:cubicBezTo>
                      <a:lnTo>
                        <a:pt x="0" y="2507"/>
                      </a:lnTo>
                      <a:cubicBezTo>
                        <a:pt x="0" y="3184"/>
                        <a:pt x="577" y="3760"/>
                        <a:pt x="1253" y="3760"/>
                      </a:cubicBezTo>
                      <a:lnTo>
                        <a:pt x="5865" y="3760"/>
                      </a:lnTo>
                      <a:cubicBezTo>
                        <a:pt x="6542" y="3760"/>
                        <a:pt x="7118" y="3184"/>
                        <a:pt x="7118" y="2507"/>
                      </a:cubicBezTo>
                      <a:lnTo>
                        <a:pt x="7118" y="1254"/>
                      </a:lnTo>
                      <a:cubicBezTo>
                        <a:pt x="7118" y="552"/>
                        <a:pt x="6542" y="1"/>
                        <a:pt x="5865"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28" name="Google Shape;1328;p34"/>
                <p:cNvSpPr/>
                <p:nvPr/>
              </p:nvSpPr>
              <p:spPr>
                <a:xfrm>
                  <a:off x="6128704" y="3502733"/>
                  <a:ext cx="770483" cy="20977"/>
                </a:xfrm>
                <a:custGeom>
                  <a:avLst/>
                  <a:gdLst/>
                  <a:ahLst/>
                  <a:cxnLst/>
                  <a:rect l="l" t="t" r="r" b="b"/>
                  <a:pathLst>
                    <a:path w="31330" h="853" extrusionOk="0">
                      <a:moveTo>
                        <a:pt x="427" y="1"/>
                      </a:moveTo>
                      <a:cubicBezTo>
                        <a:pt x="201" y="1"/>
                        <a:pt x="1" y="201"/>
                        <a:pt x="1" y="427"/>
                      </a:cubicBezTo>
                      <a:cubicBezTo>
                        <a:pt x="1" y="652"/>
                        <a:pt x="201" y="853"/>
                        <a:pt x="427" y="853"/>
                      </a:cubicBezTo>
                      <a:lnTo>
                        <a:pt x="30928" y="853"/>
                      </a:lnTo>
                      <a:cubicBezTo>
                        <a:pt x="31154" y="853"/>
                        <a:pt x="31329" y="652"/>
                        <a:pt x="31329" y="427"/>
                      </a:cubicBezTo>
                      <a:cubicBezTo>
                        <a:pt x="31329" y="201"/>
                        <a:pt x="31154" y="1"/>
                        <a:pt x="30928"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29" name="Google Shape;1329;p34"/>
                <p:cNvSpPr/>
                <p:nvPr/>
              </p:nvSpPr>
              <p:spPr>
                <a:xfrm>
                  <a:off x="6128704" y="3554524"/>
                  <a:ext cx="770483" cy="20363"/>
                </a:xfrm>
                <a:custGeom>
                  <a:avLst/>
                  <a:gdLst/>
                  <a:ahLst/>
                  <a:cxnLst/>
                  <a:rect l="l" t="t" r="r" b="b"/>
                  <a:pathLst>
                    <a:path w="31330" h="828" extrusionOk="0">
                      <a:moveTo>
                        <a:pt x="427" y="0"/>
                      </a:moveTo>
                      <a:cubicBezTo>
                        <a:pt x="201" y="0"/>
                        <a:pt x="1" y="176"/>
                        <a:pt x="1" y="401"/>
                      </a:cubicBezTo>
                      <a:cubicBezTo>
                        <a:pt x="1" y="652"/>
                        <a:pt x="201" y="827"/>
                        <a:pt x="427" y="827"/>
                      </a:cubicBezTo>
                      <a:lnTo>
                        <a:pt x="30928" y="827"/>
                      </a:lnTo>
                      <a:cubicBezTo>
                        <a:pt x="31154" y="827"/>
                        <a:pt x="31329" y="652"/>
                        <a:pt x="31329" y="401"/>
                      </a:cubicBezTo>
                      <a:cubicBezTo>
                        <a:pt x="31329" y="176"/>
                        <a:pt x="31154" y="0"/>
                        <a:pt x="30928"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grpSp>
      <p:grpSp>
        <p:nvGrpSpPr>
          <p:cNvPr id="1330" name="Google Shape;1330;p34"/>
          <p:cNvGrpSpPr/>
          <p:nvPr/>
        </p:nvGrpSpPr>
        <p:grpSpPr>
          <a:xfrm>
            <a:off x="6445042" y="79309"/>
            <a:ext cx="2619544" cy="5139808"/>
            <a:chOff x="3748900" y="238125"/>
            <a:chExt cx="2662950" cy="5224975"/>
          </a:xfrm>
        </p:grpSpPr>
        <p:sp>
          <p:nvSpPr>
            <p:cNvPr id="1331" name="Google Shape;1331;p34"/>
            <p:cNvSpPr/>
            <p:nvPr/>
          </p:nvSpPr>
          <p:spPr>
            <a:xfrm>
              <a:off x="4036500" y="1009425"/>
              <a:ext cx="400400" cy="188625"/>
            </a:xfrm>
            <a:custGeom>
              <a:avLst/>
              <a:gdLst/>
              <a:ahLst/>
              <a:cxnLst/>
              <a:rect l="l" t="t" r="r" b="b"/>
              <a:pathLst>
                <a:path w="16016" h="7545" extrusionOk="0">
                  <a:moveTo>
                    <a:pt x="8020" y="0"/>
                  </a:moveTo>
                  <a:cubicBezTo>
                    <a:pt x="3735" y="0"/>
                    <a:pt x="251" y="3334"/>
                    <a:pt x="0" y="7544"/>
                  </a:cubicBezTo>
                  <a:lnTo>
                    <a:pt x="16015" y="7544"/>
                  </a:lnTo>
                  <a:cubicBezTo>
                    <a:pt x="15765" y="3334"/>
                    <a:pt x="12281" y="0"/>
                    <a:pt x="8020" y="0"/>
                  </a:cubicBezTo>
                  <a:close/>
                </a:path>
              </a:pathLst>
            </a:custGeom>
            <a:solidFill>
              <a:srgbClr val="CBE5F9"/>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32" name="Google Shape;1332;p34"/>
            <p:cNvSpPr/>
            <p:nvPr/>
          </p:nvSpPr>
          <p:spPr>
            <a:xfrm>
              <a:off x="3748900" y="238125"/>
              <a:ext cx="2662950" cy="1755025"/>
            </a:xfrm>
            <a:custGeom>
              <a:avLst/>
              <a:gdLst/>
              <a:ahLst/>
              <a:cxnLst/>
              <a:rect l="l" t="t" r="r" b="b"/>
              <a:pathLst>
                <a:path w="106518" h="70201" extrusionOk="0">
                  <a:moveTo>
                    <a:pt x="0" y="0"/>
                  </a:moveTo>
                  <a:lnTo>
                    <a:pt x="89023" y="70201"/>
                  </a:lnTo>
                  <a:lnTo>
                    <a:pt x="106517" y="70201"/>
                  </a:lnTo>
                  <a:lnTo>
                    <a:pt x="106517" y="0"/>
                  </a:lnTo>
                  <a:close/>
                </a:path>
              </a:pathLst>
            </a:custGeom>
            <a:solidFill>
              <a:srgbClr val="3399FF"/>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33" name="Google Shape;1333;p34"/>
            <p:cNvSpPr/>
            <p:nvPr/>
          </p:nvSpPr>
          <p:spPr>
            <a:xfrm>
              <a:off x="3790875" y="394750"/>
              <a:ext cx="2381000" cy="981875"/>
            </a:xfrm>
            <a:custGeom>
              <a:avLst/>
              <a:gdLst/>
              <a:ahLst/>
              <a:cxnLst/>
              <a:rect l="l" t="t" r="r" b="b"/>
              <a:pathLst>
                <a:path w="95240" h="39275" extrusionOk="0">
                  <a:moveTo>
                    <a:pt x="1" y="1"/>
                  </a:moveTo>
                  <a:lnTo>
                    <a:pt x="1" y="39274"/>
                  </a:lnTo>
                  <a:lnTo>
                    <a:pt x="95239" y="39274"/>
                  </a:lnTo>
                  <a:lnTo>
                    <a:pt x="95239" y="1"/>
                  </a:ln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34" name="Google Shape;1334;p34"/>
            <p:cNvSpPr/>
            <p:nvPr/>
          </p:nvSpPr>
          <p:spPr>
            <a:xfrm>
              <a:off x="4124850" y="248775"/>
              <a:ext cx="94000" cy="448650"/>
            </a:xfrm>
            <a:custGeom>
              <a:avLst/>
              <a:gdLst/>
              <a:ahLst/>
              <a:cxnLst/>
              <a:rect l="l" t="t" r="r" b="b"/>
              <a:pathLst>
                <a:path w="3760" h="17946" extrusionOk="0">
                  <a:moveTo>
                    <a:pt x="0" y="0"/>
                  </a:moveTo>
                  <a:lnTo>
                    <a:pt x="0" y="17945"/>
                  </a:lnTo>
                  <a:lnTo>
                    <a:pt x="3759" y="17945"/>
                  </a:lnTo>
                  <a:lnTo>
                    <a:pt x="3759" y="0"/>
                  </a:ln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35" name="Google Shape;1335;p34"/>
            <p:cNvSpPr/>
            <p:nvPr/>
          </p:nvSpPr>
          <p:spPr>
            <a:xfrm>
              <a:off x="5659925" y="248775"/>
              <a:ext cx="94025" cy="448650"/>
            </a:xfrm>
            <a:custGeom>
              <a:avLst/>
              <a:gdLst/>
              <a:ahLst/>
              <a:cxnLst/>
              <a:rect l="l" t="t" r="r" b="b"/>
              <a:pathLst>
                <a:path w="3761" h="17946" extrusionOk="0">
                  <a:moveTo>
                    <a:pt x="1" y="0"/>
                  </a:moveTo>
                  <a:lnTo>
                    <a:pt x="1" y="17945"/>
                  </a:lnTo>
                  <a:lnTo>
                    <a:pt x="3760" y="17945"/>
                  </a:lnTo>
                  <a:lnTo>
                    <a:pt x="3760" y="0"/>
                  </a:ln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36" name="Google Shape;1336;p34"/>
            <p:cNvSpPr/>
            <p:nvPr/>
          </p:nvSpPr>
          <p:spPr>
            <a:xfrm>
              <a:off x="3895525" y="501275"/>
              <a:ext cx="2171700" cy="770075"/>
            </a:xfrm>
            <a:custGeom>
              <a:avLst/>
              <a:gdLst/>
              <a:ahLst/>
              <a:cxnLst/>
              <a:rect l="l" t="t" r="r" b="b"/>
              <a:pathLst>
                <a:path w="86868" h="30803" extrusionOk="0">
                  <a:moveTo>
                    <a:pt x="0" y="0"/>
                  </a:moveTo>
                  <a:lnTo>
                    <a:pt x="0" y="30803"/>
                  </a:lnTo>
                  <a:lnTo>
                    <a:pt x="86868" y="30803"/>
                  </a:lnTo>
                  <a:lnTo>
                    <a:pt x="86868" y="0"/>
                  </a:lnTo>
                  <a:close/>
                </a:path>
              </a:pathLst>
            </a:custGeom>
            <a:solidFill>
              <a:schemeClr val="dk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1337" name="Google Shape;1337;p34"/>
            <p:cNvSpPr/>
            <p:nvPr/>
          </p:nvSpPr>
          <p:spPr>
            <a:xfrm>
              <a:off x="4452525" y="666675"/>
              <a:ext cx="133500" cy="151050"/>
            </a:xfrm>
            <a:custGeom>
              <a:avLst/>
              <a:gdLst/>
              <a:ahLst/>
              <a:cxnLst/>
              <a:rect l="l" t="t" r="r" b="b"/>
              <a:pathLst>
                <a:path w="5340" h="6042" extrusionOk="0">
                  <a:moveTo>
                    <a:pt x="2933" y="1"/>
                  </a:moveTo>
                  <a:cubicBezTo>
                    <a:pt x="2457" y="1"/>
                    <a:pt x="2056" y="101"/>
                    <a:pt x="1680" y="277"/>
                  </a:cubicBezTo>
                  <a:cubicBezTo>
                    <a:pt x="1329" y="452"/>
                    <a:pt x="1028" y="678"/>
                    <a:pt x="778" y="953"/>
                  </a:cubicBezTo>
                  <a:cubicBezTo>
                    <a:pt x="527" y="1229"/>
                    <a:pt x="327" y="1555"/>
                    <a:pt x="201" y="1906"/>
                  </a:cubicBezTo>
                  <a:cubicBezTo>
                    <a:pt x="51" y="2257"/>
                    <a:pt x="1" y="2607"/>
                    <a:pt x="1" y="2983"/>
                  </a:cubicBezTo>
                  <a:cubicBezTo>
                    <a:pt x="1" y="3359"/>
                    <a:pt x="76" y="3735"/>
                    <a:pt x="201" y="4086"/>
                  </a:cubicBezTo>
                  <a:cubicBezTo>
                    <a:pt x="352" y="4462"/>
                    <a:pt x="552" y="4788"/>
                    <a:pt x="803" y="5089"/>
                  </a:cubicBezTo>
                  <a:cubicBezTo>
                    <a:pt x="1054" y="5364"/>
                    <a:pt x="1354" y="5590"/>
                    <a:pt x="1705" y="5765"/>
                  </a:cubicBezTo>
                  <a:cubicBezTo>
                    <a:pt x="2056" y="5941"/>
                    <a:pt x="2457" y="6041"/>
                    <a:pt x="2883" y="6041"/>
                  </a:cubicBezTo>
                  <a:cubicBezTo>
                    <a:pt x="3134" y="6041"/>
                    <a:pt x="3359" y="6016"/>
                    <a:pt x="3610" y="5941"/>
                  </a:cubicBezTo>
                  <a:cubicBezTo>
                    <a:pt x="3861" y="5891"/>
                    <a:pt x="4111" y="5790"/>
                    <a:pt x="4312" y="5690"/>
                  </a:cubicBezTo>
                  <a:cubicBezTo>
                    <a:pt x="4537" y="5565"/>
                    <a:pt x="4738" y="5415"/>
                    <a:pt x="4913" y="5264"/>
                  </a:cubicBezTo>
                  <a:cubicBezTo>
                    <a:pt x="5089" y="5089"/>
                    <a:pt x="5239" y="4888"/>
                    <a:pt x="5339" y="4663"/>
                  </a:cubicBezTo>
                  <a:lnTo>
                    <a:pt x="4387" y="4111"/>
                  </a:lnTo>
                  <a:cubicBezTo>
                    <a:pt x="4312" y="4287"/>
                    <a:pt x="4237" y="4412"/>
                    <a:pt x="4111" y="4537"/>
                  </a:cubicBezTo>
                  <a:cubicBezTo>
                    <a:pt x="4011" y="4638"/>
                    <a:pt x="3886" y="4738"/>
                    <a:pt x="3735" y="4813"/>
                  </a:cubicBezTo>
                  <a:cubicBezTo>
                    <a:pt x="3610" y="4888"/>
                    <a:pt x="3485" y="4938"/>
                    <a:pt x="3334" y="4963"/>
                  </a:cubicBezTo>
                  <a:cubicBezTo>
                    <a:pt x="3184" y="5014"/>
                    <a:pt x="3059" y="5014"/>
                    <a:pt x="2908" y="5014"/>
                  </a:cubicBezTo>
                  <a:cubicBezTo>
                    <a:pt x="2658" y="5014"/>
                    <a:pt x="2432" y="4963"/>
                    <a:pt x="2206" y="4863"/>
                  </a:cubicBezTo>
                  <a:cubicBezTo>
                    <a:pt x="1981" y="4738"/>
                    <a:pt x="1805" y="4587"/>
                    <a:pt x="1655" y="4412"/>
                  </a:cubicBezTo>
                  <a:cubicBezTo>
                    <a:pt x="1505" y="4211"/>
                    <a:pt x="1379" y="4011"/>
                    <a:pt x="1304" y="3760"/>
                  </a:cubicBezTo>
                  <a:cubicBezTo>
                    <a:pt x="1204" y="3535"/>
                    <a:pt x="1179" y="3259"/>
                    <a:pt x="1179" y="3008"/>
                  </a:cubicBezTo>
                  <a:cubicBezTo>
                    <a:pt x="1179" y="2783"/>
                    <a:pt x="1204" y="2532"/>
                    <a:pt x="1279" y="2307"/>
                  </a:cubicBezTo>
                  <a:cubicBezTo>
                    <a:pt x="1354" y="2056"/>
                    <a:pt x="1455" y="1856"/>
                    <a:pt x="1605" y="1655"/>
                  </a:cubicBezTo>
                  <a:cubicBezTo>
                    <a:pt x="1755" y="1480"/>
                    <a:pt x="1931" y="1329"/>
                    <a:pt x="2131" y="1204"/>
                  </a:cubicBezTo>
                  <a:cubicBezTo>
                    <a:pt x="2357" y="1079"/>
                    <a:pt x="2607" y="1029"/>
                    <a:pt x="2908" y="1029"/>
                  </a:cubicBezTo>
                  <a:cubicBezTo>
                    <a:pt x="3033" y="1029"/>
                    <a:pt x="3159" y="1054"/>
                    <a:pt x="3309" y="1079"/>
                  </a:cubicBezTo>
                  <a:cubicBezTo>
                    <a:pt x="3460" y="1104"/>
                    <a:pt x="3585" y="1154"/>
                    <a:pt x="3710" y="1229"/>
                  </a:cubicBezTo>
                  <a:cubicBezTo>
                    <a:pt x="3836" y="1279"/>
                    <a:pt x="3961" y="1379"/>
                    <a:pt x="4061" y="1505"/>
                  </a:cubicBezTo>
                  <a:cubicBezTo>
                    <a:pt x="4186" y="1605"/>
                    <a:pt x="4287" y="1755"/>
                    <a:pt x="4362" y="1931"/>
                  </a:cubicBezTo>
                  <a:lnTo>
                    <a:pt x="5239" y="1304"/>
                  </a:lnTo>
                  <a:cubicBezTo>
                    <a:pt x="5039" y="928"/>
                    <a:pt x="4738" y="602"/>
                    <a:pt x="4337" y="377"/>
                  </a:cubicBezTo>
                  <a:cubicBezTo>
                    <a:pt x="3961" y="126"/>
                    <a:pt x="3485" y="1"/>
                    <a:pt x="2933"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38" name="Google Shape;1338;p34"/>
            <p:cNvSpPr/>
            <p:nvPr/>
          </p:nvSpPr>
          <p:spPr>
            <a:xfrm>
              <a:off x="4621700" y="667950"/>
              <a:ext cx="103425" cy="148500"/>
            </a:xfrm>
            <a:custGeom>
              <a:avLst/>
              <a:gdLst/>
              <a:ahLst/>
              <a:cxnLst/>
              <a:rect l="l" t="t" r="r" b="b"/>
              <a:pathLst>
                <a:path w="4137" h="5940" extrusionOk="0">
                  <a:moveTo>
                    <a:pt x="1" y="0"/>
                  </a:moveTo>
                  <a:lnTo>
                    <a:pt x="1" y="5940"/>
                  </a:lnTo>
                  <a:lnTo>
                    <a:pt x="4136" y="5940"/>
                  </a:lnTo>
                  <a:lnTo>
                    <a:pt x="4136" y="4937"/>
                  </a:lnTo>
                  <a:lnTo>
                    <a:pt x="1179" y="4937"/>
                  </a:lnTo>
                  <a:lnTo>
                    <a:pt x="1179" y="3384"/>
                  </a:lnTo>
                  <a:lnTo>
                    <a:pt x="3660" y="3384"/>
                  </a:lnTo>
                  <a:lnTo>
                    <a:pt x="3660" y="2431"/>
                  </a:lnTo>
                  <a:lnTo>
                    <a:pt x="1179" y="2431"/>
                  </a:lnTo>
                  <a:lnTo>
                    <a:pt x="1179" y="1003"/>
                  </a:lnTo>
                  <a:lnTo>
                    <a:pt x="4061" y="1003"/>
                  </a:lnTo>
                  <a:lnTo>
                    <a:pt x="4061" y="0"/>
                  </a:ln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39" name="Google Shape;1339;p34"/>
            <p:cNvSpPr/>
            <p:nvPr/>
          </p:nvSpPr>
          <p:spPr>
            <a:xfrm>
              <a:off x="4764575" y="667950"/>
              <a:ext cx="129100" cy="148500"/>
            </a:xfrm>
            <a:custGeom>
              <a:avLst/>
              <a:gdLst/>
              <a:ahLst/>
              <a:cxnLst/>
              <a:rect l="l" t="t" r="r" b="b"/>
              <a:pathLst>
                <a:path w="5164" h="5940" extrusionOk="0">
                  <a:moveTo>
                    <a:pt x="0" y="0"/>
                  </a:moveTo>
                  <a:lnTo>
                    <a:pt x="0" y="5940"/>
                  </a:lnTo>
                  <a:lnTo>
                    <a:pt x="1153" y="5940"/>
                  </a:lnTo>
                  <a:lnTo>
                    <a:pt x="1153" y="2130"/>
                  </a:lnTo>
                  <a:lnTo>
                    <a:pt x="4211" y="5940"/>
                  </a:lnTo>
                  <a:lnTo>
                    <a:pt x="5163" y="5940"/>
                  </a:lnTo>
                  <a:lnTo>
                    <a:pt x="5163" y="0"/>
                  </a:lnTo>
                  <a:lnTo>
                    <a:pt x="3985" y="0"/>
                  </a:lnTo>
                  <a:lnTo>
                    <a:pt x="3985" y="3885"/>
                  </a:lnTo>
                  <a:lnTo>
                    <a:pt x="902" y="0"/>
                  </a:ln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40" name="Google Shape;1340;p34"/>
            <p:cNvSpPr/>
            <p:nvPr/>
          </p:nvSpPr>
          <p:spPr>
            <a:xfrm>
              <a:off x="4928725" y="667950"/>
              <a:ext cx="123450" cy="148500"/>
            </a:xfrm>
            <a:custGeom>
              <a:avLst/>
              <a:gdLst/>
              <a:ahLst/>
              <a:cxnLst/>
              <a:rect l="l" t="t" r="r" b="b"/>
              <a:pathLst>
                <a:path w="4938" h="5940" extrusionOk="0">
                  <a:moveTo>
                    <a:pt x="1" y="0"/>
                  </a:moveTo>
                  <a:lnTo>
                    <a:pt x="1" y="1003"/>
                  </a:lnTo>
                  <a:lnTo>
                    <a:pt x="1905" y="1003"/>
                  </a:lnTo>
                  <a:lnTo>
                    <a:pt x="1905" y="5940"/>
                  </a:lnTo>
                  <a:lnTo>
                    <a:pt x="3033" y="5940"/>
                  </a:lnTo>
                  <a:lnTo>
                    <a:pt x="3033" y="1003"/>
                  </a:lnTo>
                  <a:lnTo>
                    <a:pt x="4938" y="1003"/>
                  </a:lnTo>
                  <a:lnTo>
                    <a:pt x="4938" y="0"/>
                  </a:ln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41" name="Google Shape;1341;p34"/>
            <p:cNvSpPr/>
            <p:nvPr/>
          </p:nvSpPr>
          <p:spPr>
            <a:xfrm>
              <a:off x="5087875" y="667950"/>
              <a:ext cx="119700" cy="148500"/>
            </a:xfrm>
            <a:custGeom>
              <a:avLst/>
              <a:gdLst/>
              <a:ahLst/>
              <a:cxnLst/>
              <a:rect l="l" t="t" r="r" b="b"/>
              <a:pathLst>
                <a:path w="4788" h="5940" extrusionOk="0">
                  <a:moveTo>
                    <a:pt x="2532" y="1003"/>
                  </a:moveTo>
                  <a:cubicBezTo>
                    <a:pt x="2632" y="1003"/>
                    <a:pt x="2732" y="1028"/>
                    <a:pt x="2833" y="1078"/>
                  </a:cubicBezTo>
                  <a:cubicBezTo>
                    <a:pt x="2933" y="1128"/>
                    <a:pt x="3033" y="1203"/>
                    <a:pt x="3108" y="1278"/>
                  </a:cubicBezTo>
                  <a:cubicBezTo>
                    <a:pt x="3184" y="1353"/>
                    <a:pt x="3234" y="1454"/>
                    <a:pt x="3284" y="1579"/>
                  </a:cubicBezTo>
                  <a:cubicBezTo>
                    <a:pt x="3334" y="1704"/>
                    <a:pt x="3359" y="1830"/>
                    <a:pt x="3359" y="1980"/>
                  </a:cubicBezTo>
                  <a:cubicBezTo>
                    <a:pt x="3359" y="2105"/>
                    <a:pt x="3334" y="2231"/>
                    <a:pt x="3284" y="2356"/>
                  </a:cubicBezTo>
                  <a:cubicBezTo>
                    <a:pt x="3259" y="2456"/>
                    <a:pt x="3209" y="2556"/>
                    <a:pt x="3133" y="2657"/>
                  </a:cubicBezTo>
                  <a:cubicBezTo>
                    <a:pt x="3058" y="2732"/>
                    <a:pt x="2983" y="2807"/>
                    <a:pt x="2883" y="2857"/>
                  </a:cubicBezTo>
                  <a:cubicBezTo>
                    <a:pt x="2808" y="2907"/>
                    <a:pt x="2707" y="2932"/>
                    <a:pt x="2582" y="2932"/>
                  </a:cubicBezTo>
                  <a:lnTo>
                    <a:pt x="1153" y="2932"/>
                  </a:lnTo>
                  <a:lnTo>
                    <a:pt x="1153" y="1003"/>
                  </a:lnTo>
                  <a:close/>
                  <a:moveTo>
                    <a:pt x="1" y="0"/>
                  </a:moveTo>
                  <a:lnTo>
                    <a:pt x="1" y="5940"/>
                  </a:lnTo>
                  <a:lnTo>
                    <a:pt x="1153" y="5940"/>
                  </a:lnTo>
                  <a:lnTo>
                    <a:pt x="1153" y="3935"/>
                  </a:lnTo>
                  <a:lnTo>
                    <a:pt x="2281" y="3935"/>
                  </a:lnTo>
                  <a:lnTo>
                    <a:pt x="3509" y="5940"/>
                  </a:lnTo>
                  <a:lnTo>
                    <a:pt x="4788" y="5940"/>
                  </a:lnTo>
                  <a:lnTo>
                    <a:pt x="3434" y="3709"/>
                  </a:lnTo>
                  <a:cubicBezTo>
                    <a:pt x="3760" y="3559"/>
                    <a:pt x="4036" y="3333"/>
                    <a:pt x="4211" y="3033"/>
                  </a:cubicBezTo>
                  <a:cubicBezTo>
                    <a:pt x="4412" y="2707"/>
                    <a:pt x="4512" y="2356"/>
                    <a:pt x="4512" y="1980"/>
                  </a:cubicBezTo>
                  <a:cubicBezTo>
                    <a:pt x="4512" y="1729"/>
                    <a:pt x="4462" y="1479"/>
                    <a:pt x="4361" y="1253"/>
                  </a:cubicBezTo>
                  <a:cubicBezTo>
                    <a:pt x="4286" y="1028"/>
                    <a:pt x="4136" y="802"/>
                    <a:pt x="3986" y="627"/>
                  </a:cubicBezTo>
                  <a:cubicBezTo>
                    <a:pt x="3810" y="426"/>
                    <a:pt x="3610" y="276"/>
                    <a:pt x="3384" y="176"/>
                  </a:cubicBezTo>
                  <a:cubicBezTo>
                    <a:pt x="3133" y="50"/>
                    <a:pt x="2883" y="0"/>
                    <a:pt x="2607"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42" name="Google Shape;1342;p34"/>
            <p:cNvSpPr/>
            <p:nvPr/>
          </p:nvSpPr>
          <p:spPr>
            <a:xfrm>
              <a:off x="5226975" y="667950"/>
              <a:ext cx="138500" cy="148500"/>
            </a:xfrm>
            <a:custGeom>
              <a:avLst/>
              <a:gdLst/>
              <a:ahLst/>
              <a:cxnLst/>
              <a:rect l="l" t="t" r="r" b="b"/>
              <a:pathLst>
                <a:path w="5540" h="5940" extrusionOk="0">
                  <a:moveTo>
                    <a:pt x="2782" y="1303"/>
                  </a:moveTo>
                  <a:lnTo>
                    <a:pt x="3610" y="3634"/>
                  </a:lnTo>
                  <a:lnTo>
                    <a:pt x="1930" y="3634"/>
                  </a:lnTo>
                  <a:lnTo>
                    <a:pt x="2782" y="1303"/>
                  </a:lnTo>
                  <a:close/>
                  <a:moveTo>
                    <a:pt x="2256" y="0"/>
                  </a:moveTo>
                  <a:lnTo>
                    <a:pt x="1" y="5940"/>
                  </a:lnTo>
                  <a:lnTo>
                    <a:pt x="1178" y="5940"/>
                  </a:lnTo>
                  <a:lnTo>
                    <a:pt x="1730" y="4461"/>
                  </a:lnTo>
                  <a:lnTo>
                    <a:pt x="3810" y="4461"/>
                  </a:lnTo>
                  <a:lnTo>
                    <a:pt x="4361" y="5940"/>
                  </a:lnTo>
                  <a:lnTo>
                    <a:pt x="5539" y="5940"/>
                  </a:lnTo>
                  <a:lnTo>
                    <a:pt x="3284" y="0"/>
                  </a:ln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43" name="Google Shape;1343;p34"/>
            <p:cNvSpPr/>
            <p:nvPr/>
          </p:nvSpPr>
          <p:spPr>
            <a:xfrm>
              <a:off x="5398650" y="667950"/>
              <a:ext cx="104675" cy="148500"/>
            </a:xfrm>
            <a:custGeom>
              <a:avLst/>
              <a:gdLst/>
              <a:ahLst/>
              <a:cxnLst/>
              <a:rect l="l" t="t" r="r" b="b"/>
              <a:pathLst>
                <a:path w="4187" h="5940" extrusionOk="0">
                  <a:moveTo>
                    <a:pt x="1" y="0"/>
                  </a:moveTo>
                  <a:lnTo>
                    <a:pt x="1" y="5940"/>
                  </a:lnTo>
                  <a:lnTo>
                    <a:pt x="4186" y="5940"/>
                  </a:lnTo>
                  <a:lnTo>
                    <a:pt x="4186" y="4937"/>
                  </a:lnTo>
                  <a:lnTo>
                    <a:pt x="1154" y="4937"/>
                  </a:lnTo>
                  <a:lnTo>
                    <a:pt x="1154" y="0"/>
                  </a:ln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44" name="Google Shape;1344;p34"/>
            <p:cNvSpPr/>
            <p:nvPr/>
          </p:nvSpPr>
          <p:spPr>
            <a:xfrm>
              <a:off x="4235125" y="885350"/>
              <a:ext cx="177950" cy="229350"/>
            </a:xfrm>
            <a:custGeom>
              <a:avLst/>
              <a:gdLst/>
              <a:ahLst/>
              <a:cxnLst/>
              <a:rect l="l" t="t" r="r" b="b"/>
              <a:pathLst>
                <a:path w="7118" h="9174" extrusionOk="0">
                  <a:moveTo>
                    <a:pt x="3659" y="1"/>
                  </a:moveTo>
                  <a:cubicBezTo>
                    <a:pt x="3183" y="1"/>
                    <a:pt x="2757" y="51"/>
                    <a:pt x="2356" y="176"/>
                  </a:cubicBezTo>
                  <a:cubicBezTo>
                    <a:pt x="1980" y="302"/>
                    <a:pt x="1604" y="477"/>
                    <a:pt x="1303" y="703"/>
                  </a:cubicBezTo>
                  <a:cubicBezTo>
                    <a:pt x="1003" y="953"/>
                    <a:pt x="777" y="1254"/>
                    <a:pt x="602" y="1605"/>
                  </a:cubicBezTo>
                  <a:cubicBezTo>
                    <a:pt x="451" y="1956"/>
                    <a:pt x="351" y="2357"/>
                    <a:pt x="351" y="2833"/>
                  </a:cubicBezTo>
                  <a:cubicBezTo>
                    <a:pt x="351" y="3159"/>
                    <a:pt x="401" y="3460"/>
                    <a:pt x="501" y="3735"/>
                  </a:cubicBezTo>
                  <a:cubicBezTo>
                    <a:pt x="627" y="3961"/>
                    <a:pt x="777" y="4186"/>
                    <a:pt x="1003" y="4387"/>
                  </a:cubicBezTo>
                  <a:cubicBezTo>
                    <a:pt x="1203" y="4562"/>
                    <a:pt x="1479" y="4738"/>
                    <a:pt x="1780" y="4888"/>
                  </a:cubicBezTo>
                  <a:cubicBezTo>
                    <a:pt x="2105" y="5013"/>
                    <a:pt x="2481" y="5139"/>
                    <a:pt x="2907" y="5264"/>
                  </a:cubicBezTo>
                  <a:cubicBezTo>
                    <a:pt x="3258" y="5364"/>
                    <a:pt x="3584" y="5465"/>
                    <a:pt x="3885" y="5540"/>
                  </a:cubicBezTo>
                  <a:cubicBezTo>
                    <a:pt x="4161" y="5640"/>
                    <a:pt x="4411" y="5715"/>
                    <a:pt x="4612" y="5815"/>
                  </a:cubicBezTo>
                  <a:cubicBezTo>
                    <a:pt x="4812" y="5916"/>
                    <a:pt x="4988" y="6041"/>
                    <a:pt x="5088" y="6166"/>
                  </a:cubicBezTo>
                  <a:cubicBezTo>
                    <a:pt x="5188" y="6317"/>
                    <a:pt x="5263" y="6467"/>
                    <a:pt x="5263" y="6668"/>
                  </a:cubicBezTo>
                  <a:cubicBezTo>
                    <a:pt x="5263" y="7294"/>
                    <a:pt x="4762" y="7595"/>
                    <a:pt x="3810" y="7595"/>
                  </a:cubicBezTo>
                  <a:cubicBezTo>
                    <a:pt x="3459" y="7595"/>
                    <a:pt x="3108" y="7570"/>
                    <a:pt x="2782" y="7470"/>
                  </a:cubicBezTo>
                  <a:cubicBezTo>
                    <a:pt x="2456" y="7394"/>
                    <a:pt x="2156" y="7294"/>
                    <a:pt x="1880" y="7169"/>
                  </a:cubicBezTo>
                  <a:cubicBezTo>
                    <a:pt x="1604" y="7044"/>
                    <a:pt x="1379" y="6918"/>
                    <a:pt x="1178" y="6793"/>
                  </a:cubicBezTo>
                  <a:cubicBezTo>
                    <a:pt x="978" y="6668"/>
                    <a:pt x="852" y="6567"/>
                    <a:pt x="777" y="6492"/>
                  </a:cubicBezTo>
                  <a:lnTo>
                    <a:pt x="0" y="8021"/>
                  </a:lnTo>
                  <a:cubicBezTo>
                    <a:pt x="526" y="8372"/>
                    <a:pt x="1103" y="8673"/>
                    <a:pt x="1780" y="8873"/>
                  </a:cubicBezTo>
                  <a:cubicBezTo>
                    <a:pt x="2431" y="9074"/>
                    <a:pt x="3108" y="9174"/>
                    <a:pt x="3785" y="9174"/>
                  </a:cubicBezTo>
                  <a:cubicBezTo>
                    <a:pt x="4211" y="9174"/>
                    <a:pt x="4637" y="9124"/>
                    <a:pt x="5038" y="9049"/>
                  </a:cubicBezTo>
                  <a:cubicBezTo>
                    <a:pt x="5439" y="8948"/>
                    <a:pt x="5790" y="8773"/>
                    <a:pt x="6115" y="8572"/>
                  </a:cubicBezTo>
                  <a:cubicBezTo>
                    <a:pt x="6416" y="8347"/>
                    <a:pt x="6667" y="8071"/>
                    <a:pt x="6842" y="7745"/>
                  </a:cubicBezTo>
                  <a:cubicBezTo>
                    <a:pt x="7018" y="7394"/>
                    <a:pt x="7118" y="6968"/>
                    <a:pt x="7118" y="6492"/>
                  </a:cubicBezTo>
                  <a:cubicBezTo>
                    <a:pt x="7118" y="6091"/>
                    <a:pt x="7043" y="5740"/>
                    <a:pt x="6917" y="5465"/>
                  </a:cubicBezTo>
                  <a:cubicBezTo>
                    <a:pt x="6792" y="5164"/>
                    <a:pt x="6592" y="4913"/>
                    <a:pt x="6341" y="4713"/>
                  </a:cubicBezTo>
                  <a:cubicBezTo>
                    <a:pt x="6090" y="4512"/>
                    <a:pt x="5790" y="4337"/>
                    <a:pt x="5414" y="4211"/>
                  </a:cubicBezTo>
                  <a:cubicBezTo>
                    <a:pt x="5063" y="4061"/>
                    <a:pt x="4662" y="3936"/>
                    <a:pt x="4211" y="3835"/>
                  </a:cubicBezTo>
                  <a:cubicBezTo>
                    <a:pt x="3885" y="3735"/>
                    <a:pt x="3584" y="3660"/>
                    <a:pt x="3308" y="3585"/>
                  </a:cubicBezTo>
                  <a:cubicBezTo>
                    <a:pt x="3058" y="3510"/>
                    <a:pt x="2857" y="3434"/>
                    <a:pt x="2682" y="3334"/>
                  </a:cubicBezTo>
                  <a:cubicBezTo>
                    <a:pt x="2506" y="3234"/>
                    <a:pt x="2381" y="3134"/>
                    <a:pt x="2281" y="3008"/>
                  </a:cubicBezTo>
                  <a:cubicBezTo>
                    <a:pt x="2206" y="2883"/>
                    <a:pt x="2156" y="2733"/>
                    <a:pt x="2156" y="2532"/>
                  </a:cubicBezTo>
                  <a:cubicBezTo>
                    <a:pt x="2156" y="2231"/>
                    <a:pt x="2281" y="1981"/>
                    <a:pt x="2506" y="1805"/>
                  </a:cubicBezTo>
                  <a:cubicBezTo>
                    <a:pt x="2757" y="1605"/>
                    <a:pt x="3108" y="1530"/>
                    <a:pt x="3609" y="1530"/>
                  </a:cubicBezTo>
                  <a:cubicBezTo>
                    <a:pt x="3860" y="1530"/>
                    <a:pt x="4135" y="1555"/>
                    <a:pt x="4411" y="1630"/>
                  </a:cubicBezTo>
                  <a:cubicBezTo>
                    <a:pt x="4662" y="1705"/>
                    <a:pt x="4912" y="1780"/>
                    <a:pt x="5113" y="1881"/>
                  </a:cubicBezTo>
                  <a:cubicBezTo>
                    <a:pt x="5364" y="1981"/>
                    <a:pt x="5539" y="2081"/>
                    <a:pt x="5689" y="2181"/>
                  </a:cubicBezTo>
                  <a:cubicBezTo>
                    <a:pt x="5865" y="2282"/>
                    <a:pt x="5965" y="2357"/>
                    <a:pt x="6015" y="2407"/>
                  </a:cubicBezTo>
                  <a:lnTo>
                    <a:pt x="6792" y="1003"/>
                  </a:lnTo>
                  <a:cubicBezTo>
                    <a:pt x="6416" y="728"/>
                    <a:pt x="5940" y="477"/>
                    <a:pt x="5414" y="302"/>
                  </a:cubicBezTo>
                  <a:cubicBezTo>
                    <a:pt x="4862" y="101"/>
                    <a:pt x="4286" y="1"/>
                    <a:pt x="3659"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45" name="Google Shape;1345;p34"/>
            <p:cNvSpPr/>
            <p:nvPr/>
          </p:nvSpPr>
          <p:spPr>
            <a:xfrm>
              <a:off x="4450650" y="886600"/>
              <a:ext cx="188000" cy="225600"/>
            </a:xfrm>
            <a:custGeom>
              <a:avLst/>
              <a:gdLst/>
              <a:ahLst/>
              <a:cxnLst/>
              <a:rect l="l" t="t" r="r" b="b"/>
              <a:pathLst>
                <a:path w="7520" h="9024" extrusionOk="0">
                  <a:moveTo>
                    <a:pt x="1" y="1"/>
                  </a:moveTo>
                  <a:lnTo>
                    <a:pt x="1" y="1530"/>
                  </a:lnTo>
                  <a:lnTo>
                    <a:pt x="2908" y="1530"/>
                  </a:lnTo>
                  <a:lnTo>
                    <a:pt x="2908" y="9024"/>
                  </a:lnTo>
                  <a:lnTo>
                    <a:pt x="4637" y="9024"/>
                  </a:lnTo>
                  <a:lnTo>
                    <a:pt x="4637" y="1530"/>
                  </a:lnTo>
                  <a:lnTo>
                    <a:pt x="7520" y="1530"/>
                  </a:lnTo>
                  <a:lnTo>
                    <a:pt x="7520" y="1"/>
                  </a:ln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46" name="Google Shape;1346;p34"/>
            <p:cNvSpPr/>
            <p:nvPr/>
          </p:nvSpPr>
          <p:spPr>
            <a:xfrm>
              <a:off x="4648025" y="886600"/>
              <a:ext cx="210550" cy="225600"/>
            </a:xfrm>
            <a:custGeom>
              <a:avLst/>
              <a:gdLst/>
              <a:ahLst/>
              <a:cxnLst/>
              <a:rect l="l" t="t" r="r" b="b"/>
              <a:pathLst>
                <a:path w="8422" h="9024" extrusionOk="0">
                  <a:moveTo>
                    <a:pt x="4211" y="2006"/>
                  </a:moveTo>
                  <a:lnTo>
                    <a:pt x="5464" y="5540"/>
                  </a:lnTo>
                  <a:lnTo>
                    <a:pt x="2908" y="5540"/>
                  </a:lnTo>
                  <a:lnTo>
                    <a:pt x="4211" y="2006"/>
                  </a:lnTo>
                  <a:close/>
                  <a:moveTo>
                    <a:pt x="3434" y="1"/>
                  </a:moveTo>
                  <a:lnTo>
                    <a:pt x="0" y="9024"/>
                  </a:lnTo>
                  <a:lnTo>
                    <a:pt x="1805" y="9024"/>
                  </a:lnTo>
                  <a:lnTo>
                    <a:pt x="2632" y="6768"/>
                  </a:lnTo>
                  <a:lnTo>
                    <a:pt x="5790" y="6768"/>
                  </a:lnTo>
                  <a:lnTo>
                    <a:pt x="6617" y="9024"/>
                  </a:lnTo>
                  <a:lnTo>
                    <a:pt x="8422" y="9024"/>
                  </a:lnTo>
                  <a:lnTo>
                    <a:pt x="4988" y="1"/>
                  </a:ln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47" name="Google Shape;1347;p34"/>
            <p:cNvSpPr/>
            <p:nvPr/>
          </p:nvSpPr>
          <p:spPr>
            <a:xfrm>
              <a:off x="4867325" y="886600"/>
              <a:ext cx="188000" cy="225600"/>
            </a:xfrm>
            <a:custGeom>
              <a:avLst/>
              <a:gdLst/>
              <a:ahLst/>
              <a:cxnLst/>
              <a:rect l="l" t="t" r="r" b="b"/>
              <a:pathLst>
                <a:path w="7520" h="9024" extrusionOk="0">
                  <a:moveTo>
                    <a:pt x="0" y="1"/>
                  </a:moveTo>
                  <a:lnTo>
                    <a:pt x="0" y="1530"/>
                  </a:lnTo>
                  <a:lnTo>
                    <a:pt x="2883" y="1530"/>
                  </a:lnTo>
                  <a:lnTo>
                    <a:pt x="2883" y="9024"/>
                  </a:lnTo>
                  <a:lnTo>
                    <a:pt x="4637" y="9024"/>
                  </a:lnTo>
                  <a:lnTo>
                    <a:pt x="4637" y="1530"/>
                  </a:lnTo>
                  <a:lnTo>
                    <a:pt x="7519" y="1530"/>
                  </a:lnTo>
                  <a:lnTo>
                    <a:pt x="7519" y="1"/>
                  </a:ln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48" name="Google Shape;1348;p34"/>
            <p:cNvSpPr/>
            <p:nvPr/>
          </p:nvSpPr>
          <p:spPr>
            <a:xfrm>
              <a:off x="5108550" y="886600"/>
              <a:ext cx="43900" cy="225600"/>
            </a:xfrm>
            <a:custGeom>
              <a:avLst/>
              <a:gdLst/>
              <a:ahLst/>
              <a:cxnLst/>
              <a:rect l="l" t="t" r="r" b="b"/>
              <a:pathLst>
                <a:path w="1756" h="9024" extrusionOk="0">
                  <a:moveTo>
                    <a:pt x="1" y="1"/>
                  </a:moveTo>
                  <a:lnTo>
                    <a:pt x="1" y="9024"/>
                  </a:lnTo>
                  <a:lnTo>
                    <a:pt x="1755" y="9024"/>
                  </a:lnTo>
                  <a:lnTo>
                    <a:pt x="1755" y="1"/>
                  </a:ln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49" name="Google Shape;1349;p34"/>
            <p:cNvSpPr/>
            <p:nvPr/>
          </p:nvSpPr>
          <p:spPr>
            <a:xfrm>
              <a:off x="5211300" y="885350"/>
              <a:ext cx="219950" cy="228725"/>
            </a:xfrm>
            <a:custGeom>
              <a:avLst/>
              <a:gdLst/>
              <a:ahLst/>
              <a:cxnLst/>
              <a:rect l="l" t="t" r="r" b="b"/>
              <a:pathLst>
                <a:path w="8798" h="9149" extrusionOk="0">
                  <a:moveTo>
                    <a:pt x="4412" y="1555"/>
                  </a:moveTo>
                  <a:cubicBezTo>
                    <a:pt x="4813" y="1555"/>
                    <a:pt x="5189" y="1630"/>
                    <a:pt x="5490" y="1805"/>
                  </a:cubicBezTo>
                  <a:cubicBezTo>
                    <a:pt x="5841" y="1956"/>
                    <a:pt x="6116" y="2181"/>
                    <a:pt x="6317" y="2457"/>
                  </a:cubicBezTo>
                  <a:cubicBezTo>
                    <a:pt x="6567" y="2758"/>
                    <a:pt x="6743" y="3059"/>
                    <a:pt x="6843" y="3434"/>
                  </a:cubicBezTo>
                  <a:cubicBezTo>
                    <a:pt x="6968" y="3785"/>
                    <a:pt x="7044" y="4186"/>
                    <a:pt x="7044" y="4562"/>
                  </a:cubicBezTo>
                  <a:cubicBezTo>
                    <a:pt x="7044" y="4938"/>
                    <a:pt x="6968" y="5314"/>
                    <a:pt x="6868" y="5665"/>
                  </a:cubicBezTo>
                  <a:cubicBezTo>
                    <a:pt x="6743" y="6016"/>
                    <a:pt x="6592" y="6342"/>
                    <a:pt x="6342" y="6643"/>
                  </a:cubicBezTo>
                  <a:cubicBezTo>
                    <a:pt x="6141" y="6918"/>
                    <a:pt x="5866" y="7169"/>
                    <a:pt x="5540" y="7344"/>
                  </a:cubicBezTo>
                  <a:cubicBezTo>
                    <a:pt x="5214" y="7495"/>
                    <a:pt x="4838" y="7595"/>
                    <a:pt x="4412" y="7595"/>
                  </a:cubicBezTo>
                  <a:cubicBezTo>
                    <a:pt x="3986" y="7595"/>
                    <a:pt x="3610" y="7495"/>
                    <a:pt x="3284" y="7344"/>
                  </a:cubicBezTo>
                  <a:cubicBezTo>
                    <a:pt x="2958" y="7169"/>
                    <a:pt x="2683" y="6943"/>
                    <a:pt x="2457" y="6668"/>
                  </a:cubicBezTo>
                  <a:cubicBezTo>
                    <a:pt x="2257" y="6392"/>
                    <a:pt x="2081" y="6066"/>
                    <a:pt x="1956" y="5690"/>
                  </a:cubicBezTo>
                  <a:cubicBezTo>
                    <a:pt x="1831" y="5339"/>
                    <a:pt x="1780" y="4963"/>
                    <a:pt x="1780" y="4562"/>
                  </a:cubicBezTo>
                  <a:cubicBezTo>
                    <a:pt x="1780" y="4186"/>
                    <a:pt x="1831" y="3835"/>
                    <a:pt x="1931" y="3460"/>
                  </a:cubicBezTo>
                  <a:cubicBezTo>
                    <a:pt x="2056" y="3109"/>
                    <a:pt x="2232" y="2783"/>
                    <a:pt x="2457" y="2507"/>
                  </a:cubicBezTo>
                  <a:cubicBezTo>
                    <a:pt x="2683" y="2206"/>
                    <a:pt x="2958" y="1981"/>
                    <a:pt x="3284" y="1830"/>
                  </a:cubicBezTo>
                  <a:cubicBezTo>
                    <a:pt x="3610" y="1630"/>
                    <a:pt x="3986" y="1555"/>
                    <a:pt x="4412" y="1555"/>
                  </a:cubicBezTo>
                  <a:close/>
                  <a:moveTo>
                    <a:pt x="4437" y="1"/>
                  </a:moveTo>
                  <a:cubicBezTo>
                    <a:pt x="3810" y="1"/>
                    <a:pt x="3209" y="126"/>
                    <a:pt x="2658" y="377"/>
                  </a:cubicBezTo>
                  <a:cubicBezTo>
                    <a:pt x="2131" y="627"/>
                    <a:pt x="1655" y="953"/>
                    <a:pt x="1254" y="1379"/>
                  </a:cubicBezTo>
                  <a:cubicBezTo>
                    <a:pt x="878" y="1805"/>
                    <a:pt x="552" y="2282"/>
                    <a:pt x="327" y="2833"/>
                  </a:cubicBezTo>
                  <a:cubicBezTo>
                    <a:pt x="101" y="3384"/>
                    <a:pt x="1" y="3961"/>
                    <a:pt x="1" y="4562"/>
                  </a:cubicBezTo>
                  <a:cubicBezTo>
                    <a:pt x="1" y="5139"/>
                    <a:pt x="101" y="5715"/>
                    <a:pt x="327" y="6267"/>
                  </a:cubicBezTo>
                  <a:cubicBezTo>
                    <a:pt x="527" y="6793"/>
                    <a:pt x="828" y="7294"/>
                    <a:pt x="1204" y="7720"/>
                  </a:cubicBezTo>
                  <a:cubicBezTo>
                    <a:pt x="1605" y="8146"/>
                    <a:pt x="2056" y="8497"/>
                    <a:pt x="2582" y="8748"/>
                  </a:cubicBezTo>
                  <a:cubicBezTo>
                    <a:pt x="3134" y="9023"/>
                    <a:pt x="3735" y="9149"/>
                    <a:pt x="4387" y="9149"/>
                  </a:cubicBezTo>
                  <a:cubicBezTo>
                    <a:pt x="5039" y="9149"/>
                    <a:pt x="5615" y="9023"/>
                    <a:pt x="6166" y="8773"/>
                  </a:cubicBezTo>
                  <a:cubicBezTo>
                    <a:pt x="6693" y="8522"/>
                    <a:pt x="7169" y="8171"/>
                    <a:pt x="7570" y="7770"/>
                  </a:cubicBezTo>
                  <a:cubicBezTo>
                    <a:pt x="7946" y="7344"/>
                    <a:pt x="8247" y="6868"/>
                    <a:pt x="8472" y="6317"/>
                  </a:cubicBezTo>
                  <a:cubicBezTo>
                    <a:pt x="8698" y="5765"/>
                    <a:pt x="8798" y="5189"/>
                    <a:pt x="8798" y="4587"/>
                  </a:cubicBezTo>
                  <a:cubicBezTo>
                    <a:pt x="8798" y="4011"/>
                    <a:pt x="8698" y="3460"/>
                    <a:pt x="8497" y="2908"/>
                  </a:cubicBezTo>
                  <a:cubicBezTo>
                    <a:pt x="8272" y="2357"/>
                    <a:pt x="7971" y="1881"/>
                    <a:pt x="7595" y="1429"/>
                  </a:cubicBezTo>
                  <a:cubicBezTo>
                    <a:pt x="7219" y="1003"/>
                    <a:pt x="6768" y="652"/>
                    <a:pt x="6217" y="402"/>
                  </a:cubicBezTo>
                  <a:cubicBezTo>
                    <a:pt x="5690" y="126"/>
                    <a:pt x="5089" y="1"/>
                    <a:pt x="4437"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50" name="Google Shape;1350;p34"/>
            <p:cNvSpPr/>
            <p:nvPr/>
          </p:nvSpPr>
          <p:spPr>
            <a:xfrm>
              <a:off x="5490750" y="886600"/>
              <a:ext cx="195525" cy="225600"/>
            </a:xfrm>
            <a:custGeom>
              <a:avLst/>
              <a:gdLst/>
              <a:ahLst/>
              <a:cxnLst/>
              <a:rect l="l" t="t" r="r" b="b"/>
              <a:pathLst>
                <a:path w="7821" h="9024" extrusionOk="0">
                  <a:moveTo>
                    <a:pt x="1" y="1"/>
                  </a:moveTo>
                  <a:lnTo>
                    <a:pt x="1" y="9024"/>
                  </a:lnTo>
                  <a:lnTo>
                    <a:pt x="1755" y="9024"/>
                  </a:lnTo>
                  <a:lnTo>
                    <a:pt x="1755" y="3234"/>
                  </a:lnTo>
                  <a:lnTo>
                    <a:pt x="6392" y="9024"/>
                  </a:lnTo>
                  <a:lnTo>
                    <a:pt x="7821" y="9024"/>
                  </a:lnTo>
                  <a:lnTo>
                    <a:pt x="7821" y="26"/>
                  </a:lnTo>
                  <a:lnTo>
                    <a:pt x="6066" y="26"/>
                  </a:lnTo>
                  <a:lnTo>
                    <a:pt x="6066" y="5916"/>
                  </a:lnTo>
                  <a:lnTo>
                    <a:pt x="1354" y="1"/>
                  </a:ln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51" name="Google Shape;1351;p34"/>
            <p:cNvSpPr/>
            <p:nvPr/>
          </p:nvSpPr>
          <p:spPr>
            <a:xfrm>
              <a:off x="6297150" y="1991250"/>
              <a:ext cx="114700" cy="1138500"/>
            </a:xfrm>
            <a:custGeom>
              <a:avLst/>
              <a:gdLst/>
              <a:ahLst/>
              <a:cxnLst/>
              <a:rect l="l" t="t" r="r" b="b"/>
              <a:pathLst>
                <a:path w="4588" h="45540" extrusionOk="0">
                  <a:moveTo>
                    <a:pt x="1" y="1"/>
                  </a:moveTo>
                  <a:lnTo>
                    <a:pt x="1" y="45540"/>
                  </a:lnTo>
                  <a:lnTo>
                    <a:pt x="4587" y="45540"/>
                  </a:lnTo>
                  <a:lnTo>
                    <a:pt x="4587" y="1"/>
                  </a:ln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52" name="Google Shape;1352;p34"/>
            <p:cNvSpPr/>
            <p:nvPr/>
          </p:nvSpPr>
          <p:spPr>
            <a:xfrm>
              <a:off x="4166825" y="5218725"/>
              <a:ext cx="2245025" cy="244375"/>
            </a:xfrm>
            <a:custGeom>
              <a:avLst/>
              <a:gdLst/>
              <a:ahLst/>
              <a:cxnLst/>
              <a:rect l="l" t="t" r="r" b="b"/>
              <a:pathLst>
                <a:path w="89801" h="9775" extrusionOk="0">
                  <a:moveTo>
                    <a:pt x="89800" y="0"/>
                  </a:moveTo>
                  <a:lnTo>
                    <a:pt x="0" y="401"/>
                  </a:lnTo>
                  <a:lnTo>
                    <a:pt x="0" y="9775"/>
                  </a:lnTo>
                  <a:lnTo>
                    <a:pt x="89800" y="9775"/>
                  </a:lnTo>
                  <a:lnTo>
                    <a:pt x="89800" y="0"/>
                  </a:lnTo>
                  <a:close/>
                </a:path>
              </a:pathLst>
            </a:custGeom>
            <a:solidFill>
              <a:srgbClr val="0070C0"/>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53" name="Google Shape;1353;p34"/>
            <p:cNvSpPr/>
            <p:nvPr/>
          </p:nvSpPr>
          <p:spPr>
            <a:xfrm>
              <a:off x="4166825" y="3055800"/>
              <a:ext cx="2245025" cy="2172975"/>
            </a:xfrm>
            <a:custGeom>
              <a:avLst/>
              <a:gdLst/>
              <a:ahLst/>
              <a:cxnLst/>
              <a:rect l="l" t="t" r="r" b="b"/>
              <a:pathLst>
                <a:path w="89801" h="86919" extrusionOk="0">
                  <a:moveTo>
                    <a:pt x="72306" y="0"/>
                  </a:moveTo>
                  <a:lnTo>
                    <a:pt x="0" y="86918"/>
                  </a:lnTo>
                  <a:lnTo>
                    <a:pt x="89800" y="86918"/>
                  </a:lnTo>
                  <a:lnTo>
                    <a:pt x="89800" y="0"/>
                  </a:lnTo>
                  <a:close/>
                </a:path>
              </a:pathLst>
            </a:custGeom>
            <a:solidFill>
              <a:schemeClr val="accent4">
                <a:lumMod val="50000"/>
              </a:schemeClr>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1354" name="Google Shape;1354;p34"/>
            <p:cNvSpPr/>
            <p:nvPr/>
          </p:nvSpPr>
          <p:spPr>
            <a:xfrm>
              <a:off x="4741375" y="4978125"/>
              <a:ext cx="1599675" cy="25"/>
            </a:xfrm>
            <a:custGeom>
              <a:avLst/>
              <a:gdLst/>
              <a:ahLst/>
              <a:cxnLst/>
              <a:rect l="l" t="t" r="r" b="b"/>
              <a:pathLst>
                <a:path w="63987" h="1" fill="none" extrusionOk="0">
                  <a:moveTo>
                    <a:pt x="1" y="0"/>
                  </a:moveTo>
                  <a:lnTo>
                    <a:pt x="63986" y="0"/>
                  </a:lnTo>
                </a:path>
              </a:pathLst>
            </a:custGeom>
            <a:noFill/>
            <a:ln w="20675" cap="flat" cmpd="sng">
              <a:solidFill>
                <a:srgbClr val="FCFCFC"/>
              </a:solidFill>
              <a:prstDash val="solid"/>
              <a:miter lim="25062"/>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55" name="Google Shape;1355;p34"/>
            <p:cNvSpPr/>
            <p:nvPr/>
          </p:nvSpPr>
          <p:spPr>
            <a:xfrm>
              <a:off x="5002025" y="4716825"/>
              <a:ext cx="1338400" cy="25"/>
            </a:xfrm>
            <a:custGeom>
              <a:avLst/>
              <a:gdLst/>
              <a:ahLst/>
              <a:cxnLst/>
              <a:rect l="l" t="t" r="r" b="b"/>
              <a:pathLst>
                <a:path w="53536" h="1" fill="none" extrusionOk="0">
                  <a:moveTo>
                    <a:pt x="1" y="1"/>
                  </a:moveTo>
                  <a:lnTo>
                    <a:pt x="53535" y="1"/>
                  </a:lnTo>
                </a:path>
              </a:pathLst>
            </a:custGeom>
            <a:noFill/>
            <a:ln w="20675" cap="flat" cmpd="sng">
              <a:solidFill>
                <a:srgbClr val="FCFCFC"/>
              </a:solidFill>
              <a:prstDash val="solid"/>
              <a:miter lim="25062"/>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56" name="Google Shape;1356;p34"/>
            <p:cNvSpPr/>
            <p:nvPr/>
          </p:nvSpPr>
          <p:spPr>
            <a:xfrm>
              <a:off x="5263325" y="4455550"/>
              <a:ext cx="1074575" cy="25"/>
            </a:xfrm>
            <a:custGeom>
              <a:avLst/>
              <a:gdLst/>
              <a:ahLst/>
              <a:cxnLst/>
              <a:rect l="l" t="t" r="r" b="b"/>
              <a:pathLst>
                <a:path w="42983" h="1" fill="none" extrusionOk="0">
                  <a:moveTo>
                    <a:pt x="0" y="1"/>
                  </a:moveTo>
                  <a:lnTo>
                    <a:pt x="42983" y="1"/>
                  </a:lnTo>
                </a:path>
              </a:pathLst>
            </a:custGeom>
            <a:noFill/>
            <a:ln w="20675" cap="flat" cmpd="sng">
              <a:solidFill>
                <a:srgbClr val="FCFCFC"/>
              </a:solidFill>
              <a:prstDash val="solid"/>
              <a:miter lim="25062"/>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57" name="Google Shape;1357;p34"/>
            <p:cNvSpPr/>
            <p:nvPr/>
          </p:nvSpPr>
          <p:spPr>
            <a:xfrm>
              <a:off x="5482625" y="4194900"/>
              <a:ext cx="855900" cy="25"/>
            </a:xfrm>
            <a:custGeom>
              <a:avLst/>
              <a:gdLst/>
              <a:ahLst/>
              <a:cxnLst/>
              <a:rect l="l" t="t" r="r" b="b"/>
              <a:pathLst>
                <a:path w="34236" h="1" fill="none" extrusionOk="0">
                  <a:moveTo>
                    <a:pt x="0" y="1"/>
                  </a:moveTo>
                  <a:lnTo>
                    <a:pt x="34236" y="1"/>
                  </a:lnTo>
                </a:path>
              </a:pathLst>
            </a:custGeom>
            <a:noFill/>
            <a:ln w="20675" cap="flat" cmpd="sng">
              <a:solidFill>
                <a:srgbClr val="FCFCFC"/>
              </a:solidFill>
              <a:prstDash val="solid"/>
              <a:miter lim="25062"/>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58" name="Google Shape;1358;p34"/>
            <p:cNvSpPr/>
            <p:nvPr/>
          </p:nvSpPr>
          <p:spPr>
            <a:xfrm>
              <a:off x="5659925" y="3933625"/>
              <a:ext cx="677350" cy="25"/>
            </a:xfrm>
            <a:custGeom>
              <a:avLst/>
              <a:gdLst/>
              <a:ahLst/>
              <a:cxnLst/>
              <a:rect l="l" t="t" r="r" b="b"/>
              <a:pathLst>
                <a:path w="27094" h="1" fill="none" extrusionOk="0">
                  <a:moveTo>
                    <a:pt x="1" y="0"/>
                  </a:moveTo>
                  <a:lnTo>
                    <a:pt x="27094" y="0"/>
                  </a:lnTo>
                </a:path>
              </a:pathLst>
            </a:custGeom>
            <a:noFill/>
            <a:ln w="20675" cap="flat" cmpd="sng">
              <a:solidFill>
                <a:srgbClr val="FCFCFC"/>
              </a:solidFill>
              <a:prstDash val="solid"/>
              <a:miter lim="25062"/>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59" name="Google Shape;1359;p34"/>
            <p:cNvSpPr/>
            <p:nvPr/>
          </p:nvSpPr>
          <p:spPr>
            <a:xfrm>
              <a:off x="5921225" y="3672350"/>
              <a:ext cx="420450" cy="25"/>
            </a:xfrm>
            <a:custGeom>
              <a:avLst/>
              <a:gdLst/>
              <a:ahLst/>
              <a:cxnLst/>
              <a:rect l="l" t="t" r="r" b="b"/>
              <a:pathLst>
                <a:path w="16818" h="1" fill="none" extrusionOk="0">
                  <a:moveTo>
                    <a:pt x="0" y="0"/>
                  </a:moveTo>
                  <a:lnTo>
                    <a:pt x="16817" y="0"/>
                  </a:lnTo>
                </a:path>
              </a:pathLst>
            </a:custGeom>
            <a:noFill/>
            <a:ln w="20675" cap="flat" cmpd="sng">
              <a:solidFill>
                <a:srgbClr val="FCFCFC"/>
              </a:solidFill>
              <a:prstDash val="solid"/>
              <a:miter lim="25062"/>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60" name="Google Shape;1360;p34"/>
            <p:cNvSpPr/>
            <p:nvPr/>
          </p:nvSpPr>
          <p:spPr>
            <a:xfrm>
              <a:off x="6098525" y="3411700"/>
              <a:ext cx="243150" cy="25"/>
            </a:xfrm>
            <a:custGeom>
              <a:avLst/>
              <a:gdLst/>
              <a:ahLst/>
              <a:cxnLst/>
              <a:rect l="l" t="t" r="r" b="b"/>
              <a:pathLst>
                <a:path w="9726" h="1" fill="none" extrusionOk="0">
                  <a:moveTo>
                    <a:pt x="1" y="0"/>
                  </a:moveTo>
                  <a:lnTo>
                    <a:pt x="9725" y="0"/>
                  </a:lnTo>
                </a:path>
              </a:pathLst>
            </a:custGeom>
            <a:noFill/>
            <a:ln w="20675" cap="flat" cmpd="sng">
              <a:solidFill>
                <a:srgbClr val="FCFCFC"/>
              </a:solidFill>
              <a:prstDash val="solid"/>
              <a:miter lim="25062"/>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61" name="Google Shape;1361;p34"/>
            <p:cNvSpPr/>
            <p:nvPr/>
          </p:nvSpPr>
          <p:spPr>
            <a:xfrm>
              <a:off x="6216325" y="3228725"/>
              <a:ext cx="125350" cy="25"/>
            </a:xfrm>
            <a:custGeom>
              <a:avLst/>
              <a:gdLst/>
              <a:ahLst/>
              <a:cxnLst/>
              <a:rect l="l" t="t" r="r" b="b"/>
              <a:pathLst>
                <a:path w="5014" h="1" fill="none" extrusionOk="0">
                  <a:moveTo>
                    <a:pt x="1" y="1"/>
                  </a:moveTo>
                  <a:lnTo>
                    <a:pt x="5013" y="1"/>
                  </a:lnTo>
                </a:path>
              </a:pathLst>
            </a:custGeom>
            <a:noFill/>
            <a:ln w="20675" cap="flat" cmpd="sng">
              <a:solidFill>
                <a:srgbClr val="FCFCFC"/>
              </a:solidFill>
              <a:prstDash val="solid"/>
              <a:miter lim="25062"/>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
        <p:nvSpPr>
          <p:cNvPr id="1362" name="Google Shape;1362;p34"/>
          <p:cNvSpPr/>
          <p:nvPr/>
        </p:nvSpPr>
        <p:spPr>
          <a:xfrm>
            <a:off x="3743350" y="359025"/>
            <a:ext cx="1149750" cy="1149725"/>
          </a:xfrm>
          <a:custGeom>
            <a:avLst/>
            <a:gdLst/>
            <a:ahLst/>
            <a:cxnLst/>
            <a:rect l="l" t="t" r="r" b="b"/>
            <a:pathLst>
              <a:path w="45990" h="45989" extrusionOk="0">
                <a:moveTo>
                  <a:pt x="1" y="22995"/>
                </a:moveTo>
                <a:cubicBezTo>
                  <a:pt x="1" y="35691"/>
                  <a:pt x="10299" y="45989"/>
                  <a:pt x="22995" y="45989"/>
                </a:cubicBezTo>
                <a:lnTo>
                  <a:pt x="22995" y="45989"/>
                </a:lnTo>
                <a:cubicBezTo>
                  <a:pt x="35691" y="45989"/>
                  <a:pt x="45989" y="35691"/>
                  <a:pt x="45989" y="22995"/>
                </a:cubicBezTo>
                <a:lnTo>
                  <a:pt x="45989" y="22995"/>
                </a:lnTo>
                <a:cubicBezTo>
                  <a:pt x="45989" y="10298"/>
                  <a:pt x="35691" y="0"/>
                  <a:pt x="22995" y="0"/>
                </a:cubicBezTo>
                <a:lnTo>
                  <a:pt x="22995" y="0"/>
                </a:lnTo>
                <a:cubicBezTo>
                  <a:pt x="10299" y="0"/>
                  <a:pt x="1" y="10298"/>
                  <a:pt x="1" y="22995"/>
                </a:cubicBezTo>
                <a:close/>
              </a:path>
            </a:pathLst>
          </a:custGeom>
          <a:solidFill>
            <a:srgbClr val="0070C0"/>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63" name="Google Shape;1363;p34"/>
          <p:cNvSpPr/>
          <p:nvPr/>
        </p:nvSpPr>
        <p:spPr>
          <a:xfrm>
            <a:off x="1704525" y="271725"/>
            <a:ext cx="3403700" cy="364450"/>
          </a:xfrm>
          <a:custGeom>
            <a:avLst/>
            <a:gdLst/>
            <a:ahLst/>
            <a:cxnLst/>
            <a:rect l="l" t="t" r="r" b="b"/>
            <a:pathLst>
              <a:path w="136148" h="14578" extrusionOk="0">
                <a:moveTo>
                  <a:pt x="102228" y="0"/>
                </a:moveTo>
                <a:cubicBezTo>
                  <a:pt x="82573" y="0"/>
                  <a:pt x="77181" y="2414"/>
                  <a:pt x="85034" y="3088"/>
                </a:cubicBezTo>
                <a:cubicBezTo>
                  <a:pt x="92886" y="3762"/>
                  <a:pt x="106946" y="7900"/>
                  <a:pt x="64140" y="7900"/>
                </a:cubicBezTo>
                <a:cubicBezTo>
                  <a:pt x="46663" y="7900"/>
                  <a:pt x="0" y="14577"/>
                  <a:pt x="71460" y="14577"/>
                </a:cubicBezTo>
                <a:lnTo>
                  <a:pt x="116790" y="14577"/>
                </a:lnTo>
                <a:cubicBezTo>
                  <a:pt x="136147" y="14577"/>
                  <a:pt x="125849" y="8997"/>
                  <a:pt x="112542" y="8997"/>
                </a:cubicBezTo>
                <a:cubicBezTo>
                  <a:pt x="106225" y="8997"/>
                  <a:pt x="134110" y="0"/>
                  <a:pt x="102228" y="0"/>
                </a:cubicBezTo>
                <a:close/>
              </a:path>
            </a:pathLst>
          </a:custGeom>
          <a:solidFill>
            <a:srgbClr val="FFFFFF">
              <a:alpha val="41070"/>
            </a:srgbClr>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64" name="Google Shape;1364;p34"/>
          <p:cNvSpPr/>
          <p:nvPr/>
        </p:nvSpPr>
        <p:spPr>
          <a:xfrm rot="-2231248" flipH="1">
            <a:off x="5706368" y="747535"/>
            <a:ext cx="240403" cy="114379"/>
          </a:xfrm>
          <a:custGeom>
            <a:avLst/>
            <a:gdLst/>
            <a:ahLst/>
            <a:cxnLst/>
            <a:rect l="l" t="t" r="r" b="b"/>
            <a:pathLst>
              <a:path w="2560" h="1218" extrusionOk="0">
                <a:moveTo>
                  <a:pt x="2192" y="116"/>
                </a:moveTo>
                <a:cubicBezTo>
                  <a:pt x="2088" y="169"/>
                  <a:pt x="1972" y="231"/>
                  <a:pt x="1867" y="305"/>
                </a:cubicBezTo>
                <a:lnTo>
                  <a:pt x="1867" y="305"/>
                </a:lnTo>
                <a:cubicBezTo>
                  <a:pt x="1762" y="378"/>
                  <a:pt x="1668" y="462"/>
                  <a:pt x="1574" y="557"/>
                </a:cubicBezTo>
                <a:lnTo>
                  <a:pt x="1574" y="557"/>
                </a:lnTo>
                <a:cubicBezTo>
                  <a:pt x="1521" y="598"/>
                  <a:pt x="1479" y="651"/>
                  <a:pt x="1437" y="714"/>
                </a:cubicBezTo>
                <a:lnTo>
                  <a:pt x="1437" y="714"/>
                </a:lnTo>
                <a:cubicBezTo>
                  <a:pt x="1354" y="661"/>
                  <a:pt x="1280" y="630"/>
                  <a:pt x="1207" y="609"/>
                </a:cubicBezTo>
                <a:lnTo>
                  <a:pt x="1207" y="609"/>
                </a:lnTo>
                <a:cubicBezTo>
                  <a:pt x="1070" y="557"/>
                  <a:pt x="934" y="525"/>
                  <a:pt x="798" y="515"/>
                </a:cubicBezTo>
                <a:lnTo>
                  <a:pt x="798" y="515"/>
                </a:lnTo>
                <a:cubicBezTo>
                  <a:pt x="672" y="494"/>
                  <a:pt x="536" y="494"/>
                  <a:pt x="399" y="494"/>
                </a:cubicBezTo>
                <a:lnTo>
                  <a:pt x="399" y="494"/>
                </a:lnTo>
                <a:cubicBezTo>
                  <a:pt x="263" y="504"/>
                  <a:pt x="137" y="515"/>
                  <a:pt x="1" y="546"/>
                </a:cubicBezTo>
                <a:lnTo>
                  <a:pt x="1" y="546"/>
                </a:lnTo>
                <a:cubicBezTo>
                  <a:pt x="252" y="630"/>
                  <a:pt x="504" y="703"/>
                  <a:pt x="745" y="787"/>
                </a:cubicBezTo>
                <a:lnTo>
                  <a:pt x="745" y="787"/>
                </a:lnTo>
                <a:cubicBezTo>
                  <a:pt x="861" y="829"/>
                  <a:pt x="976" y="861"/>
                  <a:pt x="1081" y="913"/>
                </a:cubicBezTo>
                <a:lnTo>
                  <a:pt x="1081" y="913"/>
                </a:lnTo>
                <a:cubicBezTo>
                  <a:pt x="1186" y="965"/>
                  <a:pt x="1291" y="1018"/>
                  <a:pt x="1364" y="1081"/>
                </a:cubicBezTo>
                <a:lnTo>
                  <a:pt x="1364" y="1081"/>
                </a:lnTo>
                <a:lnTo>
                  <a:pt x="1521" y="1217"/>
                </a:lnTo>
                <a:lnTo>
                  <a:pt x="1626" y="1039"/>
                </a:lnTo>
                <a:cubicBezTo>
                  <a:pt x="1731" y="861"/>
                  <a:pt x="1888" y="682"/>
                  <a:pt x="2046" y="504"/>
                </a:cubicBezTo>
                <a:lnTo>
                  <a:pt x="2046" y="504"/>
                </a:lnTo>
                <a:cubicBezTo>
                  <a:pt x="2203" y="336"/>
                  <a:pt x="2371" y="169"/>
                  <a:pt x="2559" y="1"/>
                </a:cubicBezTo>
                <a:lnTo>
                  <a:pt x="2559" y="1"/>
                </a:lnTo>
                <a:cubicBezTo>
                  <a:pt x="2434" y="11"/>
                  <a:pt x="2308" y="64"/>
                  <a:pt x="2192" y="116"/>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 name="Google Shape;1273;p34">
            <a:extLst>
              <a:ext uri="{FF2B5EF4-FFF2-40B4-BE49-F238E27FC236}">
                <a16:creationId xmlns:a16="http://schemas.microsoft.com/office/drawing/2014/main" id="{6901BDF7-1CD6-C10B-68CA-AD0E18C6E4A4}"/>
              </a:ext>
            </a:extLst>
          </p:cNvPr>
          <p:cNvSpPr txBox="1">
            <a:spLocks noGrp="1"/>
          </p:cNvSpPr>
          <p:nvPr>
            <p:ph type="title"/>
          </p:nvPr>
        </p:nvSpPr>
        <p:spPr>
          <a:xfrm>
            <a:off x="-72772" y="2678314"/>
            <a:ext cx="6524996" cy="1118400"/>
          </a:xfrm>
          <a:prstGeom prst="rect">
            <a:avLst/>
          </a:prstGeom>
        </p:spPr>
        <p:txBody>
          <a:bodyPr spcFirstLastPara="1" wrap="square" lIns="91425" tIns="91425" rIns="91425" bIns="91425" anchor="ctr" anchorCtr="0">
            <a:noAutofit/>
          </a:bodyPr>
          <a:lstStyle/>
          <a:p>
            <a:pPr lvl="0"/>
            <a:r>
              <a:rPr lang="en-US" sz="5400" dirty="0"/>
              <a:t>Recommendation</a:t>
            </a:r>
            <a:endParaRPr lang="en-US" sz="5400" i="1" dirty="0"/>
          </a:p>
        </p:txBody>
      </p:sp>
    </p:spTree>
    <p:extLst>
      <p:ext uri="{BB962C8B-B14F-4D97-AF65-F5344CB8AC3E}">
        <p14:creationId xmlns:p14="http://schemas.microsoft.com/office/powerpoint/2010/main" val="37020161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7" presetClass="path" presetSubtype="0" accel="50000" decel="50000" fill="hold" nodeType="afterEffect">
                                  <p:stCondLst>
                                    <p:cond delay="0"/>
                                  </p:stCondLst>
                                  <p:childTnLst>
                                    <p:animMotion origin="layout" path="M 0.34843 -0.26172 C 0.37048 -0.24938 0.34062 -0.24598 0.30903 -0.22376 C 0.27743 -0.20031 0.20173 -0.15401 0.1585 -0.12407 C 0.1151 -0.09382 0.03559 -0.03179 0.04948 -0.04105 C 0.07153 -0.05432 -0.39011 0.15062 -0.36736 0.1392 " pathEditMode="relative" rAng="0" ptsTypes="AAAAA">
                                      <p:cBhvr>
                                        <p:cTn id="6" dur="1000" fill="hold"/>
                                        <p:tgtEl>
                                          <p:spTgt spid="4"/>
                                        </p:tgtEl>
                                        <p:attrNameLst>
                                          <p:attrName>ppt_x</p:attrName>
                                          <p:attrName>ppt_y</p:attrName>
                                        </p:attrNameLst>
                                      </p:cBhvr>
                                      <p:rCtr x="-35451" y="20062"/>
                                    </p:animMotion>
                                  </p:childTnLst>
                                </p:cTn>
                              </p:par>
                              <p:par>
                                <p:cTn id="7" presetID="53" presetClass="entr" presetSubtype="16" fill="hold" nodeType="withEffect">
                                  <p:stCondLst>
                                    <p:cond delay="0"/>
                                  </p:stCondLst>
                                  <p:childTnLst>
                                    <p:set>
                                      <p:cBhvr>
                                        <p:cTn id="8" dur="1" fill="hold">
                                          <p:stCondLst>
                                            <p:cond delay="0"/>
                                          </p:stCondLst>
                                        </p:cTn>
                                        <p:tgtEl>
                                          <p:spTgt spid="4"/>
                                        </p:tgtEl>
                                        <p:attrNameLst>
                                          <p:attrName>style.visibility</p:attrName>
                                        </p:attrNameLst>
                                      </p:cBhvr>
                                      <p:to>
                                        <p:strVal val="visible"/>
                                      </p:to>
                                    </p:set>
                                    <p:anim calcmode="lin" valueType="num">
                                      <p:cBhvr>
                                        <p:cTn id="9" dur="1000" fill="hold"/>
                                        <p:tgtEl>
                                          <p:spTgt spid="4"/>
                                        </p:tgtEl>
                                        <p:attrNameLst>
                                          <p:attrName>ppt_w</p:attrName>
                                        </p:attrNameLst>
                                      </p:cBhvr>
                                      <p:tavLst>
                                        <p:tav tm="0">
                                          <p:val>
                                            <p:fltVal val="0"/>
                                          </p:val>
                                        </p:tav>
                                        <p:tav tm="100000">
                                          <p:val>
                                            <p:strVal val="#ppt_w"/>
                                          </p:val>
                                        </p:tav>
                                      </p:tavLst>
                                    </p:anim>
                                    <p:anim calcmode="lin" valueType="num">
                                      <p:cBhvr>
                                        <p:cTn id="10" dur="1000" fill="hold"/>
                                        <p:tgtEl>
                                          <p:spTgt spid="4"/>
                                        </p:tgtEl>
                                        <p:attrNameLst>
                                          <p:attrName>ppt_h</p:attrName>
                                        </p:attrNameLst>
                                      </p:cBhvr>
                                      <p:tavLst>
                                        <p:tav tm="0">
                                          <p:val>
                                            <p:fltVal val="0"/>
                                          </p:val>
                                        </p:tav>
                                        <p:tav tm="100000">
                                          <p:val>
                                            <p:strVal val="#ppt_h"/>
                                          </p:val>
                                        </p:tav>
                                      </p:tavLst>
                                    </p:anim>
                                    <p:animEffect transition="in" filter="fade">
                                      <p:cBhvr>
                                        <p:cTn id="11"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 name="Google Shape;1534;p36">
            <a:extLst>
              <a:ext uri="{FF2B5EF4-FFF2-40B4-BE49-F238E27FC236}">
                <a16:creationId xmlns:a16="http://schemas.microsoft.com/office/drawing/2014/main" id="{69C0E481-1A7C-8DFF-E143-F58CFD321E08}"/>
              </a:ext>
            </a:extLst>
          </p:cNvPr>
          <p:cNvGrpSpPr/>
          <p:nvPr/>
        </p:nvGrpSpPr>
        <p:grpSpPr>
          <a:xfrm>
            <a:off x="0" y="4421430"/>
            <a:ext cx="9276783" cy="1398672"/>
            <a:chOff x="-139347" y="3868275"/>
            <a:chExt cx="9276783" cy="1398672"/>
          </a:xfrm>
          <a:solidFill>
            <a:srgbClr val="091359"/>
          </a:solidFill>
        </p:grpSpPr>
        <p:sp>
          <p:nvSpPr>
            <p:cNvPr id="26" name="Google Shape;1535;p36">
              <a:extLst>
                <a:ext uri="{FF2B5EF4-FFF2-40B4-BE49-F238E27FC236}">
                  <a16:creationId xmlns:a16="http://schemas.microsoft.com/office/drawing/2014/main" id="{89AF1B9C-9B87-9AF0-0C2B-D6FDEF03DF0B}"/>
                </a:ext>
              </a:extLst>
            </p:cNvPr>
            <p:cNvSpPr/>
            <p:nvPr/>
          </p:nvSpPr>
          <p:spPr>
            <a:xfrm flipH="1">
              <a:off x="-139347" y="4015425"/>
              <a:ext cx="9276772" cy="548850"/>
            </a:xfrm>
            <a:custGeom>
              <a:avLst/>
              <a:gdLst/>
              <a:ahLst/>
              <a:cxnLst/>
              <a:rect l="l" t="t" r="r" b="b"/>
              <a:pathLst>
                <a:path w="219946" h="21954" extrusionOk="0">
                  <a:moveTo>
                    <a:pt x="0" y="12956"/>
                  </a:moveTo>
                  <a:lnTo>
                    <a:pt x="0" y="21954"/>
                  </a:lnTo>
                  <a:lnTo>
                    <a:pt x="219946" y="8998"/>
                  </a:lnTo>
                  <a:lnTo>
                    <a:pt x="219946"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7" name="Google Shape;1536;p36">
              <a:extLst>
                <a:ext uri="{FF2B5EF4-FFF2-40B4-BE49-F238E27FC236}">
                  <a16:creationId xmlns:a16="http://schemas.microsoft.com/office/drawing/2014/main" id="{C962049F-7EAE-45FF-9475-2EE4F0DF3B4E}"/>
                </a:ext>
              </a:extLst>
            </p:cNvPr>
            <p:cNvGrpSpPr/>
            <p:nvPr/>
          </p:nvGrpSpPr>
          <p:grpSpPr>
            <a:xfrm flipH="1">
              <a:off x="2134836" y="4216900"/>
              <a:ext cx="3484400" cy="1050047"/>
              <a:chOff x="3379075" y="4216900"/>
              <a:chExt cx="3484400" cy="1050047"/>
            </a:xfrm>
            <a:grpFill/>
          </p:grpSpPr>
          <p:sp>
            <p:nvSpPr>
              <p:cNvPr id="87" name="Google Shape;1537;p36">
                <a:extLst>
                  <a:ext uri="{FF2B5EF4-FFF2-40B4-BE49-F238E27FC236}">
                    <a16:creationId xmlns:a16="http://schemas.microsoft.com/office/drawing/2014/main" id="{5713E945-E397-67EA-EAF1-D77279F6DC33}"/>
                  </a:ext>
                </a:extLst>
              </p:cNvPr>
              <p:cNvSpPr/>
              <p:nvPr/>
            </p:nvSpPr>
            <p:spPr>
              <a:xfrm>
                <a:off x="6638025" y="4216900"/>
                <a:ext cx="225450" cy="266525"/>
              </a:xfrm>
              <a:custGeom>
                <a:avLst/>
                <a:gdLst/>
                <a:ahLst/>
                <a:cxnLst/>
                <a:rect l="l" t="t" r="r" b="b"/>
                <a:pathLst>
                  <a:path w="9018" h="10661" extrusionOk="0">
                    <a:moveTo>
                      <a:pt x="1" y="10660"/>
                    </a:moveTo>
                    <a:lnTo>
                      <a:pt x="9017" y="10660"/>
                    </a:lnTo>
                    <a:lnTo>
                      <a:pt x="9017"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1538;p36">
                <a:extLst>
                  <a:ext uri="{FF2B5EF4-FFF2-40B4-BE49-F238E27FC236}">
                    <a16:creationId xmlns:a16="http://schemas.microsoft.com/office/drawing/2014/main" id="{D3BFE6C1-A617-DD21-1BCA-EA4A8EBDF3CD}"/>
                  </a:ext>
                </a:extLst>
              </p:cNvPr>
              <p:cNvSpPr/>
              <p:nvPr/>
            </p:nvSpPr>
            <p:spPr>
              <a:xfrm>
                <a:off x="5628575" y="4216900"/>
                <a:ext cx="225425" cy="266525"/>
              </a:xfrm>
              <a:custGeom>
                <a:avLst/>
                <a:gdLst/>
                <a:ahLst/>
                <a:cxnLst/>
                <a:rect l="l" t="t" r="r" b="b"/>
                <a:pathLst>
                  <a:path w="9017" h="10661" extrusionOk="0">
                    <a:moveTo>
                      <a:pt x="0" y="10660"/>
                    </a:moveTo>
                    <a:lnTo>
                      <a:pt x="9017" y="10660"/>
                    </a:lnTo>
                    <a:lnTo>
                      <a:pt x="9017"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1539;p36">
                <a:extLst>
                  <a:ext uri="{FF2B5EF4-FFF2-40B4-BE49-F238E27FC236}">
                    <a16:creationId xmlns:a16="http://schemas.microsoft.com/office/drawing/2014/main" id="{93BE9C1F-C27E-6192-934F-EF6F41DF4331}"/>
                  </a:ext>
                </a:extLst>
              </p:cNvPr>
              <p:cNvSpPr/>
              <p:nvPr/>
            </p:nvSpPr>
            <p:spPr>
              <a:xfrm>
                <a:off x="5700425" y="4473175"/>
                <a:ext cx="72850" cy="792553"/>
              </a:xfrm>
              <a:custGeom>
                <a:avLst/>
                <a:gdLst/>
                <a:ahLst/>
                <a:cxnLst/>
                <a:rect l="l" t="t" r="r" b="b"/>
                <a:pathLst>
                  <a:path w="2914" h="48780" extrusionOk="0">
                    <a:moveTo>
                      <a:pt x="1" y="48780"/>
                    </a:moveTo>
                    <a:lnTo>
                      <a:pt x="2913" y="48780"/>
                    </a:lnTo>
                    <a:lnTo>
                      <a:pt x="291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1540;p36">
                <a:extLst>
                  <a:ext uri="{FF2B5EF4-FFF2-40B4-BE49-F238E27FC236}">
                    <a16:creationId xmlns:a16="http://schemas.microsoft.com/office/drawing/2014/main" id="{1CD70B06-D350-3926-587D-A2E3E780A67D}"/>
                  </a:ext>
                </a:extLst>
              </p:cNvPr>
              <p:cNvSpPr/>
              <p:nvPr/>
            </p:nvSpPr>
            <p:spPr>
              <a:xfrm>
                <a:off x="4520150" y="4293100"/>
                <a:ext cx="225450" cy="266525"/>
              </a:xfrm>
              <a:custGeom>
                <a:avLst/>
                <a:gdLst/>
                <a:ahLst/>
                <a:cxnLst/>
                <a:rect l="l" t="t" r="r" b="b"/>
                <a:pathLst>
                  <a:path w="9018" h="10661" extrusionOk="0">
                    <a:moveTo>
                      <a:pt x="1" y="10660"/>
                    </a:moveTo>
                    <a:lnTo>
                      <a:pt x="9017" y="10660"/>
                    </a:lnTo>
                    <a:lnTo>
                      <a:pt x="9017"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1541;p36">
                <a:extLst>
                  <a:ext uri="{FF2B5EF4-FFF2-40B4-BE49-F238E27FC236}">
                    <a16:creationId xmlns:a16="http://schemas.microsoft.com/office/drawing/2014/main" id="{88763C1F-FEE5-43B9-D18F-6EE0FC4AFF5D}"/>
                  </a:ext>
                </a:extLst>
              </p:cNvPr>
              <p:cNvSpPr/>
              <p:nvPr/>
            </p:nvSpPr>
            <p:spPr>
              <a:xfrm>
                <a:off x="4592025" y="4473175"/>
                <a:ext cx="72825" cy="792553"/>
              </a:xfrm>
              <a:custGeom>
                <a:avLst/>
                <a:gdLst/>
                <a:ahLst/>
                <a:cxnLst/>
                <a:rect l="l" t="t" r="r" b="b"/>
                <a:pathLst>
                  <a:path w="2913" h="48780" extrusionOk="0">
                    <a:moveTo>
                      <a:pt x="1" y="48780"/>
                    </a:moveTo>
                    <a:lnTo>
                      <a:pt x="2913" y="48780"/>
                    </a:lnTo>
                    <a:lnTo>
                      <a:pt x="291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1542;p36">
                <a:extLst>
                  <a:ext uri="{FF2B5EF4-FFF2-40B4-BE49-F238E27FC236}">
                    <a16:creationId xmlns:a16="http://schemas.microsoft.com/office/drawing/2014/main" id="{D06B1159-567A-3EB8-69E6-8C4C3671E48A}"/>
                  </a:ext>
                </a:extLst>
              </p:cNvPr>
              <p:cNvSpPr/>
              <p:nvPr/>
            </p:nvSpPr>
            <p:spPr>
              <a:xfrm>
                <a:off x="3379075" y="4327650"/>
                <a:ext cx="225450" cy="262300"/>
              </a:xfrm>
              <a:custGeom>
                <a:avLst/>
                <a:gdLst/>
                <a:ahLst/>
                <a:cxnLst/>
                <a:rect l="l" t="t" r="r" b="b"/>
                <a:pathLst>
                  <a:path w="9018" h="10492" extrusionOk="0">
                    <a:moveTo>
                      <a:pt x="1" y="10492"/>
                    </a:moveTo>
                    <a:lnTo>
                      <a:pt x="9017" y="10492"/>
                    </a:lnTo>
                    <a:lnTo>
                      <a:pt x="9017" y="0"/>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1543;p36">
                <a:extLst>
                  <a:ext uri="{FF2B5EF4-FFF2-40B4-BE49-F238E27FC236}">
                    <a16:creationId xmlns:a16="http://schemas.microsoft.com/office/drawing/2014/main" id="{BD98C59D-D6EF-491D-AA53-ABD76B4A2623}"/>
                  </a:ext>
                </a:extLst>
              </p:cNvPr>
              <p:cNvSpPr/>
              <p:nvPr/>
            </p:nvSpPr>
            <p:spPr>
              <a:xfrm>
                <a:off x="3450950" y="4494102"/>
                <a:ext cx="72825" cy="772845"/>
              </a:xfrm>
              <a:custGeom>
                <a:avLst/>
                <a:gdLst/>
                <a:ahLst/>
                <a:cxnLst/>
                <a:rect l="l" t="t" r="r" b="b"/>
                <a:pathLst>
                  <a:path w="2913" h="47567" extrusionOk="0">
                    <a:moveTo>
                      <a:pt x="1" y="47567"/>
                    </a:moveTo>
                    <a:lnTo>
                      <a:pt x="2913" y="47567"/>
                    </a:lnTo>
                    <a:lnTo>
                      <a:pt x="291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 name="Google Shape;1544;p36">
              <a:extLst>
                <a:ext uri="{FF2B5EF4-FFF2-40B4-BE49-F238E27FC236}">
                  <a16:creationId xmlns:a16="http://schemas.microsoft.com/office/drawing/2014/main" id="{54A9CCB7-B41C-4B06-F9A7-0B48C2839929}"/>
                </a:ext>
              </a:extLst>
            </p:cNvPr>
            <p:cNvGrpSpPr/>
            <p:nvPr/>
          </p:nvGrpSpPr>
          <p:grpSpPr>
            <a:xfrm flipH="1">
              <a:off x="-57406" y="3868275"/>
              <a:ext cx="9194843" cy="559600"/>
              <a:chOff x="-139125" y="3868275"/>
              <a:chExt cx="9194843" cy="559600"/>
            </a:xfrm>
            <a:grpFill/>
          </p:grpSpPr>
          <p:sp>
            <p:nvSpPr>
              <p:cNvPr id="44" name="Google Shape;1545;p36">
                <a:extLst>
                  <a:ext uri="{FF2B5EF4-FFF2-40B4-BE49-F238E27FC236}">
                    <a16:creationId xmlns:a16="http://schemas.microsoft.com/office/drawing/2014/main" id="{90E6CAF2-DA24-9C35-0554-7F758E89AB02}"/>
                  </a:ext>
                </a:extLst>
              </p:cNvPr>
              <p:cNvSpPr/>
              <p:nvPr/>
            </p:nvSpPr>
            <p:spPr>
              <a:xfrm>
                <a:off x="-139125" y="3868275"/>
                <a:ext cx="9194843" cy="351450"/>
              </a:xfrm>
              <a:custGeom>
                <a:avLst/>
                <a:gdLst/>
                <a:ahLst/>
                <a:cxnLst/>
                <a:rect l="l" t="t" r="r" b="b"/>
                <a:pathLst>
                  <a:path w="219946" h="14058" extrusionOk="0">
                    <a:moveTo>
                      <a:pt x="0" y="12956"/>
                    </a:moveTo>
                    <a:lnTo>
                      <a:pt x="0" y="14058"/>
                    </a:lnTo>
                    <a:lnTo>
                      <a:pt x="219946" y="1102"/>
                    </a:lnTo>
                    <a:lnTo>
                      <a:pt x="219946"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1546;p36">
                <a:extLst>
                  <a:ext uri="{FF2B5EF4-FFF2-40B4-BE49-F238E27FC236}">
                    <a16:creationId xmlns:a16="http://schemas.microsoft.com/office/drawing/2014/main" id="{48260650-71E9-85AC-38EF-BEAD638C4D54}"/>
                  </a:ext>
                </a:extLst>
              </p:cNvPr>
              <p:cNvSpPr/>
              <p:nvPr/>
            </p:nvSpPr>
            <p:spPr>
              <a:xfrm>
                <a:off x="125427" y="4182825"/>
                <a:ext cx="34406" cy="245050"/>
              </a:xfrm>
              <a:custGeom>
                <a:avLst/>
                <a:gdLst/>
                <a:ahLst/>
                <a:cxnLst/>
                <a:rect l="l" t="t" r="r" b="b"/>
                <a:pathLst>
                  <a:path w="823" h="9802" extrusionOk="0">
                    <a:moveTo>
                      <a:pt x="1" y="9802"/>
                    </a:moveTo>
                    <a:lnTo>
                      <a:pt x="822" y="9802"/>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1547;p36">
                <a:extLst>
                  <a:ext uri="{FF2B5EF4-FFF2-40B4-BE49-F238E27FC236}">
                    <a16:creationId xmlns:a16="http://schemas.microsoft.com/office/drawing/2014/main" id="{CB4D4D1C-E62E-F434-4382-9070971E9FA0}"/>
                  </a:ext>
                </a:extLst>
              </p:cNvPr>
              <p:cNvSpPr/>
              <p:nvPr/>
            </p:nvSpPr>
            <p:spPr>
              <a:xfrm>
                <a:off x="336927" y="4176300"/>
                <a:ext cx="34406" cy="244575"/>
              </a:xfrm>
              <a:custGeom>
                <a:avLst/>
                <a:gdLst/>
                <a:ahLst/>
                <a:cxnLst/>
                <a:rect l="l" t="t" r="r" b="b"/>
                <a:pathLst>
                  <a:path w="823" h="9783" extrusionOk="0">
                    <a:moveTo>
                      <a:pt x="1" y="9783"/>
                    </a:moveTo>
                    <a:lnTo>
                      <a:pt x="822" y="9783"/>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1548;p36">
                <a:extLst>
                  <a:ext uri="{FF2B5EF4-FFF2-40B4-BE49-F238E27FC236}">
                    <a16:creationId xmlns:a16="http://schemas.microsoft.com/office/drawing/2014/main" id="{E23E5D9F-AD63-A544-ADB3-7C1291583BAA}"/>
                  </a:ext>
                </a:extLst>
              </p:cNvPr>
              <p:cNvSpPr/>
              <p:nvPr/>
            </p:nvSpPr>
            <p:spPr>
              <a:xfrm>
                <a:off x="548427" y="4169300"/>
                <a:ext cx="33611" cy="245050"/>
              </a:xfrm>
              <a:custGeom>
                <a:avLst/>
                <a:gdLst/>
                <a:ahLst/>
                <a:cxnLst/>
                <a:rect l="l" t="t" r="r" b="b"/>
                <a:pathLst>
                  <a:path w="804" h="9802" extrusionOk="0">
                    <a:moveTo>
                      <a:pt x="1" y="9801"/>
                    </a:moveTo>
                    <a:lnTo>
                      <a:pt x="803" y="9801"/>
                    </a:lnTo>
                    <a:lnTo>
                      <a:pt x="80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1549;p36">
                <a:extLst>
                  <a:ext uri="{FF2B5EF4-FFF2-40B4-BE49-F238E27FC236}">
                    <a16:creationId xmlns:a16="http://schemas.microsoft.com/office/drawing/2014/main" id="{183717F5-A57F-B829-65C5-89B280725CFE}"/>
                  </a:ext>
                </a:extLst>
              </p:cNvPr>
              <p:cNvSpPr/>
              <p:nvPr/>
            </p:nvSpPr>
            <p:spPr>
              <a:xfrm>
                <a:off x="759174" y="4162300"/>
                <a:ext cx="34364" cy="245050"/>
              </a:xfrm>
              <a:custGeom>
                <a:avLst/>
                <a:gdLst/>
                <a:ahLst/>
                <a:cxnLst/>
                <a:rect l="l" t="t" r="r" b="b"/>
                <a:pathLst>
                  <a:path w="822" h="9802" extrusionOk="0">
                    <a:moveTo>
                      <a:pt x="0" y="9801"/>
                    </a:moveTo>
                    <a:lnTo>
                      <a:pt x="821" y="9801"/>
                    </a:lnTo>
                    <a:lnTo>
                      <a:pt x="821"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1550;p36">
                <a:extLst>
                  <a:ext uri="{FF2B5EF4-FFF2-40B4-BE49-F238E27FC236}">
                    <a16:creationId xmlns:a16="http://schemas.microsoft.com/office/drawing/2014/main" id="{640904B9-2E93-328F-9ACA-E0D5450B4F01}"/>
                  </a:ext>
                </a:extLst>
              </p:cNvPr>
              <p:cNvSpPr/>
              <p:nvPr/>
            </p:nvSpPr>
            <p:spPr>
              <a:xfrm>
                <a:off x="970673" y="4155300"/>
                <a:ext cx="34364" cy="245050"/>
              </a:xfrm>
              <a:custGeom>
                <a:avLst/>
                <a:gdLst/>
                <a:ahLst/>
                <a:cxnLst/>
                <a:rect l="l" t="t" r="r" b="b"/>
                <a:pathLst>
                  <a:path w="822" h="9802" extrusionOk="0">
                    <a:moveTo>
                      <a:pt x="0" y="9801"/>
                    </a:moveTo>
                    <a:lnTo>
                      <a:pt x="821" y="9801"/>
                    </a:lnTo>
                    <a:lnTo>
                      <a:pt x="821"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1551;p36">
                <a:extLst>
                  <a:ext uri="{FF2B5EF4-FFF2-40B4-BE49-F238E27FC236}">
                    <a16:creationId xmlns:a16="http://schemas.microsoft.com/office/drawing/2014/main" id="{ABF15E2D-83BA-120A-F493-5B454ECBF85C}"/>
                  </a:ext>
                </a:extLst>
              </p:cNvPr>
              <p:cNvSpPr/>
              <p:nvPr/>
            </p:nvSpPr>
            <p:spPr>
              <a:xfrm>
                <a:off x="1182173" y="4148775"/>
                <a:ext cx="34364" cy="244575"/>
              </a:xfrm>
              <a:custGeom>
                <a:avLst/>
                <a:gdLst/>
                <a:ahLst/>
                <a:cxnLst/>
                <a:rect l="l" t="t" r="r" b="b"/>
                <a:pathLst>
                  <a:path w="822" h="9783" extrusionOk="0">
                    <a:moveTo>
                      <a:pt x="0" y="9782"/>
                    </a:moveTo>
                    <a:lnTo>
                      <a:pt x="821" y="9782"/>
                    </a:lnTo>
                    <a:lnTo>
                      <a:pt x="821"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1552;p36">
                <a:extLst>
                  <a:ext uri="{FF2B5EF4-FFF2-40B4-BE49-F238E27FC236}">
                    <a16:creationId xmlns:a16="http://schemas.microsoft.com/office/drawing/2014/main" id="{E955D1FF-80A1-8623-F4A6-AAC5F0A4B521}"/>
                  </a:ext>
                </a:extLst>
              </p:cNvPr>
              <p:cNvSpPr/>
              <p:nvPr/>
            </p:nvSpPr>
            <p:spPr>
              <a:xfrm>
                <a:off x="1393673" y="4141775"/>
                <a:ext cx="34364" cy="245025"/>
              </a:xfrm>
              <a:custGeom>
                <a:avLst/>
                <a:gdLst/>
                <a:ahLst/>
                <a:cxnLst/>
                <a:rect l="l" t="t" r="r" b="b"/>
                <a:pathLst>
                  <a:path w="822" h="9801" extrusionOk="0">
                    <a:moveTo>
                      <a:pt x="0" y="9801"/>
                    </a:moveTo>
                    <a:lnTo>
                      <a:pt x="821" y="9801"/>
                    </a:lnTo>
                    <a:lnTo>
                      <a:pt x="821"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1553;p36">
                <a:extLst>
                  <a:ext uri="{FF2B5EF4-FFF2-40B4-BE49-F238E27FC236}">
                    <a16:creationId xmlns:a16="http://schemas.microsoft.com/office/drawing/2014/main" id="{9FC08D44-AB53-513C-0F67-24176A3D431E}"/>
                  </a:ext>
                </a:extLst>
              </p:cNvPr>
              <p:cNvSpPr/>
              <p:nvPr/>
            </p:nvSpPr>
            <p:spPr>
              <a:xfrm>
                <a:off x="1605172" y="4134775"/>
                <a:ext cx="34364" cy="245025"/>
              </a:xfrm>
              <a:custGeom>
                <a:avLst/>
                <a:gdLst/>
                <a:ahLst/>
                <a:cxnLst/>
                <a:rect l="l" t="t" r="r" b="b"/>
                <a:pathLst>
                  <a:path w="822" h="9801" extrusionOk="0">
                    <a:moveTo>
                      <a:pt x="0" y="9801"/>
                    </a:moveTo>
                    <a:lnTo>
                      <a:pt x="821" y="9801"/>
                    </a:lnTo>
                    <a:lnTo>
                      <a:pt x="821"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1554;p36">
                <a:extLst>
                  <a:ext uri="{FF2B5EF4-FFF2-40B4-BE49-F238E27FC236}">
                    <a16:creationId xmlns:a16="http://schemas.microsoft.com/office/drawing/2014/main" id="{821CEC93-45C0-6A25-1AFC-F687C7AA66A6}"/>
                  </a:ext>
                </a:extLst>
              </p:cNvPr>
              <p:cNvSpPr/>
              <p:nvPr/>
            </p:nvSpPr>
            <p:spPr>
              <a:xfrm>
                <a:off x="1816672" y="4127775"/>
                <a:ext cx="33569" cy="245025"/>
              </a:xfrm>
              <a:custGeom>
                <a:avLst/>
                <a:gdLst/>
                <a:ahLst/>
                <a:cxnLst/>
                <a:rect l="l" t="t" r="r" b="b"/>
                <a:pathLst>
                  <a:path w="803" h="9801" extrusionOk="0">
                    <a:moveTo>
                      <a:pt x="0" y="9801"/>
                    </a:moveTo>
                    <a:lnTo>
                      <a:pt x="803" y="9801"/>
                    </a:lnTo>
                    <a:lnTo>
                      <a:pt x="803"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1555;p36">
                <a:extLst>
                  <a:ext uri="{FF2B5EF4-FFF2-40B4-BE49-F238E27FC236}">
                    <a16:creationId xmlns:a16="http://schemas.microsoft.com/office/drawing/2014/main" id="{17F48074-A7B8-B7E4-9965-00271F503D4E}"/>
                  </a:ext>
                </a:extLst>
              </p:cNvPr>
              <p:cNvSpPr/>
              <p:nvPr/>
            </p:nvSpPr>
            <p:spPr>
              <a:xfrm>
                <a:off x="2027377" y="4121225"/>
                <a:ext cx="34364" cy="244575"/>
              </a:xfrm>
              <a:custGeom>
                <a:avLst/>
                <a:gdLst/>
                <a:ahLst/>
                <a:cxnLst/>
                <a:rect l="l" t="t" r="r" b="b"/>
                <a:pathLst>
                  <a:path w="822" h="9783" extrusionOk="0">
                    <a:moveTo>
                      <a:pt x="0" y="9783"/>
                    </a:moveTo>
                    <a:lnTo>
                      <a:pt x="822" y="9783"/>
                    </a:lnTo>
                    <a:lnTo>
                      <a:pt x="822"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1556;p36">
                <a:extLst>
                  <a:ext uri="{FF2B5EF4-FFF2-40B4-BE49-F238E27FC236}">
                    <a16:creationId xmlns:a16="http://schemas.microsoft.com/office/drawing/2014/main" id="{52C0F10A-12FB-E6F4-E6A1-534E17EF31E1}"/>
                  </a:ext>
                </a:extLst>
              </p:cNvPr>
              <p:cNvSpPr/>
              <p:nvPr/>
            </p:nvSpPr>
            <p:spPr>
              <a:xfrm>
                <a:off x="2238877" y="4114225"/>
                <a:ext cx="34364" cy="245050"/>
              </a:xfrm>
              <a:custGeom>
                <a:avLst/>
                <a:gdLst/>
                <a:ahLst/>
                <a:cxnLst/>
                <a:rect l="l" t="t" r="r" b="b"/>
                <a:pathLst>
                  <a:path w="822" h="9802" extrusionOk="0">
                    <a:moveTo>
                      <a:pt x="0" y="9801"/>
                    </a:moveTo>
                    <a:lnTo>
                      <a:pt x="822" y="9801"/>
                    </a:lnTo>
                    <a:lnTo>
                      <a:pt x="822"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1557;p36">
                <a:extLst>
                  <a:ext uri="{FF2B5EF4-FFF2-40B4-BE49-F238E27FC236}">
                    <a16:creationId xmlns:a16="http://schemas.microsoft.com/office/drawing/2014/main" id="{13607C2D-15B6-2269-701A-421DD1927134}"/>
                  </a:ext>
                </a:extLst>
              </p:cNvPr>
              <p:cNvSpPr/>
              <p:nvPr/>
            </p:nvSpPr>
            <p:spPr>
              <a:xfrm>
                <a:off x="2450377" y="4107225"/>
                <a:ext cx="34364" cy="245050"/>
              </a:xfrm>
              <a:custGeom>
                <a:avLst/>
                <a:gdLst/>
                <a:ahLst/>
                <a:cxnLst/>
                <a:rect l="l" t="t" r="r" b="b"/>
                <a:pathLst>
                  <a:path w="822" h="9802" extrusionOk="0">
                    <a:moveTo>
                      <a:pt x="0" y="9801"/>
                    </a:moveTo>
                    <a:lnTo>
                      <a:pt x="822" y="9801"/>
                    </a:lnTo>
                    <a:lnTo>
                      <a:pt x="822"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1558;p36">
                <a:extLst>
                  <a:ext uri="{FF2B5EF4-FFF2-40B4-BE49-F238E27FC236}">
                    <a16:creationId xmlns:a16="http://schemas.microsoft.com/office/drawing/2014/main" id="{EAD57549-8981-6B50-6A9F-1397E63C8317}"/>
                  </a:ext>
                </a:extLst>
              </p:cNvPr>
              <p:cNvSpPr/>
              <p:nvPr/>
            </p:nvSpPr>
            <p:spPr>
              <a:xfrm>
                <a:off x="2661876" y="4100225"/>
                <a:ext cx="34364" cy="245050"/>
              </a:xfrm>
              <a:custGeom>
                <a:avLst/>
                <a:gdLst/>
                <a:ahLst/>
                <a:cxnLst/>
                <a:rect l="l" t="t" r="r" b="b"/>
                <a:pathLst>
                  <a:path w="822" h="9802" extrusionOk="0">
                    <a:moveTo>
                      <a:pt x="0" y="9801"/>
                    </a:moveTo>
                    <a:lnTo>
                      <a:pt x="822" y="9801"/>
                    </a:lnTo>
                    <a:lnTo>
                      <a:pt x="822"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1559;p36">
                <a:extLst>
                  <a:ext uri="{FF2B5EF4-FFF2-40B4-BE49-F238E27FC236}">
                    <a16:creationId xmlns:a16="http://schemas.microsoft.com/office/drawing/2014/main" id="{D13F7B01-F709-6164-5BFB-F31D4454ED29}"/>
                  </a:ext>
                </a:extLst>
              </p:cNvPr>
              <p:cNvSpPr/>
              <p:nvPr/>
            </p:nvSpPr>
            <p:spPr>
              <a:xfrm>
                <a:off x="2873376" y="4093700"/>
                <a:ext cx="34364" cy="244575"/>
              </a:xfrm>
              <a:custGeom>
                <a:avLst/>
                <a:gdLst/>
                <a:ahLst/>
                <a:cxnLst/>
                <a:rect l="l" t="t" r="r" b="b"/>
                <a:pathLst>
                  <a:path w="822" h="9783" extrusionOk="0">
                    <a:moveTo>
                      <a:pt x="0" y="9782"/>
                    </a:moveTo>
                    <a:lnTo>
                      <a:pt x="822" y="9782"/>
                    </a:lnTo>
                    <a:lnTo>
                      <a:pt x="822"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1560;p36">
                <a:extLst>
                  <a:ext uri="{FF2B5EF4-FFF2-40B4-BE49-F238E27FC236}">
                    <a16:creationId xmlns:a16="http://schemas.microsoft.com/office/drawing/2014/main" id="{629235BD-D406-38DA-0108-41AE1E2A7883}"/>
                  </a:ext>
                </a:extLst>
              </p:cNvPr>
              <p:cNvSpPr/>
              <p:nvPr/>
            </p:nvSpPr>
            <p:spPr>
              <a:xfrm>
                <a:off x="3084876" y="4086700"/>
                <a:ext cx="33611" cy="245050"/>
              </a:xfrm>
              <a:custGeom>
                <a:avLst/>
                <a:gdLst/>
                <a:ahLst/>
                <a:cxnLst/>
                <a:rect l="l" t="t" r="r" b="b"/>
                <a:pathLst>
                  <a:path w="804" h="9802" extrusionOk="0">
                    <a:moveTo>
                      <a:pt x="0" y="9801"/>
                    </a:moveTo>
                    <a:lnTo>
                      <a:pt x="803" y="9801"/>
                    </a:lnTo>
                    <a:lnTo>
                      <a:pt x="803"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1561;p36">
                <a:extLst>
                  <a:ext uri="{FF2B5EF4-FFF2-40B4-BE49-F238E27FC236}">
                    <a16:creationId xmlns:a16="http://schemas.microsoft.com/office/drawing/2014/main" id="{508D0919-FB4B-B97F-2D0F-3F1060A372EA}"/>
                  </a:ext>
                </a:extLst>
              </p:cNvPr>
              <p:cNvSpPr/>
              <p:nvPr/>
            </p:nvSpPr>
            <p:spPr>
              <a:xfrm>
                <a:off x="3296375" y="4079700"/>
                <a:ext cx="33611" cy="245050"/>
              </a:xfrm>
              <a:custGeom>
                <a:avLst/>
                <a:gdLst/>
                <a:ahLst/>
                <a:cxnLst/>
                <a:rect l="l" t="t" r="r" b="b"/>
                <a:pathLst>
                  <a:path w="804" h="9802" extrusionOk="0">
                    <a:moveTo>
                      <a:pt x="0" y="9801"/>
                    </a:moveTo>
                    <a:lnTo>
                      <a:pt x="803" y="9801"/>
                    </a:lnTo>
                    <a:lnTo>
                      <a:pt x="803"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1562;p36">
                <a:extLst>
                  <a:ext uri="{FF2B5EF4-FFF2-40B4-BE49-F238E27FC236}">
                    <a16:creationId xmlns:a16="http://schemas.microsoft.com/office/drawing/2014/main" id="{0630A504-6226-C0AD-2AEF-87DF59999BB3}"/>
                  </a:ext>
                </a:extLst>
              </p:cNvPr>
              <p:cNvSpPr/>
              <p:nvPr/>
            </p:nvSpPr>
            <p:spPr>
              <a:xfrm>
                <a:off x="3507081" y="4072700"/>
                <a:ext cx="34406" cy="245025"/>
              </a:xfrm>
              <a:custGeom>
                <a:avLst/>
                <a:gdLst/>
                <a:ahLst/>
                <a:cxnLst/>
                <a:rect l="l" t="t" r="r" b="b"/>
                <a:pathLst>
                  <a:path w="823" h="9801" extrusionOk="0">
                    <a:moveTo>
                      <a:pt x="1" y="9801"/>
                    </a:moveTo>
                    <a:lnTo>
                      <a:pt x="822" y="9801"/>
                    </a:lnTo>
                    <a:lnTo>
                      <a:pt x="822" y="0"/>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1563;p36">
                <a:extLst>
                  <a:ext uri="{FF2B5EF4-FFF2-40B4-BE49-F238E27FC236}">
                    <a16:creationId xmlns:a16="http://schemas.microsoft.com/office/drawing/2014/main" id="{674B3B94-EC8B-089E-3AB5-1D0512CBD38E}"/>
                  </a:ext>
                </a:extLst>
              </p:cNvPr>
              <p:cNvSpPr/>
              <p:nvPr/>
            </p:nvSpPr>
            <p:spPr>
              <a:xfrm>
                <a:off x="3718580" y="4066175"/>
                <a:ext cx="34406" cy="244550"/>
              </a:xfrm>
              <a:custGeom>
                <a:avLst/>
                <a:gdLst/>
                <a:ahLst/>
                <a:cxnLst/>
                <a:rect l="l" t="t" r="r" b="b"/>
                <a:pathLst>
                  <a:path w="823" h="9782" extrusionOk="0">
                    <a:moveTo>
                      <a:pt x="1" y="9782"/>
                    </a:moveTo>
                    <a:lnTo>
                      <a:pt x="822" y="9782"/>
                    </a:lnTo>
                    <a:lnTo>
                      <a:pt x="822" y="0"/>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1564;p36">
                <a:extLst>
                  <a:ext uri="{FF2B5EF4-FFF2-40B4-BE49-F238E27FC236}">
                    <a16:creationId xmlns:a16="http://schemas.microsoft.com/office/drawing/2014/main" id="{37255BB0-0EFE-2FF9-24F4-9B4351C6DA55}"/>
                  </a:ext>
                </a:extLst>
              </p:cNvPr>
              <p:cNvSpPr/>
              <p:nvPr/>
            </p:nvSpPr>
            <p:spPr>
              <a:xfrm>
                <a:off x="3930080" y="4059150"/>
                <a:ext cx="34406" cy="245050"/>
              </a:xfrm>
              <a:custGeom>
                <a:avLst/>
                <a:gdLst/>
                <a:ahLst/>
                <a:cxnLst/>
                <a:rect l="l" t="t" r="r" b="b"/>
                <a:pathLst>
                  <a:path w="823" h="9802" extrusionOk="0">
                    <a:moveTo>
                      <a:pt x="1" y="9802"/>
                    </a:moveTo>
                    <a:lnTo>
                      <a:pt x="822" y="9802"/>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1565;p36">
                <a:extLst>
                  <a:ext uri="{FF2B5EF4-FFF2-40B4-BE49-F238E27FC236}">
                    <a16:creationId xmlns:a16="http://schemas.microsoft.com/office/drawing/2014/main" id="{D3E8D6F9-0F4F-66E4-0BAA-AED624483F46}"/>
                  </a:ext>
                </a:extLst>
              </p:cNvPr>
              <p:cNvSpPr/>
              <p:nvPr/>
            </p:nvSpPr>
            <p:spPr>
              <a:xfrm>
                <a:off x="4141580" y="4052150"/>
                <a:ext cx="34406" cy="245050"/>
              </a:xfrm>
              <a:custGeom>
                <a:avLst/>
                <a:gdLst/>
                <a:ahLst/>
                <a:cxnLst/>
                <a:rect l="l" t="t" r="r" b="b"/>
                <a:pathLst>
                  <a:path w="823" h="9802" extrusionOk="0">
                    <a:moveTo>
                      <a:pt x="1" y="9802"/>
                    </a:moveTo>
                    <a:lnTo>
                      <a:pt x="822" y="9802"/>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1566;p36">
                <a:extLst>
                  <a:ext uri="{FF2B5EF4-FFF2-40B4-BE49-F238E27FC236}">
                    <a16:creationId xmlns:a16="http://schemas.microsoft.com/office/drawing/2014/main" id="{A0F64FCE-F14A-595A-3649-EA9ACABCC7CD}"/>
                  </a:ext>
                </a:extLst>
              </p:cNvPr>
              <p:cNvSpPr/>
              <p:nvPr/>
            </p:nvSpPr>
            <p:spPr>
              <a:xfrm>
                <a:off x="4353079" y="4045625"/>
                <a:ext cx="33611" cy="244575"/>
              </a:xfrm>
              <a:custGeom>
                <a:avLst/>
                <a:gdLst/>
                <a:ahLst/>
                <a:cxnLst/>
                <a:rect l="l" t="t" r="r" b="b"/>
                <a:pathLst>
                  <a:path w="804" h="9783" extrusionOk="0">
                    <a:moveTo>
                      <a:pt x="1" y="9783"/>
                    </a:moveTo>
                    <a:lnTo>
                      <a:pt x="804" y="9783"/>
                    </a:lnTo>
                    <a:lnTo>
                      <a:pt x="804"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1567;p36">
                <a:extLst>
                  <a:ext uri="{FF2B5EF4-FFF2-40B4-BE49-F238E27FC236}">
                    <a16:creationId xmlns:a16="http://schemas.microsoft.com/office/drawing/2014/main" id="{A0A93F4B-B717-5CE1-95BF-FE883BDD1637}"/>
                  </a:ext>
                </a:extLst>
              </p:cNvPr>
              <p:cNvSpPr/>
              <p:nvPr/>
            </p:nvSpPr>
            <p:spPr>
              <a:xfrm>
                <a:off x="4564579" y="4038625"/>
                <a:ext cx="33611" cy="244575"/>
              </a:xfrm>
              <a:custGeom>
                <a:avLst/>
                <a:gdLst/>
                <a:ahLst/>
                <a:cxnLst/>
                <a:rect l="l" t="t" r="r" b="b"/>
                <a:pathLst>
                  <a:path w="804" h="9783" extrusionOk="0">
                    <a:moveTo>
                      <a:pt x="1" y="9783"/>
                    </a:moveTo>
                    <a:lnTo>
                      <a:pt x="804" y="9783"/>
                    </a:lnTo>
                    <a:lnTo>
                      <a:pt x="804"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1568;p36">
                <a:extLst>
                  <a:ext uri="{FF2B5EF4-FFF2-40B4-BE49-F238E27FC236}">
                    <a16:creationId xmlns:a16="http://schemas.microsoft.com/office/drawing/2014/main" id="{80B9A5F1-9CFD-253E-40E3-CB3182A9EFA1}"/>
                  </a:ext>
                </a:extLst>
              </p:cNvPr>
              <p:cNvSpPr/>
              <p:nvPr/>
            </p:nvSpPr>
            <p:spPr>
              <a:xfrm>
                <a:off x="4775326" y="4031625"/>
                <a:ext cx="34364" cy="245050"/>
              </a:xfrm>
              <a:custGeom>
                <a:avLst/>
                <a:gdLst/>
                <a:ahLst/>
                <a:cxnLst/>
                <a:rect l="l" t="t" r="r" b="b"/>
                <a:pathLst>
                  <a:path w="822" h="9802" extrusionOk="0">
                    <a:moveTo>
                      <a:pt x="0" y="9801"/>
                    </a:moveTo>
                    <a:lnTo>
                      <a:pt x="822" y="9801"/>
                    </a:lnTo>
                    <a:lnTo>
                      <a:pt x="822"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1569;p36">
                <a:extLst>
                  <a:ext uri="{FF2B5EF4-FFF2-40B4-BE49-F238E27FC236}">
                    <a16:creationId xmlns:a16="http://schemas.microsoft.com/office/drawing/2014/main" id="{80AFE46F-70AB-3B41-E4B9-4785604ABD46}"/>
                  </a:ext>
                </a:extLst>
              </p:cNvPr>
              <p:cNvSpPr/>
              <p:nvPr/>
            </p:nvSpPr>
            <p:spPr>
              <a:xfrm>
                <a:off x="4986826" y="4024625"/>
                <a:ext cx="34364" cy="245050"/>
              </a:xfrm>
              <a:custGeom>
                <a:avLst/>
                <a:gdLst/>
                <a:ahLst/>
                <a:cxnLst/>
                <a:rect l="l" t="t" r="r" b="b"/>
                <a:pathLst>
                  <a:path w="822" h="9802" extrusionOk="0">
                    <a:moveTo>
                      <a:pt x="0" y="9801"/>
                    </a:moveTo>
                    <a:lnTo>
                      <a:pt x="822" y="9801"/>
                    </a:lnTo>
                    <a:lnTo>
                      <a:pt x="822"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1570;p36">
                <a:extLst>
                  <a:ext uri="{FF2B5EF4-FFF2-40B4-BE49-F238E27FC236}">
                    <a16:creationId xmlns:a16="http://schemas.microsoft.com/office/drawing/2014/main" id="{E152E664-9E28-F0EE-0629-5A309BBA778A}"/>
                  </a:ext>
                </a:extLst>
              </p:cNvPr>
              <p:cNvSpPr/>
              <p:nvPr/>
            </p:nvSpPr>
            <p:spPr>
              <a:xfrm>
                <a:off x="5198325" y="4018100"/>
                <a:ext cx="34364" cy="244575"/>
              </a:xfrm>
              <a:custGeom>
                <a:avLst/>
                <a:gdLst/>
                <a:ahLst/>
                <a:cxnLst/>
                <a:rect l="l" t="t" r="r" b="b"/>
                <a:pathLst>
                  <a:path w="822" h="9783" extrusionOk="0">
                    <a:moveTo>
                      <a:pt x="0" y="9782"/>
                    </a:moveTo>
                    <a:lnTo>
                      <a:pt x="822" y="9782"/>
                    </a:lnTo>
                    <a:lnTo>
                      <a:pt x="822"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1571;p36">
                <a:extLst>
                  <a:ext uri="{FF2B5EF4-FFF2-40B4-BE49-F238E27FC236}">
                    <a16:creationId xmlns:a16="http://schemas.microsoft.com/office/drawing/2014/main" id="{7B7FE93C-AAD0-3DF4-0AD6-75F0B1E55A4C}"/>
                  </a:ext>
                </a:extLst>
              </p:cNvPr>
              <p:cNvSpPr/>
              <p:nvPr/>
            </p:nvSpPr>
            <p:spPr>
              <a:xfrm>
                <a:off x="5409825" y="4011100"/>
                <a:ext cx="34364" cy="245025"/>
              </a:xfrm>
              <a:custGeom>
                <a:avLst/>
                <a:gdLst/>
                <a:ahLst/>
                <a:cxnLst/>
                <a:rect l="l" t="t" r="r" b="b"/>
                <a:pathLst>
                  <a:path w="822" h="9801" extrusionOk="0">
                    <a:moveTo>
                      <a:pt x="0" y="9801"/>
                    </a:moveTo>
                    <a:lnTo>
                      <a:pt x="822" y="9801"/>
                    </a:lnTo>
                    <a:lnTo>
                      <a:pt x="822"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1572;p36">
                <a:extLst>
                  <a:ext uri="{FF2B5EF4-FFF2-40B4-BE49-F238E27FC236}">
                    <a16:creationId xmlns:a16="http://schemas.microsoft.com/office/drawing/2014/main" id="{9C8806CA-6DB7-3A2B-AEBE-89036BEE2125}"/>
                  </a:ext>
                </a:extLst>
              </p:cNvPr>
              <p:cNvSpPr/>
              <p:nvPr/>
            </p:nvSpPr>
            <p:spPr>
              <a:xfrm>
                <a:off x="5621325" y="4004100"/>
                <a:ext cx="34364" cy="245025"/>
              </a:xfrm>
              <a:custGeom>
                <a:avLst/>
                <a:gdLst/>
                <a:ahLst/>
                <a:cxnLst/>
                <a:rect l="l" t="t" r="r" b="b"/>
                <a:pathLst>
                  <a:path w="822" h="9801" extrusionOk="0">
                    <a:moveTo>
                      <a:pt x="0" y="9801"/>
                    </a:moveTo>
                    <a:lnTo>
                      <a:pt x="822" y="9801"/>
                    </a:lnTo>
                    <a:lnTo>
                      <a:pt x="822"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1573;p36">
                <a:extLst>
                  <a:ext uri="{FF2B5EF4-FFF2-40B4-BE49-F238E27FC236}">
                    <a16:creationId xmlns:a16="http://schemas.microsoft.com/office/drawing/2014/main" id="{1F812F73-75FC-56CF-B1BC-EEBDE508F871}"/>
                  </a:ext>
                </a:extLst>
              </p:cNvPr>
              <p:cNvSpPr/>
              <p:nvPr/>
            </p:nvSpPr>
            <p:spPr>
              <a:xfrm>
                <a:off x="5832824" y="3997100"/>
                <a:ext cx="33569" cy="245025"/>
              </a:xfrm>
              <a:custGeom>
                <a:avLst/>
                <a:gdLst/>
                <a:ahLst/>
                <a:cxnLst/>
                <a:rect l="l" t="t" r="r" b="b"/>
                <a:pathLst>
                  <a:path w="803" h="9801" extrusionOk="0">
                    <a:moveTo>
                      <a:pt x="0" y="9801"/>
                    </a:moveTo>
                    <a:lnTo>
                      <a:pt x="803" y="9801"/>
                    </a:lnTo>
                    <a:lnTo>
                      <a:pt x="803"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1574;p36">
                <a:extLst>
                  <a:ext uri="{FF2B5EF4-FFF2-40B4-BE49-F238E27FC236}">
                    <a16:creationId xmlns:a16="http://schemas.microsoft.com/office/drawing/2014/main" id="{970D8F09-9616-FD8C-163A-07B551854C90}"/>
                  </a:ext>
                </a:extLst>
              </p:cNvPr>
              <p:cNvSpPr/>
              <p:nvPr/>
            </p:nvSpPr>
            <p:spPr>
              <a:xfrm>
                <a:off x="6043530" y="3990550"/>
                <a:ext cx="34364" cy="244575"/>
              </a:xfrm>
              <a:custGeom>
                <a:avLst/>
                <a:gdLst/>
                <a:ahLst/>
                <a:cxnLst/>
                <a:rect l="l" t="t" r="r" b="b"/>
                <a:pathLst>
                  <a:path w="822" h="9783" extrusionOk="0">
                    <a:moveTo>
                      <a:pt x="1" y="9783"/>
                    </a:moveTo>
                    <a:lnTo>
                      <a:pt x="822" y="9783"/>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1575;p36">
                <a:extLst>
                  <a:ext uri="{FF2B5EF4-FFF2-40B4-BE49-F238E27FC236}">
                    <a16:creationId xmlns:a16="http://schemas.microsoft.com/office/drawing/2014/main" id="{8065F89C-19FC-46AB-0FD9-6845F426B129}"/>
                  </a:ext>
                </a:extLst>
              </p:cNvPr>
              <p:cNvSpPr/>
              <p:nvPr/>
            </p:nvSpPr>
            <p:spPr>
              <a:xfrm>
                <a:off x="6255029" y="3983550"/>
                <a:ext cx="34364" cy="245050"/>
              </a:xfrm>
              <a:custGeom>
                <a:avLst/>
                <a:gdLst/>
                <a:ahLst/>
                <a:cxnLst/>
                <a:rect l="l" t="t" r="r" b="b"/>
                <a:pathLst>
                  <a:path w="822" h="9802" extrusionOk="0">
                    <a:moveTo>
                      <a:pt x="1" y="9801"/>
                    </a:moveTo>
                    <a:lnTo>
                      <a:pt x="822" y="9801"/>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1576;p36">
                <a:extLst>
                  <a:ext uri="{FF2B5EF4-FFF2-40B4-BE49-F238E27FC236}">
                    <a16:creationId xmlns:a16="http://schemas.microsoft.com/office/drawing/2014/main" id="{CA4FC64A-807B-AA7E-598D-9AC737203AA9}"/>
                  </a:ext>
                </a:extLst>
              </p:cNvPr>
              <p:cNvSpPr/>
              <p:nvPr/>
            </p:nvSpPr>
            <p:spPr>
              <a:xfrm>
                <a:off x="6466529" y="3976550"/>
                <a:ext cx="34364" cy="245050"/>
              </a:xfrm>
              <a:custGeom>
                <a:avLst/>
                <a:gdLst/>
                <a:ahLst/>
                <a:cxnLst/>
                <a:rect l="l" t="t" r="r" b="b"/>
                <a:pathLst>
                  <a:path w="822" h="9802" extrusionOk="0">
                    <a:moveTo>
                      <a:pt x="1" y="9801"/>
                    </a:moveTo>
                    <a:lnTo>
                      <a:pt x="822" y="9801"/>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1577;p36">
                <a:extLst>
                  <a:ext uri="{FF2B5EF4-FFF2-40B4-BE49-F238E27FC236}">
                    <a16:creationId xmlns:a16="http://schemas.microsoft.com/office/drawing/2014/main" id="{015A2890-5B00-8FC0-FAB1-12F96BFD4AAF}"/>
                  </a:ext>
                </a:extLst>
              </p:cNvPr>
              <p:cNvSpPr/>
              <p:nvPr/>
            </p:nvSpPr>
            <p:spPr>
              <a:xfrm>
                <a:off x="6678029" y="3969550"/>
                <a:ext cx="34364" cy="245050"/>
              </a:xfrm>
              <a:custGeom>
                <a:avLst/>
                <a:gdLst/>
                <a:ahLst/>
                <a:cxnLst/>
                <a:rect l="l" t="t" r="r" b="b"/>
                <a:pathLst>
                  <a:path w="822" h="9802" extrusionOk="0">
                    <a:moveTo>
                      <a:pt x="1" y="9801"/>
                    </a:moveTo>
                    <a:lnTo>
                      <a:pt x="822" y="9801"/>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1578;p36">
                <a:extLst>
                  <a:ext uri="{FF2B5EF4-FFF2-40B4-BE49-F238E27FC236}">
                    <a16:creationId xmlns:a16="http://schemas.microsoft.com/office/drawing/2014/main" id="{B746C29D-2422-BCF3-8FA7-52B1434B55E0}"/>
                  </a:ext>
                </a:extLst>
              </p:cNvPr>
              <p:cNvSpPr/>
              <p:nvPr/>
            </p:nvSpPr>
            <p:spPr>
              <a:xfrm>
                <a:off x="6889528" y="3963025"/>
                <a:ext cx="34364" cy="244575"/>
              </a:xfrm>
              <a:custGeom>
                <a:avLst/>
                <a:gdLst/>
                <a:ahLst/>
                <a:cxnLst/>
                <a:rect l="l" t="t" r="r" b="b"/>
                <a:pathLst>
                  <a:path w="822" h="9783" extrusionOk="0">
                    <a:moveTo>
                      <a:pt x="1" y="9782"/>
                    </a:moveTo>
                    <a:lnTo>
                      <a:pt x="822" y="9782"/>
                    </a:lnTo>
                    <a:lnTo>
                      <a:pt x="822" y="0"/>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1579;p36">
                <a:extLst>
                  <a:ext uri="{FF2B5EF4-FFF2-40B4-BE49-F238E27FC236}">
                    <a16:creationId xmlns:a16="http://schemas.microsoft.com/office/drawing/2014/main" id="{58589DE5-3828-B67F-32D1-4FFBAE797550}"/>
                  </a:ext>
                </a:extLst>
              </p:cNvPr>
              <p:cNvSpPr/>
              <p:nvPr/>
            </p:nvSpPr>
            <p:spPr>
              <a:xfrm>
                <a:off x="7101028" y="3956025"/>
                <a:ext cx="33611" cy="245050"/>
              </a:xfrm>
              <a:custGeom>
                <a:avLst/>
                <a:gdLst/>
                <a:ahLst/>
                <a:cxnLst/>
                <a:rect l="l" t="t" r="r" b="b"/>
                <a:pathLst>
                  <a:path w="804" h="9802" extrusionOk="0">
                    <a:moveTo>
                      <a:pt x="1" y="9801"/>
                    </a:moveTo>
                    <a:lnTo>
                      <a:pt x="803" y="9801"/>
                    </a:lnTo>
                    <a:lnTo>
                      <a:pt x="803" y="0"/>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1580;p36">
                <a:extLst>
                  <a:ext uri="{FF2B5EF4-FFF2-40B4-BE49-F238E27FC236}">
                    <a16:creationId xmlns:a16="http://schemas.microsoft.com/office/drawing/2014/main" id="{AF54A099-F59F-BFFA-8F1A-151B512738FA}"/>
                  </a:ext>
                </a:extLst>
              </p:cNvPr>
              <p:cNvSpPr/>
              <p:nvPr/>
            </p:nvSpPr>
            <p:spPr>
              <a:xfrm>
                <a:off x="7311733" y="3949025"/>
                <a:ext cx="34406" cy="245050"/>
              </a:xfrm>
              <a:custGeom>
                <a:avLst/>
                <a:gdLst/>
                <a:ahLst/>
                <a:cxnLst/>
                <a:rect l="l" t="t" r="r" b="b"/>
                <a:pathLst>
                  <a:path w="823" h="9802" extrusionOk="0">
                    <a:moveTo>
                      <a:pt x="1" y="9801"/>
                    </a:moveTo>
                    <a:lnTo>
                      <a:pt x="822" y="9801"/>
                    </a:lnTo>
                    <a:lnTo>
                      <a:pt x="822" y="0"/>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1581;p36">
                <a:extLst>
                  <a:ext uri="{FF2B5EF4-FFF2-40B4-BE49-F238E27FC236}">
                    <a16:creationId xmlns:a16="http://schemas.microsoft.com/office/drawing/2014/main" id="{622AC911-DA3D-B31E-E4CB-F18DB2DFFE78}"/>
                  </a:ext>
                </a:extLst>
              </p:cNvPr>
              <p:cNvSpPr/>
              <p:nvPr/>
            </p:nvSpPr>
            <p:spPr>
              <a:xfrm>
                <a:off x="7523233" y="3942025"/>
                <a:ext cx="34406" cy="245025"/>
              </a:xfrm>
              <a:custGeom>
                <a:avLst/>
                <a:gdLst/>
                <a:ahLst/>
                <a:cxnLst/>
                <a:rect l="l" t="t" r="r" b="b"/>
                <a:pathLst>
                  <a:path w="823" h="9801" extrusionOk="0">
                    <a:moveTo>
                      <a:pt x="1" y="9801"/>
                    </a:moveTo>
                    <a:lnTo>
                      <a:pt x="822" y="9801"/>
                    </a:lnTo>
                    <a:lnTo>
                      <a:pt x="822" y="0"/>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1582;p36">
                <a:extLst>
                  <a:ext uri="{FF2B5EF4-FFF2-40B4-BE49-F238E27FC236}">
                    <a16:creationId xmlns:a16="http://schemas.microsoft.com/office/drawing/2014/main" id="{119CA331-106D-EE9D-22B6-05DAF5237054}"/>
                  </a:ext>
                </a:extLst>
              </p:cNvPr>
              <p:cNvSpPr/>
              <p:nvPr/>
            </p:nvSpPr>
            <p:spPr>
              <a:xfrm>
                <a:off x="7734733" y="3935475"/>
                <a:ext cx="34406" cy="244575"/>
              </a:xfrm>
              <a:custGeom>
                <a:avLst/>
                <a:gdLst/>
                <a:ahLst/>
                <a:cxnLst/>
                <a:rect l="l" t="t" r="r" b="b"/>
                <a:pathLst>
                  <a:path w="823" h="9783" extrusionOk="0">
                    <a:moveTo>
                      <a:pt x="1" y="9783"/>
                    </a:moveTo>
                    <a:lnTo>
                      <a:pt x="822" y="9783"/>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1583;p36">
                <a:extLst>
                  <a:ext uri="{FF2B5EF4-FFF2-40B4-BE49-F238E27FC236}">
                    <a16:creationId xmlns:a16="http://schemas.microsoft.com/office/drawing/2014/main" id="{20DBB625-0D7A-C5BC-656B-54985E937942}"/>
                  </a:ext>
                </a:extLst>
              </p:cNvPr>
              <p:cNvSpPr/>
              <p:nvPr/>
            </p:nvSpPr>
            <p:spPr>
              <a:xfrm>
                <a:off x="7946232" y="3928475"/>
                <a:ext cx="34406" cy="245050"/>
              </a:xfrm>
              <a:custGeom>
                <a:avLst/>
                <a:gdLst/>
                <a:ahLst/>
                <a:cxnLst/>
                <a:rect l="l" t="t" r="r" b="b"/>
                <a:pathLst>
                  <a:path w="823" h="9802" extrusionOk="0">
                    <a:moveTo>
                      <a:pt x="1" y="9802"/>
                    </a:moveTo>
                    <a:lnTo>
                      <a:pt x="822" y="9802"/>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1584;p36">
                <a:extLst>
                  <a:ext uri="{FF2B5EF4-FFF2-40B4-BE49-F238E27FC236}">
                    <a16:creationId xmlns:a16="http://schemas.microsoft.com/office/drawing/2014/main" id="{A85001E0-C7A0-41B3-02C9-C8E6C8C8CACD}"/>
                  </a:ext>
                </a:extLst>
              </p:cNvPr>
              <p:cNvSpPr/>
              <p:nvPr/>
            </p:nvSpPr>
            <p:spPr>
              <a:xfrm>
                <a:off x="8157732" y="3921475"/>
                <a:ext cx="34406" cy="245050"/>
              </a:xfrm>
              <a:custGeom>
                <a:avLst/>
                <a:gdLst/>
                <a:ahLst/>
                <a:cxnLst/>
                <a:rect l="l" t="t" r="r" b="b"/>
                <a:pathLst>
                  <a:path w="823" h="9802" extrusionOk="0">
                    <a:moveTo>
                      <a:pt x="1" y="9802"/>
                    </a:moveTo>
                    <a:lnTo>
                      <a:pt x="822" y="9802"/>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1585;p36">
                <a:extLst>
                  <a:ext uri="{FF2B5EF4-FFF2-40B4-BE49-F238E27FC236}">
                    <a16:creationId xmlns:a16="http://schemas.microsoft.com/office/drawing/2014/main" id="{8694BE50-6CCE-FC56-4A1F-D91FB472002A}"/>
                  </a:ext>
                </a:extLst>
              </p:cNvPr>
              <p:cNvSpPr/>
              <p:nvPr/>
            </p:nvSpPr>
            <p:spPr>
              <a:xfrm>
                <a:off x="8369232" y="3914475"/>
                <a:ext cx="33611" cy="245050"/>
              </a:xfrm>
              <a:custGeom>
                <a:avLst/>
                <a:gdLst/>
                <a:ahLst/>
                <a:cxnLst/>
                <a:rect l="l" t="t" r="r" b="b"/>
                <a:pathLst>
                  <a:path w="804" h="9802" extrusionOk="0">
                    <a:moveTo>
                      <a:pt x="1" y="9802"/>
                    </a:moveTo>
                    <a:lnTo>
                      <a:pt x="804" y="9802"/>
                    </a:lnTo>
                    <a:lnTo>
                      <a:pt x="804"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1586;p36">
                <a:extLst>
                  <a:ext uri="{FF2B5EF4-FFF2-40B4-BE49-F238E27FC236}">
                    <a16:creationId xmlns:a16="http://schemas.microsoft.com/office/drawing/2014/main" id="{832547ED-E639-099B-74BD-5D535B337BDB}"/>
                  </a:ext>
                </a:extLst>
              </p:cNvPr>
              <p:cNvSpPr/>
              <p:nvPr/>
            </p:nvSpPr>
            <p:spPr>
              <a:xfrm>
                <a:off x="8580773" y="3907950"/>
                <a:ext cx="33569" cy="244575"/>
              </a:xfrm>
              <a:custGeom>
                <a:avLst/>
                <a:gdLst/>
                <a:ahLst/>
                <a:cxnLst/>
                <a:rect l="l" t="t" r="r" b="b"/>
                <a:pathLst>
                  <a:path w="803" h="9783" extrusionOk="0">
                    <a:moveTo>
                      <a:pt x="0" y="9783"/>
                    </a:moveTo>
                    <a:lnTo>
                      <a:pt x="803" y="9783"/>
                    </a:lnTo>
                    <a:lnTo>
                      <a:pt x="803"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1587;p36">
                <a:extLst>
                  <a:ext uri="{FF2B5EF4-FFF2-40B4-BE49-F238E27FC236}">
                    <a16:creationId xmlns:a16="http://schemas.microsoft.com/office/drawing/2014/main" id="{BF163634-97CA-199E-C385-D04F8380AE18}"/>
                  </a:ext>
                </a:extLst>
              </p:cNvPr>
              <p:cNvSpPr/>
              <p:nvPr/>
            </p:nvSpPr>
            <p:spPr>
              <a:xfrm>
                <a:off x="8791478" y="3900950"/>
                <a:ext cx="34364" cy="245050"/>
              </a:xfrm>
              <a:custGeom>
                <a:avLst/>
                <a:gdLst/>
                <a:ahLst/>
                <a:cxnLst/>
                <a:rect l="l" t="t" r="r" b="b"/>
                <a:pathLst>
                  <a:path w="822" h="9802" extrusionOk="0">
                    <a:moveTo>
                      <a:pt x="0" y="9801"/>
                    </a:moveTo>
                    <a:lnTo>
                      <a:pt x="822" y="9801"/>
                    </a:lnTo>
                    <a:lnTo>
                      <a:pt x="822"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 name="Google Shape;1588;p36">
              <a:extLst>
                <a:ext uri="{FF2B5EF4-FFF2-40B4-BE49-F238E27FC236}">
                  <a16:creationId xmlns:a16="http://schemas.microsoft.com/office/drawing/2014/main" id="{D4E0E8B3-D0FE-0B0F-8124-70E48E9E83A3}"/>
                </a:ext>
              </a:extLst>
            </p:cNvPr>
            <p:cNvGrpSpPr/>
            <p:nvPr/>
          </p:nvGrpSpPr>
          <p:grpSpPr>
            <a:xfrm flipH="1">
              <a:off x="5406861" y="4293100"/>
              <a:ext cx="3484400" cy="973847"/>
              <a:chOff x="3379075" y="4293100"/>
              <a:chExt cx="3484400" cy="973847"/>
            </a:xfrm>
            <a:grpFill/>
          </p:grpSpPr>
          <p:sp>
            <p:nvSpPr>
              <p:cNvPr id="37" name="Google Shape;1589;p36">
                <a:extLst>
                  <a:ext uri="{FF2B5EF4-FFF2-40B4-BE49-F238E27FC236}">
                    <a16:creationId xmlns:a16="http://schemas.microsoft.com/office/drawing/2014/main" id="{4B65A2E6-99CC-233E-89B1-570887D8CFF6}"/>
                  </a:ext>
                </a:extLst>
              </p:cNvPr>
              <p:cNvSpPr/>
              <p:nvPr/>
            </p:nvSpPr>
            <p:spPr>
              <a:xfrm>
                <a:off x="6638025" y="4293100"/>
                <a:ext cx="225450" cy="266525"/>
              </a:xfrm>
              <a:custGeom>
                <a:avLst/>
                <a:gdLst/>
                <a:ahLst/>
                <a:cxnLst/>
                <a:rect l="l" t="t" r="r" b="b"/>
                <a:pathLst>
                  <a:path w="9018" h="10661" extrusionOk="0">
                    <a:moveTo>
                      <a:pt x="1" y="10660"/>
                    </a:moveTo>
                    <a:lnTo>
                      <a:pt x="9017" y="10660"/>
                    </a:lnTo>
                    <a:lnTo>
                      <a:pt x="9017"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1590;p36">
                <a:extLst>
                  <a:ext uri="{FF2B5EF4-FFF2-40B4-BE49-F238E27FC236}">
                    <a16:creationId xmlns:a16="http://schemas.microsoft.com/office/drawing/2014/main" id="{73881EA7-2037-9C35-2D49-E1E3E56D3BF0}"/>
                  </a:ext>
                </a:extLst>
              </p:cNvPr>
              <p:cNvSpPr/>
              <p:nvPr/>
            </p:nvSpPr>
            <p:spPr>
              <a:xfrm>
                <a:off x="5628575" y="4369300"/>
                <a:ext cx="225425" cy="266525"/>
              </a:xfrm>
              <a:custGeom>
                <a:avLst/>
                <a:gdLst/>
                <a:ahLst/>
                <a:cxnLst/>
                <a:rect l="l" t="t" r="r" b="b"/>
                <a:pathLst>
                  <a:path w="9017" h="10661" extrusionOk="0">
                    <a:moveTo>
                      <a:pt x="0" y="10660"/>
                    </a:moveTo>
                    <a:lnTo>
                      <a:pt x="9017" y="10660"/>
                    </a:lnTo>
                    <a:lnTo>
                      <a:pt x="9017"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1591;p36">
                <a:extLst>
                  <a:ext uri="{FF2B5EF4-FFF2-40B4-BE49-F238E27FC236}">
                    <a16:creationId xmlns:a16="http://schemas.microsoft.com/office/drawing/2014/main" id="{5906597F-259E-77AB-4774-C6A121FBFC3A}"/>
                  </a:ext>
                </a:extLst>
              </p:cNvPr>
              <p:cNvSpPr/>
              <p:nvPr/>
            </p:nvSpPr>
            <p:spPr>
              <a:xfrm>
                <a:off x="5700425" y="4473175"/>
                <a:ext cx="72850" cy="792553"/>
              </a:xfrm>
              <a:custGeom>
                <a:avLst/>
                <a:gdLst/>
                <a:ahLst/>
                <a:cxnLst/>
                <a:rect l="l" t="t" r="r" b="b"/>
                <a:pathLst>
                  <a:path w="2914" h="48780" extrusionOk="0">
                    <a:moveTo>
                      <a:pt x="1" y="48780"/>
                    </a:moveTo>
                    <a:lnTo>
                      <a:pt x="2913" y="48780"/>
                    </a:lnTo>
                    <a:lnTo>
                      <a:pt x="291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1592;p36">
                <a:extLst>
                  <a:ext uri="{FF2B5EF4-FFF2-40B4-BE49-F238E27FC236}">
                    <a16:creationId xmlns:a16="http://schemas.microsoft.com/office/drawing/2014/main" id="{716BB5B2-6607-4370-CF60-A199906CE384}"/>
                  </a:ext>
                </a:extLst>
              </p:cNvPr>
              <p:cNvSpPr/>
              <p:nvPr/>
            </p:nvSpPr>
            <p:spPr>
              <a:xfrm>
                <a:off x="4520150" y="4369300"/>
                <a:ext cx="225450" cy="266525"/>
              </a:xfrm>
              <a:custGeom>
                <a:avLst/>
                <a:gdLst/>
                <a:ahLst/>
                <a:cxnLst/>
                <a:rect l="l" t="t" r="r" b="b"/>
                <a:pathLst>
                  <a:path w="9018" h="10661" extrusionOk="0">
                    <a:moveTo>
                      <a:pt x="1" y="10660"/>
                    </a:moveTo>
                    <a:lnTo>
                      <a:pt x="9017" y="10660"/>
                    </a:lnTo>
                    <a:lnTo>
                      <a:pt x="9017"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1593;p36">
                <a:extLst>
                  <a:ext uri="{FF2B5EF4-FFF2-40B4-BE49-F238E27FC236}">
                    <a16:creationId xmlns:a16="http://schemas.microsoft.com/office/drawing/2014/main" id="{F7B7641B-A3D1-7493-357F-C2B56B795949}"/>
                  </a:ext>
                </a:extLst>
              </p:cNvPr>
              <p:cNvSpPr/>
              <p:nvPr/>
            </p:nvSpPr>
            <p:spPr>
              <a:xfrm>
                <a:off x="4592025" y="4473175"/>
                <a:ext cx="72825" cy="792553"/>
              </a:xfrm>
              <a:custGeom>
                <a:avLst/>
                <a:gdLst/>
                <a:ahLst/>
                <a:cxnLst/>
                <a:rect l="l" t="t" r="r" b="b"/>
                <a:pathLst>
                  <a:path w="2913" h="48780" extrusionOk="0">
                    <a:moveTo>
                      <a:pt x="1" y="48780"/>
                    </a:moveTo>
                    <a:lnTo>
                      <a:pt x="2913" y="48780"/>
                    </a:lnTo>
                    <a:lnTo>
                      <a:pt x="291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1594;p36">
                <a:extLst>
                  <a:ext uri="{FF2B5EF4-FFF2-40B4-BE49-F238E27FC236}">
                    <a16:creationId xmlns:a16="http://schemas.microsoft.com/office/drawing/2014/main" id="{237C0917-4C1F-3CB7-9009-B65020D7C625}"/>
                  </a:ext>
                </a:extLst>
              </p:cNvPr>
              <p:cNvSpPr/>
              <p:nvPr/>
            </p:nvSpPr>
            <p:spPr>
              <a:xfrm>
                <a:off x="3379075" y="4403850"/>
                <a:ext cx="225450" cy="262300"/>
              </a:xfrm>
              <a:custGeom>
                <a:avLst/>
                <a:gdLst/>
                <a:ahLst/>
                <a:cxnLst/>
                <a:rect l="l" t="t" r="r" b="b"/>
                <a:pathLst>
                  <a:path w="9018" h="10492" extrusionOk="0">
                    <a:moveTo>
                      <a:pt x="1" y="10492"/>
                    </a:moveTo>
                    <a:lnTo>
                      <a:pt x="9017" y="10492"/>
                    </a:lnTo>
                    <a:lnTo>
                      <a:pt x="9017" y="0"/>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1595;p36">
                <a:extLst>
                  <a:ext uri="{FF2B5EF4-FFF2-40B4-BE49-F238E27FC236}">
                    <a16:creationId xmlns:a16="http://schemas.microsoft.com/office/drawing/2014/main" id="{ADD9C7FE-1E1D-2183-835E-978789667CDE}"/>
                  </a:ext>
                </a:extLst>
              </p:cNvPr>
              <p:cNvSpPr/>
              <p:nvPr/>
            </p:nvSpPr>
            <p:spPr>
              <a:xfrm>
                <a:off x="3450950" y="4494102"/>
                <a:ext cx="72825" cy="772845"/>
              </a:xfrm>
              <a:custGeom>
                <a:avLst/>
                <a:gdLst/>
                <a:ahLst/>
                <a:cxnLst/>
                <a:rect l="l" t="t" r="r" b="b"/>
                <a:pathLst>
                  <a:path w="2913" h="47567" extrusionOk="0">
                    <a:moveTo>
                      <a:pt x="1" y="47567"/>
                    </a:moveTo>
                    <a:lnTo>
                      <a:pt x="2913" y="47567"/>
                    </a:lnTo>
                    <a:lnTo>
                      <a:pt x="291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 name="Google Shape;1596;p36">
              <a:extLst>
                <a:ext uri="{FF2B5EF4-FFF2-40B4-BE49-F238E27FC236}">
                  <a16:creationId xmlns:a16="http://schemas.microsoft.com/office/drawing/2014/main" id="{363E7CD6-0655-7712-F188-D4A1892F1A79}"/>
                </a:ext>
              </a:extLst>
            </p:cNvPr>
            <p:cNvGrpSpPr/>
            <p:nvPr/>
          </p:nvGrpSpPr>
          <p:grpSpPr>
            <a:xfrm flipH="1">
              <a:off x="-109714" y="4175950"/>
              <a:ext cx="2474925" cy="1050047"/>
              <a:chOff x="3379075" y="4216900"/>
              <a:chExt cx="2474925" cy="1050047"/>
            </a:xfrm>
            <a:grpFill/>
          </p:grpSpPr>
          <p:sp>
            <p:nvSpPr>
              <p:cNvPr id="31" name="Google Shape;1597;p36">
                <a:extLst>
                  <a:ext uri="{FF2B5EF4-FFF2-40B4-BE49-F238E27FC236}">
                    <a16:creationId xmlns:a16="http://schemas.microsoft.com/office/drawing/2014/main" id="{F3148BB1-74BB-E3AA-0F4B-C21D4AC4EB37}"/>
                  </a:ext>
                </a:extLst>
              </p:cNvPr>
              <p:cNvSpPr/>
              <p:nvPr/>
            </p:nvSpPr>
            <p:spPr>
              <a:xfrm>
                <a:off x="5628575" y="4216900"/>
                <a:ext cx="225425" cy="266525"/>
              </a:xfrm>
              <a:custGeom>
                <a:avLst/>
                <a:gdLst/>
                <a:ahLst/>
                <a:cxnLst/>
                <a:rect l="l" t="t" r="r" b="b"/>
                <a:pathLst>
                  <a:path w="9017" h="10661" extrusionOk="0">
                    <a:moveTo>
                      <a:pt x="0" y="10660"/>
                    </a:moveTo>
                    <a:lnTo>
                      <a:pt x="9017" y="10660"/>
                    </a:lnTo>
                    <a:lnTo>
                      <a:pt x="9017"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1598;p36">
                <a:extLst>
                  <a:ext uri="{FF2B5EF4-FFF2-40B4-BE49-F238E27FC236}">
                    <a16:creationId xmlns:a16="http://schemas.microsoft.com/office/drawing/2014/main" id="{D9908424-AB83-2E5A-7E1B-4F05BF8A7D8C}"/>
                  </a:ext>
                </a:extLst>
              </p:cNvPr>
              <p:cNvSpPr/>
              <p:nvPr/>
            </p:nvSpPr>
            <p:spPr>
              <a:xfrm>
                <a:off x="5700425" y="4473175"/>
                <a:ext cx="72850" cy="792553"/>
              </a:xfrm>
              <a:custGeom>
                <a:avLst/>
                <a:gdLst/>
                <a:ahLst/>
                <a:cxnLst/>
                <a:rect l="l" t="t" r="r" b="b"/>
                <a:pathLst>
                  <a:path w="2914" h="48780" extrusionOk="0">
                    <a:moveTo>
                      <a:pt x="1" y="48780"/>
                    </a:moveTo>
                    <a:lnTo>
                      <a:pt x="2913" y="48780"/>
                    </a:lnTo>
                    <a:lnTo>
                      <a:pt x="291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1599;p36">
                <a:extLst>
                  <a:ext uri="{FF2B5EF4-FFF2-40B4-BE49-F238E27FC236}">
                    <a16:creationId xmlns:a16="http://schemas.microsoft.com/office/drawing/2014/main" id="{75784BB2-2247-526C-246D-94643E0186E7}"/>
                  </a:ext>
                </a:extLst>
              </p:cNvPr>
              <p:cNvSpPr/>
              <p:nvPr/>
            </p:nvSpPr>
            <p:spPr>
              <a:xfrm>
                <a:off x="4520150" y="4216900"/>
                <a:ext cx="225450" cy="266525"/>
              </a:xfrm>
              <a:custGeom>
                <a:avLst/>
                <a:gdLst/>
                <a:ahLst/>
                <a:cxnLst/>
                <a:rect l="l" t="t" r="r" b="b"/>
                <a:pathLst>
                  <a:path w="9018" h="10661" extrusionOk="0">
                    <a:moveTo>
                      <a:pt x="1" y="10660"/>
                    </a:moveTo>
                    <a:lnTo>
                      <a:pt x="9017" y="10660"/>
                    </a:lnTo>
                    <a:lnTo>
                      <a:pt x="9017"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1600;p36">
                <a:extLst>
                  <a:ext uri="{FF2B5EF4-FFF2-40B4-BE49-F238E27FC236}">
                    <a16:creationId xmlns:a16="http://schemas.microsoft.com/office/drawing/2014/main" id="{D446ADCA-3583-B3F1-CBA3-E3DED1818624}"/>
                  </a:ext>
                </a:extLst>
              </p:cNvPr>
              <p:cNvSpPr/>
              <p:nvPr/>
            </p:nvSpPr>
            <p:spPr>
              <a:xfrm>
                <a:off x="4592025" y="4473175"/>
                <a:ext cx="72825" cy="792553"/>
              </a:xfrm>
              <a:custGeom>
                <a:avLst/>
                <a:gdLst/>
                <a:ahLst/>
                <a:cxnLst/>
                <a:rect l="l" t="t" r="r" b="b"/>
                <a:pathLst>
                  <a:path w="2913" h="48780" extrusionOk="0">
                    <a:moveTo>
                      <a:pt x="1" y="48780"/>
                    </a:moveTo>
                    <a:lnTo>
                      <a:pt x="2913" y="48780"/>
                    </a:lnTo>
                    <a:lnTo>
                      <a:pt x="291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1601;p36">
                <a:extLst>
                  <a:ext uri="{FF2B5EF4-FFF2-40B4-BE49-F238E27FC236}">
                    <a16:creationId xmlns:a16="http://schemas.microsoft.com/office/drawing/2014/main" id="{A833F2CE-8D6D-E98A-AC55-BE507902349D}"/>
                  </a:ext>
                </a:extLst>
              </p:cNvPr>
              <p:cNvSpPr/>
              <p:nvPr/>
            </p:nvSpPr>
            <p:spPr>
              <a:xfrm>
                <a:off x="3379075" y="4251450"/>
                <a:ext cx="225450" cy="262300"/>
              </a:xfrm>
              <a:custGeom>
                <a:avLst/>
                <a:gdLst/>
                <a:ahLst/>
                <a:cxnLst/>
                <a:rect l="l" t="t" r="r" b="b"/>
                <a:pathLst>
                  <a:path w="9018" h="10492" extrusionOk="0">
                    <a:moveTo>
                      <a:pt x="1" y="10492"/>
                    </a:moveTo>
                    <a:lnTo>
                      <a:pt x="9017" y="10492"/>
                    </a:lnTo>
                    <a:lnTo>
                      <a:pt x="9017" y="0"/>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1602;p36">
                <a:extLst>
                  <a:ext uri="{FF2B5EF4-FFF2-40B4-BE49-F238E27FC236}">
                    <a16:creationId xmlns:a16="http://schemas.microsoft.com/office/drawing/2014/main" id="{7B13F487-589B-FDB6-B7CE-8A0273FBA9DC}"/>
                  </a:ext>
                </a:extLst>
              </p:cNvPr>
              <p:cNvSpPr/>
              <p:nvPr/>
            </p:nvSpPr>
            <p:spPr>
              <a:xfrm>
                <a:off x="3450950" y="4494102"/>
                <a:ext cx="72825" cy="772845"/>
              </a:xfrm>
              <a:custGeom>
                <a:avLst/>
                <a:gdLst/>
                <a:ahLst/>
                <a:cxnLst/>
                <a:rect l="l" t="t" r="r" b="b"/>
                <a:pathLst>
                  <a:path w="2913" h="47567" extrusionOk="0">
                    <a:moveTo>
                      <a:pt x="1" y="47567"/>
                    </a:moveTo>
                    <a:lnTo>
                      <a:pt x="2913" y="47567"/>
                    </a:lnTo>
                    <a:lnTo>
                      <a:pt x="291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94" name="Google Shape;1117;p30">
            <a:extLst>
              <a:ext uri="{FF2B5EF4-FFF2-40B4-BE49-F238E27FC236}">
                <a16:creationId xmlns:a16="http://schemas.microsoft.com/office/drawing/2014/main" id="{FA997088-CA70-B023-942C-0192DD5FCABF}"/>
              </a:ext>
            </a:extLst>
          </p:cNvPr>
          <p:cNvGrpSpPr/>
          <p:nvPr/>
        </p:nvGrpSpPr>
        <p:grpSpPr>
          <a:xfrm rot="150140">
            <a:off x="-2650726" y="3830112"/>
            <a:ext cx="2580526" cy="685136"/>
            <a:chOff x="3962175" y="2631750"/>
            <a:chExt cx="3075700" cy="952625"/>
          </a:xfrm>
        </p:grpSpPr>
        <p:sp>
          <p:nvSpPr>
            <p:cNvPr id="95" name="Google Shape;1118;p30">
              <a:extLst>
                <a:ext uri="{FF2B5EF4-FFF2-40B4-BE49-F238E27FC236}">
                  <a16:creationId xmlns:a16="http://schemas.microsoft.com/office/drawing/2014/main" id="{E765CE14-B34A-4541-590C-F15871B9B99F}"/>
                </a:ext>
              </a:extLst>
            </p:cNvPr>
            <p:cNvSpPr/>
            <p:nvPr/>
          </p:nvSpPr>
          <p:spPr>
            <a:xfrm>
              <a:off x="3962175" y="3227750"/>
              <a:ext cx="3075700" cy="356625"/>
            </a:xfrm>
            <a:custGeom>
              <a:avLst/>
              <a:gdLst/>
              <a:ahLst/>
              <a:cxnLst/>
              <a:rect l="l" t="t" r="r" b="b"/>
              <a:pathLst>
                <a:path w="123028" h="14265" extrusionOk="0">
                  <a:moveTo>
                    <a:pt x="114046" y="1"/>
                  </a:moveTo>
                  <a:lnTo>
                    <a:pt x="114046" y="1239"/>
                  </a:lnTo>
                  <a:lnTo>
                    <a:pt x="114579" y="1239"/>
                  </a:lnTo>
                  <a:lnTo>
                    <a:pt x="114579" y="3167"/>
                  </a:lnTo>
                  <a:lnTo>
                    <a:pt x="109877" y="3167"/>
                  </a:lnTo>
                  <a:lnTo>
                    <a:pt x="109877" y="2728"/>
                  </a:lnTo>
                  <a:lnTo>
                    <a:pt x="108984" y="2728"/>
                  </a:lnTo>
                  <a:lnTo>
                    <a:pt x="108984" y="1913"/>
                  </a:lnTo>
                  <a:cubicBezTo>
                    <a:pt x="108984" y="1411"/>
                    <a:pt x="108513" y="1004"/>
                    <a:pt x="107980" y="1098"/>
                  </a:cubicBezTo>
                  <a:lnTo>
                    <a:pt x="107980" y="1098"/>
                  </a:lnTo>
                  <a:cubicBezTo>
                    <a:pt x="107573" y="1161"/>
                    <a:pt x="107291" y="1553"/>
                    <a:pt x="107291" y="1960"/>
                  </a:cubicBezTo>
                  <a:lnTo>
                    <a:pt x="107291" y="1960"/>
                  </a:lnTo>
                  <a:lnTo>
                    <a:pt x="107291" y="2728"/>
                  </a:lnTo>
                  <a:lnTo>
                    <a:pt x="106397" y="2728"/>
                  </a:lnTo>
                  <a:lnTo>
                    <a:pt x="106397" y="3167"/>
                  </a:lnTo>
                  <a:lnTo>
                    <a:pt x="105237" y="3167"/>
                  </a:lnTo>
                  <a:lnTo>
                    <a:pt x="105237" y="1615"/>
                  </a:lnTo>
                  <a:lnTo>
                    <a:pt x="103921" y="1615"/>
                  </a:lnTo>
                  <a:lnTo>
                    <a:pt x="103921" y="3167"/>
                  </a:lnTo>
                  <a:lnTo>
                    <a:pt x="100112" y="3167"/>
                  </a:lnTo>
                  <a:lnTo>
                    <a:pt x="100112" y="1521"/>
                  </a:lnTo>
                  <a:cubicBezTo>
                    <a:pt x="100112" y="675"/>
                    <a:pt x="99438" y="1"/>
                    <a:pt x="98591" y="1"/>
                  </a:cubicBezTo>
                  <a:lnTo>
                    <a:pt x="98591" y="1"/>
                  </a:lnTo>
                  <a:lnTo>
                    <a:pt x="88403" y="1"/>
                  </a:lnTo>
                  <a:cubicBezTo>
                    <a:pt x="87870" y="1"/>
                    <a:pt x="87431" y="440"/>
                    <a:pt x="87463" y="988"/>
                  </a:cubicBezTo>
                  <a:lnTo>
                    <a:pt x="87463" y="988"/>
                  </a:lnTo>
                  <a:cubicBezTo>
                    <a:pt x="87494" y="1490"/>
                    <a:pt x="87949" y="1882"/>
                    <a:pt x="88466" y="1882"/>
                  </a:cubicBezTo>
                  <a:lnTo>
                    <a:pt x="88466" y="1882"/>
                  </a:lnTo>
                  <a:lnTo>
                    <a:pt x="92149" y="1882"/>
                  </a:lnTo>
                  <a:cubicBezTo>
                    <a:pt x="92964" y="1882"/>
                    <a:pt x="93638" y="2540"/>
                    <a:pt x="93638" y="3355"/>
                  </a:cubicBezTo>
                  <a:lnTo>
                    <a:pt x="93638" y="3355"/>
                  </a:lnTo>
                  <a:lnTo>
                    <a:pt x="93638" y="5785"/>
                  </a:lnTo>
                  <a:cubicBezTo>
                    <a:pt x="93638" y="5988"/>
                    <a:pt x="93466" y="6161"/>
                    <a:pt x="93247" y="6161"/>
                  </a:cubicBezTo>
                  <a:lnTo>
                    <a:pt x="93247" y="6161"/>
                  </a:lnTo>
                  <a:lnTo>
                    <a:pt x="88293" y="6161"/>
                  </a:lnTo>
                  <a:cubicBezTo>
                    <a:pt x="87839" y="6161"/>
                    <a:pt x="87463" y="6537"/>
                    <a:pt x="87463" y="6992"/>
                  </a:cubicBezTo>
                  <a:lnTo>
                    <a:pt x="87463" y="6992"/>
                  </a:lnTo>
                  <a:lnTo>
                    <a:pt x="87463" y="9468"/>
                  </a:lnTo>
                  <a:cubicBezTo>
                    <a:pt x="87463" y="10299"/>
                    <a:pt x="87823" y="11036"/>
                    <a:pt x="88403" y="11537"/>
                  </a:cubicBezTo>
                  <a:lnTo>
                    <a:pt x="88403" y="11537"/>
                  </a:lnTo>
                  <a:cubicBezTo>
                    <a:pt x="88388" y="11615"/>
                    <a:pt x="88388" y="11678"/>
                    <a:pt x="88372" y="11741"/>
                  </a:cubicBezTo>
                  <a:lnTo>
                    <a:pt x="88372" y="11741"/>
                  </a:lnTo>
                  <a:lnTo>
                    <a:pt x="85221" y="11741"/>
                  </a:lnTo>
                  <a:lnTo>
                    <a:pt x="85221" y="3512"/>
                  </a:lnTo>
                  <a:cubicBezTo>
                    <a:pt x="85221" y="2430"/>
                    <a:pt x="84359" y="1553"/>
                    <a:pt x="83278" y="1553"/>
                  </a:cubicBezTo>
                  <a:lnTo>
                    <a:pt x="83278" y="1553"/>
                  </a:lnTo>
                  <a:lnTo>
                    <a:pt x="46083" y="1553"/>
                  </a:lnTo>
                  <a:cubicBezTo>
                    <a:pt x="45017" y="1553"/>
                    <a:pt x="44139" y="2430"/>
                    <a:pt x="44139" y="3512"/>
                  </a:cubicBezTo>
                  <a:lnTo>
                    <a:pt x="44139" y="3512"/>
                  </a:lnTo>
                  <a:lnTo>
                    <a:pt x="44139" y="10330"/>
                  </a:lnTo>
                  <a:lnTo>
                    <a:pt x="42211" y="10330"/>
                  </a:lnTo>
                  <a:lnTo>
                    <a:pt x="42211" y="3512"/>
                  </a:lnTo>
                  <a:cubicBezTo>
                    <a:pt x="42211" y="2430"/>
                    <a:pt x="41333" y="1553"/>
                    <a:pt x="40267" y="1553"/>
                  </a:cubicBezTo>
                  <a:lnTo>
                    <a:pt x="40267" y="1553"/>
                  </a:lnTo>
                  <a:lnTo>
                    <a:pt x="3072" y="1553"/>
                  </a:lnTo>
                  <a:cubicBezTo>
                    <a:pt x="2006" y="1553"/>
                    <a:pt x="1129" y="2430"/>
                    <a:pt x="1129" y="3512"/>
                  </a:cubicBezTo>
                  <a:lnTo>
                    <a:pt x="1129" y="3512"/>
                  </a:lnTo>
                  <a:lnTo>
                    <a:pt x="1129" y="10330"/>
                  </a:lnTo>
                  <a:lnTo>
                    <a:pt x="0" y="10330"/>
                  </a:lnTo>
                  <a:lnTo>
                    <a:pt x="0" y="11130"/>
                  </a:lnTo>
                  <a:lnTo>
                    <a:pt x="1129" y="11130"/>
                  </a:lnTo>
                  <a:lnTo>
                    <a:pt x="1129" y="12650"/>
                  </a:lnTo>
                  <a:lnTo>
                    <a:pt x="1865" y="12650"/>
                  </a:lnTo>
                  <a:cubicBezTo>
                    <a:pt x="1865" y="13481"/>
                    <a:pt x="2555" y="14170"/>
                    <a:pt x="3386" y="14170"/>
                  </a:cubicBezTo>
                  <a:lnTo>
                    <a:pt x="3386" y="14170"/>
                  </a:lnTo>
                  <a:cubicBezTo>
                    <a:pt x="4232" y="14170"/>
                    <a:pt x="4906" y="13481"/>
                    <a:pt x="4906" y="12650"/>
                  </a:cubicBezTo>
                  <a:lnTo>
                    <a:pt x="4906" y="12650"/>
                  </a:lnTo>
                  <a:lnTo>
                    <a:pt x="6113" y="12650"/>
                  </a:lnTo>
                  <a:cubicBezTo>
                    <a:pt x="6113" y="13481"/>
                    <a:pt x="6803" y="14170"/>
                    <a:pt x="7633" y="14170"/>
                  </a:cubicBezTo>
                  <a:lnTo>
                    <a:pt x="7633" y="14170"/>
                  </a:lnTo>
                  <a:cubicBezTo>
                    <a:pt x="8480" y="14170"/>
                    <a:pt x="9154" y="13481"/>
                    <a:pt x="9154" y="12650"/>
                  </a:cubicBezTo>
                  <a:lnTo>
                    <a:pt x="9154" y="12650"/>
                  </a:lnTo>
                  <a:lnTo>
                    <a:pt x="33966" y="12650"/>
                  </a:lnTo>
                  <a:cubicBezTo>
                    <a:pt x="33966" y="13481"/>
                    <a:pt x="34640" y="14170"/>
                    <a:pt x="35487" y="14170"/>
                  </a:cubicBezTo>
                  <a:lnTo>
                    <a:pt x="35487" y="14170"/>
                  </a:lnTo>
                  <a:cubicBezTo>
                    <a:pt x="36317" y="14170"/>
                    <a:pt x="37007" y="13481"/>
                    <a:pt x="37007" y="12650"/>
                  </a:cubicBezTo>
                  <a:lnTo>
                    <a:pt x="37007" y="12650"/>
                  </a:lnTo>
                  <a:lnTo>
                    <a:pt x="38198" y="12650"/>
                  </a:lnTo>
                  <a:cubicBezTo>
                    <a:pt x="38198" y="13481"/>
                    <a:pt x="38888" y="14170"/>
                    <a:pt x="39734" y="14170"/>
                  </a:cubicBezTo>
                  <a:lnTo>
                    <a:pt x="39734" y="14170"/>
                  </a:lnTo>
                  <a:cubicBezTo>
                    <a:pt x="40565" y="14170"/>
                    <a:pt x="41255" y="13481"/>
                    <a:pt x="41255" y="12650"/>
                  </a:cubicBezTo>
                  <a:lnTo>
                    <a:pt x="41255" y="12650"/>
                  </a:lnTo>
                  <a:lnTo>
                    <a:pt x="42211" y="12650"/>
                  </a:lnTo>
                  <a:lnTo>
                    <a:pt x="42211" y="11130"/>
                  </a:lnTo>
                  <a:lnTo>
                    <a:pt x="44139" y="11130"/>
                  </a:lnTo>
                  <a:lnTo>
                    <a:pt x="44139" y="12650"/>
                  </a:lnTo>
                  <a:lnTo>
                    <a:pt x="44876" y="12650"/>
                  </a:lnTo>
                  <a:cubicBezTo>
                    <a:pt x="44876" y="13481"/>
                    <a:pt x="45565" y="14170"/>
                    <a:pt x="46412" y="14170"/>
                  </a:cubicBezTo>
                  <a:lnTo>
                    <a:pt x="46412" y="14170"/>
                  </a:lnTo>
                  <a:cubicBezTo>
                    <a:pt x="47242" y="14170"/>
                    <a:pt x="47932" y="13481"/>
                    <a:pt x="47932" y="12650"/>
                  </a:cubicBezTo>
                  <a:lnTo>
                    <a:pt x="47932" y="12650"/>
                  </a:lnTo>
                  <a:lnTo>
                    <a:pt x="49123" y="12650"/>
                  </a:lnTo>
                  <a:cubicBezTo>
                    <a:pt x="49123" y="13481"/>
                    <a:pt x="49813" y="14170"/>
                    <a:pt x="50644" y="14170"/>
                  </a:cubicBezTo>
                  <a:lnTo>
                    <a:pt x="50644" y="14170"/>
                  </a:lnTo>
                  <a:cubicBezTo>
                    <a:pt x="51490" y="14170"/>
                    <a:pt x="52164" y="13481"/>
                    <a:pt x="52164" y="12650"/>
                  </a:cubicBezTo>
                  <a:lnTo>
                    <a:pt x="52164" y="12650"/>
                  </a:lnTo>
                  <a:lnTo>
                    <a:pt x="76977" y="12650"/>
                  </a:lnTo>
                  <a:cubicBezTo>
                    <a:pt x="76977" y="13481"/>
                    <a:pt x="77651" y="14170"/>
                    <a:pt x="78497" y="14170"/>
                  </a:cubicBezTo>
                  <a:lnTo>
                    <a:pt x="78497" y="14170"/>
                  </a:lnTo>
                  <a:cubicBezTo>
                    <a:pt x="79343" y="14170"/>
                    <a:pt x="80017" y="13481"/>
                    <a:pt x="80017" y="12650"/>
                  </a:cubicBezTo>
                  <a:lnTo>
                    <a:pt x="80017" y="12650"/>
                  </a:lnTo>
                  <a:lnTo>
                    <a:pt x="81224" y="12650"/>
                  </a:lnTo>
                  <a:cubicBezTo>
                    <a:pt x="81224" y="13481"/>
                    <a:pt x="81898" y="14170"/>
                    <a:pt x="82745" y="14170"/>
                  </a:cubicBezTo>
                  <a:lnTo>
                    <a:pt x="82745" y="14170"/>
                  </a:lnTo>
                  <a:cubicBezTo>
                    <a:pt x="83575" y="14170"/>
                    <a:pt x="84265" y="13481"/>
                    <a:pt x="84265" y="12650"/>
                  </a:cubicBezTo>
                  <a:lnTo>
                    <a:pt x="84265" y="12650"/>
                  </a:lnTo>
                  <a:lnTo>
                    <a:pt x="88497" y="12650"/>
                  </a:lnTo>
                  <a:cubicBezTo>
                    <a:pt x="88811" y="13528"/>
                    <a:pt x="89657" y="14170"/>
                    <a:pt x="90645" y="14170"/>
                  </a:cubicBezTo>
                  <a:lnTo>
                    <a:pt x="90645" y="14170"/>
                  </a:lnTo>
                  <a:cubicBezTo>
                    <a:pt x="91789" y="14170"/>
                    <a:pt x="92729" y="13340"/>
                    <a:pt x="92902" y="12258"/>
                  </a:cubicBezTo>
                  <a:lnTo>
                    <a:pt x="92902" y="12258"/>
                  </a:lnTo>
                  <a:lnTo>
                    <a:pt x="94939" y="12258"/>
                  </a:lnTo>
                  <a:cubicBezTo>
                    <a:pt x="95174" y="13340"/>
                    <a:pt x="96146" y="14170"/>
                    <a:pt x="97322" y="14170"/>
                  </a:cubicBezTo>
                  <a:lnTo>
                    <a:pt x="97322" y="14170"/>
                  </a:lnTo>
                  <a:cubicBezTo>
                    <a:pt x="98482" y="14170"/>
                    <a:pt x="99454" y="13340"/>
                    <a:pt x="99704" y="12258"/>
                  </a:cubicBezTo>
                  <a:lnTo>
                    <a:pt x="99704" y="12258"/>
                  </a:lnTo>
                  <a:lnTo>
                    <a:pt x="100535" y="12258"/>
                  </a:lnTo>
                  <a:cubicBezTo>
                    <a:pt x="100770" y="13340"/>
                    <a:pt x="101758" y="14170"/>
                    <a:pt x="102918" y="14170"/>
                  </a:cubicBezTo>
                  <a:lnTo>
                    <a:pt x="102918" y="14170"/>
                  </a:lnTo>
                  <a:cubicBezTo>
                    <a:pt x="104093" y="14170"/>
                    <a:pt x="105065" y="13340"/>
                    <a:pt x="105300" y="12258"/>
                  </a:cubicBezTo>
                  <a:lnTo>
                    <a:pt x="105300" y="12258"/>
                  </a:lnTo>
                  <a:lnTo>
                    <a:pt x="106601" y="12258"/>
                  </a:lnTo>
                  <a:cubicBezTo>
                    <a:pt x="106836" y="13340"/>
                    <a:pt x="107808" y="14170"/>
                    <a:pt x="108984" y="14170"/>
                  </a:cubicBezTo>
                  <a:lnTo>
                    <a:pt x="108984" y="14170"/>
                  </a:lnTo>
                  <a:cubicBezTo>
                    <a:pt x="110143" y="14170"/>
                    <a:pt x="111115" y="13340"/>
                    <a:pt x="111366" y="12258"/>
                  </a:cubicBezTo>
                  <a:lnTo>
                    <a:pt x="111366" y="12258"/>
                  </a:lnTo>
                  <a:lnTo>
                    <a:pt x="112197" y="12258"/>
                  </a:lnTo>
                  <a:cubicBezTo>
                    <a:pt x="112448" y="13340"/>
                    <a:pt x="113419" y="14170"/>
                    <a:pt x="114579" y="14170"/>
                  </a:cubicBezTo>
                  <a:lnTo>
                    <a:pt x="114579" y="14170"/>
                  </a:lnTo>
                  <a:cubicBezTo>
                    <a:pt x="115755" y="14170"/>
                    <a:pt x="116727" y="13340"/>
                    <a:pt x="116962" y="12258"/>
                  </a:cubicBezTo>
                  <a:lnTo>
                    <a:pt x="116962" y="12258"/>
                  </a:lnTo>
                  <a:lnTo>
                    <a:pt x="117244" y="12258"/>
                  </a:lnTo>
                  <a:cubicBezTo>
                    <a:pt x="117056" y="12525"/>
                    <a:pt x="116977" y="12854"/>
                    <a:pt x="117056" y="13230"/>
                  </a:cubicBezTo>
                  <a:lnTo>
                    <a:pt x="117056" y="13230"/>
                  </a:lnTo>
                  <a:cubicBezTo>
                    <a:pt x="117166" y="13684"/>
                    <a:pt x="117542" y="14061"/>
                    <a:pt x="118012" y="14139"/>
                  </a:cubicBezTo>
                  <a:lnTo>
                    <a:pt x="118012" y="14139"/>
                  </a:lnTo>
                  <a:cubicBezTo>
                    <a:pt x="118655" y="14264"/>
                    <a:pt x="119219" y="13888"/>
                    <a:pt x="119391" y="13324"/>
                  </a:cubicBezTo>
                  <a:lnTo>
                    <a:pt x="119391" y="13324"/>
                  </a:lnTo>
                  <a:cubicBezTo>
                    <a:pt x="122369" y="13308"/>
                    <a:pt x="123028" y="12556"/>
                    <a:pt x="123028" y="12556"/>
                  </a:cubicBezTo>
                  <a:lnTo>
                    <a:pt x="123028" y="12556"/>
                  </a:lnTo>
                  <a:lnTo>
                    <a:pt x="119783" y="9108"/>
                  </a:lnTo>
                  <a:lnTo>
                    <a:pt x="118749" y="9108"/>
                  </a:lnTo>
                  <a:cubicBezTo>
                    <a:pt x="120128" y="8841"/>
                    <a:pt x="121178" y="7619"/>
                    <a:pt x="121178" y="6161"/>
                  </a:cubicBezTo>
                  <a:lnTo>
                    <a:pt x="121178" y="6161"/>
                  </a:lnTo>
                  <a:cubicBezTo>
                    <a:pt x="121178" y="5330"/>
                    <a:pt x="120849" y="4578"/>
                    <a:pt x="120300" y="4045"/>
                  </a:cubicBezTo>
                  <a:lnTo>
                    <a:pt x="120300" y="4045"/>
                  </a:lnTo>
                  <a:cubicBezTo>
                    <a:pt x="119752" y="3496"/>
                    <a:pt x="118999" y="3167"/>
                    <a:pt x="118184" y="3167"/>
                  </a:cubicBezTo>
                  <a:lnTo>
                    <a:pt x="118184" y="3167"/>
                  </a:lnTo>
                  <a:lnTo>
                    <a:pt x="116068" y="3167"/>
                  </a:lnTo>
                  <a:lnTo>
                    <a:pt x="116068" y="1239"/>
                  </a:lnTo>
                  <a:lnTo>
                    <a:pt x="116601" y="1239"/>
                  </a:lnTo>
                  <a:lnTo>
                    <a:pt x="116601" y="1"/>
                  </a:lnTo>
                  <a:close/>
                  <a:moveTo>
                    <a:pt x="58214" y="11130"/>
                  </a:moveTo>
                  <a:lnTo>
                    <a:pt x="71146" y="11130"/>
                  </a:lnTo>
                  <a:lnTo>
                    <a:pt x="71146" y="11741"/>
                  </a:lnTo>
                  <a:lnTo>
                    <a:pt x="58214" y="11741"/>
                  </a:lnTo>
                  <a:close/>
                  <a:moveTo>
                    <a:pt x="15204" y="11130"/>
                  </a:moveTo>
                  <a:lnTo>
                    <a:pt x="28135" y="11130"/>
                  </a:lnTo>
                  <a:lnTo>
                    <a:pt x="28135" y="11741"/>
                  </a:lnTo>
                  <a:lnTo>
                    <a:pt x="15204" y="11741"/>
                  </a:lnTo>
                  <a:close/>
                </a:path>
              </a:pathLst>
            </a:custGeom>
            <a:solidFill>
              <a:srgbClr val="0913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6" name="Google Shape;1119;p30">
              <a:extLst>
                <a:ext uri="{FF2B5EF4-FFF2-40B4-BE49-F238E27FC236}">
                  <a16:creationId xmlns:a16="http://schemas.microsoft.com/office/drawing/2014/main" id="{10368EF2-FEA5-0E57-1760-8662F20CDB5B}"/>
                </a:ext>
              </a:extLst>
            </p:cNvPr>
            <p:cNvSpPr/>
            <p:nvPr/>
          </p:nvSpPr>
          <p:spPr>
            <a:xfrm>
              <a:off x="6345450" y="3293600"/>
              <a:ext cx="84275" cy="84275"/>
            </a:xfrm>
            <a:custGeom>
              <a:avLst/>
              <a:gdLst/>
              <a:ahLst/>
              <a:cxnLst/>
              <a:rect l="l" t="t" r="r" b="b"/>
              <a:pathLst>
                <a:path w="3371" h="3371" extrusionOk="0">
                  <a:moveTo>
                    <a:pt x="1050" y="0"/>
                  </a:moveTo>
                  <a:cubicBezTo>
                    <a:pt x="470" y="0"/>
                    <a:pt x="0" y="470"/>
                    <a:pt x="0" y="1050"/>
                  </a:cubicBezTo>
                  <a:lnTo>
                    <a:pt x="0" y="2320"/>
                  </a:lnTo>
                  <a:cubicBezTo>
                    <a:pt x="0" y="2900"/>
                    <a:pt x="470" y="3370"/>
                    <a:pt x="1050" y="3370"/>
                  </a:cubicBezTo>
                  <a:lnTo>
                    <a:pt x="2320" y="3370"/>
                  </a:lnTo>
                  <a:cubicBezTo>
                    <a:pt x="2900" y="3370"/>
                    <a:pt x="3370" y="2900"/>
                    <a:pt x="3370" y="2320"/>
                  </a:cubicBezTo>
                  <a:lnTo>
                    <a:pt x="3370" y="1050"/>
                  </a:lnTo>
                  <a:cubicBezTo>
                    <a:pt x="3370" y="470"/>
                    <a:pt x="2900" y="0"/>
                    <a:pt x="232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1120;p30">
              <a:extLst>
                <a:ext uri="{FF2B5EF4-FFF2-40B4-BE49-F238E27FC236}">
                  <a16:creationId xmlns:a16="http://schemas.microsoft.com/office/drawing/2014/main" id="{F56CAABB-7CB8-E8FA-2FB4-91F2135669B0}"/>
                </a:ext>
              </a:extLst>
            </p:cNvPr>
            <p:cNvSpPr/>
            <p:nvPr/>
          </p:nvSpPr>
          <p:spPr>
            <a:xfrm>
              <a:off x="5924600" y="3351575"/>
              <a:ext cx="74475" cy="70575"/>
            </a:xfrm>
            <a:custGeom>
              <a:avLst/>
              <a:gdLst/>
              <a:ahLst/>
              <a:cxnLst/>
              <a:rect l="l" t="t" r="r" b="b"/>
              <a:pathLst>
                <a:path w="2979" h="2823" extrusionOk="0">
                  <a:moveTo>
                    <a:pt x="1050" y="1"/>
                  </a:moveTo>
                  <a:cubicBezTo>
                    <a:pt x="470" y="1"/>
                    <a:pt x="0" y="471"/>
                    <a:pt x="0" y="1051"/>
                  </a:cubicBezTo>
                  <a:lnTo>
                    <a:pt x="0" y="1788"/>
                  </a:lnTo>
                  <a:cubicBezTo>
                    <a:pt x="0" y="2368"/>
                    <a:pt x="470" y="2822"/>
                    <a:pt x="1050" y="2822"/>
                  </a:cubicBezTo>
                  <a:lnTo>
                    <a:pt x="1944" y="2822"/>
                  </a:lnTo>
                  <a:cubicBezTo>
                    <a:pt x="2508" y="2822"/>
                    <a:pt x="2978" y="2368"/>
                    <a:pt x="2978" y="1788"/>
                  </a:cubicBezTo>
                  <a:lnTo>
                    <a:pt x="2978" y="1051"/>
                  </a:lnTo>
                  <a:cubicBezTo>
                    <a:pt x="2978" y="471"/>
                    <a:pt x="2508"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1121;p30">
              <a:extLst>
                <a:ext uri="{FF2B5EF4-FFF2-40B4-BE49-F238E27FC236}">
                  <a16:creationId xmlns:a16="http://schemas.microsoft.com/office/drawing/2014/main" id="{C343B642-8B6B-0F0C-994D-576085753168}"/>
                </a:ext>
              </a:extLst>
            </p:cNvPr>
            <p:cNvSpPr/>
            <p:nvPr/>
          </p:nvSpPr>
          <p:spPr>
            <a:xfrm>
              <a:off x="5812125" y="3351575"/>
              <a:ext cx="74475" cy="70575"/>
            </a:xfrm>
            <a:custGeom>
              <a:avLst/>
              <a:gdLst/>
              <a:ahLst/>
              <a:cxnLst/>
              <a:rect l="l" t="t" r="r" b="b"/>
              <a:pathLst>
                <a:path w="2979" h="2823" extrusionOk="0">
                  <a:moveTo>
                    <a:pt x="1035" y="1"/>
                  </a:moveTo>
                  <a:cubicBezTo>
                    <a:pt x="455" y="1"/>
                    <a:pt x="0" y="471"/>
                    <a:pt x="0" y="1051"/>
                  </a:cubicBezTo>
                  <a:lnTo>
                    <a:pt x="0" y="1788"/>
                  </a:lnTo>
                  <a:cubicBezTo>
                    <a:pt x="0" y="2368"/>
                    <a:pt x="455" y="2822"/>
                    <a:pt x="1035" y="2822"/>
                  </a:cubicBezTo>
                  <a:lnTo>
                    <a:pt x="1928" y="2822"/>
                  </a:lnTo>
                  <a:cubicBezTo>
                    <a:pt x="2508" y="2822"/>
                    <a:pt x="2979" y="2368"/>
                    <a:pt x="2979" y="1788"/>
                  </a:cubicBezTo>
                  <a:lnTo>
                    <a:pt x="2979" y="1051"/>
                  </a:lnTo>
                  <a:cubicBezTo>
                    <a:pt x="2979" y="471"/>
                    <a:pt x="2508" y="1"/>
                    <a:pt x="192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1122;p30">
              <a:extLst>
                <a:ext uri="{FF2B5EF4-FFF2-40B4-BE49-F238E27FC236}">
                  <a16:creationId xmlns:a16="http://schemas.microsoft.com/office/drawing/2014/main" id="{59ACB365-CC84-3DC0-12DD-A09997BC5CA7}"/>
                </a:ext>
              </a:extLst>
            </p:cNvPr>
            <p:cNvSpPr/>
            <p:nvPr/>
          </p:nvSpPr>
          <p:spPr>
            <a:xfrm>
              <a:off x="5703575" y="3351575"/>
              <a:ext cx="74475" cy="70575"/>
            </a:xfrm>
            <a:custGeom>
              <a:avLst/>
              <a:gdLst/>
              <a:ahLst/>
              <a:cxnLst/>
              <a:rect l="l" t="t" r="r" b="b"/>
              <a:pathLst>
                <a:path w="2979" h="2823" extrusionOk="0">
                  <a:moveTo>
                    <a:pt x="1051" y="1"/>
                  </a:moveTo>
                  <a:cubicBezTo>
                    <a:pt x="471" y="1"/>
                    <a:pt x="1" y="471"/>
                    <a:pt x="1" y="1051"/>
                  </a:cubicBezTo>
                  <a:lnTo>
                    <a:pt x="1" y="1788"/>
                  </a:lnTo>
                  <a:cubicBezTo>
                    <a:pt x="1" y="2368"/>
                    <a:pt x="471" y="2822"/>
                    <a:pt x="1051" y="2822"/>
                  </a:cubicBezTo>
                  <a:lnTo>
                    <a:pt x="1944" y="2822"/>
                  </a:lnTo>
                  <a:cubicBezTo>
                    <a:pt x="2524" y="2822"/>
                    <a:pt x="2979" y="2368"/>
                    <a:pt x="2979" y="1788"/>
                  </a:cubicBezTo>
                  <a:lnTo>
                    <a:pt x="2979" y="1051"/>
                  </a:lnTo>
                  <a:cubicBezTo>
                    <a:pt x="2979"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123;p30">
              <a:extLst>
                <a:ext uri="{FF2B5EF4-FFF2-40B4-BE49-F238E27FC236}">
                  <a16:creationId xmlns:a16="http://schemas.microsoft.com/office/drawing/2014/main" id="{519AEB82-4C55-050F-6F36-88F201B8310E}"/>
                </a:ext>
              </a:extLst>
            </p:cNvPr>
            <p:cNvSpPr/>
            <p:nvPr/>
          </p:nvSpPr>
          <p:spPr>
            <a:xfrm>
              <a:off x="5595425" y="3351575"/>
              <a:ext cx="74475" cy="70575"/>
            </a:xfrm>
            <a:custGeom>
              <a:avLst/>
              <a:gdLst/>
              <a:ahLst/>
              <a:cxnLst/>
              <a:rect l="l" t="t" r="r" b="b"/>
              <a:pathLst>
                <a:path w="2979" h="2823" extrusionOk="0">
                  <a:moveTo>
                    <a:pt x="1035" y="1"/>
                  </a:moveTo>
                  <a:cubicBezTo>
                    <a:pt x="455" y="1"/>
                    <a:pt x="1" y="471"/>
                    <a:pt x="1" y="1051"/>
                  </a:cubicBezTo>
                  <a:lnTo>
                    <a:pt x="1" y="1788"/>
                  </a:lnTo>
                  <a:cubicBezTo>
                    <a:pt x="1" y="2368"/>
                    <a:pt x="455" y="2822"/>
                    <a:pt x="1035" y="2822"/>
                  </a:cubicBezTo>
                  <a:lnTo>
                    <a:pt x="1929" y="2822"/>
                  </a:lnTo>
                  <a:cubicBezTo>
                    <a:pt x="2508" y="2822"/>
                    <a:pt x="2979" y="2368"/>
                    <a:pt x="2979" y="1788"/>
                  </a:cubicBezTo>
                  <a:lnTo>
                    <a:pt x="2979" y="1051"/>
                  </a:lnTo>
                  <a:cubicBezTo>
                    <a:pt x="2979" y="471"/>
                    <a:pt x="2508" y="1"/>
                    <a:pt x="19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124;p30">
              <a:extLst>
                <a:ext uri="{FF2B5EF4-FFF2-40B4-BE49-F238E27FC236}">
                  <a16:creationId xmlns:a16="http://schemas.microsoft.com/office/drawing/2014/main" id="{98F2C447-2DD5-DBCB-394D-A997A508A2BB}"/>
                </a:ext>
              </a:extLst>
            </p:cNvPr>
            <p:cNvSpPr/>
            <p:nvPr/>
          </p:nvSpPr>
          <p:spPr>
            <a:xfrm>
              <a:off x="5486875" y="3351575"/>
              <a:ext cx="74475" cy="70575"/>
            </a:xfrm>
            <a:custGeom>
              <a:avLst/>
              <a:gdLst/>
              <a:ahLst/>
              <a:cxnLst/>
              <a:rect l="l" t="t" r="r" b="b"/>
              <a:pathLst>
                <a:path w="2979" h="2823" extrusionOk="0">
                  <a:moveTo>
                    <a:pt x="1051" y="1"/>
                  </a:moveTo>
                  <a:cubicBezTo>
                    <a:pt x="471" y="1"/>
                    <a:pt x="1" y="471"/>
                    <a:pt x="1" y="1051"/>
                  </a:cubicBezTo>
                  <a:lnTo>
                    <a:pt x="1" y="1788"/>
                  </a:lnTo>
                  <a:cubicBezTo>
                    <a:pt x="1" y="2368"/>
                    <a:pt x="471" y="2822"/>
                    <a:pt x="1051" y="2822"/>
                  </a:cubicBezTo>
                  <a:lnTo>
                    <a:pt x="1944" y="2822"/>
                  </a:lnTo>
                  <a:cubicBezTo>
                    <a:pt x="2509" y="2822"/>
                    <a:pt x="2979" y="2368"/>
                    <a:pt x="2979" y="1788"/>
                  </a:cubicBezTo>
                  <a:lnTo>
                    <a:pt x="2979" y="1051"/>
                  </a:lnTo>
                  <a:cubicBezTo>
                    <a:pt x="2979" y="471"/>
                    <a:pt x="2509"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125;p30">
              <a:extLst>
                <a:ext uri="{FF2B5EF4-FFF2-40B4-BE49-F238E27FC236}">
                  <a16:creationId xmlns:a16="http://schemas.microsoft.com/office/drawing/2014/main" id="{F328EDF1-32B6-5C9F-7F4A-26E51D40B170}"/>
                </a:ext>
              </a:extLst>
            </p:cNvPr>
            <p:cNvSpPr/>
            <p:nvPr/>
          </p:nvSpPr>
          <p:spPr>
            <a:xfrm>
              <a:off x="5378350" y="3351575"/>
              <a:ext cx="74850" cy="70575"/>
            </a:xfrm>
            <a:custGeom>
              <a:avLst/>
              <a:gdLst/>
              <a:ahLst/>
              <a:cxnLst/>
              <a:rect l="l" t="t" r="r" b="b"/>
              <a:pathLst>
                <a:path w="2994" h="2823" extrusionOk="0">
                  <a:moveTo>
                    <a:pt x="1050" y="1"/>
                  </a:moveTo>
                  <a:cubicBezTo>
                    <a:pt x="470" y="1"/>
                    <a:pt x="0" y="471"/>
                    <a:pt x="0" y="1051"/>
                  </a:cubicBezTo>
                  <a:lnTo>
                    <a:pt x="0" y="1788"/>
                  </a:lnTo>
                  <a:cubicBezTo>
                    <a:pt x="0" y="2368"/>
                    <a:pt x="470" y="2822"/>
                    <a:pt x="1050"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126;p30">
              <a:extLst>
                <a:ext uri="{FF2B5EF4-FFF2-40B4-BE49-F238E27FC236}">
                  <a16:creationId xmlns:a16="http://schemas.microsoft.com/office/drawing/2014/main" id="{0ECBE1C0-CE0B-BF76-4BD8-B22CC9328352}"/>
                </a:ext>
              </a:extLst>
            </p:cNvPr>
            <p:cNvSpPr/>
            <p:nvPr/>
          </p:nvSpPr>
          <p:spPr>
            <a:xfrm>
              <a:off x="5270175" y="3351575"/>
              <a:ext cx="74500" cy="70575"/>
            </a:xfrm>
            <a:custGeom>
              <a:avLst/>
              <a:gdLst/>
              <a:ahLst/>
              <a:cxnLst/>
              <a:rect l="l" t="t" r="r" b="b"/>
              <a:pathLst>
                <a:path w="2980" h="2823" extrusionOk="0">
                  <a:moveTo>
                    <a:pt x="1051" y="1"/>
                  </a:moveTo>
                  <a:cubicBezTo>
                    <a:pt x="471" y="1"/>
                    <a:pt x="1" y="471"/>
                    <a:pt x="1" y="1051"/>
                  </a:cubicBezTo>
                  <a:lnTo>
                    <a:pt x="1" y="1788"/>
                  </a:lnTo>
                  <a:cubicBezTo>
                    <a:pt x="1" y="2368"/>
                    <a:pt x="471" y="2822"/>
                    <a:pt x="1051" y="2822"/>
                  </a:cubicBezTo>
                  <a:lnTo>
                    <a:pt x="1945" y="2822"/>
                  </a:lnTo>
                  <a:cubicBezTo>
                    <a:pt x="2509" y="2822"/>
                    <a:pt x="2979" y="2368"/>
                    <a:pt x="2979" y="1788"/>
                  </a:cubicBezTo>
                  <a:lnTo>
                    <a:pt x="2979" y="1051"/>
                  </a:lnTo>
                  <a:cubicBezTo>
                    <a:pt x="2979" y="471"/>
                    <a:pt x="2509" y="1"/>
                    <a:pt x="194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127;p30">
              <a:extLst>
                <a:ext uri="{FF2B5EF4-FFF2-40B4-BE49-F238E27FC236}">
                  <a16:creationId xmlns:a16="http://schemas.microsoft.com/office/drawing/2014/main" id="{6C1507D3-FC6D-0738-C6F5-23484DFBA441}"/>
                </a:ext>
              </a:extLst>
            </p:cNvPr>
            <p:cNvSpPr/>
            <p:nvPr/>
          </p:nvSpPr>
          <p:spPr>
            <a:xfrm>
              <a:off x="5161650" y="3351575"/>
              <a:ext cx="74850" cy="70575"/>
            </a:xfrm>
            <a:custGeom>
              <a:avLst/>
              <a:gdLst/>
              <a:ahLst/>
              <a:cxnLst/>
              <a:rect l="l" t="t" r="r" b="b"/>
              <a:pathLst>
                <a:path w="2994" h="2823" extrusionOk="0">
                  <a:moveTo>
                    <a:pt x="1050" y="1"/>
                  </a:moveTo>
                  <a:cubicBezTo>
                    <a:pt x="470" y="1"/>
                    <a:pt x="0" y="471"/>
                    <a:pt x="0" y="1051"/>
                  </a:cubicBezTo>
                  <a:lnTo>
                    <a:pt x="0" y="1788"/>
                  </a:lnTo>
                  <a:cubicBezTo>
                    <a:pt x="0" y="2368"/>
                    <a:pt x="470" y="2822"/>
                    <a:pt x="1050"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128;p30">
              <a:extLst>
                <a:ext uri="{FF2B5EF4-FFF2-40B4-BE49-F238E27FC236}">
                  <a16:creationId xmlns:a16="http://schemas.microsoft.com/office/drawing/2014/main" id="{04793CD7-0601-BFA2-EC26-AE49EC5928D0}"/>
                </a:ext>
              </a:extLst>
            </p:cNvPr>
            <p:cNvSpPr/>
            <p:nvPr/>
          </p:nvSpPr>
          <p:spPr>
            <a:xfrm>
              <a:off x="4849325" y="3351575"/>
              <a:ext cx="74475" cy="70575"/>
            </a:xfrm>
            <a:custGeom>
              <a:avLst/>
              <a:gdLst/>
              <a:ahLst/>
              <a:cxnLst/>
              <a:rect l="l" t="t" r="r" b="b"/>
              <a:pathLst>
                <a:path w="2979" h="2823" extrusionOk="0">
                  <a:moveTo>
                    <a:pt x="1035" y="1"/>
                  </a:moveTo>
                  <a:cubicBezTo>
                    <a:pt x="471" y="1"/>
                    <a:pt x="1" y="471"/>
                    <a:pt x="1" y="1051"/>
                  </a:cubicBezTo>
                  <a:lnTo>
                    <a:pt x="1" y="1788"/>
                  </a:lnTo>
                  <a:cubicBezTo>
                    <a:pt x="1" y="2368"/>
                    <a:pt x="471" y="2822"/>
                    <a:pt x="1035" y="2822"/>
                  </a:cubicBezTo>
                  <a:lnTo>
                    <a:pt x="1929" y="2822"/>
                  </a:lnTo>
                  <a:cubicBezTo>
                    <a:pt x="2509" y="2822"/>
                    <a:pt x="2979" y="2368"/>
                    <a:pt x="2979" y="1788"/>
                  </a:cubicBezTo>
                  <a:lnTo>
                    <a:pt x="2979" y="1051"/>
                  </a:lnTo>
                  <a:cubicBezTo>
                    <a:pt x="2979" y="471"/>
                    <a:pt x="2509" y="1"/>
                    <a:pt x="19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129;p30">
              <a:extLst>
                <a:ext uri="{FF2B5EF4-FFF2-40B4-BE49-F238E27FC236}">
                  <a16:creationId xmlns:a16="http://schemas.microsoft.com/office/drawing/2014/main" id="{C74294A8-B9D5-8CB1-682D-15D286F9604A}"/>
                </a:ext>
              </a:extLst>
            </p:cNvPr>
            <p:cNvSpPr/>
            <p:nvPr/>
          </p:nvSpPr>
          <p:spPr>
            <a:xfrm>
              <a:off x="4736475" y="3351575"/>
              <a:ext cx="74875" cy="70575"/>
            </a:xfrm>
            <a:custGeom>
              <a:avLst/>
              <a:gdLst/>
              <a:ahLst/>
              <a:cxnLst/>
              <a:rect l="l" t="t" r="r" b="b"/>
              <a:pathLst>
                <a:path w="2995" h="2823" extrusionOk="0">
                  <a:moveTo>
                    <a:pt x="1051" y="1"/>
                  </a:moveTo>
                  <a:cubicBezTo>
                    <a:pt x="471" y="1"/>
                    <a:pt x="0" y="471"/>
                    <a:pt x="0" y="1051"/>
                  </a:cubicBezTo>
                  <a:lnTo>
                    <a:pt x="0" y="1788"/>
                  </a:lnTo>
                  <a:cubicBezTo>
                    <a:pt x="0" y="2368"/>
                    <a:pt x="471" y="2822"/>
                    <a:pt x="1051"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130;p30">
              <a:extLst>
                <a:ext uri="{FF2B5EF4-FFF2-40B4-BE49-F238E27FC236}">
                  <a16:creationId xmlns:a16="http://schemas.microsoft.com/office/drawing/2014/main" id="{3511A421-8692-52CE-FEF0-E5896B636D5B}"/>
                </a:ext>
              </a:extLst>
            </p:cNvPr>
            <p:cNvSpPr/>
            <p:nvPr/>
          </p:nvSpPr>
          <p:spPr>
            <a:xfrm>
              <a:off x="4628325" y="3351575"/>
              <a:ext cx="74475" cy="70575"/>
            </a:xfrm>
            <a:custGeom>
              <a:avLst/>
              <a:gdLst/>
              <a:ahLst/>
              <a:cxnLst/>
              <a:rect l="l" t="t" r="r" b="b"/>
              <a:pathLst>
                <a:path w="2979" h="2823" extrusionOk="0">
                  <a:moveTo>
                    <a:pt x="1051" y="1"/>
                  </a:moveTo>
                  <a:cubicBezTo>
                    <a:pt x="471" y="1"/>
                    <a:pt x="0" y="471"/>
                    <a:pt x="0" y="1051"/>
                  </a:cubicBezTo>
                  <a:lnTo>
                    <a:pt x="0" y="1788"/>
                  </a:lnTo>
                  <a:cubicBezTo>
                    <a:pt x="0" y="2368"/>
                    <a:pt x="471" y="2822"/>
                    <a:pt x="1051" y="2822"/>
                  </a:cubicBezTo>
                  <a:lnTo>
                    <a:pt x="1944" y="2822"/>
                  </a:lnTo>
                  <a:cubicBezTo>
                    <a:pt x="2508" y="2822"/>
                    <a:pt x="2978" y="2368"/>
                    <a:pt x="2978" y="1788"/>
                  </a:cubicBezTo>
                  <a:lnTo>
                    <a:pt x="2978" y="1051"/>
                  </a:lnTo>
                  <a:cubicBezTo>
                    <a:pt x="2978" y="471"/>
                    <a:pt x="2508"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131;p30">
              <a:extLst>
                <a:ext uri="{FF2B5EF4-FFF2-40B4-BE49-F238E27FC236}">
                  <a16:creationId xmlns:a16="http://schemas.microsoft.com/office/drawing/2014/main" id="{540D14EC-34A7-C31E-40C3-CB2F173F8E9B}"/>
                </a:ext>
              </a:extLst>
            </p:cNvPr>
            <p:cNvSpPr/>
            <p:nvPr/>
          </p:nvSpPr>
          <p:spPr>
            <a:xfrm>
              <a:off x="4519775" y="3351575"/>
              <a:ext cx="74875" cy="70575"/>
            </a:xfrm>
            <a:custGeom>
              <a:avLst/>
              <a:gdLst/>
              <a:ahLst/>
              <a:cxnLst/>
              <a:rect l="l" t="t" r="r" b="b"/>
              <a:pathLst>
                <a:path w="2995" h="2823" extrusionOk="0">
                  <a:moveTo>
                    <a:pt x="1051" y="1"/>
                  </a:moveTo>
                  <a:cubicBezTo>
                    <a:pt x="471" y="1"/>
                    <a:pt x="1" y="471"/>
                    <a:pt x="1" y="1051"/>
                  </a:cubicBezTo>
                  <a:lnTo>
                    <a:pt x="1" y="1788"/>
                  </a:lnTo>
                  <a:cubicBezTo>
                    <a:pt x="1" y="2368"/>
                    <a:pt x="471" y="2822"/>
                    <a:pt x="1051"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132;p30">
              <a:extLst>
                <a:ext uri="{FF2B5EF4-FFF2-40B4-BE49-F238E27FC236}">
                  <a16:creationId xmlns:a16="http://schemas.microsoft.com/office/drawing/2014/main" id="{16A82A2B-EA0A-BDE4-F1F5-36807A01F282}"/>
                </a:ext>
              </a:extLst>
            </p:cNvPr>
            <p:cNvSpPr/>
            <p:nvPr/>
          </p:nvSpPr>
          <p:spPr>
            <a:xfrm>
              <a:off x="4411625" y="3351575"/>
              <a:ext cx="74475" cy="70575"/>
            </a:xfrm>
            <a:custGeom>
              <a:avLst/>
              <a:gdLst/>
              <a:ahLst/>
              <a:cxnLst/>
              <a:rect l="l" t="t" r="r" b="b"/>
              <a:pathLst>
                <a:path w="2979" h="2823" extrusionOk="0">
                  <a:moveTo>
                    <a:pt x="1035" y="1"/>
                  </a:moveTo>
                  <a:cubicBezTo>
                    <a:pt x="471" y="1"/>
                    <a:pt x="0" y="471"/>
                    <a:pt x="0" y="1051"/>
                  </a:cubicBezTo>
                  <a:lnTo>
                    <a:pt x="0" y="1788"/>
                  </a:lnTo>
                  <a:cubicBezTo>
                    <a:pt x="0" y="2368"/>
                    <a:pt x="471" y="2822"/>
                    <a:pt x="1035" y="2822"/>
                  </a:cubicBezTo>
                  <a:lnTo>
                    <a:pt x="1928" y="2822"/>
                  </a:lnTo>
                  <a:cubicBezTo>
                    <a:pt x="2508" y="2822"/>
                    <a:pt x="2979" y="2368"/>
                    <a:pt x="2979" y="1788"/>
                  </a:cubicBezTo>
                  <a:lnTo>
                    <a:pt x="2979" y="1051"/>
                  </a:lnTo>
                  <a:cubicBezTo>
                    <a:pt x="2979" y="471"/>
                    <a:pt x="2508" y="1"/>
                    <a:pt x="192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33;p30">
              <a:extLst>
                <a:ext uri="{FF2B5EF4-FFF2-40B4-BE49-F238E27FC236}">
                  <a16:creationId xmlns:a16="http://schemas.microsoft.com/office/drawing/2014/main" id="{9A17B1FA-4B3F-D9D9-3F80-27AD64E5B946}"/>
                </a:ext>
              </a:extLst>
            </p:cNvPr>
            <p:cNvSpPr/>
            <p:nvPr/>
          </p:nvSpPr>
          <p:spPr>
            <a:xfrm>
              <a:off x="4303075" y="3351575"/>
              <a:ext cx="74875" cy="70575"/>
            </a:xfrm>
            <a:custGeom>
              <a:avLst/>
              <a:gdLst/>
              <a:ahLst/>
              <a:cxnLst/>
              <a:rect l="l" t="t" r="r" b="b"/>
              <a:pathLst>
                <a:path w="2995" h="2823" extrusionOk="0">
                  <a:moveTo>
                    <a:pt x="1051" y="1"/>
                  </a:moveTo>
                  <a:cubicBezTo>
                    <a:pt x="471" y="1"/>
                    <a:pt x="1" y="471"/>
                    <a:pt x="1" y="1051"/>
                  </a:cubicBezTo>
                  <a:lnTo>
                    <a:pt x="1" y="1788"/>
                  </a:lnTo>
                  <a:cubicBezTo>
                    <a:pt x="1" y="2368"/>
                    <a:pt x="471" y="2822"/>
                    <a:pt x="1051"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34;p30">
              <a:extLst>
                <a:ext uri="{FF2B5EF4-FFF2-40B4-BE49-F238E27FC236}">
                  <a16:creationId xmlns:a16="http://schemas.microsoft.com/office/drawing/2014/main" id="{6205D456-9F12-4274-0EF2-0C29AA7996F4}"/>
                </a:ext>
              </a:extLst>
            </p:cNvPr>
            <p:cNvSpPr/>
            <p:nvPr/>
          </p:nvSpPr>
          <p:spPr>
            <a:xfrm>
              <a:off x="4194925" y="3351575"/>
              <a:ext cx="74475" cy="70575"/>
            </a:xfrm>
            <a:custGeom>
              <a:avLst/>
              <a:gdLst/>
              <a:ahLst/>
              <a:cxnLst/>
              <a:rect l="l" t="t" r="r" b="b"/>
              <a:pathLst>
                <a:path w="2979" h="2823" extrusionOk="0">
                  <a:moveTo>
                    <a:pt x="1035" y="1"/>
                  </a:moveTo>
                  <a:cubicBezTo>
                    <a:pt x="471" y="1"/>
                    <a:pt x="1" y="471"/>
                    <a:pt x="1" y="1051"/>
                  </a:cubicBezTo>
                  <a:lnTo>
                    <a:pt x="1" y="1788"/>
                  </a:lnTo>
                  <a:cubicBezTo>
                    <a:pt x="1" y="2368"/>
                    <a:pt x="471" y="2822"/>
                    <a:pt x="1035" y="2822"/>
                  </a:cubicBezTo>
                  <a:lnTo>
                    <a:pt x="1928" y="2822"/>
                  </a:lnTo>
                  <a:cubicBezTo>
                    <a:pt x="2508" y="2822"/>
                    <a:pt x="2979" y="2368"/>
                    <a:pt x="2979" y="1788"/>
                  </a:cubicBezTo>
                  <a:lnTo>
                    <a:pt x="2979" y="1051"/>
                  </a:lnTo>
                  <a:cubicBezTo>
                    <a:pt x="2979" y="471"/>
                    <a:pt x="2508" y="1"/>
                    <a:pt x="192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35;p30">
              <a:extLst>
                <a:ext uri="{FF2B5EF4-FFF2-40B4-BE49-F238E27FC236}">
                  <a16:creationId xmlns:a16="http://schemas.microsoft.com/office/drawing/2014/main" id="{3AF1B2ED-756C-D9C1-B4B7-A97E3045B75F}"/>
                </a:ext>
              </a:extLst>
            </p:cNvPr>
            <p:cNvSpPr/>
            <p:nvPr/>
          </p:nvSpPr>
          <p:spPr>
            <a:xfrm>
              <a:off x="4086375" y="3351575"/>
              <a:ext cx="74875" cy="70575"/>
            </a:xfrm>
            <a:custGeom>
              <a:avLst/>
              <a:gdLst/>
              <a:ahLst/>
              <a:cxnLst/>
              <a:rect l="l" t="t" r="r" b="b"/>
              <a:pathLst>
                <a:path w="2995" h="2823" extrusionOk="0">
                  <a:moveTo>
                    <a:pt x="1051" y="1"/>
                  </a:moveTo>
                  <a:cubicBezTo>
                    <a:pt x="471" y="1"/>
                    <a:pt x="1" y="471"/>
                    <a:pt x="1" y="1051"/>
                  </a:cubicBezTo>
                  <a:lnTo>
                    <a:pt x="1" y="1788"/>
                  </a:lnTo>
                  <a:cubicBezTo>
                    <a:pt x="1" y="2368"/>
                    <a:pt x="471" y="2822"/>
                    <a:pt x="1051" y="2822"/>
                  </a:cubicBezTo>
                  <a:lnTo>
                    <a:pt x="1944" y="2822"/>
                  </a:lnTo>
                  <a:cubicBezTo>
                    <a:pt x="2524" y="2822"/>
                    <a:pt x="2995" y="2368"/>
                    <a:pt x="2995" y="1788"/>
                  </a:cubicBezTo>
                  <a:lnTo>
                    <a:pt x="2995" y="1051"/>
                  </a:lnTo>
                  <a:cubicBezTo>
                    <a:pt x="2995"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6;p30">
              <a:extLst>
                <a:ext uri="{FF2B5EF4-FFF2-40B4-BE49-F238E27FC236}">
                  <a16:creationId xmlns:a16="http://schemas.microsoft.com/office/drawing/2014/main" id="{1253B75C-63F3-D23F-BB57-1CC08015EAAD}"/>
                </a:ext>
              </a:extLst>
            </p:cNvPr>
            <p:cNvSpPr/>
            <p:nvPr/>
          </p:nvSpPr>
          <p:spPr>
            <a:xfrm>
              <a:off x="4570325" y="2631750"/>
              <a:ext cx="2293575" cy="582700"/>
            </a:xfrm>
            <a:custGeom>
              <a:avLst/>
              <a:gdLst/>
              <a:ahLst/>
              <a:cxnLst/>
              <a:rect l="l" t="t" r="r" b="b"/>
              <a:pathLst>
                <a:path w="91743" h="23308" extrusionOk="0">
                  <a:moveTo>
                    <a:pt x="23857" y="188"/>
                  </a:moveTo>
                  <a:cubicBezTo>
                    <a:pt x="21694" y="658"/>
                    <a:pt x="19813" y="1944"/>
                    <a:pt x="17854" y="2947"/>
                  </a:cubicBezTo>
                  <a:lnTo>
                    <a:pt x="17854" y="2947"/>
                  </a:lnTo>
                  <a:cubicBezTo>
                    <a:pt x="15001" y="4420"/>
                    <a:pt x="11835" y="5376"/>
                    <a:pt x="8637" y="5282"/>
                  </a:cubicBezTo>
                  <a:lnTo>
                    <a:pt x="8637" y="5282"/>
                  </a:lnTo>
                  <a:cubicBezTo>
                    <a:pt x="5440" y="5204"/>
                    <a:pt x="2211" y="4013"/>
                    <a:pt x="1" y="1709"/>
                  </a:cubicBezTo>
                  <a:lnTo>
                    <a:pt x="1" y="1709"/>
                  </a:lnTo>
                  <a:cubicBezTo>
                    <a:pt x="251" y="3339"/>
                    <a:pt x="1458" y="4467"/>
                    <a:pt x="2963" y="5173"/>
                  </a:cubicBezTo>
                  <a:lnTo>
                    <a:pt x="2963" y="5173"/>
                  </a:lnTo>
                  <a:cubicBezTo>
                    <a:pt x="6082" y="6615"/>
                    <a:pt x="9672" y="7022"/>
                    <a:pt x="13026" y="6286"/>
                  </a:cubicBezTo>
                  <a:lnTo>
                    <a:pt x="13026" y="6286"/>
                  </a:lnTo>
                  <a:cubicBezTo>
                    <a:pt x="15910" y="5643"/>
                    <a:pt x="18559" y="4232"/>
                    <a:pt x="21365" y="3323"/>
                  </a:cubicBezTo>
                  <a:lnTo>
                    <a:pt x="21365" y="3323"/>
                  </a:lnTo>
                  <a:cubicBezTo>
                    <a:pt x="24170" y="2414"/>
                    <a:pt x="27384" y="2069"/>
                    <a:pt x="29954" y="3511"/>
                  </a:cubicBezTo>
                  <a:lnTo>
                    <a:pt x="29954" y="3511"/>
                  </a:lnTo>
                  <a:cubicBezTo>
                    <a:pt x="31804" y="4546"/>
                    <a:pt x="33058" y="6364"/>
                    <a:pt x="34735" y="7649"/>
                  </a:cubicBezTo>
                  <a:lnTo>
                    <a:pt x="34735" y="7649"/>
                  </a:lnTo>
                  <a:cubicBezTo>
                    <a:pt x="39108" y="11051"/>
                    <a:pt x="45440" y="10330"/>
                    <a:pt x="50629" y="8386"/>
                  </a:cubicBezTo>
                  <a:lnTo>
                    <a:pt x="50629" y="8386"/>
                  </a:lnTo>
                  <a:cubicBezTo>
                    <a:pt x="52274" y="7775"/>
                    <a:pt x="53905" y="7038"/>
                    <a:pt x="55644" y="6803"/>
                  </a:cubicBezTo>
                  <a:lnTo>
                    <a:pt x="55644" y="6803"/>
                  </a:lnTo>
                  <a:cubicBezTo>
                    <a:pt x="57384" y="6552"/>
                    <a:pt x="59312" y="6897"/>
                    <a:pt x="60550" y="8135"/>
                  </a:cubicBezTo>
                  <a:lnTo>
                    <a:pt x="60550" y="8135"/>
                  </a:lnTo>
                  <a:cubicBezTo>
                    <a:pt x="61851" y="9452"/>
                    <a:pt x="62149" y="11489"/>
                    <a:pt x="63340" y="12916"/>
                  </a:cubicBezTo>
                  <a:lnTo>
                    <a:pt x="63340" y="12916"/>
                  </a:lnTo>
                  <a:cubicBezTo>
                    <a:pt x="64516" y="14326"/>
                    <a:pt x="66413" y="14922"/>
                    <a:pt x="68231" y="15126"/>
                  </a:cubicBezTo>
                  <a:lnTo>
                    <a:pt x="68231" y="15126"/>
                  </a:lnTo>
                  <a:cubicBezTo>
                    <a:pt x="73215" y="15690"/>
                    <a:pt x="76648" y="12571"/>
                    <a:pt x="81397" y="12383"/>
                  </a:cubicBezTo>
                  <a:lnTo>
                    <a:pt x="81397" y="12383"/>
                  </a:lnTo>
                  <a:cubicBezTo>
                    <a:pt x="83200" y="12305"/>
                    <a:pt x="85081" y="12712"/>
                    <a:pt x="86476" y="13841"/>
                  </a:cubicBezTo>
                  <a:lnTo>
                    <a:pt x="86476" y="13841"/>
                  </a:lnTo>
                  <a:cubicBezTo>
                    <a:pt x="87479" y="14656"/>
                    <a:pt x="88169" y="15800"/>
                    <a:pt x="88796" y="16944"/>
                  </a:cubicBezTo>
                  <a:lnTo>
                    <a:pt x="88796" y="16944"/>
                  </a:lnTo>
                  <a:cubicBezTo>
                    <a:pt x="89877" y="18935"/>
                    <a:pt x="90833" y="21051"/>
                    <a:pt x="91225" y="23292"/>
                  </a:cubicBezTo>
                  <a:lnTo>
                    <a:pt x="91225" y="23292"/>
                  </a:lnTo>
                  <a:lnTo>
                    <a:pt x="91398" y="23308"/>
                  </a:lnTo>
                  <a:cubicBezTo>
                    <a:pt x="91742" y="20048"/>
                    <a:pt x="91492" y="16631"/>
                    <a:pt x="89940" y="13747"/>
                  </a:cubicBezTo>
                  <a:lnTo>
                    <a:pt x="89940" y="13747"/>
                  </a:lnTo>
                  <a:cubicBezTo>
                    <a:pt x="88388" y="10862"/>
                    <a:pt x="85332" y="8637"/>
                    <a:pt x="82056" y="8746"/>
                  </a:cubicBezTo>
                  <a:lnTo>
                    <a:pt x="82056" y="8746"/>
                  </a:lnTo>
                  <a:cubicBezTo>
                    <a:pt x="79846" y="8809"/>
                    <a:pt x="77808" y="9891"/>
                    <a:pt x="75723" y="10643"/>
                  </a:cubicBezTo>
                  <a:lnTo>
                    <a:pt x="75723" y="10643"/>
                  </a:lnTo>
                  <a:cubicBezTo>
                    <a:pt x="73544" y="11411"/>
                    <a:pt x="71240" y="11819"/>
                    <a:pt x="68936" y="11850"/>
                  </a:cubicBezTo>
                  <a:lnTo>
                    <a:pt x="68936" y="11850"/>
                  </a:lnTo>
                  <a:cubicBezTo>
                    <a:pt x="67745" y="11881"/>
                    <a:pt x="66491" y="11787"/>
                    <a:pt x="65425" y="11223"/>
                  </a:cubicBezTo>
                  <a:lnTo>
                    <a:pt x="65425" y="11223"/>
                  </a:lnTo>
                  <a:cubicBezTo>
                    <a:pt x="63654" y="10314"/>
                    <a:pt x="62714" y="8370"/>
                    <a:pt x="61334" y="6944"/>
                  </a:cubicBezTo>
                  <a:lnTo>
                    <a:pt x="61334" y="6944"/>
                  </a:lnTo>
                  <a:cubicBezTo>
                    <a:pt x="57839" y="3370"/>
                    <a:pt x="51977" y="3574"/>
                    <a:pt x="47243" y="5188"/>
                  </a:cubicBezTo>
                  <a:lnTo>
                    <a:pt x="47243" y="5188"/>
                  </a:lnTo>
                  <a:cubicBezTo>
                    <a:pt x="45064" y="5925"/>
                    <a:pt x="42838" y="6913"/>
                    <a:pt x="40581" y="6521"/>
                  </a:cubicBezTo>
                  <a:lnTo>
                    <a:pt x="40581" y="6521"/>
                  </a:lnTo>
                  <a:cubicBezTo>
                    <a:pt x="39030" y="6239"/>
                    <a:pt x="37682" y="5345"/>
                    <a:pt x="36381" y="4452"/>
                  </a:cubicBezTo>
                  <a:lnTo>
                    <a:pt x="36381" y="4452"/>
                  </a:lnTo>
                  <a:cubicBezTo>
                    <a:pt x="33152" y="2273"/>
                    <a:pt x="29515" y="0"/>
                    <a:pt x="25738" y="0"/>
                  </a:cubicBezTo>
                  <a:lnTo>
                    <a:pt x="25738" y="0"/>
                  </a:lnTo>
                  <a:cubicBezTo>
                    <a:pt x="25111" y="0"/>
                    <a:pt x="24484" y="63"/>
                    <a:pt x="23857" y="188"/>
                  </a:cubicBezTo>
                </a:path>
              </a:pathLst>
            </a:custGeom>
            <a:solidFill>
              <a:srgbClr val="FFFFFF">
                <a:alpha val="410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4" name="Group 123">
            <a:extLst>
              <a:ext uri="{FF2B5EF4-FFF2-40B4-BE49-F238E27FC236}">
                <a16:creationId xmlns:a16="http://schemas.microsoft.com/office/drawing/2014/main" id="{BDCF6D2F-33C4-E23C-E9EB-8A3886B2D064}"/>
              </a:ext>
            </a:extLst>
          </p:cNvPr>
          <p:cNvGrpSpPr/>
          <p:nvPr/>
        </p:nvGrpSpPr>
        <p:grpSpPr>
          <a:xfrm>
            <a:off x="-155725" y="564444"/>
            <a:ext cx="2343497" cy="3483931"/>
            <a:chOff x="-155725" y="564444"/>
            <a:chExt cx="2343497" cy="3483931"/>
          </a:xfrm>
        </p:grpSpPr>
        <p:sp>
          <p:nvSpPr>
            <p:cNvPr id="119" name="Rectangle: Rounded Corners 118">
              <a:extLst>
                <a:ext uri="{FF2B5EF4-FFF2-40B4-BE49-F238E27FC236}">
                  <a16:creationId xmlns:a16="http://schemas.microsoft.com/office/drawing/2014/main" id="{609DFCB4-F985-FC69-1E04-6320C40DB4BB}"/>
                </a:ext>
              </a:extLst>
            </p:cNvPr>
            <p:cNvSpPr/>
            <p:nvPr/>
          </p:nvSpPr>
          <p:spPr>
            <a:xfrm>
              <a:off x="110358" y="564444"/>
              <a:ext cx="2077414" cy="3483931"/>
            </a:xfrm>
            <a:prstGeom prst="roundRect">
              <a:avLst/>
            </a:prstGeom>
            <a:solidFill>
              <a:srgbClr val="002060"/>
            </a:solidFill>
            <a:ln>
              <a:solidFill>
                <a:srgbClr val="3A729A"/>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solidFill>
                  <a:srgbClr val="FFFFFF"/>
                </a:solidFill>
              </a:endParaRPr>
            </a:p>
          </p:txBody>
        </p:sp>
        <p:sp>
          <p:nvSpPr>
            <p:cNvPr id="116" name="Google Shape;397;p38">
              <a:extLst>
                <a:ext uri="{FF2B5EF4-FFF2-40B4-BE49-F238E27FC236}">
                  <a16:creationId xmlns:a16="http://schemas.microsoft.com/office/drawing/2014/main" id="{C8ACA82F-4A84-BE6D-C78D-94057E3E0062}"/>
                </a:ext>
              </a:extLst>
            </p:cNvPr>
            <p:cNvSpPr txBox="1">
              <a:spLocks/>
            </p:cNvSpPr>
            <p:nvPr/>
          </p:nvSpPr>
          <p:spPr>
            <a:xfrm>
              <a:off x="202372" y="1492286"/>
              <a:ext cx="1875955" cy="8400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dirty="0">
                  <a:solidFill>
                    <a:srgbClr val="FFFFFF"/>
                  </a:solidFill>
                </a:rPr>
                <a:t>Short-Term </a:t>
              </a:r>
            </a:p>
            <a:p>
              <a:pPr algn="ctr"/>
              <a:r>
                <a:rPr lang="en-US" sz="1200" dirty="0">
                  <a:solidFill>
                    <a:srgbClr val="FFFFFF"/>
                  </a:solidFill>
                </a:rPr>
                <a:t>(3–6 Months)</a:t>
              </a:r>
            </a:p>
          </p:txBody>
        </p:sp>
        <p:sp>
          <p:nvSpPr>
            <p:cNvPr id="117" name="Google Shape;397;p38">
              <a:extLst>
                <a:ext uri="{FF2B5EF4-FFF2-40B4-BE49-F238E27FC236}">
                  <a16:creationId xmlns:a16="http://schemas.microsoft.com/office/drawing/2014/main" id="{60B6D4D0-D088-B6F2-9F2B-A9DC6DC46FCA}"/>
                </a:ext>
              </a:extLst>
            </p:cNvPr>
            <p:cNvSpPr txBox="1">
              <a:spLocks/>
            </p:cNvSpPr>
            <p:nvPr/>
          </p:nvSpPr>
          <p:spPr>
            <a:xfrm>
              <a:off x="100715" y="2205873"/>
              <a:ext cx="1875955" cy="8400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lgn="ctr"/>
              <a:r>
                <a:rPr lang="en-US" sz="1200" dirty="0">
                  <a:solidFill>
                    <a:srgbClr val="FFFFFF"/>
                  </a:solidFill>
                </a:rPr>
                <a:t>Long-Term</a:t>
              </a:r>
            </a:p>
            <a:p>
              <a:pPr lvl="0" algn="ctr"/>
              <a:r>
                <a:rPr lang="en-US" sz="1200" dirty="0">
                  <a:solidFill>
                    <a:srgbClr val="FFFFFF"/>
                  </a:solidFill>
                </a:rPr>
                <a:t>(6+ Months)</a:t>
              </a:r>
            </a:p>
          </p:txBody>
        </p:sp>
        <p:sp>
          <p:nvSpPr>
            <p:cNvPr id="118" name="Google Shape;397;p38">
              <a:extLst>
                <a:ext uri="{FF2B5EF4-FFF2-40B4-BE49-F238E27FC236}">
                  <a16:creationId xmlns:a16="http://schemas.microsoft.com/office/drawing/2014/main" id="{9A01A674-690B-46E5-7492-7F3C33221C0B}"/>
                </a:ext>
              </a:extLst>
            </p:cNvPr>
            <p:cNvSpPr txBox="1">
              <a:spLocks/>
            </p:cNvSpPr>
            <p:nvPr/>
          </p:nvSpPr>
          <p:spPr>
            <a:xfrm>
              <a:off x="-84153" y="2880370"/>
              <a:ext cx="1875955" cy="8400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r>
                <a:rPr lang="en-US" sz="1200" dirty="0">
                  <a:solidFill>
                    <a:srgbClr val="FFFFFF"/>
                  </a:solidFill>
                </a:rPr>
                <a:t>Holiday Scheduling</a:t>
              </a:r>
            </a:p>
          </p:txBody>
        </p:sp>
        <p:sp>
          <p:nvSpPr>
            <p:cNvPr id="114" name="Google Shape;397;p38">
              <a:extLst>
                <a:ext uri="{FF2B5EF4-FFF2-40B4-BE49-F238E27FC236}">
                  <a16:creationId xmlns:a16="http://schemas.microsoft.com/office/drawing/2014/main" id="{14A84C4E-67C9-32A8-C215-AF63B86149FC}"/>
                </a:ext>
              </a:extLst>
            </p:cNvPr>
            <p:cNvSpPr txBox="1">
              <a:spLocks/>
            </p:cNvSpPr>
            <p:nvPr/>
          </p:nvSpPr>
          <p:spPr>
            <a:xfrm>
              <a:off x="-155725" y="852243"/>
              <a:ext cx="2343497" cy="8400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dirty="0">
                  <a:solidFill>
                    <a:srgbClr val="FFFFFF"/>
                  </a:solidFill>
                </a:rPr>
                <a:t>Immediate </a:t>
              </a:r>
            </a:p>
            <a:p>
              <a:pPr algn="ctr"/>
              <a:r>
                <a:rPr lang="en-US" sz="1200" dirty="0">
                  <a:solidFill>
                    <a:srgbClr val="FFFFFF"/>
                  </a:solidFill>
                </a:rPr>
                <a:t>(0–3 Months)</a:t>
              </a:r>
            </a:p>
          </p:txBody>
        </p:sp>
      </p:grpSp>
      <p:sp>
        <p:nvSpPr>
          <p:cNvPr id="123" name="Google Shape;397;p38">
            <a:extLst>
              <a:ext uri="{FF2B5EF4-FFF2-40B4-BE49-F238E27FC236}">
                <a16:creationId xmlns:a16="http://schemas.microsoft.com/office/drawing/2014/main" id="{04399BA9-1F0C-8174-BC9C-99AF97591CAB}"/>
              </a:ext>
            </a:extLst>
          </p:cNvPr>
          <p:cNvSpPr txBox="1">
            <a:spLocks/>
          </p:cNvSpPr>
          <p:nvPr/>
        </p:nvSpPr>
        <p:spPr>
          <a:xfrm>
            <a:off x="2657842" y="17744"/>
            <a:ext cx="4812797" cy="8400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6000"/>
              <a:buFont typeface="Montserrat ExtraBold"/>
              <a:buNone/>
              <a:defRPr sz="4000" b="0" i="0" u="none" strike="noStrike" cap="none">
                <a:solidFill>
                  <a:schemeClr val="dk2"/>
                </a:solidFill>
                <a:latin typeface="Montserrat ExtraBold"/>
                <a:ea typeface="Montserrat ExtraBold"/>
                <a:cs typeface="Montserrat ExtraBold"/>
                <a:sym typeface="Montserrat ExtraBold"/>
              </a:defRPr>
            </a:lvl1pPr>
            <a:lvl2pPr marR="0" lvl="1"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2pPr>
            <a:lvl3pPr marR="0" lvl="2"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3pPr>
            <a:lvl4pPr marR="0" lvl="3"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4pPr>
            <a:lvl5pPr marR="0" lvl="4"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5pPr>
            <a:lvl6pPr marR="0" lvl="5"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6pPr>
            <a:lvl7pPr marR="0" lvl="6"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7pPr>
            <a:lvl8pPr marR="0" lvl="7"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8pPr>
            <a:lvl9pPr marR="0" lvl="8"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9pPr>
          </a:lstStyle>
          <a:p>
            <a:pPr algn="ctr"/>
            <a:r>
              <a:rPr lang="en-US" sz="3500" dirty="0">
                <a:solidFill>
                  <a:srgbClr val="002060"/>
                </a:solidFill>
              </a:rPr>
              <a:t>Recommendations</a:t>
            </a:r>
          </a:p>
        </p:txBody>
      </p:sp>
    </p:spTree>
    <p:extLst>
      <p:ext uri="{BB962C8B-B14F-4D97-AF65-F5344CB8AC3E}">
        <p14:creationId xmlns:p14="http://schemas.microsoft.com/office/powerpoint/2010/main" val="16609632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124"/>
                                        </p:tgtEl>
                                        <p:attrNameLst>
                                          <p:attrName>style.visibility</p:attrName>
                                        </p:attrNameLst>
                                      </p:cBhvr>
                                      <p:to>
                                        <p:strVal val="visible"/>
                                      </p:to>
                                    </p:set>
                                    <p:anim calcmode="lin" valueType="num">
                                      <p:cBhvr additive="base">
                                        <p:cTn id="7" dur="500" fill="hold"/>
                                        <p:tgtEl>
                                          <p:spTgt spid="124"/>
                                        </p:tgtEl>
                                        <p:attrNameLst>
                                          <p:attrName>ppt_x</p:attrName>
                                        </p:attrNameLst>
                                      </p:cBhvr>
                                      <p:tavLst>
                                        <p:tav tm="0">
                                          <p:val>
                                            <p:strVal val="0-#ppt_w/2"/>
                                          </p:val>
                                        </p:tav>
                                        <p:tav tm="100000">
                                          <p:val>
                                            <p:strVal val="#ppt_x"/>
                                          </p:val>
                                        </p:tav>
                                      </p:tavLst>
                                    </p:anim>
                                    <p:anim calcmode="lin" valueType="num">
                                      <p:cBhvr additive="base">
                                        <p:cTn id="8" dur="500" fill="hold"/>
                                        <p:tgtEl>
                                          <p:spTgt spid="12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 name="Google Shape;1534;p36">
            <a:extLst>
              <a:ext uri="{FF2B5EF4-FFF2-40B4-BE49-F238E27FC236}">
                <a16:creationId xmlns:a16="http://schemas.microsoft.com/office/drawing/2014/main" id="{69C0E481-1A7C-8DFF-E143-F58CFD321E08}"/>
              </a:ext>
            </a:extLst>
          </p:cNvPr>
          <p:cNvGrpSpPr/>
          <p:nvPr/>
        </p:nvGrpSpPr>
        <p:grpSpPr>
          <a:xfrm>
            <a:off x="0" y="4421430"/>
            <a:ext cx="9276783" cy="1398672"/>
            <a:chOff x="-139347" y="3868275"/>
            <a:chExt cx="9276783" cy="1398672"/>
          </a:xfrm>
          <a:solidFill>
            <a:srgbClr val="091359"/>
          </a:solidFill>
        </p:grpSpPr>
        <p:sp>
          <p:nvSpPr>
            <p:cNvPr id="26" name="Google Shape;1535;p36">
              <a:extLst>
                <a:ext uri="{FF2B5EF4-FFF2-40B4-BE49-F238E27FC236}">
                  <a16:creationId xmlns:a16="http://schemas.microsoft.com/office/drawing/2014/main" id="{89AF1B9C-9B87-9AF0-0C2B-D6FDEF03DF0B}"/>
                </a:ext>
              </a:extLst>
            </p:cNvPr>
            <p:cNvSpPr/>
            <p:nvPr/>
          </p:nvSpPr>
          <p:spPr>
            <a:xfrm flipH="1">
              <a:off x="-139347" y="4015425"/>
              <a:ext cx="9276772" cy="548850"/>
            </a:xfrm>
            <a:custGeom>
              <a:avLst/>
              <a:gdLst/>
              <a:ahLst/>
              <a:cxnLst/>
              <a:rect l="l" t="t" r="r" b="b"/>
              <a:pathLst>
                <a:path w="219946" h="21954" extrusionOk="0">
                  <a:moveTo>
                    <a:pt x="0" y="12956"/>
                  </a:moveTo>
                  <a:lnTo>
                    <a:pt x="0" y="21954"/>
                  </a:lnTo>
                  <a:lnTo>
                    <a:pt x="219946" y="8998"/>
                  </a:lnTo>
                  <a:lnTo>
                    <a:pt x="219946"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7" name="Google Shape;1536;p36">
              <a:extLst>
                <a:ext uri="{FF2B5EF4-FFF2-40B4-BE49-F238E27FC236}">
                  <a16:creationId xmlns:a16="http://schemas.microsoft.com/office/drawing/2014/main" id="{C962049F-7EAE-45FF-9475-2EE4F0DF3B4E}"/>
                </a:ext>
              </a:extLst>
            </p:cNvPr>
            <p:cNvGrpSpPr/>
            <p:nvPr/>
          </p:nvGrpSpPr>
          <p:grpSpPr>
            <a:xfrm flipH="1">
              <a:off x="2134836" y="4216900"/>
              <a:ext cx="3484400" cy="1050047"/>
              <a:chOff x="3379075" y="4216900"/>
              <a:chExt cx="3484400" cy="1050047"/>
            </a:xfrm>
            <a:grpFill/>
          </p:grpSpPr>
          <p:sp>
            <p:nvSpPr>
              <p:cNvPr id="87" name="Google Shape;1537;p36">
                <a:extLst>
                  <a:ext uri="{FF2B5EF4-FFF2-40B4-BE49-F238E27FC236}">
                    <a16:creationId xmlns:a16="http://schemas.microsoft.com/office/drawing/2014/main" id="{5713E945-E397-67EA-EAF1-D77279F6DC33}"/>
                  </a:ext>
                </a:extLst>
              </p:cNvPr>
              <p:cNvSpPr/>
              <p:nvPr/>
            </p:nvSpPr>
            <p:spPr>
              <a:xfrm>
                <a:off x="6638025" y="4216900"/>
                <a:ext cx="225450" cy="266525"/>
              </a:xfrm>
              <a:custGeom>
                <a:avLst/>
                <a:gdLst/>
                <a:ahLst/>
                <a:cxnLst/>
                <a:rect l="l" t="t" r="r" b="b"/>
                <a:pathLst>
                  <a:path w="9018" h="10661" extrusionOk="0">
                    <a:moveTo>
                      <a:pt x="1" y="10660"/>
                    </a:moveTo>
                    <a:lnTo>
                      <a:pt x="9017" y="10660"/>
                    </a:lnTo>
                    <a:lnTo>
                      <a:pt x="9017"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1538;p36">
                <a:extLst>
                  <a:ext uri="{FF2B5EF4-FFF2-40B4-BE49-F238E27FC236}">
                    <a16:creationId xmlns:a16="http://schemas.microsoft.com/office/drawing/2014/main" id="{D3BFE6C1-A617-DD21-1BCA-EA4A8EBDF3CD}"/>
                  </a:ext>
                </a:extLst>
              </p:cNvPr>
              <p:cNvSpPr/>
              <p:nvPr/>
            </p:nvSpPr>
            <p:spPr>
              <a:xfrm>
                <a:off x="5628575" y="4216900"/>
                <a:ext cx="225425" cy="266525"/>
              </a:xfrm>
              <a:custGeom>
                <a:avLst/>
                <a:gdLst/>
                <a:ahLst/>
                <a:cxnLst/>
                <a:rect l="l" t="t" r="r" b="b"/>
                <a:pathLst>
                  <a:path w="9017" h="10661" extrusionOk="0">
                    <a:moveTo>
                      <a:pt x="0" y="10660"/>
                    </a:moveTo>
                    <a:lnTo>
                      <a:pt x="9017" y="10660"/>
                    </a:lnTo>
                    <a:lnTo>
                      <a:pt x="9017"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1539;p36">
                <a:extLst>
                  <a:ext uri="{FF2B5EF4-FFF2-40B4-BE49-F238E27FC236}">
                    <a16:creationId xmlns:a16="http://schemas.microsoft.com/office/drawing/2014/main" id="{93BE9C1F-C27E-6192-934F-EF6F41DF4331}"/>
                  </a:ext>
                </a:extLst>
              </p:cNvPr>
              <p:cNvSpPr/>
              <p:nvPr/>
            </p:nvSpPr>
            <p:spPr>
              <a:xfrm>
                <a:off x="5700425" y="4473175"/>
                <a:ext cx="72850" cy="792553"/>
              </a:xfrm>
              <a:custGeom>
                <a:avLst/>
                <a:gdLst/>
                <a:ahLst/>
                <a:cxnLst/>
                <a:rect l="l" t="t" r="r" b="b"/>
                <a:pathLst>
                  <a:path w="2914" h="48780" extrusionOk="0">
                    <a:moveTo>
                      <a:pt x="1" y="48780"/>
                    </a:moveTo>
                    <a:lnTo>
                      <a:pt x="2913" y="48780"/>
                    </a:lnTo>
                    <a:lnTo>
                      <a:pt x="291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1540;p36">
                <a:extLst>
                  <a:ext uri="{FF2B5EF4-FFF2-40B4-BE49-F238E27FC236}">
                    <a16:creationId xmlns:a16="http://schemas.microsoft.com/office/drawing/2014/main" id="{1CD70B06-D350-3926-587D-A2E3E780A67D}"/>
                  </a:ext>
                </a:extLst>
              </p:cNvPr>
              <p:cNvSpPr/>
              <p:nvPr/>
            </p:nvSpPr>
            <p:spPr>
              <a:xfrm>
                <a:off x="4520150" y="4293100"/>
                <a:ext cx="225450" cy="266525"/>
              </a:xfrm>
              <a:custGeom>
                <a:avLst/>
                <a:gdLst/>
                <a:ahLst/>
                <a:cxnLst/>
                <a:rect l="l" t="t" r="r" b="b"/>
                <a:pathLst>
                  <a:path w="9018" h="10661" extrusionOk="0">
                    <a:moveTo>
                      <a:pt x="1" y="10660"/>
                    </a:moveTo>
                    <a:lnTo>
                      <a:pt x="9017" y="10660"/>
                    </a:lnTo>
                    <a:lnTo>
                      <a:pt x="9017"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1541;p36">
                <a:extLst>
                  <a:ext uri="{FF2B5EF4-FFF2-40B4-BE49-F238E27FC236}">
                    <a16:creationId xmlns:a16="http://schemas.microsoft.com/office/drawing/2014/main" id="{88763C1F-FEE5-43B9-D18F-6EE0FC4AFF5D}"/>
                  </a:ext>
                </a:extLst>
              </p:cNvPr>
              <p:cNvSpPr/>
              <p:nvPr/>
            </p:nvSpPr>
            <p:spPr>
              <a:xfrm>
                <a:off x="4592025" y="4473175"/>
                <a:ext cx="72825" cy="792553"/>
              </a:xfrm>
              <a:custGeom>
                <a:avLst/>
                <a:gdLst/>
                <a:ahLst/>
                <a:cxnLst/>
                <a:rect l="l" t="t" r="r" b="b"/>
                <a:pathLst>
                  <a:path w="2913" h="48780" extrusionOk="0">
                    <a:moveTo>
                      <a:pt x="1" y="48780"/>
                    </a:moveTo>
                    <a:lnTo>
                      <a:pt x="2913" y="48780"/>
                    </a:lnTo>
                    <a:lnTo>
                      <a:pt x="291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1542;p36">
                <a:extLst>
                  <a:ext uri="{FF2B5EF4-FFF2-40B4-BE49-F238E27FC236}">
                    <a16:creationId xmlns:a16="http://schemas.microsoft.com/office/drawing/2014/main" id="{D06B1159-567A-3EB8-69E6-8C4C3671E48A}"/>
                  </a:ext>
                </a:extLst>
              </p:cNvPr>
              <p:cNvSpPr/>
              <p:nvPr/>
            </p:nvSpPr>
            <p:spPr>
              <a:xfrm>
                <a:off x="3379075" y="4327650"/>
                <a:ext cx="225450" cy="262300"/>
              </a:xfrm>
              <a:custGeom>
                <a:avLst/>
                <a:gdLst/>
                <a:ahLst/>
                <a:cxnLst/>
                <a:rect l="l" t="t" r="r" b="b"/>
                <a:pathLst>
                  <a:path w="9018" h="10492" extrusionOk="0">
                    <a:moveTo>
                      <a:pt x="1" y="10492"/>
                    </a:moveTo>
                    <a:lnTo>
                      <a:pt x="9017" y="10492"/>
                    </a:lnTo>
                    <a:lnTo>
                      <a:pt x="9017" y="0"/>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1543;p36">
                <a:extLst>
                  <a:ext uri="{FF2B5EF4-FFF2-40B4-BE49-F238E27FC236}">
                    <a16:creationId xmlns:a16="http://schemas.microsoft.com/office/drawing/2014/main" id="{BD98C59D-D6EF-491D-AA53-ABD76B4A2623}"/>
                  </a:ext>
                </a:extLst>
              </p:cNvPr>
              <p:cNvSpPr/>
              <p:nvPr/>
            </p:nvSpPr>
            <p:spPr>
              <a:xfrm>
                <a:off x="3450950" y="4494102"/>
                <a:ext cx="72825" cy="772845"/>
              </a:xfrm>
              <a:custGeom>
                <a:avLst/>
                <a:gdLst/>
                <a:ahLst/>
                <a:cxnLst/>
                <a:rect l="l" t="t" r="r" b="b"/>
                <a:pathLst>
                  <a:path w="2913" h="47567" extrusionOk="0">
                    <a:moveTo>
                      <a:pt x="1" y="47567"/>
                    </a:moveTo>
                    <a:lnTo>
                      <a:pt x="2913" y="47567"/>
                    </a:lnTo>
                    <a:lnTo>
                      <a:pt x="291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 name="Google Shape;1544;p36">
              <a:extLst>
                <a:ext uri="{FF2B5EF4-FFF2-40B4-BE49-F238E27FC236}">
                  <a16:creationId xmlns:a16="http://schemas.microsoft.com/office/drawing/2014/main" id="{54A9CCB7-B41C-4B06-F9A7-0B48C2839929}"/>
                </a:ext>
              </a:extLst>
            </p:cNvPr>
            <p:cNvGrpSpPr/>
            <p:nvPr/>
          </p:nvGrpSpPr>
          <p:grpSpPr>
            <a:xfrm flipH="1">
              <a:off x="-57406" y="3868275"/>
              <a:ext cx="9194843" cy="559600"/>
              <a:chOff x="-139125" y="3868275"/>
              <a:chExt cx="9194843" cy="559600"/>
            </a:xfrm>
            <a:grpFill/>
          </p:grpSpPr>
          <p:sp>
            <p:nvSpPr>
              <p:cNvPr id="44" name="Google Shape;1545;p36">
                <a:extLst>
                  <a:ext uri="{FF2B5EF4-FFF2-40B4-BE49-F238E27FC236}">
                    <a16:creationId xmlns:a16="http://schemas.microsoft.com/office/drawing/2014/main" id="{90E6CAF2-DA24-9C35-0554-7F758E89AB02}"/>
                  </a:ext>
                </a:extLst>
              </p:cNvPr>
              <p:cNvSpPr/>
              <p:nvPr/>
            </p:nvSpPr>
            <p:spPr>
              <a:xfrm>
                <a:off x="-139125" y="3868275"/>
                <a:ext cx="9194843" cy="351450"/>
              </a:xfrm>
              <a:custGeom>
                <a:avLst/>
                <a:gdLst/>
                <a:ahLst/>
                <a:cxnLst/>
                <a:rect l="l" t="t" r="r" b="b"/>
                <a:pathLst>
                  <a:path w="219946" h="14058" extrusionOk="0">
                    <a:moveTo>
                      <a:pt x="0" y="12956"/>
                    </a:moveTo>
                    <a:lnTo>
                      <a:pt x="0" y="14058"/>
                    </a:lnTo>
                    <a:lnTo>
                      <a:pt x="219946" y="1102"/>
                    </a:lnTo>
                    <a:lnTo>
                      <a:pt x="219946"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1546;p36">
                <a:extLst>
                  <a:ext uri="{FF2B5EF4-FFF2-40B4-BE49-F238E27FC236}">
                    <a16:creationId xmlns:a16="http://schemas.microsoft.com/office/drawing/2014/main" id="{48260650-71E9-85AC-38EF-BEAD638C4D54}"/>
                  </a:ext>
                </a:extLst>
              </p:cNvPr>
              <p:cNvSpPr/>
              <p:nvPr/>
            </p:nvSpPr>
            <p:spPr>
              <a:xfrm>
                <a:off x="125427" y="4182825"/>
                <a:ext cx="34406" cy="245050"/>
              </a:xfrm>
              <a:custGeom>
                <a:avLst/>
                <a:gdLst/>
                <a:ahLst/>
                <a:cxnLst/>
                <a:rect l="l" t="t" r="r" b="b"/>
                <a:pathLst>
                  <a:path w="823" h="9802" extrusionOk="0">
                    <a:moveTo>
                      <a:pt x="1" y="9802"/>
                    </a:moveTo>
                    <a:lnTo>
                      <a:pt x="822" y="9802"/>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1547;p36">
                <a:extLst>
                  <a:ext uri="{FF2B5EF4-FFF2-40B4-BE49-F238E27FC236}">
                    <a16:creationId xmlns:a16="http://schemas.microsoft.com/office/drawing/2014/main" id="{CB4D4D1C-E62E-F434-4382-9070971E9FA0}"/>
                  </a:ext>
                </a:extLst>
              </p:cNvPr>
              <p:cNvSpPr/>
              <p:nvPr/>
            </p:nvSpPr>
            <p:spPr>
              <a:xfrm>
                <a:off x="336927" y="4176300"/>
                <a:ext cx="34406" cy="244575"/>
              </a:xfrm>
              <a:custGeom>
                <a:avLst/>
                <a:gdLst/>
                <a:ahLst/>
                <a:cxnLst/>
                <a:rect l="l" t="t" r="r" b="b"/>
                <a:pathLst>
                  <a:path w="823" h="9783" extrusionOk="0">
                    <a:moveTo>
                      <a:pt x="1" y="9783"/>
                    </a:moveTo>
                    <a:lnTo>
                      <a:pt x="822" y="9783"/>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1548;p36">
                <a:extLst>
                  <a:ext uri="{FF2B5EF4-FFF2-40B4-BE49-F238E27FC236}">
                    <a16:creationId xmlns:a16="http://schemas.microsoft.com/office/drawing/2014/main" id="{E23E5D9F-AD63-A544-ADB3-7C1291583BAA}"/>
                  </a:ext>
                </a:extLst>
              </p:cNvPr>
              <p:cNvSpPr/>
              <p:nvPr/>
            </p:nvSpPr>
            <p:spPr>
              <a:xfrm>
                <a:off x="548427" y="4169300"/>
                <a:ext cx="33611" cy="245050"/>
              </a:xfrm>
              <a:custGeom>
                <a:avLst/>
                <a:gdLst/>
                <a:ahLst/>
                <a:cxnLst/>
                <a:rect l="l" t="t" r="r" b="b"/>
                <a:pathLst>
                  <a:path w="804" h="9802" extrusionOk="0">
                    <a:moveTo>
                      <a:pt x="1" y="9801"/>
                    </a:moveTo>
                    <a:lnTo>
                      <a:pt x="803" y="9801"/>
                    </a:lnTo>
                    <a:lnTo>
                      <a:pt x="80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1549;p36">
                <a:extLst>
                  <a:ext uri="{FF2B5EF4-FFF2-40B4-BE49-F238E27FC236}">
                    <a16:creationId xmlns:a16="http://schemas.microsoft.com/office/drawing/2014/main" id="{183717F5-A57F-B829-65C5-89B280725CFE}"/>
                  </a:ext>
                </a:extLst>
              </p:cNvPr>
              <p:cNvSpPr/>
              <p:nvPr/>
            </p:nvSpPr>
            <p:spPr>
              <a:xfrm>
                <a:off x="759174" y="4162300"/>
                <a:ext cx="34364" cy="245050"/>
              </a:xfrm>
              <a:custGeom>
                <a:avLst/>
                <a:gdLst/>
                <a:ahLst/>
                <a:cxnLst/>
                <a:rect l="l" t="t" r="r" b="b"/>
                <a:pathLst>
                  <a:path w="822" h="9802" extrusionOk="0">
                    <a:moveTo>
                      <a:pt x="0" y="9801"/>
                    </a:moveTo>
                    <a:lnTo>
                      <a:pt x="821" y="9801"/>
                    </a:lnTo>
                    <a:lnTo>
                      <a:pt x="821"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1550;p36">
                <a:extLst>
                  <a:ext uri="{FF2B5EF4-FFF2-40B4-BE49-F238E27FC236}">
                    <a16:creationId xmlns:a16="http://schemas.microsoft.com/office/drawing/2014/main" id="{640904B9-2E93-328F-9ACA-E0D5450B4F01}"/>
                  </a:ext>
                </a:extLst>
              </p:cNvPr>
              <p:cNvSpPr/>
              <p:nvPr/>
            </p:nvSpPr>
            <p:spPr>
              <a:xfrm>
                <a:off x="970673" y="4155300"/>
                <a:ext cx="34364" cy="245050"/>
              </a:xfrm>
              <a:custGeom>
                <a:avLst/>
                <a:gdLst/>
                <a:ahLst/>
                <a:cxnLst/>
                <a:rect l="l" t="t" r="r" b="b"/>
                <a:pathLst>
                  <a:path w="822" h="9802" extrusionOk="0">
                    <a:moveTo>
                      <a:pt x="0" y="9801"/>
                    </a:moveTo>
                    <a:lnTo>
                      <a:pt x="821" y="9801"/>
                    </a:lnTo>
                    <a:lnTo>
                      <a:pt x="821"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1551;p36">
                <a:extLst>
                  <a:ext uri="{FF2B5EF4-FFF2-40B4-BE49-F238E27FC236}">
                    <a16:creationId xmlns:a16="http://schemas.microsoft.com/office/drawing/2014/main" id="{ABF15E2D-83BA-120A-F493-5B454ECBF85C}"/>
                  </a:ext>
                </a:extLst>
              </p:cNvPr>
              <p:cNvSpPr/>
              <p:nvPr/>
            </p:nvSpPr>
            <p:spPr>
              <a:xfrm>
                <a:off x="1182173" y="4148775"/>
                <a:ext cx="34364" cy="244575"/>
              </a:xfrm>
              <a:custGeom>
                <a:avLst/>
                <a:gdLst/>
                <a:ahLst/>
                <a:cxnLst/>
                <a:rect l="l" t="t" r="r" b="b"/>
                <a:pathLst>
                  <a:path w="822" h="9783" extrusionOk="0">
                    <a:moveTo>
                      <a:pt x="0" y="9782"/>
                    </a:moveTo>
                    <a:lnTo>
                      <a:pt x="821" y="9782"/>
                    </a:lnTo>
                    <a:lnTo>
                      <a:pt x="821"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1552;p36">
                <a:extLst>
                  <a:ext uri="{FF2B5EF4-FFF2-40B4-BE49-F238E27FC236}">
                    <a16:creationId xmlns:a16="http://schemas.microsoft.com/office/drawing/2014/main" id="{E955D1FF-80A1-8623-F4A6-AAC5F0A4B521}"/>
                  </a:ext>
                </a:extLst>
              </p:cNvPr>
              <p:cNvSpPr/>
              <p:nvPr/>
            </p:nvSpPr>
            <p:spPr>
              <a:xfrm>
                <a:off x="1393673" y="4141775"/>
                <a:ext cx="34364" cy="245025"/>
              </a:xfrm>
              <a:custGeom>
                <a:avLst/>
                <a:gdLst/>
                <a:ahLst/>
                <a:cxnLst/>
                <a:rect l="l" t="t" r="r" b="b"/>
                <a:pathLst>
                  <a:path w="822" h="9801" extrusionOk="0">
                    <a:moveTo>
                      <a:pt x="0" y="9801"/>
                    </a:moveTo>
                    <a:lnTo>
                      <a:pt x="821" y="9801"/>
                    </a:lnTo>
                    <a:lnTo>
                      <a:pt x="821"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1553;p36">
                <a:extLst>
                  <a:ext uri="{FF2B5EF4-FFF2-40B4-BE49-F238E27FC236}">
                    <a16:creationId xmlns:a16="http://schemas.microsoft.com/office/drawing/2014/main" id="{9FC08D44-AB53-513C-0F67-24176A3D431E}"/>
                  </a:ext>
                </a:extLst>
              </p:cNvPr>
              <p:cNvSpPr/>
              <p:nvPr/>
            </p:nvSpPr>
            <p:spPr>
              <a:xfrm>
                <a:off x="1605172" y="4134775"/>
                <a:ext cx="34364" cy="245025"/>
              </a:xfrm>
              <a:custGeom>
                <a:avLst/>
                <a:gdLst/>
                <a:ahLst/>
                <a:cxnLst/>
                <a:rect l="l" t="t" r="r" b="b"/>
                <a:pathLst>
                  <a:path w="822" h="9801" extrusionOk="0">
                    <a:moveTo>
                      <a:pt x="0" y="9801"/>
                    </a:moveTo>
                    <a:lnTo>
                      <a:pt x="821" y="9801"/>
                    </a:lnTo>
                    <a:lnTo>
                      <a:pt x="821"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1554;p36">
                <a:extLst>
                  <a:ext uri="{FF2B5EF4-FFF2-40B4-BE49-F238E27FC236}">
                    <a16:creationId xmlns:a16="http://schemas.microsoft.com/office/drawing/2014/main" id="{821CEC93-45C0-6A25-1AFC-F687C7AA66A6}"/>
                  </a:ext>
                </a:extLst>
              </p:cNvPr>
              <p:cNvSpPr/>
              <p:nvPr/>
            </p:nvSpPr>
            <p:spPr>
              <a:xfrm>
                <a:off x="1816672" y="4127775"/>
                <a:ext cx="33569" cy="245025"/>
              </a:xfrm>
              <a:custGeom>
                <a:avLst/>
                <a:gdLst/>
                <a:ahLst/>
                <a:cxnLst/>
                <a:rect l="l" t="t" r="r" b="b"/>
                <a:pathLst>
                  <a:path w="803" h="9801" extrusionOk="0">
                    <a:moveTo>
                      <a:pt x="0" y="9801"/>
                    </a:moveTo>
                    <a:lnTo>
                      <a:pt x="803" y="9801"/>
                    </a:lnTo>
                    <a:lnTo>
                      <a:pt x="803"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1555;p36">
                <a:extLst>
                  <a:ext uri="{FF2B5EF4-FFF2-40B4-BE49-F238E27FC236}">
                    <a16:creationId xmlns:a16="http://schemas.microsoft.com/office/drawing/2014/main" id="{17F48074-A7B8-B7E4-9965-00271F503D4E}"/>
                  </a:ext>
                </a:extLst>
              </p:cNvPr>
              <p:cNvSpPr/>
              <p:nvPr/>
            </p:nvSpPr>
            <p:spPr>
              <a:xfrm>
                <a:off x="2027377" y="4121225"/>
                <a:ext cx="34364" cy="244575"/>
              </a:xfrm>
              <a:custGeom>
                <a:avLst/>
                <a:gdLst/>
                <a:ahLst/>
                <a:cxnLst/>
                <a:rect l="l" t="t" r="r" b="b"/>
                <a:pathLst>
                  <a:path w="822" h="9783" extrusionOk="0">
                    <a:moveTo>
                      <a:pt x="0" y="9783"/>
                    </a:moveTo>
                    <a:lnTo>
                      <a:pt x="822" y="9783"/>
                    </a:lnTo>
                    <a:lnTo>
                      <a:pt x="822"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1556;p36">
                <a:extLst>
                  <a:ext uri="{FF2B5EF4-FFF2-40B4-BE49-F238E27FC236}">
                    <a16:creationId xmlns:a16="http://schemas.microsoft.com/office/drawing/2014/main" id="{52C0F10A-12FB-E6F4-E6A1-534E17EF31E1}"/>
                  </a:ext>
                </a:extLst>
              </p:cNvPr>
              <p:cNvSpPr/>
              <p:nvPr/>
            </p:nvSpPr>
            <p:spPr>
              <a:xfrm>
                <a:off x="2238877" y="4114225"/>
                <a:ext cx="34364" cy="245050"/>
              </a:xfrm>
              <a:custGeom>
                <a:avLst/>
                <a:gdLst/>
                <a:ahLst/>
                <a:cxnLst/>
                <a:rect l="l" t="t" r="r" b="b"/>
                <a:pathLst>
                  <a:path w="822" h="9802" extrusionOk="0">
                    <a:moveTo>
                      <a:pt x="0" y="9801"/>
                    </a:moveTo>
                    <a:lnTo>
                      <a:pt x="822" y="9801"/>
                    </a:lnTo>
                    <a:lnTo>
                      <a:pt x="822"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1557;p36">
                <a:extLst>
                  <a:ext uri="{FF2B5EF4-FFF2-40B4-BE49-F238E27FC236}">
                    <a16:creationId xmlns:a16="http://schemas.microsoft.com/office/drawing/2014/main" id="{13607C2D-15B6-2269-701A-421DD1927134}"/>
                  </a:ext>
                </a:extLst>
              </p:cNvPr>
              <p:cNvSpPr/>
              <p:nvPr/>
            </p:nvSpPr>
            <p:spPr>
              <a:xfrm>
                <a:off x="2450377" y="4107225"/>
                <a:ext cx="34364" cy="245050"/>
              </a:xfrm>
              <a:custGeom>
                <a:avLst/>
                <a:gdLst/>
                <a:ahLst/>
                <a:cxnLst/>
                <a:rect l="l" t="t" r="r" b="b"/>
                <a:pathLst>
                  <a:path w="822" h="9802" extrusionOk="0">
                    <a:moveTo>
                      <a:pt x="0" y="9801"/>
                    </a:moveTo>
                    <a:lnTo>
                      <a:pt x="822" y="9801"/>
                    </a:lnTo>
                    <a:lnTo>
                      <a:pt x="822"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1558;p36">
                <a:extLst>
                  <a:ext uri="{FF2B5EF4-FFF2-40B4-BE49-F238E27FC236}">
                    <a16:creationId xmlns:a16="http://schemas.microsoft.com/office/drawing/2014/main" id="{EAD57549-8981-6B50-6A9F-1397E63C8317}"/>
                  </a:ext>
                </a:extLst>
              </p:cNvPr>
              <p:cNvSpPr/>
              <p:nvPr/>
            </p:nvSpPr>
            <p:spPr>
              <a:xfrm>
                <a:off x="2661876" y="4100225"/>
                <a:ext cx="34364" cy="245050"/>
              </a:xfrm>
              <a:custGeom>
                <a:avLst/>
                <a:gdLst/>
                <a:ahLst/>
                <a:cxnLst/>
                <a:rect l="l" t="t" r="r" b="b"/>
                <a:pathLst>
                  <a:path w="822" h="9802" extrusionOk="0">
                    <a:moveTo>
                      <a:pt x="0" y="9801"/>
                    </a:moveTo>
                    <a:lnTo>
                      <a:pt x="822" y="9801"/>
                    </a:lnTo>
                    <a:lnTo>
                      <a:pt x="822"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1559;p36">
                <a:extLst>
                  <a:ext uri="{FF2B5EF4-FFF2-40B4-BE49-F238E27FC236}">
                    <a16:creationId xmlns:a16="http://schemas.microsoft.com/office/drawing/2014/main" id="{D13F7B01-F709-6164-5BFB-F31D4454ED29}"/>
                  </a:ext>
                </a:extLst>
              </p:cNvPr>
              <p:cNvSpPr/>
              <p:nvPr/>
            </p:nvSpPr>
            <p:spPr>
              <a:xfrm>
                <a:off x="2873376" y="4093700"/>
                <a:ext cx="34364" cy="244575"/>
              </a:xfrm>
              <a:custGeom>
                <a:avLst/>
                <a:gdLst/>
                <a:ahLst/>
                <a:cxnLst/>
                <a:rect l="l" t="t" r="r" b="b"/>
                <a:pathLst>
                  <a:path w="822" h="9783" extrusionOk="0">
                    <a:moveTo>
                      <a:pt x="0" y="9782"/>
                    </a:moveTo>
                    <a:lnTo>
                      <a:pt x="822" y="9782"/>
                    </a:lnTo>
                    <a:lnTo>
                      <a:pt x="822"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1560;p36">
                <a:extLst>
                  <a:ext uri="{FF2B5EF4-FFF2-40B4-BE49-F238E27FC236}">
                    <a16:creationId xmlns:a16="http://schemas.microsoft.com/office/drawing/2014/main" id="{629235BD-D406-38DA-0108-41AE1E2A7883}"/>
                  </a:ext>
                </a:extLst>
              </p:cNvPr>
              <p:cNvSpPr/>
              <p:nvPr/>
            </p:nvSpPr>
            <p:spPr>
              <a:xfrm>
                <a:off x="3084876" y="4086700"/>
                <a:ext cx="33611" cy="245050"/>
              </a:xfrm>
              <a:custGeom>
                <a:avLst/>
                <a:gdLst/>
                <a:ahLst/>
                <a:cxnLst/>
                <a:rect l="l" t="t" r="r" b="b"/>
                <a:pathLst>
                  <a:path w="804" h="9802" extrusionOk="0">
                    <a:moveTo>
                      <a:pt x="0" y="9801"/>
                    </a:moveTo>
                    <a:lnTo>
                      <a:pt x="803" y="9801"/>
                    </a:lnTo>
                    <a:lnTo>
                      <a:pt x="803"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1561;p36">
                <a:extLst>
                  <a:ext uri="{FF2B5EF4-FFF2-40B4-BE49-F238E27FC236}">
                    <a16:creationId xmlns:a16="http://schemas.microsoft.com/office/drawing/2014/main" id="{508D0919-FB4B-B97F-2D0F-3F1060A372EA}"/>
                  </a:ext>
                </a:extLst>
              </p:cNvPr>
              <p:cNvSpPr/>
              <p:nvPr/>
            </p:nvSpPr>
            <p:spPr>
              <a:xfrm>
                <a:off x="3296375" y="4079700"/>
                <a:ext cx="33611" cy="245050"/>
              </a:xfrm>
              <a:custGeom>
                <a:avLst/>
                <a:gdLst/>
                <a:ahLst/>
                <a:cxnLst/>
                <a:rect l="l" t="t" r="r" b="b"/>
                <a:pathLst>
                  <a:path w="804" h="9802" extrusionOk="0">
                    <a:moveTo>
                      <a:pt x="0" y="9801"/>
                    </a:moveTo>
                    <a:lnTo>
                      <a:pt x="803" y="9801"/>
                    </a:lnTo>
                    <a:lnTo>
                      <a:pt x="803"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1562;p36">
                <a:extLst>
                  <a:ext uri="{FF2B5EF4-FFF2-40B4-BE49-F238E27FC236}">
                    <a16:creationId xmlns:a16="http://schemas.microsoft.com/office/drawing/2014/main" id="{0630A504-6226-C0AD-2AEF-87DF59999BB3}"/>
                  </a:ext>
                </a:extLst>
              </p:cNvPr>
              <p:cNvSpPr/>
              <p:nvPr/>
            </p:nvSpPr>
            <p:spPr>
              <a:xfrm>
                <a:off x="3507081" y="4072700"/>
                <a:ext cx="34406" cy="245025"/>
              </a:xfrm>
              <a:custGeom>
                <a:avLst/>
                <a:gdLst/>
                <a:ahLst/>
                <a:cxnLst/>
                <a:rect l="l" t="t" r="r" b="b"/>
                <a:pathLst>
                  <a:path w="823" h="9801" extrusionOk="0">
                    <a:moveTo>
                      <a:pt x="1" y="9801"/>
                    </a:moveTo>
                    <a:lnTo>
                      <a:pt x="822" y="9801"/>
                    </a:lnTo>
                    <a:lnTo>
                      <a:pt x="822" y="0"/>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1563;p36">
                <a:extLst>
                  <a:ext uri="{FF2B5EF4-FFF2-40B4-BE49-F238E27FC236}">
                    <a16:creationId xmlns:a16="http://schemas.microsoft.com/office/drawing/2014/main" id="{674B3B94-EC8B-089E-3AB5-1D0512CBD38E}"/>
                  </a:ext>
                </a:extLst>
              </p:cNvPr>
              <p:cNvSpPr/>
              <p:nvPr/>
            </p:nvSpPr>
            <p:spPr>
              <a:xfrm>
                <a:off x="3718580" y="4066175"/>
                <a:ext cx="34406" cy="244550"/>
              </a:xfrm>
              <a:custGeom>
                <a:avLst/>
                <a:gdLst/>
                <a:ahLst/>
                <a:cxnLst/>
                <a:rect l="l" t="t" r="r" b="b"/>
                <a:pathLst>
                  <a:path w="823" h="9782" extrusionOk="0">
                    <a:moveTo>
                      <a:pt x="1" y="9782"/>
                    </a:moveTo>
                    <a:lnTo>
                      <a:pt x="822" y="9782"/>
                    </a:lnTo>
                    <a:lnTo>
                      <a:pt x="822" y="0"/>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1564;p36">
                <a:extLst>
                  <a:ext uri="{FF2B5EF4-FFF2-40B4-BE49-F238E27FC236}">
                    <a16:creationId xmlns:a16="http://schemas.microsoft.com/office/drawing/2014/main" id="{37255BB0-0EFE-2FF9-24F4-9B4351C6DA55}"/>
                  </a:ext>
                </a:extLst>
              </p:cNvPr>
              <p:cNvSpPr/>
              <p:nvPr/>
            </p:nvSpPr>
            <p:spPr>
              <a:xfrm>
                <a:off x="3930080" y="4059150"/>
                <a:ext cx="34406" cy="245050"/>
              </a:xfrm>
              <a:custGeom>
                <a:avLst/>
                <a:gdLst/>
                <a:ahLst/>
                <a:cxnLst/>
                <a:rect l="l" t="t" r="r" b="b"/>
                <a:pathLst>
                  <a:path w="823" h="9802" extrusionOk="0">
                    <a:moveTo>
                      <a:pt x="1" y="9802"/>
                    </a:moveTo>
                    <a:lnTo>
                      <a:pt x="822" y="9802"/>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1565;p36">
                <a:extLst>
                  <a:ext uri="{FF2B5EF4-FFF2-40B4-BE49-F238E27FC236}">
                    <a16:creationId xmlns:a16="http://schemas.microsoft.com/office/drawing/2014/main" id="{D3E8D6F9-0F4F-66E4-0BAA-AED624483F46}"/>
                  </a:ext>
                </a:extLst>
              </p:cNvPr>
              <p:cNvSpPr/>
              <p:nvPr/>
            </p:nvSpPr>
            <p:spPr>
              <a:xfrm>
                <a:off x="4141580" y="4052150"/>
                <a:ext cx="34406" cy="245050"/>
              </a:xfrm>
              <a:custGeom>
                <a:avLst/>
                <a:gdLst/>
                <a:ahLst/>
                <a:cxnLst/>
                <a:rect l="l" t="t" r="r" b="b"/>
                <a:pathLst>
                  <a:path w="823" h="9802" extrusionOk="0">
                    <a:moveTo>
                      <a:pt x="1" y="9802"/>
                    </a:moveTo>
                    <a:lnTo>
                      <a:pt x="822" y="9802"/>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1566;p36">
                <a:extLst>
                  <a:ext uri="{FF2B5EF4-FFF2-40B4-BE49-F238E27FC236}">
                    <a16:creationId xmlns:a16="http://schemas.microsoft.com/office/drawing/2014/main" id="{A0F64FCE-F14A-595A-3649-EA9ACABCC7CD}"/>
                  </a:ext>
                </a:extLst>
              </p:cNvPr>
              <p:cNvSpPr/>
              <p:nvPr/>
            </p:nvSpPr>
            <p:spPr>
              <a:xfrm>
                <a:off x="4353079" y="4045625"/>
                <a:ext cx="33611" cy="244575"/>
              </a:xfrm>
              <a:custGeom>
                <a:avLst/>
                <a:gdLst/>
                <a:ahLst/>
                <a:cxnLst/>
                <a:rect l="l" t="t" r="r" b="b"/>
                <a:pathLst>
                  <a:path w="804" h="9783" extrusionOk="0">
                    <a:moveTo>
                      <a:pt x="1" y="9783"/>
                    </a:moveTo>
                    <a:lnTo>
                      <a:pt x="804" y="9783"/>
                    </a:lnTo>
                    <a:lnTo>
                      <a:pt x="804"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1567;p36">
                <a:extLst>
                  <a:ext uri="{FF2B5EF4-FFF2-40B4-BE49-F238E27FC236}">
                    <a16:creationId xmlns:a16="http://schemas.microsoft.com/office/drawing/2014/main" id="{A0A93F4B-B717-5CE1-95BF-FE883BDD1637}"/>
                  </a:ext>
                </a:extLst>
              </p:cNvPr>
              <p:cNvSpPr/>
              <p:nvPr/>
            </p:nvSpPr>
            <p:spPr>
              <a:xfrm>
                <a:off x="4564579" y="4038625"/>
                <a:ext cx="33611" cy="244575"/>
              </a:xfrm>
              <a:custGeom>
                <a:avLst/>
                <a:gdLst/>
                <a:ahLst/>
                <a:cxnLst/>
                <a:rect l="l" t="t" r="r" b="b"/>
                <a:pathLst>
                  <a:path w="804" h="9783" extrusionOk="0">
                    <a:moveTo>
                      <a:pt x="1" y="9783"/>
                    </a:moveTo>
                    <a:lnTo>
                      <a:pt x="804" y="9783"/>
                    </a:lnTo>
                    <a:lnTo>
                      <a:pt x="804"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1568;p36">
                <a:extLst>
                  <a:ext uri="{FF2B5EF4-FFF2-40B4-BE49-F238E27FC236}">
                    <a16:creationId xmlns:a16="http://schemas.microsoft.com/office/drawing/2014/main" id="{80B9A5F1-9CFD-253E-40E3-CB3182A9EFA1}"/>
                  </a:ext>
                </a:extLst>
              </p:cNvPr>
              <p:cNvSpPr/>
              <p:nvPr/>
            </p:nvSpPr>
            <p:spPr>
              <a:xfrm>
                <a:off x="4775326" y="4031625"/>
                <a:ext cx="34364" cy="245050"/>
              </a:xfrm>
              <a:custGeom>
                <a:avLst/>
                <a:gdLst/>
                <a:ahLst/>
                <a:cxnLst/>
                <a:rect l="l" t="t" r="r" b="b"/>
                <a:pathLst>
                  <a:path w="822" h="9802" extrusionOk="0">
                    <a:moveTo>
                      <a:pt x="0" y="9801"/>
                    </a:moveTo>
                    <a:lnTo>
                      <a:pt x="822" y="9801"/>
                    </a:lnTo>
                    <a:lnTo>
                      <a:pt x="822"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1569;p36">
                <a:extLst>
                  <a:ext uri="{FF2B5EF4-FFF2-40B4-BE49-F238E27FC236}">
                    <a16:creationId xmlns:a16="http://schemas.microsoft.com/office/drawing/2014/main" id="{80AFE46F-70AB-3B41-E4B9-4785604ABD46}"/>
                  </a:ext>
                </a:extLst>
              </p:cNvPr>
              <p:cNvSpPr/>
              <p:nvPr/>
            </p:nvSpPr>
            <p:spPr>
              <a:xfrm>
                <a:off x="4986826" y="4024625"/>
                <a:ext cx="34364" cy="245050"/>
              </a:xfrm>
              <a:custGeom>
                <a:avLst/>
                <a:gdLst/>
                <a:ahLst/>
                <a:cxnLst/>
                <a:rect l="l" t="t" r="r" b="b"/>
                <a:pathLst>
                  <a:path w="822" h="9802" extrusionOk="0">
                    <a:moveTo>
                      <a:pt x="0" y="9801"/>
                    </a:moveTo>
                    <a:lnTo>
                      <a:pt x="822" y="9801"/>
                    </a:lnTo>
                    <a:lnTo>
                      <a:pt x="822"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1570;p36">
                <a:extLst>
                  <a:ext uri="{FF2B5EF4-FFF2-40B4-BE49-F238E27FC236}">
                    <a16:creationId xmlns:a16="http://schemas.microsoft.com/office/drawing/2014/main" id="{E152E664-9E28-F0EE-0629-5A309BBA778A}"/>
                  </a:ext>
                </a:extLst>
              </p:cNvPr>
              <p:cNvSpPr/>
              <p:nvPr/>
            </p:nvSpPr>
            <p:spPr>
              <a:xfrm>
                <a:off x="5198325" y="4018100"/>
                <a:ext cx="34364" cy="244575"/>
              </a:xfrm>
              <a:custGeom>
                <a:avLst/>
                <a:gdLst/>
                <a:ahLst/>
                <a:cxnLst/>
                <a:rect l="l" t="t" r="r" b="b"/>
                <a:pathLst>
                  <a:path w="822" h="9783" extrusionOk="0">
                    <a:moveTo>
                      <a:pt x="0" y="9782"/>
                    </a:moveTo>
                    <a:lnTo>
                      <a:pt x="822" y="9782"/>
                    </a:lnTo>
                    <a:lnTo>
                      <a:pt x="822"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1571;p36">
                <a:extLst>
                  <a:ext uri="{FF2B5EF4-FFF2-40B4-BE49-F238E27FC236}">
                    <a16:creationId xmlns:a16="http://schemas.microsoft.com/office/drawing/2014/main" id="{7B7FE93C-AAD0-3DF4-0AD6-75F0B1E55A4C}"/>
                  </a:ext>
                </a:extLst>
              </p:cNvPr>
              <p:cNvSpPr/>
              <p:nvPr/>
            </p:nvSpPr>
            <p:spPr>
              <a:xfrm>
                <a:off x="5409825" y="4011100"/>
                <a:ext cx="34364" cy="245025"/>
              </a:xfrm>
              <a:custGeom>
                <a:avLst/>
                <a:gdLst/>
                <a:ahLst/>
                <a:cxnLst/>
                <a:rect l="l" t="t" r="r" b="b"/>
                <a:pathLst>
                  <a:path w="822" h="9801" extrusionOk="0">
                    <a:moveTo>
                      <a:pt x="0" y="9801"/>
                    </a:moveTo>
                    <a:lnTo>
                      <a:pt x="822" y="9801"/>
                    </a:lnTo>
                    <a:lnTo>
                      <a:pt x="822"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1572;p36">
                <a:extLst>
                  <a:ext uri="{FF2B5EF4-FFF2-40B4-BE49-F238E27FC236}">
                    <a16:creationId xmlns:a16="http://schemas.microsoft.com/office/drawing/2014/main" id="{9C8806CA-6DB7-3A2B-AEBE-89036BEE2125}"/>
                  </a:ext>
                </a:extLst>
              </p:cNvPr>
              <p:cNvSpPr/>
              <p:nvPr/>
            </p:nvSpPr>
            <p:spPr>
              <a:xfrm>
                <a:off x="5621325" y="4004100"/>
                <a:ext cx="34364" cy="245025"/>
              </a:xfrm>
              <a:custGeom>
                <a:avLst/>
                <a:gdLst/>
                <a:ahLst/>
                <a:cxnLst/>
                <a:rect l="l" t="t" r="r" b="b"/>
                <a:pathLst>
                  <a:path w="822" h="9801" extrusionOk="0">
                    <a:moveTo>
                      <a:pt x="0" y="9801"/>
                    </a:moveTo>
                    <a:lnTo>
                      <a:pt x="822" y="9801"/>
                    </a:lnTo>
                    <a:lnTo>
                      <a:pt x="822"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1573;p36">
                <a:extLst>
                  <a:ext uri="{FF2B5EF4-FFF2-40B4-BE49-F238E27FC236}">
                    <a16:creationId xmlns:a16="http://schemas.microsoft.com/office/drawing/2014/main" id="{1F812F73-75FC-56CF-B1BC-EEBDE508F871}"/>
                  </a:ext>
                </a:extLst>
              </p:cNvPr>
              <p:cNvSpPr/>
              <p:nvPr/>
            </p:nvSpPr>
            <p:spPr>
              <a:xfrm>
                <a:off x="5832824" y="3997100"/>
                <a:ext cx="33569" cy="245025"/>
              </a:xfrm>
              <a:custGeom>
                <a:avLst/>
                <a:gdLst/>
                <a:ahLst/>
                <a:cxnLst/>
                <a:rect l="l" t="t" r="r" b="b"/>
                <a:pathLst>
                  <a:path w="803" h="9801" extrusionOk="0">
                    <a:moveTo>
                      <a:pt x="0" y="9801"/>
                    </a:moveTo>
                    <a:lnTo>
                      <a:pt x="803" y="9801"/>
                    </a:lnTo>
                    <a:lnTo>
                      <a:pt x="803"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1574;p36">
                <a:extLst>
                  <a:ext uri="{FF2B5EF4-FFF2-40B4-BE49-F238E27FC236}">
                    <a16:creationId xmlns:a16="http://schemas.microsoft.com/office/drawing/2014/main" id="{970D8F09-9616-FD8C-163A-07B551854C90}"/>
                  </a:ext>
                </a:extLst>
              </p:cNvPr>
              <p:cNvSpPr/>
              <p:nvPr/>
            </p:nvSpPr>
            <p:spPr>
              <a:xfrm>
                <a:off x="6043530" y="3990550"/>
                <a:ext cx="34364" cy="244575"/>
              </a:xfrm>
              <a:custGeom>
                <a:avLst/>
                <a:gdLst/>
                <a:ahLst/>
                <a:cxnLst/>
                <a:rect l="l" t="t" r="r" b="b"/>
                <a:pathLst>
                  <a:path w="822" h="9783" extrusionOk="0">
                    <a:moveTo>
                      <a:pt x="1" y="9783"/>
                    </a:moveTo>
                    <a:lnTo>
                      <a:pt x="822" y="9783"/>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1575;p36">
                <a:extLst>
                  <a:ext uri="{FF2B5EF4-FFF2-40B4-BE49-F238E27FC236}">
                    <a16:creationId xmlns:a16="http://schemas.microsoft.com/office/drawing/2014/main" id="{8065F89C-19FC-46AB-0FD9-6845F426B129}"/>
                  </a:ext>
                </a:extLst>
              </p:cNvPr>
              <p:cNvSpPr/>
              <p:nvPr/>
            </p:nvSpPr>
            <p:spPr>
              <a:xfrm>
                <a:off x="6255029" y="3983550"/>
                <a:ext cx="34364" cy="245050"/>
              </a:xfrm>
              <a:custGeom>
                <a:avLst/>
                <a:gdLst/>
                <a:ahLst/>
                <a:cxnLst/>
                <a:rect l="l" t="t" r="r" b="b"/>
                <a:pathLst>
                  <a:path w="822" h="9802" extrusionOk="0">
                    <a:moveTo>
                      <a:pt x="1" y="9801"/>
                    </a:moveTo>
                    <a:lnTo>
                      <a:pt x="822" y="9801"/>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1576;p36">
                <a:extLst>
                  <a:ext uri="{FF2B5EF4-FFF2-40B4-BE49-F238E27FC236}">
                    <a16:creationId xmlns:a16="http://schemas.microsoft.com/office/drawing/2014/main" id="{CA4FC64A-807B-AA7E-598D-9AC737203AA9}"/>
                  </a:ext>
                </a:extLst>
              </p:cNvPr>
              <p:cNvSpPr/>
              <p:nvPr/>
            </p:nvSpPr>
            <p:spPr>
              <a:xfrm>
                <a:off x="6466529" y="3976550"/>
                <a:ext cx="34364" cy="245050"/>
              </a:xfrm>
              <a:custGeom>
                <a:avLst/>
                <a:gdLst/>
                <a:ahLst/>
                <a:cxnLst/>
                <a:rect l="l" t="t" r="r" b="b"/>
                <a:pathLst>
                  <a:path w="822" h="9802" extrusionOk="0">
                    <a:moveTo>
                      <a:pt x="1" y="9801"/>
                    </a:moveTo>
                    <a:lnTo>
                      <a:pt x="822" y="9801"/>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1577;p36">
                <a:extLst>
                  <a:ext uri="{FF2B5EF4-FFF2-40B4-BE49-F238E27FC236}">
                    <a16:creationId xmlns:a16="http://schemas.microsoft.com/office/drawing/2014/main" id="{015A2890-5B00-8FC0-FAB1-12F96BFD4AAF}"/>
                  </a:ext>
                </a:extLst>
              </p:cNvPr>
              <p:cNvSpPr/>
              <p:nvPr/>
            </p:nvSpPr>
            <p:spPr>
              <a:xfrm>
                <a:off x="6678029" y="3969550"/>
                <a:ext cx="34364" cy="245050"/>
              </a:xfrm>
              <a:custGeom>
                <a:avLst/>
                <a:gdLst/>
                <a:ahLst/>
                <a:cxnLst/>
                <a:rect l="l" t="t" r="r" b="b"/>
                <a:pathLst>
                  <a:path w="822" h="9802" extrusionOk="0">
                    <a:moveTo>
                      <a:pt x="1" y="9801"/>
                    </a:moveTo>
                    <a:lnTo>
                      <a:pt x="822" y="9801"/>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1578;p36">
                <a:extLst>
                  <a:ext uri="{FF2B5EF4-FFF2-40B4-BE49-F238E27FC236}">
                    <a16:creationId xmlns:a16="http://schemas.microsoft.com/office/drawing/2014/main" id="{B746C29D-2422-BCF3-8FA7-52B1434B55E0}"/>
                  </a:ext>
                </a:extLst>
              </p:cNvPr>
              <p:cNvSpPr/>
              <p:nvPr/>
            </p:nvSpPr>
            <p:spPr>
              <a:xfrm>
                <a:off x="6889528" y="3963025"/>
                <a:ext cx="34364" cy="244575"/>
              </a:xfrm>
              <a:custGeom>
                <a:avLst/>
                <a:gdLst/>
                <a:ahLst/>
                <a:cxnLst/>
                <a:rect l="l" t="t" r="r" b="b"/>
                <a:pathLst>
                  <a:path w="822" h="9783" extrusionOk="0">
                    <a:moveTo>
                      <a:pt x="1" y="9782"/>
                    </a:moveTo>
                    <a:lnTo>
                      <a:pt x="822" y="9782"/>
                    </a:lnTo>
                    <a:lnTo>
                      <a:pt x="822" y="0"/>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1579;p36">
                <a:extLst>
                  <a:ext uri="{FF2B5EF4-FFF2-40B4-BE49-F238E27FC236}">
                    <a16:creationId xmlns:a16="http://schemas.microsoft.com/office/drawing/2014/main" id="{58589DE5-3828-B67F-32D1-4FFBAE797550}"/>
                  </a:ext>
                </a:extLst>
              </p:cNvPr>
              <p:cNvSpPr/>
              <p:nvPr/>
            </p:nvSpPr>
            <p:spPr>
              <a:xfrm>
                <a:off x="7101028" y="3956025"/>
                <a:ext cx="33611" cy="245050"/>
              </a:xfrm>
              <a:custGeom>
                <a:avLst/>
                <a:gdLst/>
                <a:ahLst/>
                <a:cxnLst/>
                <a:rect l="l" t="t" r="r" b="b"/>
                <a:pathLst>
                  <a:path w="804" h="9802" extrusionOk="0">
                    <a:moveTo>
                      <a:pt x="1" y="9801"/>
                    </a:moveTo>
                    <a:lnTo>
                      <a:pt x="803" y="9801"/>
                    </a:lnTo>
                    <a:lnTo>
                      <a:pt x="803" y="0"/>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1580;p36">
                <a:extLst>
                  <a:ext uri="{FF2B5EF4-FFF2-40B4-BE49-F238E27FC236}">
                    <a16:creationId xmlns:a16="http://schemas.microsoft.com/office/drawing/2014/main" id="{AF54A099-F59F-BFFA-8F1A-151B512738FA}"/>
                  </a:ext>
                </a:extLst>
              </p:cNvPr>
              <p:cNvSpPr/>
              <p:nvPr/>
            </p:nvSpPr>
            <p:spPr>
              <a:xfrm>
                <a:off x="7311733" y="3949025"/>
                <a:ext cx="34406" cy="245050"/>
              </a:xfrm>
              <a:custGeom>
                <a:avLst/>
                <a:gdLst/>
                <a:ahLst/>
                <a:cxnLst/>
                <a:rect l="l" t="t" r="r" b="b"/>
                <a:pathLst>
                  <a:path w="823" h="9802" extrusionOk="0">
                    <a:moveTo>
                      <a:pt x="1" y="9801"/>
                    </a:moveTo>
                    <a:lnTo>
                      <a:pt x="822" y="9801"/>
                    </a:lnTo>
                    <a:lnTo>
                      <a:pt x="822" y="0"/>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1581;p36">
                <a:extLst>
                  <a:ext uri="{FF2B5EF4-FFF2-40B4-BE49-F238E27FC236}">
                    <a16:creationId xmlns:a16="http://schemas.microsoft.com/office/drawing/2014/main" id="{622AC911-DA3D-B31E-E4CB-F18DB2DFFE78}"/>
                  </a:ext>
                </a:extLst>
              </p:cNvPr>
              <p:cNvSpPr/>
              <p:nvPr/>
            </p:nvSpPr>
            <p:spPr>
              <a:xfrm>
                <a:off x="7523233" y="3942025"/>
                <a:ext cx="34406" cy="245025"/>
              </a:xfrm>
              <a:custGeom>
                <a:avLst/>
                <a:gdLst/>
                <a:ahLst/>
                <a:cxnLst/>
                <a:rect l="l" t="t" r="r" b="b"/>
                <a:pathLst>
                  <a:path w="823" h="9801" extrusionOk="0">
                    <a:moveTo>
                      <a:pt x="1" y="9801"/>
                    </a:moveTo>
                    <a:lnTo>
                      <a:pt x="822" y="9801"/>
                    </a:lnTo>
                    <a:lnTo>
                      <a:pt x="822" y="0"/>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1582;p36">
                <a:extLst>
                  <a:ext uri="{FF2B5EF4-FFF2-40B4-BE49-F238E27FC236}">
                    <a16:creationId xmlns:a16="http://schemas.microsoft.com/office/drawing/2014/main" id="{119CA331-106D-EE9D-22B6-05DAF5237054}"/>
                  </a:ext>
                </a:extLst>
              </p:cNvPr>
              <p:cNvSpPr/>
              <p:nvPr/>
            </p:nvSpPr>
            <p:spPr>
              <a:xfrm>
                <a:off x="7734733" y="3935475"/>
                <a:ext cx="34406" cy="244575"/>
              </a:xfrm>
              <a:custGeom>
                <a:avLst/>
                <a:gdLst/>
                <a:ahLst/>
                <a:cxnLst/>
                <a:rect l="l" t="t" r="r" b="b"/>
                <a:pathLst>
                  <a:path w="823" h="9783" extrusionOk="0">
                    <a:moveTo>
                      <a:pt x="1" y="9783"/>
                    </a:moveTo>
                    <a:lnTo>
                      <a:pt x="822" y="9783"/>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1583;p36">
                <a:extLst>
                  <a:ext uri="{FF2B5EF4-FFF2-40B4-BE49-F238E27FC236}">
                    <a16:creationId xmlns:a16="http://schemas.microsoft.com/office/drawing/2014/main" id="{20DBB625-0D7A-C5BC-656B-54985E937942}"/>
                  </a:ext>
                </a:extLst>
              </p:cNvPr>
              <p:cNvSpPr/>
              <p:nvPr/>
            </p:nvSpPr>
            <p:spPr>
              <a:xfrm>
                <a:off x="7946232" y="3928475"/>
                <a:ext cx="34406" cy="245050"/>
              </a:xfrm>
              <a:custGeom>
                <a:avLst/>
                <a:gdLst/>
                <a:ahLst/>
                <a:cxnLst/>
                <a:rect l="l" t="t" r="r" b="b"/>
                <a:pathLst>
                  <a:path w="823" h="9802" extrusionOk="0">
                    <a:moveTo>
                      <a:pt x="1" y="9802"/>
                    </a:moveTo>
                    <a:lnTo>
                      <a:pt x="822" y="9802"/>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1584;p36">
                <a:extLst>
                  <a:ext uri="{FF2B5EF4-FFF2-40B4-BE49-F238E27FC236}">
                    <a16:creationId xmlns:a16="http://schemas.microsoft.com/office/drawing/2014/main" id="{A85001E0-C7A0-41B3-02C9-C8E6C8C8CACD}"/>
                  </a:ext>
                </a:extLst>
              </p:cNvPr>
              <p:cNvSpPr/>
              <p:nvPr/>
            </p:nvSpPr>
            <p:spPr>
              <a:xfrm>
                <a:off x="8157732" y="3921475"/>
                <a:ext cx="34406" cy="245050"/>
              </a:xfrm>
              <a:custGeom>
                <a:avLst/>
                <a:gdLst/>
                <a:ahLst/>
                <a:cxnLst/>
                <a:rect l="l" t="t" r="r" b="b"/>
                <a:pathLst>
                  <a:path w="823" h="9802" extrusionOk="0">
                    <a:moveTo>
                      <a:pt x="1" y="9802"/>
                    </a:moveTo>
                    <a:lnTo>
                      <a:pt x="822" y="9802"/>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1585;p36">
                <a:extLst>
                  <a:ext uri="{FF2B5EF4-FFF2-40B4-BE49-F238E27FC236}">
                    <a16:creationId xmlns:a16="http://schemas.microsoft.com/office/drawing/2014/main" id="{8694BE50-6CCE-FC56-4A1F-D91FB472002A}"/>
                  </a:ext>
                </a:extLst>
              </p:cNvPr>
              <p:cNvSpPr/>
              <p:nvPr/>
            </p:nvSpPr>
            <p:spPr>
              <a:xfrm>
                <a:off x="8369232" y="3914475"/>
                <a:ext cx="33611" cy="245050"/>
              </a:xfrm>
              <a:custGeom>
                <a:avLst/>
                <a:gdLst/>
                <a:ahLst/>
                <a:cxnLst/>
                <a:rect l="l" t="t" r="r" b="b"/>
                <a:pathLst>
                  <a:path w="804" h="9802" extrusionOk="0">
                    <a:moveTo>
                      <a:pt x="1" y="9802"/>
                    </a:moveTo>
                    <a:lnTo>
                      <a:pt x="804" y="9802"/>
                    </a:lnTo>
                    <a:lnTo>
                      <a:pt x="804"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1586;p36">
                <a:extLst>
                  <a:ext uri="{FF2B5EF4-FFF2-40B4-BE49-F238E27FC236}">
                    <a16:creationId xmlns:a16="http://schemas.microsoft.com/office/drawing/2014/main" id="{832547ED-E639-099B-74BD-5D535B337BDB}"/>
                  </a:ext>
                </a:extLst>
              </p:cNvPr>
              <p:cNvSpPr/>
              <p:nvPr/>
            </p:nvSpPr>
            <p:spPr>
              <a:xfrm>
                <a:off x="8580773" y="3907950"/>
                <a:ext cx="33569" cy="244575"/>
              </a:xfrm>
              <a:custGeom>
                <a:avLst/>
                <a:gdLst/>
                <a:ahLst/>
                <a:cxnLst/>
                <a:rect l="l" t="t" r="r" b="b"/>
                <a:pathLst>
                  <a:path w="803" h="9783" extrusionOk="0">
                    <a:moveTo>
                      <a:pt x="0" y="9783"/>
                    </a:moveTo>
                    <a:lnTo>
                      <a:pt x="803" y="9783"/>
                    </a:lnTo>
                    <a:lnTo>
                      <a:pt x="803"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1587;p36">
                <a:extLst>
                  <a:ext uri="{FF2B5EF4-FFF2-40B4-BE49-F238E27FC236}">
                    <a16:creationId xmlns:a16="http://schemas.microsoft.com/office/drawing/2014/main" id="{BF163634-97CA-199E-C385-D04F8380AE18}"/>
                  </a:ext>
                </a:extLst>
              </p:cNvPr>
              <p:cNvSpPr/>
              <p:nvPr/>
            </p:nvSpPr>
            <p:spPr>
              <a:xfrm>
                <a:off x="8791478" y="3900950"/>
                <a:ext cx="34364" cy="245050"/>
              </a:xfrm>
              <a:custGeom>
                <a:avLst/>
                <a:gdLst/>
                <a:ahLst/>
                <a:cxnLst/>
                <a:rect l="l" t="t" r="r" b="b"/>
                <a:pathLst>
                  <a:path w="822" h="9802" extrusionOk="0">
                    <a:moveTo>
                      <a:pt x="0" y="9801"/>
                    </a:moveTo>
                    <a:lnTo>
                      <a:pt x="822" y="9801"/>
                    </a:lnTo>
                    <a:lnTo>
                      <a:pt x="822"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 name="Google Shape;1588;p36">
              <a:extLst>
                <a:ext uri="{FF2B5EF4-FFF2-40B4-BE49-F238E27FC236}">
                  <a16:creationId xmlns:a16="http://schemas.microsoft.com/office/drawing/2014/main" id="{D4E0E8B3-D0FE-0B0F-8124-70E48E9E83A3}"/>
                </a:ext>
              </a:extLst>
            </p:cNvPr>
            <p:cNvGrpSpPr/>
            <p:nvPr/>
          </p:nvGrpSpPr>
          <p:grpSpPr>
            <a:xfrm flipH="1">
              <a:off x="5406861" y="4293100"/>
              <a:ext cx="3484400" cy="973847"/>
              <a:chOff x="3379075" y="4293100"/>
              <a:chExt cx="3484400" cy="973847"/>
            </a:xfrm>
            <a:grpFill/>
          </p:grpSpPr>
          <p:sp>
            <p:nvSpPr>
              <p:cNvPr id="37" name="Google Shape;1589;p36">
                <a:extLst>
                  <a:ext uri="{FF2B5EF4-FFF2-40B4-BE49-F238E27FC236}">
                    <a16:creationId xmlns:a16="http://schemas.microsoft.com/office/drawing/2014/main" id="{4B65A2E6-99CC-233E-89B1-570887D8CFF6}"/>
                  </a:ext>
                </a:extLst>
              </p:cNvPr>
              <p:cNvSpPr/>
              <p:nvPr/>
            </p:nvSpPr>
            <p:spPr>
              <a:xfrm>
                <a:off x="6638025" y="4293100"/>
                <a:ext cx="225450" cy="266525"/>
              </a:xfrm>
              <a:custGeom>
                <a:avLst/>
                <a:gdLst/>
                <a:ahLst/>
                <a:cxnLst/>
                <a:rect l="l" t="t" r="r" b="b"/>
                <a:pathLst>
                  <a:path w="9018" h="10661" extrusionOk="0">
                    <a:moveTo>
                      <a:pt x="1" y="10660"/>
                    </a:moveTo>
                    <a:lnTo>
                      <a:pt x="9017" y="10660"/>
                    </a:lnTo>
                    <a:lnTo>
                      <a:pt x="9017"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1590;p36">
                <a:extLst>
                  <a:ext uri="{FF2B5EF4-FFF2-40B4-BE49-F238E27FC236}">
                    <a16:creationId xmlns:a16="http://schemas.microsoft.com/office/drawing/2014/main" id="{73881EA7-2037-9C35-2D49-E1E3E56D3BF0}"/>
                  </a:ext>
                </a:extLst>
              </p:cNvPr>
              <p:cNvSpPr/>
              <p:nvPr/>
            </p:nvSpPr>
            <p:spPr>
              <a:xfrm>
                <a:off x="5628575" y="4369300"/>
                <a:ext cx="225425" cy="266525"/>
              </a:xfrm>
              <a:custGeom>
                <a:avLst/>
                <a:gdLst/>
                <a:ahLst/>
                <a:cxnLst/>
                <a:rect l="l" t="t" r="r" b="b"/>
                <a:pathLst>
                  <a:path w="9017" h="10661" extrusionOk="0">
                    <a:moveTo>
                      <a:pt x="0" y="10660"/>
                    </a:moveTo>
                    <a:lnTo>
                      <a:pt x="9017" y="10660"/>
                    </a:lnTo>
                    <a:lnTo>
                      <a:pt x="9017"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1591;p36">
                <a:extLst>
                  <a:ext uri="{FF2B5EF4-FFF2-40B4-BE49-F238E27FC236}">
                    <a16:creationId xmlns:a16="http://schemas.microsoft.com/office/drawing/2014/main" id="{5906597F-259E-77AB-4774-C6A121FBFC3A}"/>
                  </a:ext>
                </a:extLst>
              </p:cNvPr>
              <p:cNvSpPr/>
              <p:nvPr/>
            </p:nvSpPr>
            <p:spPr>
              <a:xfrm>
                <a:off x="5700425" y="4473175"/>
                <a:ext cx="72850" cy="792553"/>
              </a:xfrm>
              <a:custGeom>
                <a:avLst/>
                <a:gdLst/>
                <a:ahLst/>
                <a:cxnLst/>
                <a:rect l="l" t="t" r="r" b="b"/>
                <a:pathLst>
                  <a:path w="2914" h="48780" extrusionOk="0">
                    <a:moveTo>
                      <a:pt x="1" y="48780"/>
                    </a:moveTo>
                    <a:lnTo>
                      <a:pt x="2913" y="48780"/>
                    </a:lnTo>
                    <a:lnTo>
                      <a:pt x="291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1592;p36">
                <a:extLst>
                  <a:ext uri="{FF2B5EF4-FFF2-40B4-BE49-F238E27FC236}">
                    <a16:creationId xmlns:a16="http://schemas.microsoft.com/office/drawing/2014/main" id="{716BB5B2-6607-4370-CF60-A199906CE384}"/>
                  </a:ext>
                </a:extLst>
              </p:cNvPr>
              <p:cNvSpPr/>
              <p:nvPr/>
            </p:nvSpPr>
            <p:spPr>
              <a:xfrm>
                <a:off x="4520150" y="4369300"/>
                <a:ext cx="225450" cy="266525"/>
              </a:xfrm>
              <a:custGeom>
                <a:avLst/>
                <a:gdLst/>
                <a:ahLst/>
                <a:cxnLst/>
                <a:rect l="l" t="t" r="r" b="b"/>
                <a:pathLst>
                  <a:path w="9018" h="10661" extrusionOk="0">
                    <a:moveTo>
                      <a:pt x="1" y="10660"/>
                    </a:moveTo>
                    <a:lnTo>
                      <a:pt x="9017" y="10660"/>
                    </a:lnTo>
                    <a:lnTo>
                      <a:pt x="9017"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1593;p36">
                <a:extLst>
                  <a:ext uri="{FF2B5EF4-FFF2-40B4-BE49-F238E27FC236}">
                    <a16:creationId xmlns:a16="http://schemas.microsoft.com/office/drawing/2014/main" id="{F7B7641B-A3D1-7493-357F-C2B56B795949}"/>
                  </a:ext>
                </a:extLst>
              </p:cNvPr>
              <p:cNvSpPr/>
              <p:nvPr/>
            </p:nvSpPr>
            <p:spPr>
              <a:xfrm>
                <a:off x="4592025" y="4473175"/>
                <a:ext cx="72825" cy="792553"/>
              </a:xfrm>
              <a:custGeom>
                <a:avLst/>
                <a:gdLst/>
                <a:ahLst/>
                <a:cxnLst/>
                <a:rect l="l" t="t" r="r" b="b"/>
                <a:pathLst>
                  <a:path w="2913" h="48780" extrusionOk="0">
                    <a:moveTo>
                      <a:pt x="1" y="48780"/>
                    </a:moveTo>
                    <a:lnTo>
                      <a:pt x="2913" y="48780"/>
                    </a:lnTo>
                    <a:lnTo>
                      <a:pt x="291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1594;p36">
                <a:extLst>
                  <a:ext uri="{FF2B5EF4-FFF2-40B4-BE49-F238E27FC236}">
                    <a16:creationId xmlns:a16="http://schemas.microsoft.com/office/drawing/2014/main" id="{237C0917-4C1F-3CB7-9009-B65020D7C625}"/>
                  </a:ext>
                </a:extLst>
              </p:cNvPr>
              <p:cNvSpPr/>
              <p:nvPr/>
            </p:nvSpPr>
            <p:spPr>
              <a:xfrm>
                <a:off x="3379075" y="4403850"/>
                <a:ext cx="225450" cy="262300"/>
              </a:xfrm>
              <a:custGeom>
                <a:avLst/>
                <a:gdLst/>
                <a:ahLst/>
                <a:cxnLst/>
                <a:rect l="l" t="t" r="r" b="b"/>
                <a:pathLst>
                  <a:path w="9018" h="10492" extrusionOk="0">
                    <a:moveTo>
                      <a:pt x="1" y="10492"/>
                    </a:moveTo>
                    <a:lnTo>
                      <a:pt x="9017" y="10492"/>
                    </a:lnTo>
                    <a:lnTo>
                      <a:pt x="9017" y="0"/>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1595;p36">
                <a:extLst>
                  <a:ext uri="{FF2B5EF4-FFF2-40B4-BE49-F238E27FC236}">
                    <a16:creationId xmlns:a16="http://schemas.microsoft.com/office/drawing/2014/main" id="{ADD9C7FE-1E1D-2183-835E-978789667CDE}"/>
                  </a:ext>
                </a:extLst>
              </p:cNvPr>
              <p:cNvSpPr/>
              <p:nvPr/>
            </p:nvSpPr>
            <p:spPr>
              <a:xfrm>
                <a:off x="3450950" y="4494102"/>
                <a:ext cx="72825" cy="772845"/>
              </a:xfrm>
              <a:custGeom>
                <a:avLst/>
                <a:gdLst/>
                <a:ahLst/>
                <a:cxnLst/>
                <a:rect l="l" t="t" r="r" b="b"/>
                <a:pathLst>
                  <a:path w="2913" h="47567" extrusionOk="0">
                    <a:moveTo>
                      <a:pt x="1" y="47567"/>
                    </a:moveTo>
                    <a:lnTo>
                      <a:pt x="2913" y="47567"/>
                    </a:lnTo>
                    <a:lnTo>
                      <a:pt x="291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 name="Google Shape;1596;p36">
              <a:extLst>
                <a:ext uri="{FF2B5EF4-FFF2-40B4-BE49-F238E27FC236}">
                  <a16:creationId xmlns:a16="http://schemas.microsoft.com/office/drawing/2014/main" id="{363E7CD6-0655-7712-F188-D4A1892F1A79}"/>
                </a:ext>
              </a:extLst>
            </p:cNvPr>
            <p:cNvGrpSpPr/>
            <p:nvPr/>
          </p:nvGrpSpPr>
          <p:grpSpPr>
            <a:xfrm flipH="1">
              <a:off x="-109714" y="4175950"/>
              <a:ext cx="2474925" cy="1050047"/>
              <a:chOff x="3379075" y="4216900"/>
              <a:chExt cx="2474925" cy="1050047"/>
            </a:xfrm>
            <a:grpFill/>
          </p:grpSpPr>
          <p:sp>
            <p:nvSpPr>
              <p:cNvPr id="31" name="Google Shape;1597;p36">
                <a:extLst>
                  <a:ext uri="{FF2B5EF4-FFF2-40B4-BE49-F238E27FC236}">
                    <a16:creationId xmlns:a16="http://schemas.microsoft.com/office/drawing/2014/main" id="{F3148BB1-74BB-E3AA-0F4B-C21D4AC4EB37}"/>
                  </a:ext>
                </a:extLst>
              </p:cNvPr>
              <p:cNvSpPr/>
              <p:nvPr/>
            </p:nvSpPr>
            <p:spPr>
              <a:xfrm>
                <a:off x="5628575" y="4216900"/>
                <a:ext cx="225425" cy="266525"/>
              </a:xfrm>
              <a:custGeom>
                <a:avLst/>
                <a:gdLst/>
                <a:ahLst/>
                <a:cxnLst/>
                <a:rect l="l" t="t" r="r" b="b"/>
                <a:pathLst>
                  <a:path w="9017" h="10661" extrusionOk="0">
                    <a:moveTo>
                      <a:pt x="0" y="10660"/>
                    </a:moveTo>
                    <a:lnTo>
                      <a:pt x="9017" y="10660"/>
                    </a:lnTo>
                    <a:lnTo>
                      <a:pt x="9017"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1598;p36">
                <a:extLst>
                  <a:ext uri="{FF2B5EF4-FFF2-40B4-BE49-F238E27FC236}">
                    <a16:creationId xmlns:a16="http://schemas.microsoft.com/office/drawing/2014/main" id="{D9908424-AB83-2E5A-7E1B-4F05BF8A7D8C}"/>
                  </a:ext>
                </a:extLst>
              </p:cNvPr>
              <p:cNvSpPr/>
              <p:nvPr/>
            </p:nvSpPr>
            <p:spPr>
              <a:xfrm>
                <a:off x="5700425" y="4473175"/>
                <a:ext cx="72850" cy="792553"/>
              </a:xfrm>
              <a:custGeom>
                <a:avLst/>
                <a:gdLst/>
                <a:ahLst/>
                <a:cxnLst/>
                <a:rect l="l" t="t" r="r" b="b"/>
                <a:pathLst>
                  <a:path w="2914" h="48780" extrusionOk="0">
                    <a:moveTo>
                      <a:pt x="1" y="48780"/>
                    </a:moveTo>
                    <a:lnTo>
                      <a:pt x="2913" y="48780"/>
                    </a:lnTo>
                    <a:lnTo>
                      <a:pt x="291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1599;p36">
                <a:extLst>
                  <a:ext uri="{FF2B5EF4-FFF2-40B4-BE49-F238E27FC236}">
                    <a16:creationId xmlns:a16="http://schemas.microsoft.com/office/drawing/2014/main" id="{75784BB2-2247-526C-246D-94643E0186E7}"/>
                  </a:ext>
                </a:extLst>
              </p:cNvPr>
              <p:cNvSpPr/>
              <p:nvPr/>
            </p:nvSpPr>
            <p:spPr>
              <a:xfrm>
                <a:off x="4520150" y="4216900"/>
                <a:ext cx="225450" cy="266525"/>
              </a:xfrm>
              <a:custGeom>
                <a:avLst/>
                <a:gdLst/>
                <a:ahLst/>
                <a:cxnLst/>
                <a:rect l="l" t="t" r="r" b="b"/>
                <a:pathLst>
                  <a:path w="9018" h="10661" extrusionOk="0">
                    <a:moveTo>
                      <a:pt x="1" y="10660"/>
                    </a:moveTo>
                    <a:lnTo>
                      <a:pt x="9017" y="10660"/>
                    </a:lnTo>
                    <a:lnTo>
                      <a:pt x="9017"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1600;p36">
                <a:extLst>
                  <a:ext uri="{FF2B5EF4-FFF2-40B4-BE49-F238E27FC236}">
                    <a16:creationId xmlns:a16="http://schemas.microsoft.com/office/drawing/2014/main" id="{D446ADCA-3583-B3F1-CBA3-E3DED1818624}"/>
                  </a:ext>
                </a:extLst>
              </p:cNvPr>
              <p:cNvSpPr/>
              <p:nvPr/>
            </p:nvSpPr>
            <p:spPr>
              <a:xfrm>
                <a:off x="4592025" y="4473175"/>
                <a:ext cx="72825" cy="792553"/>
              </a:xfrm>
              <a:custGeom>
                <a:avLst/>
                <a:gdLst/>
                <a:ahLst/>
                <a:cxnLst/>
                <a:rect l="l" t="t" r="r" b="b"/>
                <a:pathLst>
                  <a:path w="2913" h="48780" extrusionOk="0">
                    <a:moveTo>
                      <a:pt x="1" y="48780"/>
                    </a:moveTo>
                    <a:lnTo>
                      <a:pt x="2913" y="48780"/>
                    </a:lnTo>
                    <a:lnTo>
                      <a:pt x="291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1601;p36">
                <a:extLst>
                  <a:ext uri="{FF2B5EF4-FFF2-40B4-BE49-F238E27FC236}">
                    <a16:creationId xmlns:a16="http://schemas.microsoft.com/office/drawing/2014/main" id="{A833F2CE-8D6D-E98A-AC55-BE507902349D}"/>
                  </a:ext>
                </a:extLst>
              </p:cNvPr>
              <p:cNvSpPr/>
              <p:nvPr/>
            </p:nvSpPr>
            <p:spPr>
              <a:xfrm>
                <a:off x="3379075" y="4251450"/>
                <a:ext cx="225450" cy="262300"/>
              </a:xfrm>
              <a:custGeom>
                <a:avLst/>
                <a:gdLst/>
                <a:ahLst/>
                <a:cxnLst/>
                <a:rect l="l" t="t" r="r" b="b"/>
                <a:pathLst>
                  <a:path w="9018" h="10492" extrusionOk="0">
                    <a:moveTo>
                      <a:pt x="1" y="10492"/>
                    </a:moveTo>
                    <a:lnTo>
                      <a:pt x="9017" y="10492"/>
                    </a:lnTo>
                    <a:lnTo>
                      <a:pt x="9017" y="0"/>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1602;p36">
                <a:extLst>
                  <a:ext uri="{FF2B5EF4-FFF2-40B4-BE49-F238E27FC236}">
                    <a16:creationId xmlns:a16="http://schemas.microsoft.com/office/drawing/2014/main" id="{7B13F487-589B-FDB6-B7CE-8A0273FBA9DC}"/>
                  </a:ext>
                </a:extLst>
              </p:cNvPr>
              <p:cNvSpPr/>
              <p:nvPr/>
            </p:nvSpPr>
            <p:spPr>
              <a:xfrm>
                <a:off x="3450950" y="4494102"/>
                <a:ext cx="72825" cy="772845"/>
              </a:xfrm>
              <a:custGeom>
                <a:avLst/>
                <a:gdLst/>
                <a:ahLst/>
                <a:cxnLst/>
                <a:rect l="l" t="t" r="r" b="b"/>
                <a:pathLst>
                  <a:path w="2913" h="47567" extrusionOk="0">
                    <a:moveTo>
                      <a:pt x="1" y="47567"/>
                    </a:moveTo>
                    <a:lnTo>
                      <a:pt x="2913" y="47567"/>
                    </a:lnTo>
                    <a:lnTo>
                      <a:pt x="291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94" name="Google Shape;1117;p30">
            <a:extLst>
              <a:ext uri="{FF2B5EF4-FFF2-40B4-BE49-F238E27FC236}">
                <a16:creationId xmlns:a16="http://schemas.microsoft.com/office/drawing/2014/main" id="{FA997088-CA70-B023-942C-0192DD5FCABF}"/>
              </a:ext>
            </a:extLst>
          </p:cNvPr>
          <p:cNvGrpSpPr/>
          <p:nvPr/>
        </p:nvGrpSpPr>
        <p:grpSpPr>
          <a:xfrm rot="150140">
            <a:off x="-2650726" y="3830112"/>
            <a:ext cx="2580526" cy="685136"/>
            <a:chOff x="3962175" y="2631750"/>
            <a:chExt cx="3075700" cy="952625"/>
          </a:xfrm>
        </p:grpSpPr>
        <p:sp>
          <p:nvSpPr>
            <p:cNvPr id="95" name="Google Shape;1118;p30">
              <a:extLst>
                <a:ext uri="{FF2B5EF4-FFF2-40B4-BE49-F238E27FC236}">
                  <a16:creationId xmlns:a16="http://schemas.microsoft.com/office/drawing/2014/main" id="{E765CE14-B34A-4541-590C-F15871B9B99F}"/>
                </a:ext>
              </a:extLst>
            </p:cNvPr>
            <p:cNvSpPr/>
            <p:nvPr/>
          </p:nvSpPr>
          <p:spPr>
            <a:xfrm>
              <a:off x="3962175" y="3227750"/>
              <a:ext cx="3075700" cy="356625"/>
            </a:xfrm>
            <a:custGeom>
              <a:avLst/>
              <a:gdLst/>
              <a:ahLst/>
              <a:cxnLst/>
              <a:rect l="l" t="t" r="r" b="b"/>
              <a:pathLst>
                <a:path w="123028" h="14265" extrusionOk="0">
                  <a:moveTo>
                    <a:pt x="114046" y="1"/>
                  </a:moveTo>
                  <a:lnTo>
                    <a:pt x="114046" y="1239"/>
                  </a:lnTo>
                  <a:lnTo>
                    <a:pt x="114579" y="1239"/>
                  </a:lnTo>
                  <a:lnTo>
                    <a:pt x="114579" y="3167"/>
                  </a:lnTo>
                  <a:lnTo>
                    <a:pt x="109877" y="3167"/>
                  </a:lnTo>
                  <a:lnTo>
                    <a:pt x="109877" y="2728"/>
                  </a:lnTo>
                  <a:lnTo>
                    <a:pt x="108984" y="2728"/>
                  </a:lnTo>
                  <a:lnTo>
                    <a:pt x="108984" y="1913"/>
                  </a:lnTo>
                  <a:cubicBezTo>
                    <a:pt x="108984" y="1411"/>
                    <a:pt x="108513" y="1004"/>
                    <a:pt x="107980" y="1098"/>
                  </a:cubicBezTo>
                  <a:lnTo>
                    <a:pt x="107980" y="1098"/>
                  </a:lnTo>
                  <a:cubicBezTo>
                    <a:pt x="107573" y="1161"/>
                    <a:pt x="107291" y="1553"/>
                    <a:pt x="107291" y="1960"/>
                  </a:cubicBezTo>
                  <a:lnTo>
                    <a:pt x="107291" y="1960"/>
                  </a:lnTo>
                  <a:lnTo>
                    <a:pt x="107291" y="2728"/>
                  </a:lnTo>
                  <a:lnTo>
                    <a:pt x="106397" y="2728"/>
                  </a:lnTo>
                  <a:lnTo>
                    <a:pt x="106397" y="3167"/>
                  </a:lnTo>
                  <a:lnTo>
                    <a:pt x="105237" y="3167"/>
                  </a:lnTo>
                  <a:lnTo>
                    <a:pt x="105237" y="1615"/>
                  </a:lnTo>
                  <a:lnTo>
                    <a:pt x="103921" y="1615"/>
                  </a:lnTo>
                  <a:lnTo>
                    <a:pt x="103921" y="3167"/>
                  </a:lnTo>
                  <a:lnTo>
                    <a:pt x="100112" y="3167"/>
                  </a:lnTo>
                  <a:lnTo>
                    <a:pt x="100112" y="1521"/>
                  </a:lnTo>
                  <a:cubicBezTo>
                    <a:pt x="100112" y="675"/>
                    <a:pt x="99438" y="1"/>
                    <a:pt x="98591" y="1"/>
                  </a:cubicBezTo>
                  <a:lnTo>
                    <a:pt x="98591" y="1"/>
                  </a:lnTo>
                  <a:lnTo>
                    <a:pt x="88403" y="1"/>
                  </a:lnTo>
                  <a:cubicBezTo>
                    <a:pt x="87870" y="1"/>
                    <a:pt x="87431" y="440"/>
                    <a:pt x="87463" y="988"/>
                  </a:cubicBezTo>
                  <a:lnTo>
                    <a:pt x="87463" y="988"/>
                  </a:lnTo>
                  <a:cubicBezTo>
                    <a:pt x="87494" y="1490"/>
                    <a:pt x="87949" y="1882"/>
                    <a:pt x="88466" y="1882"/>
                  </a:cubicBezTo>
                  <a:lnTo>
                    <a:pt x="88466" y="1882"/>
                  </a:lnTo>
                  <a:lnTo>
                    <a:pt x="92149" y="1882"/>
                  </a:lnTo>
                  <a:cubicBezTo>
                    <a:pt x="92964" y="1882"/>
                    <a:pt x="93638" y="2540"/>
                    <a:pt x="93638" y="3355"/>
                  </a:cubicBezTo>
                  <a:lnTo>
                    <a:pt x="93638" y="3355"/>
                  </a:lnTo>
                  <a:lnTo>
                    <a:pt x="93638" y="5785"/>
                  </a:lnTo>
                  <a:cubicBezTo>
                    <a:pt x="93638" y="5988"/>
                    <a:pt x="93466" y="6161"/>
                    <a:pt x="93247" y="6161"/>
                  </a:cubicBezTo>
                  <a:lnTo>
                    <a:pt x="93247" y="6161"/>
                  </a:lnTo>
                  <a:lnTo>
                    <a:pt x="88293" y="6161"/>
                  </a:lnTo>
                  <a:cubicBezTo>
                    <a:pt x="87839" y="6161"/>
                    <a:pt x="87463" y="6537"/>
                    <a:pt x="87463" y="6992"/>
                  </a:cubicBezTo>
                  <a:lnTo>
                    <a:pt x="87463" y="6992"/>
                  </a:lnTo>
                  <a:lnTo>
                    <a:pt x="87463" y="9468"/>
                  </a:lnTo>
                  <a:cubicBezTo>
                    <a:pt x="87463" y="10299"/>
                    <a:pt x="87823" y="11036"/>
                    <a:pt x="88403" y="11537"/>
                  </a:cubicBezTo>
                  <a:lnTo>
                    <a:pt x="88403" y="11537"/>
                  </a:lnTo>
                  <a:cubicBezTo>
                    <a:pt x="88388" y="11615"/>
                    <a:pt x="88388" y="11678"/>
                    <a:pt x="88372" y="11741"/>
                  </a:cubicBezTo>
                  <a:lnTo>
                    <a:pt x="88372" y="11741"/>
                  </a:lnTo>
                  <a:lnTo>
                    <a:pt x="85221" y="11741"/>
                  </a:lnTo>
                  <a:lnTo>
                    <a:pt x="85221" y="3512"/>
                  </a:lnTo>
                  <a:cubicBezTo>
                    <a:pt x="85221" y="2430"/>
                    <a:pt x="84359" y="1553"/>
                    <a:pt x="83278" y="1553"/>
                  </a:cubicBezTo>
                  <a:lnTo>
                    <a:pt x="83278" y="1553"/>
                  </a:lnTo>
                  <a:lnTo>
                    <a:pt x="46083" y="1553"/>
                  </a:lnTo>
                  <a:cubicBezTo>
                    <a:pt x="45017" y="1553"/>
                    <a:pt x="44139" y="2430"/>
                    <a:pt x="44139" y="3512"/>
                  </a:cubicBezTo>
                  <a:lnTo>
                    <a:pt x="44139" y="3512"/>
                  </a:lnTo>
                  <a:lnTo>
                    <a:pt x="44139" y="10330"/>
                  </a:lnTo>
                  <a:lnTo>
                    <a:pt x="42211" y="10330"/>
                  </a:lnTo>
                  <a:lnTo>
                    <a:pt x="42211" y="3512"/>
                  </a:lnTo>
                  <a:cubicBezTo>
                    <a:pt x="42211" y="2430"/>
                    <a:pt x="41333" y="1553"/>
                    <a:pt x="40267" y="1553"/>
                  </a:cubicBezTo>
                  <a:lnTo>
                    <a:pt x="40267" y="1553"/>
                  </a:lnTo>
                  <a:lnTo>
                    <a:pt x="3072" y="1553"/>
                  </a:lnTo>
                  <a:cubicBezTo>
                    <a:pt x="2006" y="1553"/>
                    <a:pt x="1129" y="2430"/>
                    <a:pt x="1129" y="3512"/>
                  </a:cubicBezTo>
                  <a:lnTo>
                    <a:pt x="1129" y="3512"/>
                  </a:lnTo>
                  <a:lnTo>
                    <a:pt x="1129" y="10330"/>
                  </a:lnTo>
                  <a:lnTo>
                    <a:pt x="0" y="10330"/>
                  </a:lnTo>
                  <a:lnTo>
                    <a:pt x="0" y="11130"/>
                  </a:lnTo>
                  <a:lnTo>
                    <a:pt x="1129" y="11130"/>
                  </a:lnTo>
                  <a:lnTo>
                    <a:pt x="1129" y="12650"/>
                  </a:lnTo>
                  <a:lnTo>
                    <a:pt x="1865" y="12650"/>
                  </a:lnTo>
                  <a:cubicBezTo>
                    <a:pt x="1865" y="13481"/>
                    <a:pt x="2555" y="14170"/>
                    <a:pt x="3386" y="14170"/>
                  </a:cubicBezTo>
                  <a:lnTo>
                    <a:pt x="3386" y="14170"/>
                  </a:lnTo>
                  <a:cubicBezTo>
                    <a:pt x="4232" y="14170"/>
                    <a:pt x="4906" y="13481"/>
                    <a:pt x="4906" y="12650"/>
                  </a:cubicBezTo>
                  <a:lnTo>
                    <a:pt x="4906" y="12650"/>
                  </a:lnTo>
                  <a:lnTo>
                    <a:pt x="6113" y="12650"/>
                  </a:lnTo>
                  <a:cubicBezTo>
                    <a:pt x="6113" y="13481"/>
                    <a:pt x="6803" y="14170"/>
                    <a:pt x="7633" y="14170"/>
                  </a:cubicBezTo>
                  <a:lnTo>
                    <a:pt x="7633" y="14170"/>
                  </a:lnTo>
                  <a:cubicBezTo>
                    <a:pt x="8480" y="14170"/>
                    <a:pt x="9154" y="13481"/>
                    <a:pt x="9154" y="12650"/>
                  </a:cubicBezTo>
                  <a:lnTo>
                    <a:pt x="9154" y="12650"/>
                  </a:lnTo>
                  <a:lnTo>
                    <a:pt x="33966" y="12650"/>
                  </a:lnTo>
                  <a:cubicBezTo>
                    <a:pt x="33966" y="13481"/>
                    <a:pt x="34640" y="14170"/>
                    <a:pt x="35487" y="14170"/>
                  </a:cubicBezTo>
                  <a:lnTo>
                    <a:pt x="35487" y="14170"/>
                  </a:lnTo>
                  <a:cubicBezTo>
                    <a:pt x="36317" y="14170"/>
                    <a:pt x="37007" y="13481"/>
                    <a:pt x="37007" y="12650"/>
                  </a:cubicBezTo>
                  <a:lnTo>
                    <a:pt x="37007" y="12650"/>
                  </a:lnTo>
                  <a:lnTo>
                    <a:pt x="38198" y="12650"/>
                  </a:lnTo>
                  <a:cubicBezTo>
                    <a:pt x="38198" y="13481"/>
                    <a:pt x="38888" y="14170"/>
                    <a:pt x="39734" y="14170"/>
                  </a:cubicBezTo>
                  <a:lnTo>
                    <a:pt x="39734" y="14170"/>
                  </a:lnTo>
                  <a:cubicBezTo>
                    <a:pt x="40565" y="14170"/>
                    <a:pt x="41255" y="13481"/>
                    <a:pt x="41255" y="12650"/>
                  </a:cubicBezTo>
                  <a:lnTo>
                    <a:pt x="41255" y="12650"/>
                  </a:lnTo>
                  <a:lnTo>
                    <a:pt x="42211" y="12650"/>
                  </a:lnTo>
                  <a:lnTo>
                    <a:pt x="42211" y="11130"/>
                  </a:lnTo>
                  <a:lnTo>
                    <a:pt x="44139" y="11130"/>
                  </a:lnTo>
                  <a:lnTo>
                    <a:pt x="44139" y="12650"/>
                  </a:lnTo>
                  <a:lnTo>
                    <a:pt x="44876" y="12650"/>
                  </a:lnTo>
                  <a:cubicBezTo>
                    <a:pt x="44876" y="13481"/>
                    <a:pt x="45565" y="14170"/>
                    <a:pt x="46412" y="14170"/>
                  </a:cubicBezTo>
                  <a:lnTo>
                    <a:pt x="46412" y="14170"/>
                  </a:lnTo>
                  <a:cubicBezTo>
                    <a:pt x="47242" y="14170"/>
                    <a:pt x="47932" y="13481"/>
                    <a:pt x="47932" y="12650"/>
                  </a:cubicBezTo>
                  <a:lnTo>
                    <a:pt x="47932" y="12650"/>
                  </a:lnTo>
                  <a:lnTo>
                    <a:pt x="49123" y="12650"/>
                  </a:lnTo>
                  <a:cubicBezTo>
                    <a:pt x="49123" y="13481"/>
                    <a:pt x="49813" y="14170"/>
                    <a:pt x="50644" y="14170"/>
                  </a:cubicBezTo>
                  <a:lnTo>
                    <a:pt x="50644" y="14170"/>
                  </a:lnTo>
                  <a:cubicBezTo>
                    <a:pt x="51490" y="14170"/>
                    <a:pt x="52164" y="13481"/>
                    <a:pt x="52164" y="12650"/>
                  </a:cubicBezTo>
                  <a:lnTo>
                    <a:pt x="52164" y="12650"/>
                  </a:lnTo>
                  <a:lnTo>
                    <a:pt x="76977" y="12650"/>
                  </a:lnTo>
                  <a:cubicBezTo>
                    <a:pt x="76977" y="13481"/>
                    <a:pt x="77651" y="14170"/>
                    <a:pt x="78497" y="14170"/>
                  </a:cubicBezTo>
                  <a:lnTo>
                    <a:pt x="78497" y="14170"/>
                  </a:lnTo>
                  <a:cubicBezTo>
                    <a:pt x="79343" y="14170"/>
                    <a:pt x="80017" y="13481"/>
                    <a:pt x="80017" y="12650"/>
                  </a:cubicBezTo>
                  <a:lnTo>
                    <a:pt x="80017" y="12650"/>
                  </a:lnTo>
                  <a:lnTo>
                    <a:pt x="81224" y="12650"/>
                  </a:lnTo>
                  <a:cubicBezTo>
                    <a:pt x="81224" y="13481"/>
                    <a:pt x="81898" y="14170"/>
                    <a:pt x="82745" y="14170"/>
                  </a:cubicBezTo>
                  <a:lnTo>
                    <a:pt x="82745" y="14170"/>
                  </a:lnTo>
                  <a:cubicBezTo>
                    <a:pt x="83575" y="14170"/>
                    <a:pt x="84265" y="13481"/>
                    <a:pt x="84265" y="12650"/>
                  </a:cubicBezTo>
                  <a:lnTo>
                    <a:pt x="84265" y="12650"/>
                  </a:lnTo>
                  <a:lnTo>
                    <a:pt x="88497" y="12650"/>
                  </a:lnTo>
                  <a:cubicBezTo>
                    <a:pt x="88811" y="13528"/>
                    <a:pt x="89657" y="14170"/>
                    <a:pt x="90645" y="14170"/>
                  </a:cubicBezTo>
                  <a:lnTo>
                    <a:pt x="90645" y="14170"/>
                  </a:lnTo>
                  <a:cubicBezTo>
                    <a:pt x="91789" y="14170"/>
                    <a:pt x="92729" y="13340"/>
                    <a:pt x="92902" y="12258"/>
                  </a:cubicBezTo>
                  <a:lnTo>
                    <a:pt x="92902" y="12258"/>
                  </a:lnTo>
                  <a:lnTo>
                    <a:pt x="94939" y="12258"/>
                  </a:lnTo>
                  <a:cubicBezTo>
                    <a:pt x="95174" y="13340"/>
                    <a:pt x="96146" y="14170"/>
                    <a:pt x="97322" y="14170"/>
                  </a:cubicBezTo>
                  <a:lnTo>
                    <a:pt x="97322" y="14170"/>
                  </a:lnTo>
                  <a:cubicBezTo>
                    <a:pt x="98482" y="14170"/>
                    <a:pt x="99454" y="13340"/>
                    <a:pt x="99704" y="12258"/>
                  </a:cubicBezTo>
                  <a:lnTo>
                    <a:pt x="99704" y="12258"/>
                  </a:lnTo>
                  <a:lnTo>
                    <a:pt x="100535" y="12258"/>
                  </a:lnTo>
                  <a:cubicBezTo>
                    <a:pt x="100770" y="13340"/>
                    <a:pt x="101758" y="14170"/>
                    <a:pt x="102918" y="14170"/>
                  </a:cubicBezTo>
                  <a:lnTo>
                    <a:pt x="102918" y="14170"/>
                  </a:lnTo>
                  <a:cubicBezTo>
                    <a:pt x="104093" y="14170"/>
                    <a:pt x="105065" y="13340"/>
                    <a:pt x="105300" y="12258"/>
                  </a:cubicBezTo>
                  <a:lnTo>
                    <a:pt x="105300" y="12258"/>
                  </a:lnTo>
                  <a:lnTo>
                    <a:pt x="106601" y="12258"/>
                  </a:lnTo>
                  <a:cubicBezTo>
                    <a:pt x="106836" y="13340"/>
                    <a:pt x="107808" y="14170"/>
                    <a:pt x="108984" y="14170"/>
                  </a:cubicBezTo>
                  <a:lnTo>
                    <a:pt x="108984" y="14170"/>
                  </a:lnTo>
                  <a:cubicBezTo>
                    <a:pt x="110143" y="14170"/>
                    <a:pt x="111115" y="13340"/>
                    <a:pt x="111366" y="12258"/>
                  </a:cubicBezTo>
                  <a:lnTo>
                    <a:pt x="111366" y="12258"/>
                  </a:lnTo>
                  <a:lnTo>
                    <a:pt x="112197" y="12258"/>
                  </a:lnTo>
                  <a:cubicBezTo>
                    <a:pt x="112448" y="13340"/>
                    <a:pt x="113419" y="14170"/>
                    <a:pt x="114579" y="14170"/>
                  </a:cubicBezTo>
                  <a:lnTo>
                    <a:pt x="114579" y="14170"/>
                  </a:lnTo>
                  <a:cubicBezTo>
                    <a:pt x="115755" y="14170"/>
                    <a:pt x="116727" y="13340"/>
                    <a:pt x="116962" y="12258"/>
                  </a:cubicBezTo>
                  <a:lnTo>
                    <a:pt x="116962" y="12258"/>
                  </a:lnTo>
                  <a:lnTo>
                    <a:pt x="117244" y="12258"/>
                  </a:lnTo>
                  <a:cubicBezTo>
                    <a:pt x="117056" y="12525"/>
                    <a:pt x="116977" y="12854"/>
                    <a:pt x="117056" y="13230"/>
                  </a:cubicBezTo>
                  <a:lnTo>
                    <a:pt x="117056" y="13230"/>
                  </a:lnTo>
                  <a:cubicBezTo>
                    <a:pt x="117166" y="13684"/>
                    <a:pt x="117542" y="14061"/>
                    <a:pt x="118012" y="14139"/>
                  </a:cubicBezTo>
                  <a:lnTo>
                    <a:pt x="118012" y="14139"/>
                  </a:lnTo>
                  <a:cubicBezTo>
                    <a:pt x="118655" y="14264"/>
                    <a:pt x="119219" y="13888"/>
                    <a:pt x="119391" y="13324"/>
                  </a:cubicBezTo>
                  <a:lnTo>
                    <a:pt x="119391" y="13324"/>
                  </a:lnTo>
                  <a:cubicBezTo>
                    <a:pt x="122369" y="13308"/>
                    <a:pt x="123028" y="12556"/>
                    <a:pt x="123028" y="12556"/>
                  </a:cubicBezTo>
                  <a:lnTo>
                    <a:pt x="123028" y="12556"/>
                  </a:lnTo>
                  <a:lnTo>
                    <a:pt x="119783" y="9108"/>
                  </a:lnTo>
                  <a:lnTo>
                    <a:pt x="118749" y="9108"/>
                  </a:lnTo>
                  <a:cubicBezTo>
                    <a:pt x="120128" y="8841"/>
                    <a:pt x="121178" y="7619"/>
                    <a:pt x="121178" y="6161"/>
                  </a:cubicBezTo>
                  <a:lnTo>
                    <a:pt x="121178" y="6161"/>
                  </a:lnTo>
                  <a:cubicBezTo>
                    <a:pt x="121178" y="5330"/>
                    <a:pt x="120849" y="4578"/>
                    <a:pt x="120300" y="4045"/>
                  </a:cubicBezTo>
                  <a:lnTo>
                    <a:pt x="120300" y="4045"/>
                  </a:lnTo>
                  <a:cubicBezTo>
                    <a:pt x="119752" y="3496"/>
                    <a:pt x="118999" y="3167"/>
                    <a:pt x="118184" y="3167"/>
                  </a:cubicBezTo>
                  <a:lnTo>
                    <a:pt x="118184" y="3167"/>
                  </a:lnTo>
                  <a:lnTo>
                    <a:pt x="116068" y="3167"/>
                  </a:lnTo>
                  <a:lnTo>
                    <a:pt x="116068" y="1239"/>
                  </a:lnTo>
                  <a:lnTo>
                    <a:pt x="116601" y="1239"/>
                  </a:lnTo>
                  <a:lnTo>
                    <a:pt x="116601" y="1"/>
                  </a:lnTo>
                  <a:close/>
                  <a:moveTo>
                    <a:pt x="58214" y="11130"/>
                  </a:moveTo>
                  <a:lnTo>
                    <a:pt x="71146" y="11130"/>
                  </a:lnTo>
                  <a:lnTo>
                    <a:pt x="71146" y="11741"/>
                  </a:lnTo>
                  <a:lnTo>
                    <a:pt x="58214" y="11741"/>
                  </a:lnTo>
                  <a:close/>
                  <a:moveTo>
                    <a:pt x="15204" y="11130"/>
                  </a:moveTo>
                  <a:lnTo>
                    <a:pt x="28135" y="11130"/>
                  </a:lnTo>
                  <a:lnTo>
                    <a:pt x="28135" y="11741"/>
                  </a:lnTo>
                  <a:lnTo>
                    <a:pt x="15204" y="11741"/>
                  </a:lnTo>
                  <a:close/>
                </a:path>
              </a:pathLst>
            </a:custGeom>
            <a:solidFill>
              <a:srgbClr val="0913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6" name="Google Shape;1119;p30">
              <a:extLst>
                <a:ext uri="{FF2B5EF4-FFF2-40B4-BE49-F238E27FC236}">
                  <a16:creationId xmlns:a16="http://schemas.microsoft.com/office/drawing/2014/main" id="{10368EF2-FEA5-0E57-1760-8662F20CDB5B}"/>
                </a:ext>
              </a:extLst>
            </p:cNvPr>
            <p:cNvSpPr/>
            <p:nvPr/>
          </p:nvSpPr>
          <p:spPr>
            <a:xfrm>
              <a:off x="6345450" y="3293600"/>
              <a:ext cx="84275" cy="84275"/>
            </a:xfrm>
            <a:custGeom>
              <a:avLst/>
              <a:gdLst/>
              <a:ahLst/>
              <a:cxnLst/>
              <a:rect l="l" t="t" r="r" b="b"/>
              <a:pathLst>
                <a:path w="3371" h="3371" extrusionOk="0">
                  <a:moveTo>
                    <a:pt x="1050" y="0"/>
                  </a:moveTo>
                  <a:cubicBezTo>
                    <a:pt x="470" y="0"/>
                    <a:pt x="0" y="470"/>
                    <a:pt x="0" y="1050"/>
                  </a:cubicBezTo>
                  <a:lnTo>
                    <a:pt x="0" y="2320"/>
                  </a:lnTo>
                  <a:cubicBezTo>
                    <a:pt x="0" y="2900"/>
                    <a:pt x="470" y="3370"/>
                    <a:pt x="1050" y="3370"/>
                  </a:cubicBezTo>
                  <a:lnTo>
                    <a:pt x="2320" y="3370"/>
                  </a:lnTo>
                  <a:cubicBezTo>
                    <a:pt x="2900" y="3370"/>
                    <a:pt x="3370" y="2900"/>
                    <a:pt x="3370" y="2320"/>
                  </a:cubicBezTo>
                  <a:lnTo>
                    <a:pt x="3370" y="1050"/>
                  </a:lnTo>
                  <a:cubicBezTo>
                    <a:pt x="3370" y="470"/>
                    <a:pt x="2900" y="0"/>
                    <a:pt x="232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1120;p30">
              <a:extLst>
                <a:ext uri="{FF2B5EF4-FFF2-40B4-BE49-F238E27FC236}">
                  <a16:creationId xmlns:a16="http://schemas.microsoft.com/office/drawing/2014/main" id="{F56CAABB-7CB8-E8FA-2FB4-91F2135669B0}"/>
                </a:ext>
              </a:extLst>
            </p:cNvPr>
            <p:cNvSpPr/>
            <p:nvPr/>
          </p:nvSpPr>
          <p:spPr>
            <a:xfrm>
              <a:off x="5924600" y="3351575"/>
              <a:ext cx="74475" cy="70575"/>
            </a:xfrm>
            <a:custGeom>
              <a:avLst/>
              <a:gdLst/>
              <a:ahLst/>
              <a:cxnLst/>
              <a:rect l="l" t="t" r="r" b="b"/>
              <a:pathLst>
                <a:path w="2979" h="2823" extrusionOk="0">
                  <a:moveTo>
                    <a:pt x="1050" y="1"/>
                  </a:moveTo>
                  <a:cubicBezTo>
                    <a:pt x="470" y="1"/>
                    <a:pt x="0" y="471"/>
                    <a:pt x="0" y="1051"/>
                  </a:cubicBezTo>
                  <a:lnTo>
                    <a:pt x="0" y="1788"/>
                  </a:lnTo>
                  <a:cubicBezTo>
                    <a:pt x="0" y="2368"/>
                    <a:pt x="470" y="2822"/>
                    <a:pt x="1050" y="2822"/>
                  </a:cubicBezTo>
                  <a:lnTo>
                    <a:pt x="1944" y="2822"/>
                  </a:lnTo>
                  <a:cubicBezTo>
                    <a:pt x="2508" y="2822"/>
                    <a:pt x="2978" y="2368"/>
                    <a:pt x="2978" y="1788"/>
                  </a:cubicBezTo>
                  <a:lnTo>
                    <a:pt x="2978" y="1051"/>
                  </a:lnTo>
                  <a:cubicBezTo>
                    <a:pt x="2978" y="471"/>
                    <a:pt x="2508"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1121;p30">
              <a:extLst>
                <a:ext uri="{FF2B5EF4-FFF2-40B4-BE49-F238E27FC236}">
                  <a16:creationId xmlns:a16="http://schemas.microsoft.com/office/drawing/2014/main" id="{C343B642-8B6B-0F0C-994D-576085753168}"/>
                </a:ext>
              </a:extLst>
            </p:cNvPr>
            <p:cNvSpPr/>
            <p:nvPr/>
          </p:nvSpPr>
          <p:spPr>
            <a:xfrm>
              <a:off x="5812125" y="3351575"/>
              <a:ext cx="74475" cy="70575"/>
            </a:xfrm>
            <a:custGeom>
              <a:avLst/>
              <a:gdLst/>
              <a:ahLst/>
              <a:cxnLst/>
              <a:rect l="l" t="t" r="r" b="b"/>
              <a:pathLst>
                <a:path w="2979" h="2823" extrusionOk="0">
                  <a:moveTo>
                    <a:pt x="1035" y="1"/>
                  </a:moveTo>
                  <a:cubicBezTo>
                    <a:pt x="455" y="1"/>
                    <a:pt x="0" y="471"/>
                    <a:pt x="0" y="1051"/>
                  </a:cubicBezTo>
                  <a:lnTo>
                    <a:pt x="0" y="1788"/>
                  </a:lnTo>
                  <a:cubicBezTo>
                    <a:pt x="0" y="2368"/>
                    <a:pt x="455" y="2822"/>
                    <a:pt x="1035" y="2822"/>
                  </a:cubicBezTo>
                  <a:lnTo>
                    <a:pt x="1928" y="2822"/>
                  </a:lnTo>
                  <a:cubicBezTo>
                    <a:pt x="2508" y="2822"/>
                    <a:pt x="2979" y="2368"/>
                    <a:pt x="2979" y="1788"/>
                  </a:cubicBezTo>
                  <a:lnTo>
                    <a:pt x="2979" y="1051"/>
                  </a:lnTo>
                  <a:cubicBezTo>
                    <a:pt x="2979" y="471"/>
                    <a:pt x="2508" y="1"/>
                    <a:pt x="192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1122;p30">
              <a:extLst>
                <a:ext uri="{FF2B5EF4-FFF2-40B4-BE49-F238E27FC236}">
                  <a16:creationId xmlns:a16="http://schemas.microsoft.com/office/drawing/2014/main" id="{59ACB365-CC84-3DC0-12DD-A09997BC5CA7}"/>
                </a:ext>
              </a:extLst>
            </p:cNvPr>
            <p:cNvSpPr/>
            <p:nvPr/>
          </p:nvSpPr>
          <p:spPr>
            <a:xfrm>
              <a:off x="5703575" y="3351575"/>
              <a:ext cx="74475" cy="70575"/>
            </a:xfrm>
            <a:custGeom>
              <a:avLst/>
              <a:gdLst/>
              <a:ahLst/>
              <a:cxnLst/>
              <a:rect l="l" t="t" r="r" b="b"/>
              <a:pathLst>
                <a:path w="2979" h="2823" extrusionOk="0">
                  <a:moveTo>
                    <a:pt x="1051" y="1"/>
                  </a:moveTo>
                  <a:cubicBezTo>
                    <a:pt x="471" y="1"/>
                    <a:pt x="1" y="471"/>
                    <a:pt x="1" y="1051"/>
                  </a:cubicBezTo>
                  <a:lnTo>
                    <a:pt x="1" y="1788"/>
                  </a:lnTo>
                  <a:cubicBezTo>
                    <a:pt x="1" y="2368"/>
                    <a:pt x="471" y="2822"/>
                    <a:pt x="1051" y="2822"/>
                  </a:cubicBezTo>
                  <a:lnTo>
                    <a:pt x="1944" y="2822"/>
                  </a:lnTo>
                  <a:cubicBezTo>
                    <a:pt x="2524" y="2822"/>
                    <a:pt x="2979" y="2368"/>
                    <a:pt x="2979" y="1788"/>
                  </a:cubicBezTo>
                  <a:lnTo>
                    <a:pt x="2979" y="1051"/>
                  </a:lnTo>
                  <a:cubicBezTo>
                    <a:pt x="2979"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123;p30">
              <a:extLst>
                <a:ext uri="{FF2B5EF4-FFF2-40B4-BE49-F238E27FC236}">
                  <a16:creationId xmlns:a16="http://schemas.microsoft.com/office/drawing/2014/main" id="{519AEB82-4C55-050F-6F36-88F201B8310E}"/>
                </a:ext>
              </a:extLst>
            </p:cNvPr>
            <p:cNvSpPr/>
            <p:nvPr/>
          </p:nvSpPr>
          <p:spPr>
            <a:xfrm>
              <a:off x="5595425" y="3351575"/>
              <a:ext cx="74475" cy="70575"/>
            </a:xfrm>
            <a:custGeom>
              <a:avLst/>
              <a:gdLst/>
              <a:ahLst/>
              <a:cxnLst/>
              <a:rect l="l" t="t" r="r" b="b"/>
              <a:pathLst>
                <a:path w="2979" h="2823" extrusionOk="0">
                  <a:moveTo>
                    <a:pt x="1035" y="1"/>
                  </a:moveTo>
                  <a:cubicBezTo>
                    <a:pt x="455" y="1"/>
                    <a:pt x="1" y="471"/>
                    <a:pt x="1" y="1051"/>
                  </a:cubicBezTo>
                  <a:lnTo>
                    <a:pt x="1" y="1788"/>
                  </a:lnTo>
                  <a:cubicBezTo>
                    <a:pt x="1" y="2368"/>
                    <a:pt x="455" y="2822"/>
                    <a:pt x="1035" y="2822"/>
                  </a:cubicBezTo>
                  <a:lnTo>
                    <a:pt x="1929" y="2822"/>
                  </a:lnTo>
                  <a:cubicBezTo>
                    <a:pt x="2508" y="2822"/>
                    <a:pt x="2979" y="2368"/>
                    <a:pt x="2979" y="1788"/>
                  </a:cubicBezTo>
                  <a:lnTo>
                    <a:pt x="2979" y="1051"/>
                  </a:lnTo>
                  <a:cubicBezTo>
                    <a:pt x="2979" y="471"/>
                    <a:pt x="2508" y="1"/>
                    <a:pt x="19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124;p30">
              <a:extLst>
                <a:ext uri="{FF2B5EF4-FFF2-40B4-BE49-F238E27FC236}">
                  <a16:creationId xmlns:a16="http://schemas.microsoft.com/office/drawing/2014/main" id="{98F2C447-2DD5-DBCB-394D-A997A508A2BB}"/>
                </a:ext>
              </a:extLst>
            </p:cNvPr>
            <p:cNvSpPr/>
            <p:nvPr/>
          </p:nvSpPr>
          <p:spPr>
            <a:xfrm>
              <a:off x="5486875" y="3351575"/>
              <a:ext cx="74475" cy="70575"/>
            </a:xfrm>
            <a:custGeom>
              <a:avLst/>
              <a:gdLst/>
              <a:ahLst/>
              <a:cxnLst/>
              <a:rect l="l" t="t" r="r" b="b"/>
              <a:pathLst>
                <a:path w="2979" h="2823" extrusionOk="0">
                  <a:moveTo>
                    <a:pt x="1051" y="1"/>
                  </a:moveTo>
                  <a:cubicBezTo>
                    <a:pt x="471" y="1"/>
                    <a:pt x="1" y="471"/>
                    <a:pt x="1" y="1051"/>
                  </a:cubicBezTo>
                  <a:lnTo>
                    <a:pt x="1" y="1788"/>
                  </a:lnTo>
                  <a:cubicBezTo>
                    <a:pt x="1" y="2368"/>
                    <a:pt x="471" y="2822"/>
                    <a:pt x="1051" y="2822"/>
                  </a:cubicBezTo>
                  <a:lnTo>
                    <a:pt x="1944" y="2822"/>
                  </a:lnTo>
                  <a:cubicBezTo>
                    <a:pt x="2509" y="2822"/>
                    <a:pt x="2979" y="2368"/>
                    <a:pt x="2979" y="1788"/>
                  </a:cubicBezTo>
                  <a:lnTo>
                    <a:pt x="2979" y="1051"/>
                  </a:lnTo>
                  <a:cubicBezTo>
                    <a:pt x="2979" y="471"/>
                    <a:pt x="2509"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125;p30">
              <a:extLst>
                <a:ext uri="{FF2B5EF4-FFF2-40B4-BE49-F238E27FC236}">
                  <a16:creationId xmlns:a16="http://schemas.microsoft.com/office/drawing/2014/main" id="{F328EDF1-32B6-5C9F-7F4A-26E51D40B170}"/>
                </a:ext>
              </a:extLst>
            </p:cNvPr>
            <p:cNvSpPr/>
            <p:nvPr/>
          </p:nvSpPr>
          <p:spPr>
            <a:xfrm>
              <a:off x="5378350" y="3351575"/>
              <a:ext cx="74850" cy="70575"/>
            </a:xfrm>
            <a:custGeom>
              <a:avLst/>
              <a:gdLst/>
              <a:ahLst/>
              <a:cxnLst/>
              <a:rect l="l" t="t" r="r" b="b"/>
              <a:pathLst>
                <a:path w="2994" h="2823" extrusionOk="0">
                  <a:moveTo>
                    <a:pt x="1050" y="1"/>
                  </a:moveTo>
                  <a:cubicBezTo>
                    <a:pt x="470" y="1"/>
                    <a:pt x="0" y="471"/>
                    <a:pt x="0" y="1051"/>
                  </a:cubicBezTo>
                  <a:lnTo>
                    <a:pt x="0" y="1788"/>
                  </a:lnTo>
                  <a:cubicBezTo>
                    <a:pt x="0" y="2368"/>
                    <a:pt x="470" y="2822"/>
                    <a:pt x="1050"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126;p30">
              <a:extLst>
                <a:ext uri="{FF2B5EF4-FFF2-40B4-BE49-F238E27FC236}">
                  <a16:creationId xmlns:a16="http://schemas.microsoft.com/office/drawing/2014/main" id="{0ECBE1C0-CE0B-BF76-4BD8-B22CC9328352}"/>
                </a:ext>
              </a:extLst>
            </p:cNvPr>
            <p:cNvSpPr/>
            <p:nvPr/>
          </p:nvSpPr>
          <p:spPr>
            <a:xfrm>
              <a:off x="5270175" y="3351575"/>
              <a:ext cx="74500" cy="70575"/>
            </a:xfrm>
            <a:custGeom>
              <a:avLst/>
              <a:gdLst/>
              <a:ahLst/>
              <a:cxnLst/>
              <a:rect l="l" t="t" r="r" b="b"/>
              <a:pathLst>
                <a:path w="2980" h="2823" extrusionOk="0">
                  <a:moveTo>
                    <a:pt x="1051" y="1"/>
                  </a:moveTo>
                  <a:cubicBezTo>
                    <a:pt x="471" y="1"/>
                    <a:pt x="1" y="471"/>
                    <a:pt x="1" y="1051"/>
                  </a:cubicBezTo>
                  <a:lnTo>
                    <a:pt x="1" y="1788"/>
                  </a:lnTo>
                  <a:cubicBezTo>
                    <a:pt x="1" y="2368"/>
                    <a:pt x="471" y="2822"/>
                    <a:pt x="1051" y="2822"/>
                  </a:cubicBezTo>
                  <a:lnTo>
                    <a:pt x="1945" y="2822"/>
                  </a:lnTo>
                  <a:cubicBezTo>
                    <a:pt x="2509" y="2822"/>
                    <a:pt x="2979" y="2368"/>
                    <a:pt x="2979" y="1788"/>
                  </a:cubicBezTo>
                  <a:lnTo>
                    <a:pt x="2979" y="1051"/>
                  </a:lnTo>
                  <a:cubicBezTo>
                    <a:pt x="2979" y="471"/>
                    <a:pt x="2509" y="1"/>
                    <a:pt x="194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127;p30">
              <a:extLst>
                <a:ext uri="{FF2B5EF4-FFF2-40B4-BE49-F238E27FC236}">
                  <a16:creationId xmlns:a16="http://schemas.microsoft.com/office/drawing/2014/main" id="{6C1507D3-FC6D-0738-C6F5-23484DFBA441}"/>
                </a:ext>
              </a:extLst>
            </p:cNvPr>
            <p:cNvSpPr/>
            <p:nvPr/>
          </p:nvSpPr>
          <p:spPr>
            <a:xfrm>
              <a:off x="5161650" y="3351575"/>
              <a:ext cx="74850" cy="70575"/>
            </a:xfrm>
            <a:custGeom>
              <a:avLst/>
              <a:gdLst/>
              <a:ahLst/>
              <a:cxnLst/>
              <a:rect l="l" t="t" r="r" b="b"/>
              <a:pathLst>
                <a:path w="2994" h="2823" extrusionOk="0">
                  <a:moveTo>
                    <a:pt x="1050" y="1"/>
                  </a:moveTo>
                  <a:cubicBezTo>
                    <a:pt x="470" y="1"/>
                    <a:pt x="0" y="471"/>
                    <a:pt x="0" y="1051"/>
                  </a:cubicBezTo>
                  <a:lnTo>
                    <a:pt x="0" y="1788"/>
                  </a:lnTo>
                  <a:cubicBezTo>
                    <a:pt x="0" y="2368"/>
                    <a:pt x="470" y="2822"/>
                    <a:pt x="1050"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128;p30">
              <a:extLst>
                <a:ext uri="{FF2B5EF4-FFF2-40B4-BE49-F238E27FC236}">
                  <a16:creationId xmlns:a16="http://schemas.microsoft.com/office/drawing/2014/main" id="{04793CD7-0601-BFA2-EC26-AE49EC5928D0}"/>
                </a:ext>
              </a:extLst>
            </p:cNvPr>
            <p:cNvSpPr/>
            <p:nvPr/>
          </p:nvSpPr>
          <p:spPr>
            <a:xfrm>
              <a:off x="4849325" y="3351575"/>
              <a:ext cx="74475" cy="70575"/>
            </a:xfrm>
            <a:custGeom>
              <a:avLst/>
              <a:gdLst/>
              <a:ahLst/>
              <a:cxnLst/>
              <a:rect l="l" t="t" r="r" b="b"/>
              <a:pathLst>
                <a:path w="2979" h="2823" extrusionOk="0">
                  <a:moveTo>
                    <a:pt x="1035" y="1"/>
                  </a:moveTo>
                  <a:cubicBezTo>
                    <a:pt x="471" y="1"/>
                    <a:pt x="1" y="471"/>
                    <a:pt x="1" y="1051"/>
                  </a:cubicBezTo>
                  <a:lnTo>
                    <a:pt x="1" y="1788"/>
                  </a:lnTo>
                  <a:cubicBezTo>
                    <a:pt x="1" y="2368"/>
                    <a:pt x="471" y="2822"/>
                    <a:pt x="1035" y="2822"/>
                  </a:cubicBezTo>
                  <a:lnTo>
                    <a:pt x="1929" y="2822"/>
                  </a:lnTo>
                  <a:cubicBezTo>
                    <a:pt x="2509" y="2822"/>
                    <a:pt x="2979" y="2368"/>
                    <a:pt x="2979" y="1788"/>
                  </a:cubicBezTo>
                  <a:lnTo>
                    <a:pt x="2979" y="1051"/>
                  </a:lnTo>
                  <a:cubicBezTo>
                    <a:pt x="2979" y="471"/>
                    <a:pt x="2509" y="1"/>
                    <a:pt x="19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129;p30">
              <a:extLst>
                <a:ext uri="{FF2B5EF4-FFF2-40B4-BE49-F238E27FC236}">
                  <a16:creationId xmlns:a16="http://schemas.microsoft.com/office/drawing/2014/main" id="{C74294A8-B9D5-8CB1-682D-15D286F9604A}"/>
                </a:ext>
              </a:extLst>
            </p:cNvPr>
            <p:cNvSpPr/>
            <p:nvPr/>
          </p:nvSpPr>
          <p:spPr>
            <a:xfrm>
              <a:off x="4736475" y="3351575"/>
              <a:ext cx="74875" cy="70575"/>
            </a:xfrm>
            <a:custGeom>
              <a:avLst/>
              <a:gdLst/>
              <a:ahLst/>
              <a:cxnLst/>
              <a:rect l="l" t="t" r="r" b="b"/>
              <a:pathLst>
                <a:path w="2995" h="2823" extrusionOk="0">
                  <a:moveTo>
                    <a:pt x="1051" y="1"/>
                  </a:moveTo>
                  <a:cubicBezTo>
                    <a:pt x="471" y="1"/>
                    <a:pt x="0" y="471"/>
                    <a:pt x="0" y="1051"/>
                  </a:cubicBezTo>
                  <a:lnTo>
                    <a:pt x="0" y="1788"/>
                  </a:lnTo>
                  <a:cubicBezTo>
                    <a:pt x="0" y="2368"/>
                    <a:pt x="471" y="2822"/>
                    <a:pt x="1051"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130;p30">
              <a:extLst>
                <a:ext uri="{FF2B5EF4-FFF2-40B4-BE49-F238E27FC236}">
                  <a16:creationId xmlns:a16="http://schemas.microsoft.com/office/drawing/2014/main" id="{3511A421-8692-52CE-FEF0-E5896B636D5B}"/>
                </a:ext>
              </a:extLst>
            </p:cNvPr>
            <p:cNvSpPr/>
            <p:nvPr/>
          </p:nvSpPr>
          <p:spPr>
            <a:xfrm>
              <a:off x="4628325" y="3351575"/>
              <a:ext cx="74475" cy="70575"/>
            </a:xfrm>
            <a:custGeom>
              <a:avLst/>
              <a:gdLst/>
              <a:ahLst/>
              <a:cxnLst/>
              <a:rect l="l" t="t" r="r" b="b"/>
              <a:pathLst>
                <a:path w="2979" h="2823" extrusionOk="0">
                  <a:moveTo>
                    <a:pt x="1051" y="1"/>
                  </a:moveTo>
                  <a:cubicBezTo>
                    <a:pt x="471" y="1"/>
                    <a:pt x="0" y="471"/>
                    <a:pt x="0" y="1051"/>
                  </a:cubicBezTo>
                  <a:lnTo>
                    <a:pt x="0" y="1788"/>
                  </a:lnTo>
                  <a:cubicBezTo>
                    <a:pt x="0" y="2368"/>
                    <a:pt x="471" y="2822"/>
                    <a:pt x="1051" y="2822"/>
                  </a:cubicBezTo>
                  <a:lnTo>
                    <a:pt x="1944" y="2822"/>
                  </a:lnTo>
                  <a:cubicBezTo>
                    <a:pt x="2508" y="2822"/>
                    <a:pt x="2978" y="2368"/>
                    <a:pt x="2978" y="1788"/>
                  </a:cubicBezTo>
                  <a:lnTo>
                    <a:pt x="2978" y="1051"/>
                  </a:lnTo>
                  <a:cubicBezTo>
                    <a:pt x="2978" y="471"/>
                    <a:pt x="2508"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131;p30">
              <a:extLst>
                <a:ext uri="{FF2B5EF4-FFF2-40B4-BE49-F238E27FC236}">
                  <a16:creationId xmlns:a16="http://schemas.microsoft.com/office/drawing/2014/main" id="{540D14EC-34A7-C31E-40C3-CB2F173F8E9B}"/>
                </a:ext>
              </a:extLst>
            </p:cNvPr>
            <p:cNvSpPr/>
            <p:nvPr/>
          </p:nvSpPr>
          <p:spPr>
            <a:xfrm>
              <a:off x="4519775" y="3351575"/>
              <a:ext cx="74875" cy="70575"/>
            </a:xfrm>
            <a:custGeom>
              <a:avLst/>
              <a:gdLst/>
              <a:ahLst/>
              <a:cxnLst/>
              <a:rect l="l" t="t" r="r" b="b"/>
              <a:pathLst>
                <a:path w="2995" h="2823" extrusionOk="0">
                  <a:moveTo>
                    <a:pt x="1051" y="1"/>
                  </a:moveTo>
                  <a:cubicBezTo>
                    <a:pt x="471" y="1"/>
                    <a:pt x="1" y="471"/>
                    <a:pt x="1" y="1051"/>
                  </a:cubicBezTo>
                  <a:lnTo>
                    <a:pt x="1" y="1788"/>
                  </a:lnTo>
                  <a:cubicBezTo>
                    <a:pt x="1" y="2368"/>
                    <a:pt x="471" y="2822"/>
                    <a:pt x="1051"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132;p30">
              <a:extLst>
                <a:ext uri="{FF2B5EF4-FFF2-40B4-BE49-F238E27FC236}">
                  <a16:creationId xmlns:a16="http://schemas.microsoft.com/office/drawing/2014/main" id="{16A82A2B-EA0A-BDE4-F1F5-36807A01F282}"/>
                </a:ext>
              </a:extLst>
            </p:cNvPr>
            <p:cNvSpPr/>
            <p:nvPr/>
          </p:nvSpPr>
          <p:spPr>
            <a:xfrm>
              <a:off x="4411625" y="3351575"/>
              <a:ext cx="74475" cy="70575"/>
            </a:xfrm>
            <a:custGeom>
              <a:avLst/>
              <a:gdLst/>
              <a:ahLst/>
              <a:cxnLst/>
              <a:rect l="l" t="t" r="r" b="b"/>
              <a:pathLst>
                <a:path w="2979" h="2823" extrusionOk="0">
                  <a:moveTo>
                    <a:pt x="1035" y="1"/>
                  </a:moveTo>
                  <a:cubicBezTo>
                    <a:pt x="471" y="1"/>
                    <a:pt x="0" y="471"/>
                    <a:pt x="0" y="1051"/>
                  </a:cubicBezTo>
                  <a:lnTo>
                    <a:pt x="0" y="1788"/>
                  </a:lnTo>
                  <a:cubicBezTo>
                    <a:pt x="0" y="2368"/>
                    <a:pt x="471" y="2822"/>
                    <a:pt x="1035" y="2822"/>
                  </a:cubicBezTo>
                  <a:lnTo>
                    <a:pt x="1928" y="2822"/>
                  </a:lnTo>
                  <a:cubicBezTo>
                    <a:pt x="2508" y="2822"/>
                    <a:pt x="2979" y="2368"/>
                    <a:pt x="2979" y="1788"/>
                  </a:cubicBezTo>
                  <a:lnTo>
                    <a:pt x="2979" y="1051"/>
                  </a:lnTo>
                  <a:cubicBezTo>
                    <a:pt x="2979" y="471"/>
                    <a:pt x="2508" y="1"/>
                    <a:pt x="192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33;p30">
              <a:extLst>
                <a:ext uri="{FF2B5EF4-FFF2-40B4-BE49-F238E27FC236}">
                  <a16:creationId xmlns:a16="http://schemas.microsoft.com/office/drawing/2014/main" id="{9A17B1FA-4B3F-D9D9-3F80-27AD64E5B946}"/>
                </a:ext>
              </a:extLst>
            </p:cNvPr>
            <p:cNvSpPr/>
            <p:nvPr/>
          </p:nvSpPr>
          <p:spPr>
            <a:xfrm>
              <a:off x="4303075" y="3351575"/>
              <a:ext cx="74875" cy="70575"/>
            </a:xfrm>
            <a:custGeom>
              <a:avLst/>
              <a:gdLst/>
              <a:ahLst/>
              <a:cxnLst/>
              <a:rect l="l" t="t" r="r" b="b"/>
              <a:pathLst>
                <a:path w="2995" h="2823" extrusionOk="0">
                  <a:moveTo>
                    <a:pt x="1051" y="1"/>
                  </a:moveTo>
                  <a:cubicBezTo>
                    <a:pt x="471" y="1"/>
                    <a:pt x="1" y="471"/>
                    <a:pt x="1" y="1051"/>
                  </a:cubicBezTo>
                  <a:lnTo>
                    <a:pt x="1" y="1788"/>
                  </a:lnTo>
                  <a:cubicBezTo>
                    <a:pt x="1" y="2368"/>
                    <a:pt x="471" y="2822"/>
                    <a:pt x="1051"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34;p30">
              <a:extLst>
                <a:ext uri="{FF2B5EF4-FFF2-40B4-BE49-F238E27FC236}">
                  <a16:creationId xmlns:a16="http://schemas.microsoft.com/office/drawing/2014/main" id="{6205D456-9F12-4274-0EF2-0C29AA7996F4}"/>
                </a:ext>
              </a:extLst>
            </p:cNvPr>
            <p:cNvSpPr/>
            <p:nvPr/>
          </p:nvSpPr>
          <p:spPr>
            <a:xfrm>
              <a:off x="4194925" y="3351575"/>
              <a:ext cx="74475" cy="70575"/>
            </a:xfrm>
            <a:custGeom>
              <a:avLst/>
              <a:gdLst/>
              <a:ahLst/>
              <a:cxnLst/>
              <a:rect l="l" t="t" r="r" b="b"/>
              <a:pathLst>
                <a:path w="2979" h="2823" extrusionOk="0">
                  <a:moveTo>
                    <a:pt x="1035" y="1"/>
                  </a:moveTo>
                  <a:cubicBezTo>
                    <a:pt x="471" y="1"/>
                    <a:pt x="1" y="471"/>
                    <a:pt x="1" y="1051"/>
                  </a:cubicBezTo>
                  <a:lnTo>
                    <a:pt x="1" y="1788"/>
                  </a:lnTo>
                  <a:cubicBezTo>
                    <a:pt x="1" y="2368"/>
                    <a:pt x="471" y="2822"/>
                    <a:pt x="1035" y="2822"/>
                  </a:cubicBezTo>
                  <a:lnTo>
                    <a:pt x="1928" y="2822"/>
                  </a:lnTo>
                  <a:cubicBezTo>
                    <a:pt x="2508" y="2822"/>
                    <a:pt x="2979" y="2368"/>
                    <a:pt x="2979" y="1788"/>
                  </a:cubicBezTo>
                  <a:lnTo>
                    <a:pt x="2979" y="1051"/>
                  </a:lnTo>
                  <a:cubicBezTo>
                    <a:pt x="2979" y="471"/>
                    <a:pt x="2508" y="1"/>
                    <a:pt x="192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35;p30">
              <a:extLst>
                <a:ext uri="{FF2B5EF4-FFF2-40B4-BE49-F238E27FC236}">
                  <a16:creationId xmlns:a16="http://schemas.microsoft.com/office/drawing/2014/main" id="{3AF1B2ED-756C-D9C1-B4B7-A97E3045B75F}"/>
                </a:ext>
              </a:extLst>
            </p:cNvPr>
            <p:cNvSpPr/>
            <p:nvPr/>
          </p:nvSpPr>
          <p:spPr>
            <a:xfrm>
              <a:off x="4086375" y="3351575"/>
              <a:ext cx="74875" cy="70575"/>
            </a:xfrm>
            <a:custGeom>
              <a:avLst/>
              <a:gdLst/>
              <a:ahLst/>
              <a:cxnLst/>
              <a:rect l="l" t="t" r="r" b="b"/>
              <a:pathLst>
                <a:path w="2995" h="2823" extrusionOk="0">
                  <a:moveTo>
                    <a:pt x="1051" y="1"/>
                  </a:moveTo>
                  <a:cubicBezTo>
                    <a:pt x="471" y="1"/>
                    <a:pt x="1" y="471"/>
                    <a:pt x="1" y="1051"/>
                  </a:cubicBezTo>
                  <a:lnTo>
                    <a:pt x="1" y="1788"/>
                  </a:lnTo>
                  <a:cubicBezTo>
                    <a:pt x="1" y="2368"/>
                    <a:pt x="471" y="2822"/>
                    <a:pt x="1051" y="2822"/>
                  </a:cubicBezTo>
                  <a:lnTo>
                    <a:pt x="1944" y="2822"/>
                  </a:lnTo>
                  <a:cubicBezTo>
                    <a:pt x="2524" y="2822"/>
                    <a:pt x="2995" y="2368"/>
                    <a:pt x="2995" y="1788"/>
                  </a:cubicBezTo>
                  <a:lnTo>
                    <a:pt x="2995" y="1051"/>
                  </a:lnTo>
                  <a:cubicBezTo>
                    <a:pt x="2995"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6;p30">
              <a:extLst>
                <a:ext uri="{FF2B5EF4-FFF2-40B4-BE49-F238E27FC236}">
                  <a16:creationId xmlns:a16="http://schemas.microsoft.com/office/drawing/2014/main" id="{1253B75C-63F3-D23F-BB57-1CC08015EAAD}"/>
                </a:ext>
              </a:extLst>
            </p:cNvPr>
            <p:cNvSpPr/>
            <p:nvPr/>
          </p:nvSpPr>
          <p:spPr>
            <a:xfrm>
              <a:off x="4570325" y="2631750"/>
              <a:ext cx="2293575" cy="582700"/>
            </a:xfrm>
            <a:custGeom>
              <a:avLst/>
              <a:gdLst/>
              <a:ahLst/>
              <a:cxnLst/>
              <a:rect l="l" t="t" r="r" b="b"/>
              <a:pathLst>
                <a:path w="91743" h="23308" extrusionOk="0">
                  <a:moveTo>
                    <a:pt x="23857" y="188"/>
                  </a:moveTo>
                  <a:cubicBezTo>
                    <a:pt x="21694" y="658"/>
                    <a:pt x="19813" y="1944"/>
                    <a:pt x="17854" y="2947"/>
                  </a:cubicBezTo>
                  <a:lnTo>
                    <a:pt x="17854" y="2947"/>
                  </a:lnTo>
                  <a:cubicBezTo>
                    <a:pt x="15001" y="4420"/>
                    <a:pt x="11835" y="5376"/>
                    <a:pt x="8637" y="5282"/>
                  </a:cubicBezTo>
                  <a:lnTo>
                    <a:pt x="8637" y="5282"/>
                  </a:lnTo>
                  <a:cubicBezTo>
                    <a:pt x="5440" y="5204"/>
                    <a:pt x="2211" y="4013"/>
                    <a:pt x="1" y="1709"/>
                  </a:cubicBezTo>
                  <a:lnTo>
                    <a:pt x="1" y="1709"/>
                  </a:lnTo>
                  <a:cubicBezTo>
                    <a:pt x="251" y="3339"/>
                    <a:pt x="1458" y="4467"/>
                    <a:pt x="2963" y="5173"/>
                  </a:cubicBezTo>
                  <a:lnTo>
                    <a:pt x="2963" y="5173"/>
                  </a:lnTo>
                  <a:cubicBezTo>
                    <a:pt x="6082" y="6615"/>
                    <a:pt x="9672" y="7022"/>
                    <a:pt x="13026" y="6286"/>
                  </a:cubicBezTo>
                  <a:lnTo>
                    <a:pt x="13026" y="6286"/>
                  </a:lnTo>
                  <a:cubicBezTo>
                    <a:pt x="15910" y="5643"/>
                    <a:pt x="18559" y="4232"/>
                    <a:pt x="21365" y="3323"/>
                  </a:cubicBezTo>
                  <a:lnTo>
                    <a:pt x="21365" y="3323"/>
                  </a:lnTo>
                  <a:cubicBezTo>
                    <a:pt x="24170" y="2414"/>
                    <a:pt x="27384" y="2069"/>
                    <a:pt x="29954" y="3511"/>
                  </a:cubicBezTo>
                  <a:lnTo>
                    <a:pt x="29954" y="3511"/>
                  </a:lnTo>
                  <a:cubicBezTo>
                    <a:pt x="31804" y="4546"/>
                    <a:pt x="33058" y="6364"/>
                    <a:pt x="34735" y="7649"/>
                  </a:cubicBezTo>
                  <a:lnTo>
                    <a:pt x="34735" y="7649"/>
                  </a:lnTo>
                  <a:cubicBezTo>
                    <a:pt x="39108" y="11051"/>
                    <a:pt x="45440" y="10330"/>
                    <a:pt x="50629" y="8386"/>
                  </a:cubicBezTo>
                  <a:lnTo>
                    <a:pt x="50629" y="8386"/>
                  </a:lnTo>
                  <a:cubicBezTo>
                    <a:pt x="52274" y="7775"/>
                    <a:pt x="53905" y="7038"/>
                    <a:pt x="55644" y="6803"/>
                  </a:cubicBezTo>
                  <a:lnTo>
                    <a:pt x="55644" y="6803"/>
                  </a:lnTo>
                  <a:cubicBezTo>
                    <a:pt x="57384" y="6552"/>
                    <a:pt x="59312" y="6897"/>
                    <a:pt x="60550" y="8135"/>
                  </a:cubicBezTo>
                  <a:lnTo>
                    <a:pt x="60550" y="8135"/>
                  </a:lnTo>
                  <a:cubicBezTo>
                    <a:pt x="61851" y="9452"/>
                    <a:pt x="62149" y="11489"/>
                    <a:pt x="63340" y="12916"/>
                  </a:cubicBezTo>
                  <a:lnTo>
                    <a:pt x="63340" y="12916"/>
                  </a:lnTo>
                  <a:cubicBezTo>
                    <a:pt x="64516" y="14326"/>
                    <a:pt x="66413" y="14922"/>
                    <a:pt x="68231" y="15126"/>
                  </a:cubicBezTo>
                  <a:lnTo>
                    <a:pt x="68231" y="15126"/>
                  </a:lnTo>
                  <a:cubicBezTo>
                    <a:pt x="73215" y="15690"/>
                    <a:pt x="76648" y="12571"/>
                    <a:pt x="81397" y="12383"/>
                  </a:cubicBezTo>
                  <a:lnTo>
                    <a:pt x="81397" y="12383"/>
                  </a:lnTo>
                  <a:cubicBezTo>
                    <a:pt x="83200" y="12305"/>
                    <a:pt x="85081" y="12712"/>
                    <a:pt x="86476" y="13841"/>
                  </a:cubicBezTo>
                  <a:lnTo>
                    <a:pt x="86476" y="13841"/>
                  </a:lnTo>
                  <a:cubicBezTo>
                    <a:pt x="87479" y="14656"/>
                    <a:pt x="88169" y="15800"/>
                    <a:pt x="88796" y="16944"/>
                  </a:cubicBezTo>
                  <a:lnTo>
                    <a:pt x="88796" y="16944"/>
                  </a:lnTo>
                  <a:cubicBezTo>
                    <a:pt x="89877" y="18935"/>
                    <a:pt x="90833" y="21051"/>
                    <a:pt x="91225" y="23292"/>
                  </a:cubicBezTo>
                  <a:lnTo>
                    <a:pt x="91225" y="23292"/>
                  </a:lnTo>
                  <a:lnTo>
                    <a:pt x="91398" y="23308"/>
                  </a:lnTo>
                  <a:cubicBezTo>
                    <a:pt x="91742" y="20048"/>
                    <a:pt x="91492" y="16631"/>
                    <a:pt x="89940" y="13747"/>
                  </a:cubicBezTo>
                  <a:lnTo>
                    <a:pt x="89940" y="13747"/>
                  </a:lnTo>
                  <a:cubicBezTo>
                    <a:pt x="88388" y="10862"/>
                    <a:pt x="85332" y="8637"/>
                    <a:pt x="82056" y="8746"/>
                  </a:cubicBezTo>
                  <a:lnTo>
                    <a:pt x="82056" y="8746"/>
                  </a:lnTo>
                  <a:cubicBezTo>
                    <a:pt x="79846" y="8809"/>
                    <a:pt x="77808" y="9891"/>
                    <a:pt x="75723" y="10643"/>
                  </a:cubicBezTo>
                  <a:lnTo>
                    <a:pt x="75723" y="10643"/>
                  </a:lnTo>
                  <a:cubicBezTo>
                    <a:pt x="73544" y="11411"/>
                    <a:pt x="71240" y="11819"/>
                    <a:pt x="68936" y="11850"/>
                  </a:cubicBezTo>
                  <a:lnTo>
                    <a:pt x="68936" y="11850"/>
                  </a:lnTo>
                  <a:cubicBezTo>
                    <a:pt x="67745" y="11881"/>
                    <a:pt x="66491" y="11787"/>
                    <a:pt x="65425" y="11223"/>
                  </a:cubicBezTo>
                  <a:lnTo>
                    <a:pt x="65425" y="11223"/>
                  </a:lnTo>
                  <a:cubicBezTo>
                    <a:pt x="63654" y="10314"/>
                    <a:pt x="62714" y="8370"/>
                    <a:pt x="61334" y="6944"/>
                  </a:cubicBezTo>
                  <a:lnTo>
                    <a:pt x="61334" y="6944"/>
                  </a:lnTo>
                  <a:cubicBezTo>
                    <a:pt x="57839" y="3370"/>
                    <a:pt x="51977" y="3574"/>
                    <a:pt x="47243" y="5188"/>
                  </a:cubicBezTo>
                  <a:lnTo>
                    <a:pt x="47243" y="5188"/>
                  </a:lnTo>
                  <a:cubicBezTo>
                    <a:pt x="45064" y="5925"/>
                    <a:pt x="42838" y="6913"/>
                    <a:pt x="40581" y="6521"/>
                  </a:cubicBezTo>
                  <a:lnTo>
                    <a:pt x="40581" y="6521"/>
                  </a:lnTo>
                  <a:cubicBezTo>
                    <a:pt x="39030" y="6239"/>
                    <a:pt x="37682" y="5345"/>
                    <a:pt x="36381" y="4452"/>
                  </a:cubicBezTo>
                  <a:lnTo>
                    <a:pt x="36381" y="4452"/>
                  </a:lnTo>
                  <a:cubicBezTo>
                    <a:pt x="33152" y="2273"/>
                    <a:pt x="29515" y="0"/>
                    <a:pt x="25738" y="0"/>
                  </a:cubicBezTo>
                  <a:lnTo>
                    <a:pt x="25738" y="0"/>
                  </a:lnTo>
                  <a:cubicBezTo>
                    <a:pt x="25111" y="0"/>
                    <a:pt x="24484" y="63"/>
                    <a:pt x="23857" y="188"/>
                  </a:cubicBezTo>
                </a:path>
              </a:pathLst>
            </a:custGeom>
            <a:solidFill>
              <a:srgbClr val="FFFFFF">
                <a:alpha val="410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9" name="Rectangle: Rounded Corners 118">
            <a:extLst>
              <a:ext uri="{FF2B5EF4-FFF2-40B4-BE49-F238E27FC236}">
                <a16:creationId xmlns:a16="http://schemas.microsoft.com/office/drawing/2014/main" id="{609DFCB4-F985-FC69-1E04-6320C40DB4BB}"/>
              </a:ext>
            </a:extLst>
          </p:cNvPr>
          <p:cNvSpPr/>
          <p:nvPr/>
        </p:nvSpPr>
        <p:spPr>
          <a:xfrm>
            <a:off x="110358" y="564444"/>
            <a:ext cx="2077414" cy="3483931"/>
          </a:xfrm>
          <a:prstGeom prst="roundRect">
            <a:avLst/>
          </a:prstGeom>
          <a:solidFill>
            <a:srgbClr val="002060"/>
          </a:solidFill>
          <a:ln>
            <a:solidFill>
              <a:srgbClr val="3A729A"/>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solidFill>
                <a:srgbClr val="FFFFFF"/>
              </a:solidFill>
            </a:endParaRPr>
          </a:p>
        </p:txBody>
      </p:sp>
      <p:sp>
        <p:nvSpPr>
          <p:cNvPr id="116" name="Google Shape;397;p38">
            <a:extLst>
              <a:ext uri="{FF2B5EF4-FFF2-40B4-BE49-F238E27FC236}">
                <a16:creationId xmlns:a16="http://schemas.microsoft.com/office/drawing/2014/main" id="{C8ACA82F-4A84-BE6D-C78D-94057E3E0062}"/>
              </a:ext>
            </a:extLst>
          </p:cNvPr>
          <p:cNvSpPr txBox="1">
            <a:spLocks/>
          </p:cNvSpPr>
          <p:nvPr/>
        </p:nvSpPr>
        <p:spPr>
          <a:xfrm>
            <a:off x="202372" y="1639043"/>
            <a:ext cx="1875955" cy="8400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dirty="0">
                <a:solidFill>
                  <a:srgbClr val="FFFFFF"/>
                </a:solidFill>
              </a:rPr>
              <a:t>Short-Term </a:t>
            </a:r>
          </a:p>
          <a:p>
            <a:pPr algn="ctr"/>
            <a:r>
              <a:rPr lang="en-US" sz="1200" dirty="0">
                <a:solidFill>
                  <a:srgbClr val="FFFFFF"/>
                </a:solidFill>
              </a:rPr>
              <a:t>(3–6 Months)</a:t>
            </a:r>
          </a:p>
        </p:txBody>
      </p:sp>
      <p:sp>
        <p:nvSpPr>
          <p:cNvPr id="117" name="Google Shape;397;p38">
            <a:extLst>
              <a:ext uri="{FF2B5EF4-FFF2-40B4-BE49-F238E27FC236}">
                <a16:creationId xmlns:a16="http://schemas.microsoft.com/office/drawing/2014/main" id="{60B6D4D0-D088-B6F2-9F2B-A9DC6DC46FCA}"/>
              </a:ext>
            </a:extLst>
          </p:cNvPr>
          <p:cNvSpPr txBox="1">
            <a:spLocks/>
          </p:cNvSpPr>
          <p:nvPr/>
        </p:nvSpPr>
        <p:spPr>
          <a:xfrm>
            <a:off x="100715" y="2352630"/>
            <a:ext cx="1875955" cy="8400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lgn="ctr"/>
            <a:r>
              <a:rPr lang="en-US" sz="1200" dirty="0">
                <a:solidFill>
                  <a:srgbClr val="FFFFFF"/>
                </a:solidFill>
              </a:rPr>
              <a:t>Long-Term</a:t>
            </a:r>
          </a:p>
          <a:p>
            <a:pPr lvl="0" algn="ctr"/>
            <a:r>
              <a:rPr lang="en-US" sz="1200" dirty="0">
                <a:solidFill>
                  <a:srgbClr val="FFFFFF"/>
                </a:solidFill>
              </a:rPr>
              <a:t>(6+ Months)</a:t>
            </a:r>
          </a:p>
        </p:txBody>
      </p:sp>
      <p:sp>
        <p:nvSpPr>
          <p:cNvPr id="118" name="Google Shape;397;p38">
            <a:extLst>
              <a:ext uri="{FF2B5EF4-FFF2-40B4-BE49-F238E27FC236}">
                <a16:creationId xmlns:a16="http://schemas.microsoft.com/office/drawing/2014/main" id="{9A01A674-690B-46E5-7492-7F3C33221C0B}"/>
              </a:ext>
            </a:extLst>
          </p:cNvPr>
          <p:cNvSpPr txBox="1">
            <a:spLocks/>
          </p:cNvSpPr>
          <p:nvPr/>
        </p:nvSpPr>
        <p:spPr>
          <a:xfrm>
            <a:off x="-84153" y="3027127"/>
            <a:ext cx="1875955" cy="8400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r>
              <a:rPr lang="en-US" sz="1200" dirty="0">
                <a:solidFill>
                  <a:srgbClr val="FFFFFF"/>
                </a:solidFill>
              </a:rPr>
              <a:t>Holiday Scheduling</a:t>
            </a:r>
          </a:p>
        </p:txBody>
      </p:sp>
      <p:sp>
        <p:nvSpPr>
          <p:cNvPr id="120" name="Flowchart: Alternate Process 119">
            <a:extLst>
              <a:ext uri="{FF2B5EF4-FFF2-40B4-BE49-F238E27FC236}">
                <a16:creationId xmlns:a16="http://schemas.microsoft.com/office/drawing/2014/main" id="{3630FB7B-B686-72F1-A1B0-7A78BDCD626A}"/>
              </a:ext>
            </a:extLst>
          </p:cNvPr>
          <p:cNvSpPr/>
          <p:nvPr/>
        </p:nvSpPr>
        <p:spPr>
          <a:xfrm>
            <a:off x="333384" y="950626"/>
            <a:ext cx="2493272" cy="554753"/>
          </a:xfrm>
          <a:prstGeom prst="flowChartAlternateProcess">
            <a:avLst/>
          </a:prstGeom>
          <a:solidFill>
            <a:srgbClr val="0070C0"/>
          </a:solidFill>
          <a:ln>
            <a:solidFill>
              <a:srgbClr val="69ABD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Google Shape;397;p38">
            <a:extLst>
              <a:ext uri="{FF2B5EF4-FFF2-40B4-BE49-F238E27FC236}">
                <a16:creationId xmlns:a16="http://schemas.microsoft.com/office/drawing/2014/main" id="{14A84C4E-67C9-32A8-C215-AF63B86149FC}"/>
              </a:ext>
            </a:extLst>
          </p:cNvPr>
          <p:cNvSpPr txBox="1">
            <a:spLocks/>
          </p:cNvSpPr>
          <p:nvPr/>
        </p:nvSpPr>
        <p:spPr>
          <a:xfrm>
            <a:off x="293269" y="797895"/>
            <a:ext cx="2343497" cy="8400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600" b="1" dirty="0">
                <a:solidFill>
                  <a:srgbClr val="FFFFFF"/>
                </a:solidFill>
              </a:rPr>
              <a:t>Immediate</a:t>
            </a:r>
          </a:p>
          <a:p>
            <a:pPr algn="ctr"/>
            <a:r>
              <a:rPr lang="en-US" sz="1600" b="1" dirty="0">
                <a:solidFill>
                  <a:srgbClr val="FFFFFF"/>
                </a:solidFill>
              </a:rPr>
              <a:t>(0–3 Months)</a:t>
            </a:r>
          </a:p>
        </p:txBody>
      </p:sp>
      <p:grpSp>
        <p:nvGrpSpPr>
          <p:cNvPr id="2" name="Group 1">
            <a:extLst>
              <a:ext uri="{FF2B5EF4-FFF2-40B4-BE49-F238E27FC236}">
                <a16:creationId xmlns:a16="http://schemas.microsoft.com/office/drawing/2014/main" id="{D0D83DAA-542F-B723-284E-A4353AAD1340}"/>
              </a:ext>
            </a:extLst>
          </p:cNvPr>
          <p:cNvGrpSpPr/>
          <p:nvPr/>
        </p:nvGrpSpPr>
        <p:grpSpPr>
          <a:xfrm>
            <a:off x="3084722" y="1114378"/>
            <a:ext cx="5672197" cy="2652304"/>
            <a:chOff x="3084722" y="1114378"/>
            <a:chExt cx="5672197" cy="2652304"/>
          </a:xfrm>
        </p:grpSpPr>
        <p:sp>
          <p:nvSpPr>
            <p:cNvPr id="121" name="Flowchart: Alternate Process 120">
              <a:extLst>
                <a:ext uri="{FF2B5EF4-FFF2-40B4-BE49-F238E27FC236}">
                  <a16:creationId xmlns:a16="http://schemas.microsoft.com/office/drawing/2014/main" id="{12D92B4D-873E-A764-DCD9-6293E128ABC7}"/>
                </a:ext>
              </a:extLst>
            </p:cNvPr>
            <p:cNvSpPr/>
            <p:nvPr/>
          </p:nvSpPr>
          <p:spPr>
            <a:xfrm>
              <a:off x="3084722" y="1114378"/>
              <a:ext cx="5672197" cy="2652304"/>
            </a:xfrm>
            <a:prstGeom prst="flowChartAlternateProcess">
              <a:avLst/>
            </a:prstGeom>
            <a:solidFill>
              <a:srgbClr val="002E50"/>
            </a:solidFill>
            <a:ln>
              <a:solidFill>
                <a:srgbClr val="69ABD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 name="Google Shape;398;p38">
              <a:extLst>
                <a:ext uri="{FF2B5EF4-FFF2-40B4-BE49-F238E27FC236}">
                  <a16:creationId xmlns:a16="http://schemas.microsoft.com/office/drawing/2014/main" id="{5BE569C6-F7A5-9B83-6F65-AB85C8D27766}"/>
                </a:ext>
              </a:extLst>
            </p:cNvPr>
            <p:cNvSpPr txBox="1">
              <a:spLocks/>
            </p:cNvSpPr>
            <p:nvPr/>
          </p:nvSpPr>
          <p:spPr>
            <a:xfrm>
              <a:off x="3283657" y="1155824"/>
              <a:ext cx="5237557" cy="2301169"/>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lgn="ctr"/>
              <a:r>
                <a:rPr lang="en-US" dirty="0">
                  <a:solidFill>
                    <a:srgbClr val="FFFFFF"/>
                  </a:solidFill>
                  <a:highlight>
                    <a:srgbClr val="008000"/>
                  </a:highlight>
                </a:rPr>
                <a:t>Increase Train Frequency</a:t>
              </a:r>
              <a:r>
                <a:rPr lang="en-US" dirty="0">
                  <a:solidFill>
                    <a:srgbClr val="FFFFFF"/>
                  </a:solidFill>
                </a:rPr>
                <a:t>: Reduce intervals between trains by 15–20%.</a:t>
              </a:r>
            </a:p>
            <a:p>
              <a:pPr lvl="0" algn="ctr"/>
              <a:endParaRPr lang="en-US" dirty="0">
                <a:solidFill>
                  <a:srgbClr val="FFFFFF"/>
                </a:solidFill>
              </a:endParaRPr>
            </a:p>
            <a:p>
              <a:pPr algn="ctr"/>
              <a:r>
                <a:rPr lang="en-US" dirty="0">
                  <a:solidFill>
                    <a:srgbClr val="FFFFFF"/>
                  </a:solidFill>
                  <a:highlight>
                    <a:srgbClr val="008000"/>
                  </a:highlight>
                </a:rPr>
                <a:t>Root Cause Analysis</a:t>
              </a:r>
              <a:r>
                <a:rPr lang="en-US" dirty="0">
                  <a:solidFill>
                    <a:srgbClr val="FFFFFF"/>
                  </a:solidFill>
                </a:rPr>
                <a:t>: </a:t>
              </a:r>
              <a:r>
                <a:rPr lang="en-US" sz="1200" dirty="0">
                  <a:solidFill>
                    <a:srgbClr val="FFFFFF"/>
                  </a:solidFill>
                </a:rPr>
                <a:t>Audit signals, staffing, and weather protocols.</a:t>
              </a:r>
            </a:p>
            <a:p>
              <a:pPr algn="ctr"/>
              <a:endParaRPr lang="en-US" dirty="0">
                <a:solidFill>
                  <a:srgbClr val="FFFFFF"/>
                </a:solidFill>
              </a:endParaRPr>
            </a:p>
            <a:p>
              <a:pPr algn="ctr"/>
              <a:r>
                <a:rPr lang="en-US" dirty="0">
                  <a:solidFill>
                    <a:srgbClr val="FFFFFF"/>
                  </a:solidFill>
                </a:rPr>
                <a:t>Test offering partial refunds and </a:t>
              </a:r>
              <a:r>
                <a:rPr lang="en-US" dirty="0">
                  <a:solidFill>
                    <a:srgbClr val="FFFFFF"/>
                  </a:solidFill>
                  <a:highlight>
                    <a:srgbClr val="008000"/>
                  </a:highlight>
                </a:rPr>
                <a:t>flexible pricing</a:t>
              </a:r>
              <a:r>
                <a:rPr lang="en-US" dirty="0">
                  <a:solidFill>
                    <a:srgbClr val="FFFFFF"/>
                  </a:solidFill>
                </a:rPr>
                <a:t>.</a:t>
              </a:r>
            </a:p>
            <a:p>
              <a:pPr algn="ctr"/>
              <a:endParaRPr lang="en-US" dirty="0">
                <a:solidFill>
                  <a:srgbClr val="FFFFFF"/>
                </a:solidFill>
              </a:endParaRPr>
            </a:p>
            <a:p>
              <a:r>
                <a:rPr lang="en-US" dirty="0">
                  <a:solidFill>
                    <a:srgbClr val="FFFFFF"/>
                  </a:solidFill>
                  <a:highlight>
                    <a:srgbClr val="008000"/>
                  </a:highlight>
                </a:rPr>
                <a:t>Revisit Refund Policy if possible </a:t>
              </a:r>
              <a:r>
                <a:rPr lang="en-US" dirty="0">
                  <a:solidFill>
                    <a:srgbClr val="FFFFFF"/>
                  </a:solidFill>
                </a:rPr>
                <a:t> </a:t>
              </a:r>
              <a:r>
                <a:rPr lang="en-US" sz="1200" dirty="0">
                  <a:solidFill>
                    <a:srgbClr val="FFFFFF"/>
                  </a:solidFill>
                </a:rPr>
                <a:t>(projected savings: $10K/month).</a:t>
              </a:r>
            </a:p>
            <a:p>
              <a:pPr algn="ctr"/>
              <a:endParaRPr lang="en-US" dirty="0">
                <a:solidFill>
                  <a:srgbClr val="FFFFFF"/>
                </a:solidFill>
              </a:endParaRPr>
            </a:p>
            <a:p>
              <a:pPr lvl="0" algn="ctr"/>
              <a:endParaRPr lang="en-US" dirty="0">
                <a:solidFill>
                  <a:srgbClr val="FFFFFF"/>
                </a:solidFill>
              </a:endParaRPr>
            </a:p>
          </p:txBody>
        </p:sp>
      </p:grpSp>
      <p:sp>
        <p:nvSpPr>
          <p:cNvPr id="123" name="Google Shape;397;p38">
            <a:extLst>
              <a:ext uri="{FF2B5EF4-FFF2-40B4-BE49-F238E27FC236}">
                <a16:creationId xmlns:a16="http://schemas.microsoft.com/office/drawing/2014/main" id="{04399BA9-1F0C-8174-BC9C-99AF97591CAB}"/>
              </a:ext>
            </a:extLst>
          </p:cNvPr>
          <p:cNvSpPr txBox="1">
            <a:spLocks/>
          </p:cNvSpPr>
          <p:nvPr/>
        </p:nvSpPr>
        <p:spPr>
          <a:xfrm>
            <a:off x="2657842" y="17744"/>
            <a:ext cx="4812797" cy="8400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6000"/>
              <a:buFont typeface="Montserrat ExtraBold"/>
              <a:buNone/>
              <a:defRPr sz="4000" b="0" i="0" u="none" strike="noStrike" cap="none">
                <a:solidFill>
                  <a:schemeClr val="dk2"/>
                </a:solidFill>
                <a:latin typeface="Montserrat ExtraBold"/>
                <a:ea typeface="Montserrat ExtraBold"/>
                <a:cs typeface="Montserrat ExtraBold"/>
                <a:sym typeface="Montserrat ExtraBold"/>
              </a:defRPr>
            </a:lvl1pPr>
            <a:lvl2pPr marR="0" lvl="1"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2pPr>
            <a:lvl3pPr marR="0" lvl="2"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3pPr>
            <a:lvl4pPr marR="0" lvl="3"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4pPr>
            <a:lvl5pPr marR="0" lvl="4"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5pPr>
            <a:lvl6pPr marR="0" lvl="5"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6pPr>
            <a:lvl7pPr marR="0" lvl="6"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7pPr>
            <a:lvl8pPr marR="0" lvl="7"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8pPr>
            <a:lvl9pPr marR="0" lvl="8"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9pPr>
          </a:lstStyle>
          <a:p>
            <a:pPr algn="ctr"/>
            <a:r>
              <a:rPr lang="en-US" sz="3500" dirty="0">
                <a:solidFill>
                  <a:srgbClr val="002060"/>
                </a:solidFill>
              </a:rPr>
              <a:t>Recommendations</a:t>
            </a:r>
          </a:p>
        </p:txBody>
      </p:sp>
      <p:graphicFrame>
        <p:nvGraphicFramePr>
          <p:cNvPr id="3" name="Table 2">
            <a:extLst>
              <a:ext uri="{FF2B5EF4-FFF2-40B4-BE49-F238E27FC236}">
                <a16:creationId xmlns:a16="http://schemas.microsoft.com/office/drawing/2014/main" id="{D7CD93D7-9372-7296-30B4-B22C1D08857F}"/>
              </a:ext>
            </a:extLst>
          </p:cNvPr>
          <p:cNvGraphicFramePr>
            <a:graphicFrameLocks noGrp="1"/>
          </p:cNvGraphicFramePr>
          <p:nvPr/>
        </p:nvGraphicFramePr>
        <p:xfrm>
          <a:off x="5920820" y="2972409"/>
          <a:ext cx="1301888" cy="741218"/>
        </p:xfrm>
        <a:graphic>
          <a:graphicData uri="http://schemas.openxmlformats.org/drawingml/2006/table">
            <a:tbl>
              <a:tblPr>
                <a:tableStyleId>{35758FB7-9AC5-4552-8A53-C91805E547FA}</a:tableStyleId>
              </a:tblPr>
              <a:tblGrid>
                <a:gridCol w="696895">
                  <a:extLst>
                    <a:ext uri="{9D8B030D-6E8A-4147-A177-3AD203B41FA5}">
                      <a16:colId xmlns:a16="http://schemas.microsoft.com/office/drawing/2014/main" val="1430995280"/>
                    </a:ext>
                  </a:extLst>
                </a:gridCol>
                <a:gridCol w="604993">
                  <a:extLst>
                    <a:ext uri="{9D8B030D-6E8A-4147-A177-3AD203B41FA5}">
                      <a16:colId xmlns:a16="http://schemas.microsoft.com/office/drawing/2014/main" val="3952901306"/>
                    </a:ext>
                  </a:extLst>
                </a:gridCol>
              </a:tblGrid>
              <a:tr h="144940">
                <a:tc>
                  <a:txBody>
                    <a:bodyPr/>
                    <a:lstStyle/>
                    <a:p>
                      <a:pPr marL="0" lvl="0" indent="0" algn="ctr" rtl="0">
                        <a:spcBef>
                          <a:spcPts val="0"/>
                        </a:spcBef>
                        <a:spcAft>
                          <a:spcPts val="0"/>
                        </a:spcAft>
                        <a:buNone/>
                      </a:pPr>
                      <a:r>
                        <a:rPr lang="en-US" sz="600" b="1" dirty="0">
                          <a:solidFill>
                            <a:srgbClr val="002060"/>
                          </a:solidFill>
                          <a:uFill>
                            <a:noFill/>
                          </a:uFill>
                          <a:sym typeface="Montserrat SemiBold"/>
                        </a:rPr>
                        <a:t>Delay Duration</a:t>
                      </a:r>
                      <a:endParaRPr sz="600" b="1" dirty="0">
                        <a:solidFill>
                          <a:srgbClr val="002060"/>
                        </a:solidFill>
                        <a:latin typeface="Montserrat SemiBold"/>
                        <a:ea typeface="Montserrat SemiBold"/>
                        <a:cs typeface="Montserrat SemiBold"/>
                        <a:sym typeface="Montserrat SemiBold"/>
                      </a:endParaRPr>
                    </a:p>
                  </a:txBody>
                  <a:tcPr marL="49121" marR="49121" marT="0" marB="0" anchor="ctr"/>
                </a:tc>
                <a:tc>
                  <a:txBody>
                    <a:bodyPr/>
                    <a:lstStyle/>
                    <a:p>
                      <a:pPr marL="0" lvl="0" indent="0" algn="ctr" rtl="0">
                        <a:spcBef>
                          <a:spcPts val="0"/>
                        </a:spcBef>
                        <a:spcAft>
                          <a:spcPts val="0"/>
                        </a:spcAft>
                        <a:buNone/>
                      </a:pPr>
                      <a:r>
                        <a:rPr lang="en-US" sz="600" b="0" dirty="0">
                          <a:solidFill>
                            <a:srgbClr val="002060"/>
                          </a:solidFill>
                          <a:sym typeface="Montserrat SemiBold"/>
                        </a:rPr>
                        <a:t>Refund %</a:t>
                      </a:r>
                      <a:endParaRPr sz="600" b="0" dirty="0">
                        <a:solidFill>
                          <a:srgbClr val="002060"/>
                        </a:solidFill>
                        <a:latin typeface="Raleway" pitchFamily="2" charset="0"/>
                        <a:ea typeface="Montserrat SemiBold"/>
                        <a:cs typeface="Montserrat SemiBold"/>
                        <a:sym typeface="Montserrat SemiBold"/>
                      </a:endParaRPr>
                    </a:p>
                  </a:txBody>
                  <a:tcPr marL="44656" marR="44656" marT="0" marB="0" anchor="ctr"/>
                </a:tc>
                <a:extLst>
                  <a:ext uri="{0D108BD9-81ED-4DB2-BD59-A6C34878D82A}">
                    <a16:rowId xmlns:a16="http://schemas.microsoft.com/office/drawing/2014/main" val="3157963178"/>
                  </a:ext>
                </a:extLst>
              </a:tr>
              <a:tr h="144940">
                <a:tc>
                  <a:txBody>
                    <a:bodyPr/>
                    <a:lstStyle/>
                    <a:p>
                      <a:pPr marL="0" lvl="0" indent="0" algn="ctr" rtl="0">
                        <a:spcBef>
                          <a:spcPts val="0"/>
                        </a:spcBef>
                        <a:spcAft>
                          <a:spcPts val="0"/>
                        </a:spcAft>
                        <a:buNone/>
                      </a:pPr>
                      <a:r>
                        <a:rPr lang="en-US" sz="600" dirty="0">
                          <a:solidFill>
                            <a:srgbClr val="0070C0"/>
                          </a:solidFill>
                          <a:uFill>
                            <a:noFill/>
                          </a:uFill>
                          <a:sym typeface="Montserrat SemiBold"/>
                        </a:rPr>
                        <a:t>&lt;15 min</a:t>
                      </a:r>
                      <a:endParaRPr sz="600" dirty="0">
                        <a:solidFill>
                          <a:srgbClr val="0070C0"/>
                        </a:solidFill>
                        <a:latin typeface="Montserrat SemiBold" panose="00000700000000000000" pitchFamily="2" charset="0"/>
                        <a:ea typeface="Montserrat SemiBold"/>
                        <a:cs typeface="Montserrat SemiBold"/>
                        <a:sym typeface="Montserrat SemiBold"/>
                      </a:endParaRPr>
                    </a:p>
                  </a:txBody>
                  <a:tcPr marL="49121" marR="49121" marT="0" marB="0" anchor="ctr"/>
                </a:tc>
                <a:tc>
                  <a:txBody>
                    <a:bodyPr/>
                    <a:lstStyle/>
                    <a:p>
                      <a:pPr marL="0" lvl="0" indent="0" algn="ctr" rtl="0">
                        <a:spcBef>
                          <a:spcPts val="0"/>
                        </a:spcBef>
                        <a:spcAft>
                          <a:spcPts val="0"/>
                        </a:spcAft>
                        <a:buNone/>
                      </a:pPr>
                      <a:r>
                        <a:rPr lang="en-US" sz="600" b="1" dirty="0">
                          <a:solidFill>
                            <a:srgbClr val="0070C0"/>
                          </a:solidFill>
                          <a:sym typeface="Montserrat SemiBold"/>
                        </a:rPr>
                        <a:t>0 %</a:t>
                      </a:r>
                      <a:endParaRPr sz="600" dirty="0">
                        <a:solidFill>
                          <a:srgbClr val="0070C0"/>
                        </a:solidFill>
                        <a:latin typeface="Montserrat SemiBold" panose="00000700000000000000" pitchFamily="2" charset="0"/>
                        <a:ea typeface="Montserrat SemiBold"/>
                        <a:cs typeface="Montserrat SemiBold"/>
                        <a:sym typeface="Montserrat SemiBold"/>
                      </a:endParaRPr>
                    </a:p>
                  </a:txBody>
                  <a:tcPr marL="44656" marR="44656" marT="0" marB="0" anchor="ctr"/>
                </a:tc>
                <a:extLst>
                  <a:ext uri="{0D108BD9-81ED-4DB2-BD59-A6C34878D82A}">
                    <a16:rowId xmlns:a16="http://schemas.microsoft.com/office/drawing/2014/main" val="608330996"/>
                  </a:ext>
                </a:extLst>
              </a:tr>
              <a:tr h="144940">
                <a:tc>
                  <a:txBody>
                    <a:bodyPr/>
                    <a:lstStyle/>
                    <a:p>
                      <a:pPr marL="0" lvl="0" indent="0" algn="ctr" rtl="0">
                        <a:spcBef>
                          <a:spcPts val="0"/>
                        </a:spcBef>
                        <a:spcAft>
                          <a:spcPts val="0"/>
                        </a:spcAft>
                        <a:buNone/>
                      </a:pPr>
                      <a:r>
                        <a:rPr lang="en-US" sz="600" dirty="0">
                          <a:solidFill>
                            <a:srgbClr val="0070C0"/>
                          </a:solidFill>
                          <a:sym typeface="Montserrat SemiBold"/>
                        </a:rPr>
                        <a:t>15 – 30 min</a:t>
                      </a:r>
                      <a:endParaRPr sz="600" dirty="0">
                        <a:solidFill>
                          <a:srgbClr val="0070C0"/>
                        </a:solidFill>
                        <a:latin typeface="Montserrat SemiBold" panose="00000700000000000000" pitchFamily="2" charset="0"/>
                        <a:ea typeface="Montserrat SemiBold"/>
                        <a:cs typeface="Montserrat SemiBold"/>
                        <a:sym typeface="Montserrat SemiBold"/>
                      </a:endParaRPr>
                    </a:p>
                  </a:txBody>
                  <a:tcPr marL="49121" marR="49121" marT="0" marB="0" anchor="ctr"/>
                </a:tc>
                <a:tc>
                  <a:txBody>
                    <a:bodyPr/>
                    <a:lstStyle/>
                    <a:p>
                      <a:pPr marL="0" lvl="0" indent="0" algn="ctr" rtl="0">
                        <a:spcBef>
                          <a:spcPts val="0"/>
                        </a:spcBef>
                        <a:spcAft>
                          <a:spcPts val="0"/>
                        </a:spcAft>
                        <a:buNone/>
                      </a:pPr>
                      <a:r>
                        <a:rPr lang="en-US" sz="600" b="1" dirty="0">
                          <a:solidFill>
                            <a:srgbClr val="0070C0"/>
                          </a:solidFill>
                          <a:sym typeface="Montserrat SemiBold"/>
                        </a:rPr>
                        <a:t>25 %</a:t>
                      </a:r>
                      <a:endParaRPr sz="600" dirty="0">
                        <a:solidFill>
                          <a:srgbClr val="0070C0"/>
                        </a:solidFill>
                        <a:latin typeface="Montserrat SemiBold" panose="00000700000000000000" pitchFamily="2" charset="0"/>
                        <a:ea typeface="Montserrat SemiBold"/>
                        <a:cs typeface="Montserrat SemiBold"/>
                        <a:sym typeface="Montserrat SemiBold"/>
                      </a:endParaRPr>
                    </a:p>
                  </a:txBody>
                  <a:tcPr marL="44663" marR="44663" marT="0" marB="0" anchor="ctr"/>
                </a:tc>
                <a:extLst>
                  <a:ext uri="{0D108BD9-81ED-4DB2-BD59-A6C34878D82A}">
                    <a16:rowId xmlns:a16="http://schemas.microsoft.com/office/drawing/2014/main" val="786687278"/>
                  </a:ext>
                </a:extLst>
              </a:tr>
              <a:tr h="153199">
                <a:tc>
                  <a:txBody>
                    <a:bodyPr/>
                    <a:lstStyle/>
                    <a:p>
                      <a:pPr marL="0" lvl="0" indent="0" algn="ctr" rtl="0">
                        <a:spcBef>
                          <a:spcPts val="0"/>
                        </a:spcBef>
                        <a:spcAft>
                          <a:spcPts val="0"/>
                        </a:spcAft>
                        <a:buNone/>
                      </a:pPr>
                      <a:r>
                        <a:rPr lang="en-US" sz="600" dirty="0">
                          <a:solidFill>
                            <a:srgbClr val="0070C0"/>
                          </a:solidFill>
                          <a:uFill>
                            <a:noFill/>
                          </a:uFill>
                          <a:sym typeface="Montserrat SemiBold"/>
                        </a:rPr>
                        <a:t>30 – 60 min</a:t>
                      </a:r>
                      <a:endParaRPr sz="600" dirty="0">
                        <a:solidFill>
                          <a:srgbClr val="0070C0"/>
                        </a:solidFill>
                        <a:latin typeface="Montserrat SemiBold" panose="00000700000000000000" pitchFamily="2" charset="0"/>
                        <a:ea typeface="Montserrat SemiBold"/>
                        <a:cs typeface="Montserrat SemiBold"/>
                        <a:sym typeface="Montserrat SemiBold"/>
                      </a:endParaRPr>
                    </a:p>
                  </a:txBody>
                  <a:tcPr marL="49121" marR="49121" marT="0" marB="0" anchor="ctr"/>
                </a:tc>
                <a:tc>
                  <a:txBody>
                    <a:bodyPr/>
                    <a:lstStyle/>
                    <a:p>
                      <a:pPr marL="0" lvl="0" indent="0" algn="ctr" rtl="0">
                        <a:spcBef>
                          <a:spcPts val="0"/>
                        </a:spcBef>
                        <a:spcAft>
                          <a:spcPts val="0"/>
                        </a:spcAft>
                        <a:buNone/>
                      </a:pPr>
                      <a:r>
                        <a:rPr lang="en-US" sz="600" b="1" dirty="0">
                          <a:solidFill>
                            <a:srgbClr val="0070C0"/>
                          </a:solidFill>
                          <a:sym typeface="Montserrat SemiBold"/>
                        </a:rPr>
                        <a:t>50 %</a:t>
                      </a:r>
                      <a:endParaRPr sz="600" dirty="0">
                        <a:solidFill>
                          <a:srgbClr val="0070C0"/>
                        </a:solidFill>
                        <a:latin typeface="Montserrat SemiBold" panose="00000700000000000000" pitchFamily="2" charset="0"/>
                        <a:sym typeface="Montserrat SemiBold"/>
                      </a:endParaRPr>
                    </a:p>
                  </a:txBody>
                  <a:tcPr marL="49121" marR="49121" marT="0" marB="0" anchor="ctr"/>
                </a:tc>
                <a:extLst>
                  <a:ext uri="{0D108BD9-81ED-4DB2-BD59-A6C34878D82A}">
                    <a16:rowId xmlns:a16="http://schemas.microsoft.com/office/drawing/2014/main" val="4189480632"/>
                  </a:ext>
                </a:extLst>
              </a:tr>
              <a:tr h="153199">
                <a:tc>
                  <a:txBody>
                    <a:bodyPr/>
                    <a:lstStyle/>
                    <a:p>
                      <a:pPr marL="0" lvl="0" indent="0" algn="ctr" rtl="0">
                        <a:spcBef>
                          <a:spcPts val="0"/>
                        </a:spcBef>
                        <a:spcAft>
                          <a:spcPts val="0"/>
                        </a:spcAft>
                        <a:buNone/>
                      </a:pPr>
                      <a:r>
                        <a:rPr lang="en-US" sz="600" dirty="0">
                          <a:solidFill>
                            <a:srgbClr val="0070C0"/>
                          </a:solidFill>
                          <a:sym typeface="Montserrat SemiBold"/>
                        </a:rPr>
                        <a:t>60+ Min</a:t>
                      </a:r>
                      <a:endParaRPr sz="600" dirty="0">
                        <a:solidFill>
                          <a:srgbClr val="0070C0"/>
                        </a:solidFill>
                        <a:latin typeface="Montserrat SemiBold" panose="00000700000000000000" pitchFamily="2" charset="0"/>
                        <a:ea typeface="Montserrat SemiBold"/>
                        <a:cs typeface="Montserrat SemiBold"/>
                        <a:sym typeface="Montserrat SemiBold"/>
                      </a:endParaRPr>
                    </a:p>
                  </a:txBody>
                  <a:tcPr marL="49121" marR="49121" marT="0" marB="0" anchor="ctr"/>
                </a:tc>
                <a:tc>
                  <a:txBody>
                    <a:bodyPr/>
                    <a:lstStyle/>
                    <a:p>
                      <a:pPr marL="0" lvl="0" indent="0" algn="ctr" rtl="0">
                        <a:spcBef>
                          <a:spcPts val="0"/>
                        </a:spcBef>
                        <a:spcAft>
                          <a:spcPts val="0"/>
                        </a:spcAft>
                        <a:buNone/>
                      </a:pPr>
                      <a:r>
                        <a:rPr lang="en-US" sz="600" b="1" dirty="0">
                          <a:solidFill>
                            <a:srgbClr val="0070C0"/>
                          </a:solidFill>
                          <a:sym typeface="Montserrat SemiBold"/>
                        </a:rPr>
                        <a:t>100 %</a:t>
                      </a:r>
                      <a:endParaRPr sz="600" dirty="0">
                        <a:solidFill>
                          <a:srgbClr val="0070C0"/>
                        </a:solidFill>
                        <a:latin typeface="Montserrat SemiBold" panose="00000700000000000000" pitchFamily="2" charset="0"/>
                        <a:ea typeface="Montserrat SemiBold"/>
                        <a:cs typeface="Montserrat SemiBold"/>
                        <a:sym typeface="Montserrat SemiBold"/>
                      </a:endParaRPr>
                    </a:p>
                  </a:txBody>
                  <a:tcPr marL="49121" marR="49121" marT="0" marB="0" anchor="ctr"/>
                </a:tc>
                <a:extLst>
                  <a:ext uri="{0D108BD9-81ED-4DB2-BD59-A6C34878D82A}">
                    <a16:rowId xmlns:a16="http://schemas.microsoft.com/office/drawing/2014/main" val="415212312"/>
                  </a:ext>
                </a:extLst>
              </a:tr>
            </a:tbl>
          </a:graphicData>
        </a:graphic>
      </p:graphicFrame>
    </p:spTree>
    <p:extLst>
      <p:ext uri="{BB962C8B-B14F-4D97-AF65-F5344CB8AC3E}">
        <p14:creationId xmlns:p14="http://schemas.microsoft.com/office/powerpoint/2010/main" val="31290178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20"/>
                                        </p:tgtEl>
                                        <p:attrNameLst>
                                          <p:attrName>style.visibility</p:attrName>
                                        </p:attrNameLst>
                                      </p:cBhvr>
                                      <p:to>
                                        <p:strVal val="visible"/>
                                      </p:to>
                                    </p:set>
                                    <p:animEffect transition="in" filter="fade">
                                      <p:cBhvr>
                                        <p:cTn id="7" dur="500"/>
                                        <p:tgtEl>
                                          <p:spTgt spid="120"/>
                                        </p:tgtEl>
                                      </p:cBhvr>
                                    </p:animEffect>
                                  </p:childTnLst>
                                </p:cTn>
                              </p:par>
                            </p:childTnLst>
                          </p:cTn>
                        </p:par>
                        <p:par>
                          <p:cTn id="8" fill="hold">
                            <p:stCondLst>
                              <p:cond delay="500"/>
                            </p:stCondLst>
                            <p:childTnLst>
                              <p:par>
                                <p:cTn id="9" presetID="42" presetClass="entr" presetSubtype="0"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1000"/>
                                        <p:tgtEl>
                                          <p:spTgt spid="2"/>
                                        </p:tgtEl>
                                      </p:cBhvr>
                                    </p:animEffect>
                                    <p:anim calcmode="lin" valueType="num">
                                      <p:cBhvr>
                                        <p:cTn id="12" dur="1000" fill="hold"/>
                                        <p:tgtEl>
                                          <p:spTgt spid="2"/>
                                        </p:tgtEl>
                                        <p:attrNameLst>
                                          <p:attrName>ppt_x</p:attrName>
                                        </p:attrNameLst>
                                      </p:cBhvr>
                                      <p:tavLst>
                                        <p:tav tm="0">
                                          <p:val>
                                            <p:strVal val="#ppt_x"/>
                                          </p:val>
                                        </p:tav>
                                        <p:tav tm="100000">
                                          <p:val>
                                            <p:strVal val="#ppt_x"/>
                                          </p:val>
                                        </p:tav>
                                      </p:tavLst>
                                    </p:anim>
                                    <p:anim calcmode="lin" valueType="num">
                                      <p:cBhvr>
                                        <p:cTn id="13" dur="1000" fill="hold"/>
                                        <p:tgtEl>
                                          <p:spTgt spid="2"/>
                                        </p:tgtEl>
                                        <p:attrNameLst>
                                          <p:attrName>ppt_y</p:attrName>
                                        </p:attrNameLst>
                                      </p:cBhvr>
                                      <p:tavLst>
                                        <p:tav tm="0">
                                          <p:val>
                                            <p:strVal val="#ppt_y+.1"/>
                                          </p:val>
                                        </p:tav>
                                        <p:tav tm="100000">
                                          <p:val>
                                            <p:strVal val="#ppt_y"/>
                                          </p:val>
                                        </p:tav>
                                      </p:tavLst>
                                    </p:anim>
                                  </p:childTnLst>
                                </p:cTn>
                              </p:par>
                              <p:par>
                                <p:cTn id="14" presetID="63" presetClass="path" presetSubtype="0" accel="50000" decel="50000" fill="hold" nodeType="withEffect">
                                  <p:stCondLst>
                                    <p:cond delay="0"/>
                                  </p:stCondLst>
                                  <p:childTnLst>
                                    <p:animMotion origin="layout" path="M 0.0092 0.00093 L 1.30138 0.08457 " pathEditMode="relative" rAng="0" ptsTypes="AA">
                                      <p:cBhvr>
                                        <p:cTn id="15" dur="5000" fill="hold"/>
                                        <p:tgtEl>
                                          <p:spTgt spid="94"/>
                                        </p:tgtEl>
                                        <p:attrNameLst>
                                          <p:attrName>ppt_x</p:attrName>
                                          <p:attrName>ppt_y</p:attrName>
                                        </p:attrNameLst>
                                      </p:cBhvr>
                                      <p:rCtr x="64601" y="4167"/>
                                    </p:animMotion>
                                  </p:childTnLst>
                                </p:cTn>
                              </p:par>
                              <p:par>
                                <p:cTn id="16" presetID="42" presetClass="entr" presetSubtype="0" fill="hold" nodeType="with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fade">
                                      <p:cBhvr>
                                        <p:cTn id="18" dur="1000"/>
                                        <p:tgtEl>
                                          <p:spTgt spid="3"/>
                                        </p:tgtEl>
                                      </p:cBhvr>
                                    </p:animEffect>
                                    <p:anim calcmode="lin" valueType="num">
                                      <p:cBhvr>
                                        <p:cTn id="19" dur="1000" fill="hold"/>
                                        <p:tgtEl>
                                          <p:spTgt spid="3"/>
                                        </p:tgtEl>
                                        <p:attrNameLst>
                                          <p:attrName>ppt_x</p:attrName>
                                        </p:attrNameLst>
                                      </p:cBhvr>
                                      <p:tavLst>
                                        <p:tav tm="0">
                                          <p:val>
                                            <p:strVal val="#ppt_x"/>
                                          </p:val>
                                        </p:tav>
                                        <p:tav tm="100000">
                                          <p:val>
                                            <p:strVal val="#ppt_x"/>
                                          </p:val>
                                        </p:tav>
                                      </p:tavLst>
                                    </p:anim>
                                    <p:anim calcmode="lin" valueType="num">
                                      <p:cBhvr>
                                        <p:cTn id="20"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 name="Google Shape;1534;p36">
            <a:extLst>
              <a:ext uri="{FF2B5EF4-FFF2-40B4-BE49-F238E27FC236}">
                <a16:creationId xmlns:a16="http://schemas.microsoft.com/office/drawing/2014/main" id="{69C0E481-1A7C-8DFF-E143-F58CFD321E08}"/>
              </a:ext>
            </a:extLst>
          </p:cNvPr>
          <p:cNvGrpSpPr/>
          <p:nvPr/>
        </p:nvGrpSpPr>
        <p:grpSpPr>
          <a:xfrm>
            <a:off x="0" y="4421430"/>
            <a:ext cx="9276783" cy="1398672"/>
            <a:chOff x="-139347" y="3868275"/>
            <a:chExt cx="9276783" cy="1398672"/>
          </a:xfrm>
          <a:solidFill>
            <a:srgbClr val="091359"/>
          </a:solidFill>
        </p:grpSpPr>
        <p:sp>
          <p:nvSpPr>
            <p:cNvPr id="26" name="Google Shape;1535;p36">
              <a:extLst>
                <a:ext uri="{FF2B5EF4-FFF2-40B4-BE49-F238E27FC236}">
                  <a16:creationId xmlns:a16="http://schemas.microsoft.com/office/drawing/2014/main" id="{89AF1B9C-9B87-9AF0-0C2B-D6FDEF03DF0B}"/>
                </a:ext>
              </a:extLst>
            </p:cNvPr>
            <p:cNvSpPr/>
            <p:nvPr/>
          </p:nvSpPr>
          <p:spPr>
            <a:xfrm flipH="1">
              <a:off x="-139347" y="4015425"/>
              <a:ext cx="9276772" cy="548850"/>
            </a:xfrm>
            <a:custGeom>
              <a:avLst/>
              <a:gdLst/>
              <a:ahLst/>
              <a:cxnLst/>
              <a:rect l="l" t="t" r="r" b="b"/>
              <a:pathLst>
                <a:path w="219946" h="21954" extrusionOk="0">
                  <a:moveTo>
                    <a:pt x="0" y="12956"/>
                  </a:moveTo>
                  <a:lnTo>
                    <a:pt x="0" y="21954"/>
                  </a:lnTo>
                  <a:lnTo>
                    <a:pt x="219946" y="8998"/>
                  </a:lnTo>
                  <a:lnTo>
                    <a:pt x="219946"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7" name="Google Shape;1536;p36">
              <a:extLst>
                <a:ext uri="{FF2B5EF4-FFF2-40B4-BE49-F238E27FC236}">
                  <a16:creationId xmlns:a16="http://schemas.microsoft.com/office/drawing/2014/main" id="{C962049F-7EAE-45FF-9475-2EE4F0DF3B4E}"/>
                </a:ext>
              </a:extLst>
            </p:cNvPr>
            <p:cNvGrpSpPr/>
            <p:nvPr/>
          </p:nvGrpSpPr>
          <p:grpSpPr>
            <a:xfrm flipH="1">
              <a:off x="2134836" y="4216900"/>
              <a:ext cx="3484400" cy="1050047"/>
              <a:chOff x="3379075" y="4216900"/>
              <a:chExt cx="3484400" cy="1050047"/>
            </a:xfrm>
            <a:grpFill/>
          </p:grpSpPr>
          <p:sp>
            <p:nvSpPr>
              <p:cNvPr id="87" name="Google Shape;1537;p36">
                <a:extLst>
                  <a:ext uri="{FF2B5EF4-FFF2-40B4-BE49-F238E27FC236}">
                    <a16:creationId xmlns:a16="http://schemas.microsoft.com/office/drawing/2014/main" id="{5713E945-E397-67EA-EAF1-D77279F6DC33}"/>
                  </a:ext>
                </a:extLst>
              </p:cNvPr>
              <p:cNvSpPr/>
              <p:nvPr/>
            </p:nvSpPr>
            <p:spPr>
              <a:xfrm>
                <a:off x="6638025" y="4216900"/>
                <a:ext cx="225450" cy="266525"/>
              </a:xfrm>
              <a:custGeom>
                <a:avLst/>
                <a:gdLst/>
                <a:ahLst/>
                <a:cxnLst/>
                <a:rect l="l" t="t" r="r" b="b"/>
                <a:pathLst>
                  <a:path w="9018" h="10661" extrusionOk="0">
                    <a:moveTo>
                      <a:pt x="1" y="10660"/>
                    </a:moveTo>
                    <a:lnTo>
                      <a:pt x="9017" y="10660"/>
                    </a:lnTo>
                    <a:lnTo>
                      <a:pt x="9017"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1538;p36">
                <a:extLst>
                  <a:ext uri="{FF2B5EF4-FFF2-40B4-BE49-F238E27FC236}">
                    <a16:creationId xmlns:a16="http://schemas.microsoft.com/office/drawing/2014/main" id="{D3BFE6C1-A617-DD21-1BCA-EA4A8EBDF3CD}"/>
                  </a:ext>
                </a:extLst>
              </p:cNvPr>
              <p:cNvSpPr/>
              <p:nvPr/>
            </p:nvSpPr>
            <p:spPr>
              <a:xfrm>
                <a:off x="5628575" y="4216900"/>
                <a:ext cx="225425" cy="266525"/>
              </a:xfrm>
              <a:custGeom>
                <a:avLst/>
                <a:gdLst/>
                <a:ahLst/>
                <a:cxnLst/>
                <a:rect l="l" t="t" r="r" b="b"/>
                <a:pathLst>
                  <a:path w="9017" h="10661" extrusionOk="0">
                    <a:moveTo>
                      <a:pt x="0" y="10660"/>
                    </a:moveTo>
                    <a:lnTo>
                      <a:pt x="9017" y="10660"/>
                    </a:lnTo>
                    <a:lnTo>
                      <a:pt x="9017"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1539;p36">
                <a:extLst>
                  <a:ext uri="{FF2B5EF4-FFF2-40B4-BE49-F238E27FC236}">
                    <a16:creationId xmlns:a16="http://schemas.microsoft.com/office/drawing/2014/main" id="{93BE9C1F-C27E-6192-934F-EF6F41DF4331}"/>
                  </a:ext>
                </a:extLst>
              </p:cNvPr>
              <p:cNvSpPr/>
              <p:nvPr/>
            </p:nvSpPr>
            <p:spPr>
              <a:xfrm>
                <a:off x="5700425" y="4473175"/>
                <a:ext cx="72850" cy="792553"/>
              </a:xfrm>
              <a:custGeom>
                <a:avLst/>
                <a:gdLst/>
                <a:ahLst/>
                <a:cxnLst/>
                <a:rect l="l" t="t" r="r" b="b"/>
                <a:pathLst>
                  <a:path w="2914" h="48780" extrusionOk="0">
                    <a:moveTo>
                      <a:pt x="1" y="48780"/>
                    </a:moveTo>
                    <a:lnTo>
                      <a:pt x="2913" y="48780"/>
                    </a:lnTo>
                    <a:lnTo>
                      <a:pt x="291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1540;p36">
                <a:extLst>
                  <a:ext uri="{FF2B5EF4-FFF2-40B4-BE49-F238E27FC236}">
                    <a16:creationId xmlns:a16="http://schemas.microsoft.com/office/drawing/2014/main" id="{1CD70B06-D350-3926-587D-A2E3E780A67D}"/>
                  </a:ext>
                </a:extLst>
              </p:cNvPr>
              <p:cNvSpPr/>
              <p:nvPr/>
            </p:nvSpPr>
            <p:spPr>
              <a:xfrm>
                <a:off x="4520150" y="4293100"/>
                <a:ext cx="225450" cy="266525"/>
              </a:xfrm>
              <a:custGeom>
                <a:avLst/>
                <a:gdLst/>
                <a:ahLst/>
                <a:cxnLst/>
                <a:rect l="l" t="t" r="r" b="b"/>
                <a:pathLst>
                  <a:path w="9018" h="10661" extrusionOk="0">
                    <a:moveTo>
                      <a:pt x="1" y="10660"/>
                    </a:moveTo>
                    <a:lnTo>
                      <a:pt x="9017" y="10660"/>
                    </a:lnTo>
                    <a:lnTo>
                      <a:pt x="9017"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1541;p36">
                <a:extLst>
                  <a:ext uri="{FF2B5EF4-FFF2-40B4-BE49-F238E27FC236}">
                    <a16:creationId xmlns:a16="http://schemas.microsoft.com/office/drawing/2014/main" id="{88763C1F-FEE5-43B9-D18F-6EE0FC4AFF5D}"/>
                  </a:ext>
                </a:extLst>
              </p:cNvPr>
              <p:cNvSpPr/>
              <p:nvPr/>
            </p:nvSpPr>
            <p:spPr>
              <a:xfrm>
                <a:off x="4592025" y="4473175"/>
                <a:ext cx="72825" cy="792553"/>
              </a:xfrm>
              <a:custGeom>
                <a:avLst/>
                <a:gdLst/>
                <a:ahLst/>
                <a:cxnLst/>
                <a:rect l="l" t="t" r="r" b="b"/>
                <a:pathLst>
                  <a:path w="2913" h="48780" extrusionOk="0">
                    <a:moveTo>
                      <a:pt x="1" y="48780"/>
                    </a:moveTo>
                    <a:lnTo>
                      <a:pt x="2913" y="48780"/>
                    </a:lnTo>
                    <a:lnTo>
                      <a:pt x="291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1542;p36">
                <a:extLst>
                  <a:ext uri="{FF2B5EF4-FFF2-40B4-BE49-F238E27FC236}">
                    <a16:creationId xmlns:a16="http://schemas.microsoft.com/office/drawing/2014/main" id="{D06B1159-567A-3EB8-69E6-8C4C3671E48A}"/>
                  </a:ext>
                </a:extLst>
              </p:cNvPr>
              <p:cNvSpPr/>
              <p:nvPr/>
            </p:nvSpPr>
            <p:spPr>
              <a:xfrm>
                <a:off x="3379075" y="4327650"/>
                <a:ext cx="225450" cy="262300"/>
              </a:xfrm>
              <a:custGeom>
                <a:avLst/>
                <a:gdLst/>
                <a:ahLst/>
                <a:cxnLst/>
                <a:rect l="l" t="t" r="r" b="b"/>
                <a:pathLst>
                  <a:path w="9018" h="10492" extrusionOk="0">
                    <a:moveTo>
                      <a:pt x="1" y="10492"/>
                    </a:moveTo>
                    <a:lnTo>
                      <a:pt x="9017" y="10492"/>
                    </a:lnTo>
                    <a:lnTo>
                      <a:pt x="9017" y="0"/>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1543;p36">
                <a:extLst>
                  <a:ext uri="{FF2B5EF4-FFF2-40B4-BE49-F238E27FC236}">
                    <a16:creationId xmlns:a16="http://schemas.microsoft.com/office/drawing/2014/main" id="{BD98C59D-D6EF-491D-AA53-ABD76B4A2623}"/>
                  </a:ext>
                </a:extLst>
              </p:cNvPr>
              <p:cNvSpPr/>
              <p:nvPr/>
            </p:nvSpPr>
            <p:spPr>
              <a:xfrm>
                <a:off x="3450950" y="4494102"/>
                <a:ext cx="72825" cy="772845"/>
              </a:xfrm>
              <a:custGeom>
                <a:avLst/>
                <a:gdLst/>
                <a:ahLst/>
                <a:cxnLst/>
                <a:rect l="l" t="t" r="r" b="b"/>
                <a:pathLst>
                  <a:path w="2913" h="47567" extrusionOk="0">
                    <a:moveTo>
                      <a:pt x="1" y="47567"/>
                    </a:moveTo>
                    <a:lnTo>
                      <a:pt x="2913" y="47567"/>
                    </a:lnTo>
                    <a:lnTo>
                      <a:pt x="291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 name="Google Shape;1544;p36">
              <a:extLst>
                <a:ext uri="{FF2B5EF4-FFF2-40B4-BE49-F238E27FC236}">
                  <a16:creationId xmlns:a16="http://schemas.microsoft.com/office/drawing/2014/main" id="{54A9CCB7-B41C-4B06-F9A7-0B48C2839929}"/>
                </a:ext>
              </a:extLst>
            </p:cNvPr>
            <p:cNvGrpSpPr/>
            <p:nvPr/>
          </p:nvGrpSpPr>
          <p:grpSpPr>
            <a:xfrm flipH="1">
              <a:off x="-57406" y="3868275"/>
              <a:ext cx="9194843" cy="559600"/>
              <a:chOff x="-139125" y="3868275"/>
              <a:chExt cx="9194843" cy="559600"/>
            </a:xfrm>
            <a:grpFill/>
          </p:grpSpPr>
          <p:sp>
            <p:nvSpPr>
              <p:cNvPr id="44" name="Google Shape;1545;p36">
                <a:extLst>
                  <a:ext uri="{FF2B5EF4-FFF2-40B4-BE49-F238E27FC236}">
                    <a16:creationId xmlns:a16="http://schemas.microsoft.com/office/drawing/2014/main" id="{90E6CAF2-DA24-9C35-0554-7F758E89AB02}"/>
                  </a:ext>
                </a:extLst>
              </p:cNvPr>
              <p:cNvSpPr/>
              <p:nvPr/>
            </p:nvSpPr>
            <p:spPr>
              <a:xfrm>
                <a:off x="-139125" y="3868275"/>
                <a:ext cx="9194843" cy="351450"/>
              </a:xfrm>
              <a:custGeom>
                <a:avLst/>
                <a:gdLst/>
                <a:ahLst/>
                <a:cxnLst/>
                <a:rect l="l" t="t" r="r" b="b"/>
                <a:pathLst>
                  <a:path w="219946" h="14058" extrusionOk="0">
                    <a:moveTo>
                      <a:pt x="0" y="12956"/>
                    </a:moveTo>
                    <a:lnTo>
                      <a:pt x="0" y="14058"/>
                    </a:lnTo>
                    <a:lnTo>
                      <a:pt x="219946" y="1102"/>
                    </a:lnTo>
                    <a:lnTo>
                      <a:pt x="219946"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1546;p36">
                <a:extLst>
                  <a:ext uri="{FF2B5EF4-FFF2-40B4-BE49-F238E27FC236}">
                    <a16:creationId xmlns:a16="http://schemas.microsoft.com/office/drawing/2014/main" id="{48260650-71E9-85AC-38EF-BEAD638C4D54}"/>
                  </a:ext>
                </a:extLst>
              </p:cNvPr>
              <p:cNvSpPr/>
              <p:nvPr/>
            </p:nvSpPr>
            <p:spPr>
              <a:xfrm>
                <a:off x="125427" y="4182825"/>
                <a:ext cx="34406" cy="245050"/>
              </a:xfrm>
              <a:custGeom>
                <a:avLst/>
                <a:gdLst/>
                <a:ahLst/>
                <a:cxnLst/>
                <a:rect l="l" t="t" r="r" b="b"/>
                <a:pathLst>
                  <a:path w="823" h="9802" extrusionOk="0">
                    <a:moveTo>
                      <a:pt x="1" y="9802"/>
                    </a:moveTo>
                    <a:lnTo>
                      <a:pt x="822" y="9802"/>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1547;p36">
                <a:extLst>
                  <a:ext uri="{FF2B5EF4-FFF2-40B4-BE49-F238E27FC236}">
                    <a16:creationId xmlns:a16="http://schemas.microsoft.com/office/drawing/2014/main" id="{CB4D4D1C-E62E-F434-4382-9070971E9FA0}"/>
                  </a:ext>
                </a:extLst>
              </p:cNvPr>
              <p:cNvSpPr/>
              <p:nvPr/>
            </p:nvSpPr>
            <p:spPr>
              <a:xfrm>
                <a:off x="336927" y="4176300"/>
                <a:ext cx="34406" cy="244575"/>
              </a:xfrm>
              <a:custGeom>
                <a:avLst/>
                <a:gdLst/>
                <a:ahLst/>
                <a:cxnLst/>
                <a:rect l="l" t="t" r="r" b="b"/>
                <a:pathLst>
                  <a:path w="823" h="9783" extrusionOk="0">
                    <a:moveTo>
                      <a:pt x="1" y="9783"/>
                    </a:moveTo>
                    <a:lnTo>
                      <a:pt x="822" y="9783"/>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1548;p36">
                <a:extLst>
                  <a:ext uri="{FF2B5EF4-FFF2-40B4-BE49-F238E27FC236}">
                    <a16:creationId xmlns:a16="http://schemas.microsoft.com/office/drawing/2014/main" id="{E23E5D9F-AD63-A544-ADB3-7C1291583BAA}"/>
                  </a:ext>
                </a:extLst>
              </p:cNvPr>
              <p:cNvSpPr/>
              <p:nvPr/>
            </p:nvSpPr>
            <p:spPr>
              <a:xfrm>
                <a:off x="548427" y="4169300"/>
                <a:ext cx="33611" cy="245050"/>
              </a:xfrm>
              <a:custGeom>
                <a:avLst/>
                <a:gdLst/>
                <a:ahLst/>
                <a:cxnLst/>
                <a:rect l="l" t="t" r="r" b="b"/>
                <a:pathLst>
                  <a:path w="804" h="9802" extrusionOk="0">
                    <a:moveTo>
                      <a:pt x="1" y="9801"/>
                    </a:moveTo>
                    <a:lnTo>
                      <a:pt x="803" y="9801"/>
                    </a:lnTo>
                    <a:lnTo>
                      <a:pt x="80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1549;p36">
                <a:extLst>
                  <a:ext uri="{FF2B5EF4-FFF2-40B4-BE49-F238E27FC236}">
                    <a16:creationId xmlns:a16="http://schemas.microsoft.com/office/drawing/2014/main" id="{183717F5-A57F-B829-65C5-89B280725CFE}"/>
                  </a:ext>
                </a:extLst>
              </p:cNvPr>
              <p:cNvSpPr/>
              <p:nvPr/>
            </p:nvSpPr>
            <p:spPr>
              <a:xfrm>
                <a:off x="759174" y="4162300"/>
                <a:ext cx="34364" cy="245050"/>
              </a:xfrm>
              <a:custGeom>
                <a:avLst/>
                <a:gdLst/>
                <a:ahLst/>
                <a:cxnLst/>
                <a:rect l="l" t="t" r="r" b="b"/>
                <a:pathLst>
                  <a:path w="822" h="9802" extrusionOk="0">
                    <a:moveTo>
                      <a:pt x="0" y="9801"/>
                    </a:moveTo>
                    <a:lnTo>
                      <a:pt x="821" y="9801"/>
                    </a:lnTo>
                    <a:lnTo>
                      <a:pt x="821"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1550;p36">
                <a:extLst>
                  <a:ext uri="{FF2B5EF4-FFF2-40B4-BE49-F238E27FC236}">
                    <a16:creationId xmlns:a16="http://schemas.microsoft.com/office/drawing/2014/main" id="{640904B9-2E93-328F-9ACA-E0D5450B4F01}"/>
                  </a:ext>
                </a:extLst>
              </p:cNvPr>
              <p:cNvSpPr/>
              <p:nvPr/>
            </p:nvSpPr>
            <p:spPr>
              <a:xfrm>
                <a:off x="970673" y="4155300"/>
                <a:ext cx="34364" cy="245050"/>
              </a:xfrm>
              <a:custGeom>
                <a:avLst/>
                <a:gdLst/>
                <a:ahLst/>
                <a:cxnLst/>
                <a:rect l="l" t="t" r="r" b="b"/>
                <a:pathLst>
                  <a:path w="822" h="9802" extrusionOk="0">
                    <a:moveTo>
                      <a:pt x="0" y="9801"/>
                    </a:moveTo>
                    <a:lnTo>
                      <a:pt x="821" y="9801"/>
                    </a:lnTo>
                    <a:lnTo>
                      <a:pt x="821"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1551;p36">
                <a:extLst>
                  <a:ext uri="{FF2B5EF4-FFF2-40B4-BE49-F238E27FC236}">
                    <a16:creationId xmlns:a16="http://schemas.microsoft.com/office/drawing/2014/main" id="{ABF15E2D-83BA-120A-F493-5B454ECBF85C}"/>
                  </a:ext>
                </a:extLst>
              </p:cNvPr>
              <p:cNvSpPr/>
              <p:nvPr/>
            </p:nvSpPr>
            <p:spPr>
              <a:xfrm>
                <a:off x="1182173" y="4148775"/>
                <a:ext cx="34364" cy="244575"/>
              </a:xfrm>
              <a:custGeom>
                <a:avLst/>
                <a:gdLst/>
                <a:ahLst/>
                <a:cxnLst/>
                <a:rect l="l" t="t" r="r" b="b"/>
                <a:pathLst>
                  <a:path w="822" h="9783" extrusionOk="0">
                    <a:moveTo>
                      <a:pt x="0" y="9782"/>
                    </a:moveTo>
                    <a:lnTo>
                      <a:pt x="821" y="9782"/>
                    </a:lnTo>
                    <a:lnTo>
                      <a:pt x="821"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1552;p36">
                <a:extLst>
                  <a:ext uri="{FF2B5EF4-FFF2-40B4-BE49-F238E27FC236}">
                    <a16:creationId xmlns:a16="http://schemas.microsoft.com/office/drawing/2014/main" id="{E955D1FF-80A1-8623-F4A6-AAC5F0A4B521}"/>
                  </a:ext>
                </a:extLst>
              </p:cNvPr>
              <p:cNvSpPr/>
              <p:nvPr/>
            </p:nvSpPr>
            <p:spPr>
              <a:xfrm>
                <a:off x="1393673" y="4141775"/>
                <a:ext cx="34364" cy="245025"/>
              </a:xfrm>
              <a:custGeom>
                <a:avLst/>
                <a:gdLst/>
                <a:ahLst/>
                <a:cxnLst/>
                <a:rect l="l" t="t" r="r" b="b"/>
                <a:pathLst>
                  <a:path w="822" h="9801" extrusionOk="0">
                    <a:moveTo>
                      <a:pt x="0" y="9801"/>
                    </a:moveTo>
                    <a:lnTo>
                      <a:pt x="821" y="9801"/>
                    </a:lnTo>
                    <a:lnTo>
                      <a:pt x="821"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1553;p36">
                <a:extLst>
                  <a:ext uri="{FF2B5EF4-FFF2-40B4-BE49-F238E27FC236}">
                    <a16:creationId xmlns:a16="http://schemas.microsoft.com/office/drawing/2014/main" id="{9FC08D44-AB53-513C-0F67-24176A3D431E}"/>
                  </a:ext>
                </a:extLst>
              </p:cNvPr>
              <p:cNvSpPr/>
              <p:nvPr/>
            </p:nvSpPr>
            <p:spPr>
              <a:xfrm>
                <a:off x="1605172" y="4134775"/>
                <a:ext cx="34364" cy="245025"/>
              </a:xfrm>
              <a:custGeom>
                <a:avLst/>
                <a:gdLst/>
                <a:ahLst/>
                <a:cxnLst/>
                <a:rect l="l" t="t" r="r" b="b"/>
                <a:pathLst>
                  <a:path w="822" h="9801" extrusionOk="0">
                    <a:moveTo>
                      <a:pt x="0" y="9801"/>
                    </a:moveTo>
                    <a:lnTo>
                      <a:pt x="821" y="9801"/>
                    </a:lnTo>
                    <a:lnTo>
                      <a:pt x="821"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1554;p36">
                <a:extLst>
                  <a:ext uri="{FF2B5EF4-FFF2-40B4-BE49-F238E27FC236}">
                    <a16:creationId xmlns:a16="http://schemas.microsoft.com/office/drawing/2014/main" id="{821CEC93-45C0-6A25-1AFC-F687C7AA66A6}"/>
                  </a:ext>
                </a:extLst>
              </p:cNvPr>
              <p:cNvSpPr/>
              <p:nvPr/>
            </p:nvSpPr>
            <p:spPr>
              <a:xfrm>
                <a:off x="1816672" y="4127775"/>
                <a:ext cx="33569" cy="245025"/>
              </a:xfrm>
              <a:custGeom>
                <a:avLst/>
                <a:gdLst/>
                <a:ahLst/>
                <a:cxnLst/>
                <a:rect l="l" t="t" r="r" b="b"/>
                <a:pathLst>
                  <a:path w="803" h="9801" extrusionOk="0">
                    <a:moveTo>
                      <a:pt x="0" y="9801"/>
                    </a:moveTo>
                    <a:lnTo>
                      <a:pt x="803" y="9801"/>
                    </a:lnTo>
                    <a:lnTo>
                      <a:pt x="803"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1555;p36">
                <a:extLst>
                  <a:ext uri="{FF2B5EF4-FFF2-40B4-BE49-F238E27FC236}">
                    <a16:creationId xmlns:a16="http://schemas.microsoft.com/office/drawing/2014/main" id="{17F48074-A7B8-B7E4-9965-00271F503D4E}"/>
                  </a:ext>
                </a:extLst>
              </p:cNvPr>
              <p:cNvSpPr/>
              <p:nvPr/>
            </p:nvSpPr>
            <p:spPr>
              <a:xfrm>
                <a:off x="2027377" y="4121225"/>
                <a:ext cx="34364" cy="244575"/>
              </a:xfrm>
              <a:custGeom>
                <a:avLst/>
                <a:gdLst/>
                <a:ahLst/>
                <a:cxnLst/>
                <a:rect l="l" t="t" r="r" b="b"/>
                <a:pathLst>
                  <a:path w="822" h="9783" extrusionOk="0">
                    <a:moveTo>
                      <a:pt x="0" y="9783"/>
                    </a:moveTo>
                    <a:lnTo>
                      <a:pt x="822" y="9783"/>
                    </a:lnTo>
                    <a:lnTo>
                      <a:pt x="822"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1556;p36">
                <a:extLst>
                  <a:ext uri="{FF2B5EF4-FFF2-40B4-BE49-F238E27FC236}">
                    <a16:creationId xmlns:a16="http://schemas.microsoft.com/office/drawing/2014/main" id="{52C0F10A-12FB-E6F4-E6A1-534E17EF31E1}"/>
                  </a:ext>
                </a:extLst>
              </p:cNvPr>
              <p:cNvSpPr/>
              <p:nvPr/>
            </p:nvSpPr>
            <p:spPr>
              <a:xfrm>
                <a:off x="2238877" y="4114225"/>
                <a:ext cx="34364" cy="245050"/>
              </a:xfrm>
              <a:custGeom>
                <a:avLst/>
                <a:gdLst/>
                <a:ahLst/>
                <a:cxnLst/>
                <a:rect l="l" t="t" r="r" b="b"/>
                <a:pathLst>
                  <a:path w="822" h="9802" extrusionOk="0">
                    <a:moveTo>
                      <a:pt x="0" y="9801"/>
                    </a:moveTo>
                    <a:lnTo>
                      <a:pt x="822" y="9801"/>
                    </a:lnTo>
                    <a:lnTo>
                      <a:pt x="822"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1557;p36">
                <a:extLst>
                  <a:ext uri="{FF2B5EF4-FFF2-40B4-BE49-F238E27FC236}">
                    <a16:creationId xmlns:a16="http://schemas.microsoft.com/office/drawing/2014/main" id="{13607C2D-15B6-2269-701A-421DD1927134}"/>
                  </a:ext>
                </a:extLst>
              </p:cNvPr>
              <p:cNvSpPr/>
              <p:nvPr/>
            </p:nvSpPr>
            <p:spPr>
              <a:xfrm>
                <a:off x="2450377" y="4107225"/>
                <a:ext cx="34364" cy="245050"/>
              </a:xfrm>
              <a:custGeom>
                <a:avLst/>
                <a:gdLst/>
                <a:ahLst/>
                <a:cxnLst/>
                <a:rect l="l" t="t" r="r" b="b"/>
                <a:pathLst>
                  <a:path w="822" h="9802" extrusionOk="0">
                    <a:moveTo>
                      <a:pt x="0" y="9801"/>
                    </a:moveTo>
                    <a:lnTo>
                      <a:pt x="822" y="9801"/>
                    </a:lnTo>
                    <a:lnTo>
                      <a:pt x="822"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1558;p36">
                <a:extLst>
                  <a:ext uri="{FF2B5EF4-FFF2-40B4-BE49-F238E27FC236}">
                    <a16:creationId xmlns:a16="http://schemas.microsoft.com/office/drawing/2014/main" id="{EAD57549-8981-6B50-6A9F-1397E63C8317}"/>
                  </a:ext>
                </a:extLst>
              </p:cNvPr>
              <p:cNvSpPr/>
              <p:nvPr/>
            </p:nvSpPr>
            <p:spPr>
              <a:xfrm>
                <a:off x="2661876" y="4100225"/>
                <a:ext cx="34364" cy="245050"/>
              </a:xfrm>
              <a:custGeom>
                <a:avLst/>
                <a:gdLst/>
                <a:ahLst/>
                <a:cxnLst/>
                <a:rect l="l" t="t" r="r" b="b"/>
                <a:pathLst>
                  <a:path w="822" h="9802" extrusionOk="0">
                    <a:moveTo>
                      <a:pt x="0" y="9801"/>
                    </a:moveTo>
                    <a:lnTo>
                      <a:pt x="822" y="9801"/>
                    </a:lnTo>
                    <a:lnTo>
                      <a:pt x="822"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1559;p36">
                <a:extLst>
                  <a:ext uri="{FF2B5EF4-FFF2-40B4-BE49-F238E27FC236}">
                    <a16:creationId xmlns:a16="http://schemas.microsoft.com/office/drawing/2014/main" id="{D13F7B01-F709-6164-5BFB-F31D4454ED29}"/>
                  </a:ext>
                </a:extLst>
              </p:cNvPr>
              <p:cNvSpPr/>
              <p:nvPr/>
            </p:nvSpPr>
            <p:spPr>
              <a:xfrm>
                <a:off x="2873376" y="4093700"/>
                <a:ext cx="34364" cy="244575"/>
              </a:xfrm>
              <a:custGeom>
                <a:avLst/>
                <a:gdLst/>
                <a:ahLst/>
                <a:cxnLst/>
                <a:rect l="l" t="t" r="r" b="b"/>
                <a:pathLst>
                  <a:path w="822" h="9783" extrusionOk="0">
                    <a:moveTo>
                      <a:pt x="0" y="9782"/>
                    </a:moveTo>
                    <a:lnTo>
                      <a:pt x="822" y="9782"/>
                    </a:lnTo>
                    <a:lnTo>
                      <a:pt x="822"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1560;p36">
                <a:extLst>
                  <a:ext uri="{FF2B5EF4-FFF2-40B4-BE49-F238E27FC236}">
                    <a16:creationId xmlns:a16="http://schemas.microsoft.com/office/drawing/2014/main" id="{629235BD-D406-38DA-0108-41AE1E2A7883}"/>
                  </a:ext>
                </a:extLst>
              </p:cNvPr>
              <p:cNvSpPr/>
              <p:nvPr/>
            </p:nvSpPr>
            <p:spPr>
              <a:xfrm>
                <a:off x="3084876" y="4086700"/>
                <a:ext cx="33611" cy="245050"/>
              </a:xfrm>
              <a:custGeom>
                <a:avLst/>
                <a:gdLst/>
                <a:ahLst/>
                <a:cxnLst/>
                <a:rect l="l" t="t" r="r" b="b"/>
                <a:pathLst>
                  <a:path w="804" h="9802" extrusionOk="0">
                    <a:moveTo>
                      <a:pt x="0" y="9801"/>
                    </a:moveTo>
                    <a:lnTo>
                      <a:pt x="803" y="9801"/>
                    </a:lnTo>
                    <a:lnTo>
                      <a:pt x="803"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1561;p36">
                <a:extLst>
                  <a:ext uri="{FF2B5EF4-FFF2-40B4-BE49-F238E27FC236}">
                    <a16:creationId xmlns:a16="http://schemas.microsoft.com/office/drawing/2014/main" id="{508D0919-FB4B-B97F-2D0F-3F1060A372EA}"/>
                  </a:ext>
                </a:extLst>
              </p:cNvPr>
              <p:cNvSpPr/>
              <p:nvPr/>
            </p:nvSpPr>
            <p:spPr>
              <a:xfrm>
                <a:off x="3296375" y="4079700"/>
                <a:ext cx="33611" cy="245050"/>
              </a:xfrm>
              <a:custGeom>
                <a:avLst/>
                <a:gdLst/>
                <a:ahLst/>
                <a:cxnLst/>
                <a:rect l="l" t="t" r="r" b="b"/>
                <a:pathLst>
                  <a:path w="804" h="9802" extrusionOk="0">
                    <a:moveTo>
                      <a:pt x="0" y="9801"/>
                    </a:moveTo>
                    <a:lnTo>
                      <a:pt x="803" y="9801"/>
                    </a:lnTo>
                    <a:lnTo>
                      <a:pt x="803"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1562;p36">
                <a:extLst>
                  <a:ext uri="{FF2B5EF4-FFF2-40B4-BE49-F238E27FC236}">
                    <a16:creationId xmlns:a16="http://schemas.microsoft.com/office/drawing/2014/main" id="{0630A504-6226-C0AD-2AEF-87DF59999BB3}"/>
                  </a:ext>
                </a:extLst>
              </p:cNvPr>
              <p:cNvSpPr/>
              <p:nvPr/>
            </p:nvSpPr>
            <p:spPr>
              <a:xfrm>
                <a:off x="3507081" y="4072700"/>
                <a:ext cx="34406" cy="245025"/>
              </a:xfrm>
              <a:custGeom>
                <a:avLst/>
                <a:gdLst/>
                <a:ahLst/>
                <a:cxnLst/>
                <a:rect l="l" t="t" r="r" b="b"/>
                <a:pathLst>
                  <a:path w="823" h="9801" extrusionOk="0">
                    <a:moveTo>
                      <a:pt x="1" y="9801"/>
                    </a:moveTo>
                    <a:lnTo>
                      <a:pt x="822" y="9801"/>
                    </a:lnTo>
                    <a:lnTo>
                      <a:pt x="822" y="0"/>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1563;p36">
                <a:extLst>
                  <a:ext uri="{FF2B5EF4-FFF2-40B4-BE49-F238E27FC236}">
                    <a16:creationId xmlns:a16="http://schemas.microsoft.com/office/drawing/2014/main" id="{674B3B94-EC8B-089E-3AB5-1D0512CBD38E}"/>
                  </a:ext>
                </a:extLst>
              </p:cNvPr>
              <p:cNvSpPr/>
              <p:nvPr/>
            </p:nvSpPr>
            <p:spPr>
              <a:xfrm>
                <a:off x="3718580" y="4066175"/>
                <a:ext cx="34406" cy="244550"/>
              </a:xfrm>
              <a:custGeom>
                <a:avLst/>
                <a:gdLst/>
                <a:ahLst/>
                <a:cxnLst/>
                <a:rect l="l" t="t" r="r" b="b"/>
                <a:pathLst>
                  <a:path w="823" h="9782" extrusionOk="0">
                    <a:moveTo>
                      <a:pt x="1" y="9782"/>
                    </a:moveTo>
                    <a:lnTo>
                      <a:pt x="822" y="9782"/>
                    </a:lnTo>
                    <a:lnTo>
                      <a:pt x="822" y="0"/>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1564;p36">
                <a:extLst>
                  <a:ext uri="{FF2B5EF4-FFF2-40B4-BE49-F238E27FC236}">
                    <a16:creationId xmlns:a16="http://schemas.microsoft.com/office/drawing/2014/main" id="{37255BB0-0EFE-2FF9-24F4-9B4351C6DA55}"/>
                  </a:ext>
                </a:extLst>
              </p:cNvPr>
              <p:cNvSpPr/>
              <p:nvPr/>
            </p:nvSpPr>
            <p:spPr>
              <a:xfrm>
                <a:off x="3930080" y="4059150"/>
                <a:ext cx="34406" cy="245050"/>
              </a:xfrm>
              <a:custGeom>
                <a:avLst/>
                <a:gdLst/>
                <a:ahLst/>
                <a:cxnLst/>
                <a:rect l="l" t="t" r="r" b="b"/>
                <a:pathLst>
                  <a:path w="823" h="9802" extrusionOk="0">
                    <a:moveTo>
                      <a:pt x="1" y="9802"/>
                    </a:moveTo>
                    <a:lnTo>
                      <a:pt x="822" y="9802"/>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1565;p36">
                <a:extLst>
                  <a:ext uri="{FF2B5EF4-FFF2-40B4-BE49-F238E27FC236}">
                    <a16:creationId xmlns:a16="http://schemas.microsoft.com/office/drawing/2014/main" id="{D3E8D6F9-0F4F-66E4-0BAA-AED624483F46}"/>
                  </a:ext>
                </a:extLst>
              </p:cNvPr>
              <p:cNvSpPr/>
              <p:nvPr/>
            </p:nvSpPr>
            <p:spPr>
              <a:xfrm>
                <a:off x="4141580" y="4052150"/>
                <a:ext cx="34406" cy="245050"/>
              </a:xfrm>
              <a:custGeom>
                <a:avLst/>
                <a:gdLst/>
                <a:ahLst/>
                <a:cxnLst/>
                <a:rect l="l" t="t" r="r" b="b"/>
                <a:pathLst>
                  <a:path w="823" h="9802" extrusionOk="0">
                    <a:moveTo>
                      <a:pt x="1" y="9802"/>
                    </a:moveTo>
                    <a:lnTo>
                      <a:pt x="822" y="9802"/>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1566;p36">
                <a:extLst>
                  <a:ext uri="{FF2B5EF4-FFF2-40B4-BE49-F238E27FC236}">
                    <a16:creationId xmlns:a16="http://schemas.microsoft.com/office/drawing/2014/main" id="{A0F64FCE-F14A-595A-3649-EA9ACABCC7CD}"/>
                  </a:ext>
                </a:extLst>
              </p:cNvPr>
              <p:cNvSpPr/>
              <p:nvPr/>
            </p:nvSpPr>
            <p:spPr>
              <a:xfrm>
                <a:off x="4353079" y="4045625"/>
                <a:ext cx="33611" cy="244575"/>
              </a:xfrm>
              <a:custGeom>
                <a:avLst/>
                <a:gdLst/>
                <a:ahLst/>
                <a:cxnLst/>
                <a:rect l="l" t="t" r="r" b="b"/>
                <a:pathLst>
                  <a:path w="804" h="9783" extrusionOk="0">
                    <a:moveTo>
                      <a:pt x="1" y="9783"/>
                    </a:moveTo>
                    <a:lnTo>
                      <a:pt x="804" y="9783"/>
                    </a:lnTo>
                    <a:lnTo>
                      <a:pt x="804"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1567;p36">
                <a:extLst>
                  <a:ext uri="{FF2B5EF4-FFF2-40B4-BE49-F238E27FC236}">
                    <a16:creationId xmlns:a16="http://schemas.microsoft.com/office/drawing/2014/main" id="{A0A93F4B-B717-5CE1-95BF-FE883BDD1637}"/>
                  </a:ext>
                </a:extLst>
              </p:cNvPr>
              <p:cNvSpPr/>
              <p:nvPr/>
            </p:nvSpPr>
            <p:spPr>
              <a:xfrm>
                <a:off x="4564579" y="4038625"/>
                <a:ext cx="33611" cy="244575"/>
              </a:xfrm>
              <a:custGeom>
                <a:avLst/>
                <a:gdLst/>
                <a:ahLst/>
                <a:cxnLst/>
                <a:rect l="l" t="t" r="r" b="b"/>
                <a:pathLst>
                  <a:path w="804" h="9783" extrusionOk="0">
                    <a:moveTo>
                      <a:pt x="1" y="9783"/>
                    </a:moveTo>
                    <a:lnTo>
                      <a:pt x="804" y="9783"/>
                    </a:lnTo>
                    <a:lnTo>
                      <a:pt x="804"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1568;p36">
                <a:extLst>
                  <a:ext uri="{FF2B5EF4-FFF2-40B4-BE49-F238E27FC236}">
                    <a16:creationId xmlns:a16="http://schemas.microsoft.com/office/drawing/2014/main" id="{80B9A5F1-9CFD-253E-40E3-CB3182A9EFA1}"/>
                  </a:ext>
                </a:extLst>
              </p:cNvPr>
              <p:cNvSpPr/>
              <p:nvPr/>
            </p:nvSpPr>
            <p:spPr>
              <a:xfrm>
                <a:off x="4775326" y="4031625"/>
                <a:ext cx="34364" cy="245050"/>
              </a:xfrm>
              <a:custGeom>
                <a:avLst/>
                <a:gdLst/>
                <a:ahLst/>
                <a:cxnLst/>
                <a:rect l="l" t="t" r="r" b="b"/>
                <a:pathLst>
                  <a:path w="822" h="9802" extrusionOk="0">
                    <a:moveTo>
                      <a:pt x="0" y="9801"/>
                    </a:moveTo>
                    <a:lnTo>
                      <a:pt x="822" y="9801"/>
                    </a:lnTo>
                    <a:lnTo>
                      <a:pt x="822"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1569;p36">
                <a:extLst>
                  <a:ext uri="{FF2B5EF4-FFF2-40B4-BE49-F238E27FC236}">
                    <a16:creationId xmlns:a16="http://schemas.microsoft.com/office/drawing/2014/main" id="{80AFE46F-70AB-3B41-E4B9-4785604ABD46}"/>
                  </a:ext>
                </a:extLst>
              </p:cNvPr>
              <p:cNvSpPr/>
              <p:nvPr/>
            </p:nvSpPr>
            <p:spPr>
              <a:xfrm>
                <a:off x="4986826" y="4024625"/>
                <a:ext cx="34364" cy="245050"/>
              </a:xfrm>
              <a:custGeom>
                <a:avLst/>
                <a:gdLst/>
                <a:ahLst/>
                <a:cxnLst/>
                <a:rect l="l" t="t" r="r" b="b"/>
                <a:pathLst>
                  <a:path w="822" h="9802" extrusionOk="0">
                    <a:moveTo>
                      <a:pt x="0" y="9801"/>
                    </a:moveTo>
                    <a:lnTo>
                      <a:pt x="822" y="9801"/>
                    </a:lnTo>
                    <a:lnTo>
                      <a:pt x="822"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1570;p36">
                <a:extLst>
                  <a:ext uri="{FF2B5EF4-FFF2-40B4-BE49-F238E27FC236}">
                    <a16:creationId xmlns:a16="http://schemas.microsoft.com/office/drawing/2014/main" id="{E152E664-9E28-F0EE-0629-5A309BBA778A}"/>
                  </a:ext>
                </a:extLst>
              </p:cNvPr>
              <p:cNvSpPr/>
              <p:nvPr/>
            </p:nvSpPr>
            <p:spPr>
              <a:xfrm>
                <a:off x="5198325" y="4018100"/>
                <a:ext cx="34364" cy="244575"/>
              </a:xfrm>
              <a:custGeom>
                <a:avLst/>
                <a:gdLst/>
                <a:ahLst/>
                <a:cxnLst/>
                <a:rect l="l" t="t" r="r" b="b"/>
                <a:pathLst>
                  <a:path w="822" h="9783" extrusionOk="0">
                    <a:moveTo>
                      <a:pt x="0" y="9782"/>
                    </a:moveTo>
                    <a:lnTo>
                      <a:pt x="822" y="9782"/>
                    </a:lnTo>
                    <a:lnTo>
                      <a:pt x="822"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1571;p36">
                <a:extLst>
                  <a:ext uri="{FF2B5EF4-FFF2-40B4-BE49-F238E27FC236}">
                    <a16:creationId xmlns:a16="http://schemas.microsoft.com/office/drawing/2014/main" id="{7B7FE93C-AAD0-3DF4-0AD6-75F0B1E55A4C}"/>
                  </a:ext>
                </a:extLst>
              </p:cNvPr>
              <p:cNvSpPr/>
              <p:nvPr/>
            </p:nvSpPr>
            <p:spPr>
              <a:xfrm>
                <a:off x="5409825" y="4011100"/>
                <a:ext cx="34364" cy="245025"/>
              </a:xfrm>
              <a:custGeom>
                <a:avLst/>
                <a:gdLst/>
                <a:ahLst/>
                <a:cxnLst/>
                <a:rect l="l" t="t" r="r" b="b"/>
                <a:pathLst>
                  <a:path w="822" h="9801" extrusionOk="0">
                    <a:moveTo>
                      <a:pt x="0" y="9801"/>
                    </a:moveTo>
                    <a:lnTo>
                      <a:pt x="822" y="9801"/>
                    </a:lnTo>
                    <a:lnTo>
                      <a:pt x="822"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1572;p36">
                <a:extLst>
                  <a:ext uri="{FF2B5EF4-FFF2-40B4-BE49-F238E27FC236}">
                    <a16:creationId xmlns:a16="http://schemas.microsoft.com/office/drawing/2014/main" id="{9C8806CA-6DB7-3A2B-AEBE-89036BEE2125}"/>
                  </a:ext>
                </a:extLst>
              </p:cNvPr>
              <p:cNvSpPr/>
              <p:nvPr/>
            </p:nvSpPr>
            <p:spPr>
              <a:xfrm>
                <a:off x="5621325" y="4004100"/>
                <a:ext cx="34364" cy="245025"/>
              </a:xfrm>
              <a:custGeom>
                <a:avLst/>
                <a:gdLst/>
                <a:ahLst/>
                <a:cxnLst/>
                <a:rect l="l" t="t" r="r" b="b"/>
                <a:pathLst>
                  <a:path w="822" h="9801" extrusionOk="0">
                    <a:moveTo>
                      <a:pt x="0" y="9801"/>
                    </a:moveTo>
                    <a:lnTo>
                      <a:pt x="822" y="9801"/>
                    </a:lnTo>
                    <a:lnTo>
                      <a:pt x="822"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1573;p36">
                <a:extLst>
                  <a:ext uri="{FF2B5EF4-FFF2-40B4-BE49-F238E27FC236}">
                    <a16:creationId xmlns:a16="http://schemas.microsoft.com/office/drawing/2014/main" id="{1F812F73-75FC-56CF-B1BC-EEBDE508F871}"/>
                  </a:ext>
                </a:extLst>
              </p:cNvPr>
              <p:cNvSpPr/>
              <p:nvPr/>
            </p:nvSpPr>
            <p:spPr>
              <a:xfrm>
                <a:off x="5832824" y="3997100"/>
                <a:ext cx="33569" cy="245025"/>
              </a:xfrm>
              <a:custGeom>
                <a:avLst/>
                <a:gdLst/>
                <a:ahLst/>
                <a:cxnLst/>
                <a:rect l="l" t="t" r="r" b="b"/>
                <a:pathLst>
                  <a:path w="803" h="9801" extrusionOk="0">
                    <a:moveTo>
                      <a:pt x="0" y="9801"/>
                    </a:moveTo>
                    <a:lnTo>
                      <a:pt x="803" y="9801"/>
                    </a:lnTo>
                    <a:lnTo>
                      <a:pt x="803"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1574;p36">
                <a:extLst>
                  <a:ext uri="{FF2B5EF4-FFF2-40B4-BE49-F238E27FC236}">
                    <a16:creationId xmlns:a16="http://schemas.microsoft.com/office/drawing/2014/main" id="{970D8F09-9616-FD8C-163A-07B551854C90}"/>
                  </a:ext>
                </a:extLst>
              </p:cNvPr>
              <p:cNvSpPr/>
              <p:nvPr/>
            </p:nvSpPr>
            <p:spPr>
              <a:xfrm>
                <a:off x="6043530" y="3990550"/>
                <a:ext cx="34364" cy="244575"/>
              </a:xfrm>
              <a:custGeom>
                <a:avLst/>
                <a:gdLst/>
                <a:ahLst/>
                <a:cxnLst/>
                <a:rect l="l" t="t" r="r" b="b"/>
                <a:pathLst>
                  <a:path w="822" h="9783" extrusionOk="0">
                    <a:moveTo>
                      <a:pt x="1" y="9783"/>
                    </a:moveTo>
                    <a:lnTo>
                      <a:pt x="822" y="9783"/>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1575;p36">
                <a:extLst>
                  <a:ext uri="{FF2B5EF4-FFF2-40B4-BE49-F238E27FC236}">
                    <a16:creationId xmlns:a16="http://schemas.microsoft.com/office/drawing/2014/main" id="{8065F89C-19FC-46AB-0FD9-6845F426B129}"/>
                  </a:ext>
                </a:extLst>
              </p:cNvPr>
              <p:cNvSpPr/>
              <p:nvPr/>
            </p:nvSpPr>
            <p:spPr>
              <a:xfrm>
                <a:off x="6255029" y="3983550"/>
                <a:ext cx="34364" cy="245050"/>
              </a:xfrm>
              <a:custGeom>
                <a:avLst/>
                <a:gdLst/>
                <a:ahLst/>
                <a:cxnLst/>
                <a:rect l="l" t="t" r="r" b="b"/>
                <a:pathLst>
                  <a:path w="822" h="9802" extrusionOk="0">
                    <a:moveTo>
                      <a:pt x="1" y="9801"/>
                    </a:moveTo>
                    <a:lnTo>
                      <a:pt x="822" y="9801"/>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1576;p36">
                <a:extLst>
                  <a:ext uri="{FF2B5EF4-FFF2-40B4-BE49-F238E27FC236}">
                    <a16:creationId xmlns:a16="http://schemas.microsoft.com/office/drawing/2014/main" id="{CA4FC64A-807B-AA7E-598D-9AC737203AA9}"/>
                  </a:ext>
                </a:extLst>
              </p:cNvPr>
              <p:cNvSpPr/>
              <p:nvPr/>
            </p:nvSpPr>
            <p:spPr>
              <a:xfrm>
                <a:off x="6466529" y="3976550"/>
                <a:ext cx="34364" cy="245050"/>
              </a:xfrm>
              <a:custGeom>
                <a:avLst/>
                <a:gdLst/>
                <a:ahLst/>
                <a:cxnLst/>
                <a:rect l="l" t="t" r="r" b="b"/>
                <a:pathLst>
                  <a:path w="822" h="9802" extrusionOk="0">
                    <a:moveTo>
                      <a:pt x="1" y="9801"/>
                    </a:moveTo>
                    <a:lnTo>
                      <a:pt x="822" y="9801"/>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1577;p36">
                <a:extLst>
                  <a:ext uri="{FF2B5EF4-FFF2-40B4-BE49-F238E27FC236}">
                    <a16:creationId xmlns:a16="http://schemas.microsoft.com/office/drawing/2014/main" id="{015A2890-5B00-8FC0-FAB1-12F96BFD4AAF}"/>
                  </a:ext>
                </a:extLst>
              </p:cNvPr>
              <p:cNvSpPr/>
              <p:nvPr/>
            </p:nvSpPr>
            <p:spPr>
              <a:xfrm>
                <a:off x="6678029" y="3969550"/>
                <a:ext cx="34364" cy="245050"/>
              </a:xfrm>
              <a:custGeom>
                <a:avLst/>
                <a:gdLst/>
                <a:ahLst/>
                <a:cxnLst/>
                <a:rect l="l" t="t" r="r" b="b"/>
                <a:pathLst>
                  <a:path w="822" h="9802" extrusionOk="0">
                    <a:moveTo>
                      <a:pt x="1" y="9801"/>
                    </a:moveTo>
                    <a:lnTo>
                      <a:pt x="822" y="9801"/>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1578;p36">
                <a:extLst>
                  <a:ext uri="{FF2B5EF4-FFF2-40B4-BE49-F238E27FC236}">
                    <a16:creationId xmlns:a16="http://schemas.microsoft.com/office/drawing/2014/main" id="{B746C29D-2422-BCF3-8FA7-52B1434B55E0}"/>
                  </a:ext>
                </a:extLst>
              </p:cNvPr>
              <p:cNvSpPr/>
              <p:nvPr/>
            </p:nvSpPr>
            <p:spPr>
              <a:xfrm>
                <a:off x="6889528" y="3963025"/>
                <a:ext cx="34364" cy="244575"/>
              </a:xfrm>
              <a:custGeom>
                <a:avLst/>
                <a:gdLst/>
                <a:ahLst/>
                <a:cxnLst/>
                <a:rect l="l" t="t" r="r" b="b"/>
                <a:pathLst>
                  <a:path w="822" h="9783" extrusionOk="0">
                    <a:moveTo>
                      <a:pt x="1" y="9782"/>
                    </a:moveTo>
                    <a:lnTo>
                      <a:pt x="822" y="9782"/>
                    </a:lnTo>
                    <a:lnTo>
                      <a:pt x="822" y="0"/>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1579;p36">
                <a:extLst>
                  <a:ext uri="{FF2B5EF4-FFF2-40B4-BE49-F238E27FC236}">
                    <a16:creationId xmlns:a16="http://schemas.microsoft.com/office/drawing/2014/main" id="{58589DE5-3828-B67F-32D1-4FFBAE797550}"/>
                  </a:ext>
                </a:extLst>
              </p:cNvPr>
              <p:cNvSpPr/>
              <p:nvPr/>
            </p:nvSpPr>
            <p:spPr>
              <a:xfrm>
                <a:off x="7101028" y="3956025"/>
                <a:ext cx="33611" cy="245050"/>
              </a:xfrm>
              <a:custGeom>
                <a:avLst/>
                <a:gdLst/>
                <a:ahLst/>
                <a:cxnLst/>
                <a:rect l="l" t="t" r="r" b="b"/>
                <a:pathLst>
                  <a:path w="804" h="9802" extrusionOk="0">
                    <a:moveTo>
                      <a:pt x="1" y="9801"/>
                    </a:moveTo>
                    <a:lnTo>
                      <a:pt x="803" y="9801"/>
                    </a:lnTo>
                    <a:lnTo>
                      <a:pt x="803" y="0"/>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1580;p36">
                <a:extLst>
                  <a:ext uri="{FF2B5EF4-FFF2-40B4-BE49-F238E27FC236}">
                    <a16:creationId xmlns:a16="http://schemas.microsoft.com/office/drawing/2014/main" id="{AF54A099-F59F-BFFA-8F1A-151B512738FA}"/>
                  </a:ext>
                </a:extLst>
              </p:cNvPr>
              <p:cNvSpPr/>
              <p:nvPr/>
            </p:nvSpPr>
            <p:spPr>
              <a:xfrm>
                <a:off x="7311733" y="3949025"/>
                <a:ext cx="34406" cy="245050"/>
              </a:xfrm>
              <a:custGeom>
                <a:avLst/>
                <a:gdLst/>
                <a:ahLst/>
                <a:cxnLst/>
                <a:rect l="l" t="t" r="r" b="b"/>
                <a:pathLst>
                  <a:path w="823" h="9802" extrusionOk="0">
                    <a:moveTo>
                      <a:pt x="1" y="9801"/>
                    </a:moveTo>
                    <a:lnTo>
                      <a:pt x="822" y="9801"/>
                    </a:lnTo>
                    <a:lnTo>
                      <a:pt x="822" y="0"/>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1581;p36">
                <a:extLst>
                  <a:ext uri="{FF2B5EF4-FFF2-40B4-BE49-F238E27FC236}">
                    <a16:creationId xmlns:a16="http://schemas.microsoft.com/office/drawing/2014/main" id="{622AC911-DA3D-B31E-E4CB-F18DB2DFFE78}"/>
                  </a:ext>
                </a:extLst>
              </p:cNvPr>
              <p:cNvSpPr/>
              <p:nvPr/>
            </p:nvSpPr>
            <p:spPr>
              <a:xfrm>
                <a:off x="7523233" y="3942025"/>
                <a:ext cx="34406" cy="245025"/>
              </a:xfrm>
              <a:custGeom>
                <a:avLst/>
                <a:gdLst/>
                <a:ahLst/>
                <a:cxnLst/>
                <a:rect l="l" t="t" r="r" b="b"/>
                <a:pathLst>
                  <a:path w="823" h="9801" extrusionOk="0">
                    <a:moveTo>
                      <a:pt x="1" y="9801"/>
                    </a:moveTo>
                    <a:lnTo>
                      <a:pt x="822" y="9801"/>
                    </a:lnTo>
                    <a:lnTo>
                      <a:pt x="822" y="0"/>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1582;p36">
                <a:extLst>
                  <a:ext uri="{FF2B5EF4-FFF2-40B4-BE49-F238E27FC236}">
                    <a16:creationId xmlns:a16="http://schemas.microsoft.com/office/drawing/2014/main" id="{119CA331-106D-EE9D-22B6-05DAF5237054}"/>
                  </a:ext>
                </a:extLst>
              </p:cNvPr>
              <p:cNvSpPr/>
              <p:nvPr/>
            </p:nvSpPr>
            <p:spPr>
              <a:xfrm>
                <a:off x="7734733" y="3935475"/>
                <a:ext cx="34406" cy="244575"/>
              </a:xfrm>
              <a:custGeom>
                <a:avLst/>
                <a:gdLst/>
                <a:ahLst/>
                <a:cxnLst/>
                <a:rect l="l" t="t" r="r" b="b"/>
                <a:pathLst>
                  <a:path w="823" h="9783" extrusionOk="0">
                    <a:moveTo>
                      <a:pt x="1" y="9783"/>
                    </a:moveTo>
                    <a:lnTo>
                      <a:pt x="822" y="9783"/>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1583;p36">
                <a:extLst>
                  <a:ext uri="{FF2B5EF4-FFF2-40B4-BE49-F238E27FC236}">
                    <a16:creationId xmlns:a16="http://schemas.microsoft.com/office/drawing/2014/main" id="{20DBB625-0D7A-C5BC-656B-54985E937942}"/>
                  </a:ext>
                </a:extLst>
              </p:cNvPr>
              <p:cNvSpPr/>
              <p:nvPr/>
            </p:nvSpPr>
            <p:spPr>
              <a:xfrm>
                <a:off x="7946232" y="3928475"/>
                <a:ext cx="34406" cy="245050"/>
              </a:xfrm>
              <a:custGeom>
                <a:avLst/>
                <a:gdLst/>
                <a:ahLst/>
                <a:cxnLst/>
                <a:rect l="l" t="t" r="r" b="b"/>
                <a:pathLst>
                  <a:path w="823" h="9802" extrusionOk="0">
                    <a:moveTo>
                      <a:pt x="1" y="9802"/>
                    </a:moveTo>
                    <a:lnTo>
                      <a:pt x="822" y="9802"/>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1584;p36">
                <a:extLst>
                  <a:ext uri="{FF2B5EF4-FFF2-40B4-BE49-F238E27FC236}">
                    <a16:creationId xmlns:a16="http://schemas.microsoft.com/office/drawing/2014/main" id="{A85001E0-C7A0-41B3-02C9-C8E6C8C8CACD}"/>
                  </a:ext>
                </a:extLst>
              </p:cNvPr>
              <p:cNvSpPr/>
              <p:nvPr/>
            </p:nvSpPr>
            <p:spPr>
              <a:xfrm>
                <a:off x="8157732" y="3921475"/>
                <a:ext cx="34406" cy="245050"/>
              </a:xfrm>
              <a:custGeom>
                <a:avLst/>
                <a:gdLst/>
                <a:ahLst/>
                <a:cxnLst/>
                <a:rect l="l" t="t" r="r" b="b"/>
                <a:pathLst>
                  <a:path w="823" h="9802" extrusionOk="0">
                    <a:moveTo>
                      <a:pt x="1" y="9802"/>
                    </a:moveTo>
                    <a:lnTo>
                      <a:pt x="822" y="9802"/>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1585;p36">
                <a:extLst>
                  <a:ext uri="{FF2B5EF4-FFF2-40B4-BE49-F238E27FC236}">
                    <a16:creationId xmlns:a16="http://schemas.microsoft.com/office/drawing/2014/main" id="{8694BE50-6CCE-FC56-4A1F-D91FB472002A}"/>
                  </a:ext>
                </a:extLst>
              </p:cNvPr>
              <p:cNvSpPr/>
              <p:nvPr/>
            </p:nvSpPr>
            <p:spPr>
              <a:xfrm>
                <a:off x="8369232" y="3914475"/>
                <a:ext cx="33611" cy="245050"/>
              </a:xfrm>
              <a:custGeom>
                <a:avLst/>
                <a:gdLst/>
                <a:ahLst/>
                <a:cxnLst/>
                <a:rect l="l" t="t" r="r" b="b"/>
                <a:pathLst>
                  <a:path w="804" h="9802" extrusionOk="0">
                    <a:moveTo>
                      <a:pt x="1" y="9802"/>
                    </a:moveTo>
                    <a:lnTo>
                      <a:pt x="804" y="9802"/>
                    </a:lnTo>
                    <a:lnTo>
                      <a:pt x="804"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1586;p36">
                <a:extLst>
                  <a:ext uri="{FF2B5EF4-FFF2-40B4-BE49-F238E27FC236}">
                    <a16:creationId xmlns:a16="http://schemas.microsoft.com/office/drawing/2014/main" id="{832547ED-E639-099B-74BD-5D535B337BDB}"/>
                  </a:ext>
                </a:extLst>
              </p:cNvPr>
              <p:cNvSpPr/>
              <p:nvPr/>
            </p:nvSpPr>
            <p:spPr>
              <a:xfrm>
                <a:off x="8580773" y="3907950"/>
                <a:ext cx="33569" cy="244575"/>
              </a:xfrm>
              <a:custGeom>
                <a:avLst/>
                <a:gdLst/>
                <a:ahLst/>
                <a:cxnLst/>
                <a:rect l="l" t="t" r="r" b="b"/>
                <a:pathLst>
                  <a:path w="803" h="9783" extrusionOk="0">
                    <a:moveTo>
                      <a:pt x="0" y="9783"/>
                    </a:moveTo>
                    <a:lnTo>
                      <a:pt x="803" y="9783"/>
                    </a:lnTo>
                    <a:lnTo>
                      <a:pt x="803"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1587;p36">
                <a:extLst>
                  <a:ext uri="{FF2B5EF4-FFF2-40B4-BE49-F238E27FC236}">
                    <a16:creationId xmlns:a16="http://schemas.microsoft.com/office/drawing/2014/main" id="{BF163634-97CA-199E-C385-D04F8380AE18}"/>
                  </a:ext>
                </a:extLst>
              </p:cNvPr>
              <p:cNvSpPr/>
              <p:nvPr/>
            </p:nvSpPr>
            <p:spPr>
              <a:xfrm>
                <a:off x="8791478" y="3900950"/>
                <a:ext cx="34364" cy="245050"/>
              </a:xfrm>
              <a:custGeom>
                <a:avLst/>
                <a:gdLst/>
                <a:ahLst/>
                <a:cxnLst/>
                <a:rect l="l" t="t" r="r" b="b"/>
                <a:pathLst>
                  <a:path w="822" h="9802" extrusionOk="0">
                    <a:moveTo>
                      <a:pt x="0" y="9801"/>
                    </a:moveTo>
                    <a:lnTo>
                      <a:pt x="822" y="9801"/>
                    </a:lnTo>
                    <a:lnTo>
                      <a:pt x="822"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 name="Google Shape;1588;p36">
              <a:extLst>
                <a:ext uri="{FF2B5EF4-FFF2-40B4-BE49-F238E27FC236}">
                  <a16:creationId xmlns:a16="http://schemas.microsoft.com/office/drawing/2014/main" id="{D4E0E8B3-D0FE-0B0F-8124-70E48E9E83A3}"/>
                </a:ext>
              </a:extLst>
            </p:cNvPr>
            <p:cNvGrpSpPr/>
            <p:nvPr/>
          </p:nvGrpSpPr>
          <p:grpSpPr>
            <a:xfrm flipH="1">
              <a:off x="5406861" y="4293100"/>
              <a:ext cx="3484400" cy="973847"/>
              <a:chOff x="3379075" y="4293100"/>
              <a:chExt cx="3484400" cy="973847"/>
            </a:xfrm>
            <a:grpFill/>
          </p:grpSpPr>
          <p:sp>
            <p:nvSpPr>
              <p:cNvPr id="37" name="Google Shape;1589;p36">
                <a:extLst>
                  <a:ext uri="{FF2B5EF4-FFF2-40B4-BE49-F238E27FC236}">
                    <a16:creationId xmlns:a16="http://schemas.microsoft.com/office/drawing/2014/main" id="{4B65A2E6-99CC-233E-89B1-570887D8CFF6}"/>
                  </a:ext>
                </a:extLst>
              </p:cNvPr>
              <p:cNvSpPr/>
              <p:nvPr/>
            </p:nvSpPr>
            <p:spPr>
              <a:xfrm>
                <a:off x="6638025" y="4293100"/>
                <a:ext cx="225450" cy="266525"/>
              </a:xfrm>
              <a:custGeom>
                <a:avLst/>
                <a:gdLst/>
                <a:ahLst/>
                <a:cxnLst/>
                <a:rect l="l" t="t" r="r" b="b"/>
                <a:pathLst>
                  <a:path w="9018" h="10661" extrusionOk="0">
                    <a:moveTo>
                      <a:pt x="1" y="10660"/>
                    </a:moveTo>
                    <a:lnTo>
                      <a:pt x="9017" y="10660"/>
                    </a:lnTo>
                    <a:lnTo>
                      <a:pt x="9017"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1590;p36">
                <a:extLst>
                  <a:ext uri="{FF2B5EF4-FFF2-40B4-BE49-F238E27FC236}">
                    <a16:creationId xmlns:a16="http://schemas.microsoft.com/office/drawing/2014/main" id="{73881EA7-2037-9C35-2D49-E1E3E56D3BF0}"/>
                  </a:ext>
                </a:extLst>
              </p:cNvPr>
              <p:cNvSpPr/>
              <p:nvPr/>
            </p:nvSpPr>
            <p:spPr>
              <a:xfrm>
                <a:off x="5628575" y="4369300"/>
                <a:ext cx="225425" cy="266525"/>
              </a:xfrm>
              <a:custGeom>
                <a:avLst/>
                <a:gdLst/>
                <a:ahLst/>
                <a:cxnLst/>
                <a:rect l="l" t="t" r="r" b="b"/>
                <a:pathLst>
                  <a:path w="9017" h="10661" extrusionOk="0">
                    <a:moveTo>
                      <a:pt x="0" y="10660"/>
                    </a:moveTo>
                    <a:lnTo>
                      <a:pt x="9017" y="10660"/>
                    </a:lnTo>
                    <a:lnTo>
                      <a:pt x="9017"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1591;p36">
                <a:extLst>
                  <a:ext uri="{FF2B5EF4-FFF2-40B4-BE49-F238E27FC236}">
                    <a16:creationId xmlns:a16="http://schemas.microsoft.com/office/drawing/2014/main" id="{5906597F-259E-77AB-4774-C6A121FBFC3A}"/>
                  </a:ext>
                </a:extLst>
              </p:cNvPr>
              <p:cNvSpPr/>
              <p:nvPr/>
            </p:nvSpPr>
            <p:spPr>
              <a:xfrm>
                <a:off x="5700425" y="4473175"/>
                <a:ext cx="72850" cy="792553"/>
              </a:xfrm>
              <a:custGeom>
                <a:avLst/>
                <a:gdLst/>
                <a:ahLst/>
                <a:cxnLst/>
                <a:rect l="l" t="t" r="r" b="b"/>
                <a:pathLst>
                  <a:path w="2914" h="48780" extrusionOk="0">
                    <a:moveTo>
                      <a:pt x="1" y="48780"/>
                    </a:moveTo>
                    <a:lnTo>
                      <a:pt x="2913" y="48780"/>
                    </a:lnTo>
                    <a:lnTo>
                      <a:pt x="291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1592;p36">
                <a:extLst>
                  <a:ext uri="{FF2B5EF4-FFF2-40B4-BE49-F238E27FC236}">
                    <a16:creationId xmlns:a16="http://schemas.microsoft.com/office/drawing/2014/main" id="{716BB5B2-6607-4370-CF60-A199906CE384}"/>
                  </a:ext>
                </a:extLst>
              </p:cNvPr>
              <p:cNvSpPr/>
              <p:nvPr/>
            </p:nvSpPr>
            <p:spPr>
              <a:xfrm>
                <a:off x="4520150" y="4369300"/>
                <a:ext cx="225450" cy="266525"/>
              </a:xfrm>
              <a:custGeom>
                <a:avLst/>
                <a:gdLst/>
                <a:ahLst/>
                <a:cxnLst/>
                <a:rect l="l" t="t" r="r" b="b"/>
                <a:pathLst>
                  <a:path w="9018" h="10661" extrusionOk="0">
                    <a:moveTo>
                      <a:pt x="1" y="10660"/>
                    </a:moveTo>
                    <a:lnTo>
                      <a:pt x="9017" y="10660"/>
                    </a:lnTo>
                    <a:lnTo>
                      <a:pt x="9017"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1593;p36">
                <a:extLst>
                  <a:ext uri="{FF2B5EF4-FFF2-40B4-BE49-F238E27FC236}">
                    <a16:creationId xmlns:a16="http://schemas.microsoft.com/office/drawing/2014/main" id="{F7B7641B-A3D1-7493-357F-C2B56B795949}"/>
                  </a:ext>
                </a:extLst>
              </p:cNvPr>
              <p:cNvSpPr/>
              <p:nvPr/>
            </p:nvSpPr>
            <p:spPr>
              <a:xfrm>
                <a:off x="4592025" y="4473175"/>
                <a:ext cx="72825" cy="792553"/>
              </a:xfrm>
              <a:custGeom>
                <a:avLst/>
                <a:gdLst/>
                <a:ahLst/>
                <a:cxnLst/>
                <a:rect l="l" t="t" r="r" b="b"/>
                <a:pathLst>
                  <a:path w="2913" h="48780" extrusionOk="0">
                    <a:moveTo>
                      <a:pt x="1" y="48780"/>
                    </a:moveTo>
                    <a:lnTo>
                      <a:pt x="2913" y="48780"/>
                    </a:lnTo>
                    <a:lnTo>
                      <a:pt x="291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1594;p36">
                <a:extLst>
                  <a:ext uri="{FF2B5EF4-FFF2-40B4-BE49-F238E27FC236}">
                    <a16:creationId xmlns:a16="http://schemas.microsoft.com/office/drawing/2014/main" id="{237C0917-4C1F-3CB7-9009-B65020D7C625}"/>
                  </a:ext>
                </a:extLst>
              </p:cNvPr>
              <p:cNvSpPr/>
              <p:nvPr/>
            </p:nvSpPr>
            <p:spPr>
              <a:xfrm>
                <a:off x="3379075" y="4403850"/>
                <a:ext cx="225450" cy="262300"/>
              </a:xfrm>
              <a:custGeom>
                <a:avLst/>
                <a:gdLst/>
                <a:ahLst/>
                <a:cxnLst/>
                <a:rect l="l" t="t" r="r" b="b"/>
                <a:pathLst>
                  <a:path w="9018" h="10492" extrusionOk="0">
                    <a:moveTo>
                      <a:pt x="1" y="10492"/>
                    </a:moveTo>
                    <a:lnTo>
                      <a:pt x="9017" y="10492"/>
                    </a:lnTo>
                    <a:lnTo>
                      <a:pt x="9017" y="0"/>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1595;p36">
                <a:extLst>
                  <a:ext uri="{FF2B5EF4-FFF2-40B4-BE49-F238E27FC236}">
                    <a16:creationId xmlns:a16="http://schemas.microsoft.com/office/drawing/2014/main" id="{ADD9C7FE-1E1D-2183-835E-978789667CDE}"/>
                  </a:ext>
                </a:extLst>
              </p:cNvPr>
              <p:cNvSpPr/>
              <p:nvPr/>
            </p:nvSpPr>
            <p:spPr>
              <a:xfrm>
                <a:off x="3450950" y="4494102"/>
                <a:ext cx="72825" cy="772845"/>
              </a:xfrm>
              <a:custGeom>
                <a:avLst/>
                <a:gdLst/>
                <a:ahLst/>
                <a:cxnLst/>
                <a:rect l="l" t="t" r="r" b="b"/>
                <a:pathLst>
                  <a:path w="2913" h="47567" extrusionOk="0">
                    <a:moveTo>
                      <a:pt x="1" y="47567"/>
                    </a:moveTo>
                    <a:lnTo>
                      <a:pt x="2913" y="47567"/>
                    </a:lnTo>
                    <a:lnTo>
                      <a:pt x="291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 name="Google Shape;1596;p36">
              <a:extLst>
                <a:ext uri="{FF2B5EF4-FFF2-40B4-BE49-F238E27FC236}">
                  <a16:creationId xmlns:a16="http://schemas.microsoft.com/office/drawing/2014/main" id="{363E7CD6-0655-7712-F188-D4A1892F1A79}"/>
                </a:ext>
              </a:extLst>
            </p:cNvPr>
            <p:cNvGrpSpPr/>
            <p:nvPr/>
          </p:nvGrpSpPr>
          <p:grpSpPr>
            <a:xfrm flipH="1">
              <a:off x="-109714" y="4175950"/>
              <a:ext cx="2474925" cy="1050047"/>
              <a:chOff x="3379075" y="4216900"/>
              <a:chExt cx="2474925" cy="1050047"/>
            </a:xfrm>
            <a:grpFill/>
          </p:grpSpPr>
          <p:sp>
            <p:nvSpPr>
              <p:cNvPr id="31" name="Google Shape;1597;p36">
                <a:extLst>
                  <a:ext uri="{FF2B5EF4-FFF2-40B4-BE49-F238E27FC236}">
                    <a16:creationId xmlns:a16="http://schemas.microsoft.com/office/drawing/2014/main" id="{F3148BB1-74BB-E3AA-0F4B-C21D4AC4EB37}"/>
                  </a:ext>
                </a:extLst>
              </p:cNvPr>
              <p:cNvSpPr/>
              <p:nvPr/>
            </p:nvSpPr>
            <p:spPr>
              <a:xfrm>
                <a:off x="5628575" y="4216900"/>
                <a:ext cx="225425" cy="266525"/>
              </a:xfrm>
              <a:custGeom>
                <a:avLst/>
                <a:gdLst/>
                <a:ahLst/>
                <a:cxnLst/>
                <a:rect l="l" t="t" r="r" b="b"/>
                <a:pathLst>
                  <a:path w="9017" h="10661" extrusionOk="0">
                    <a:moveTo>
                      <a:pt x="0" y="10660"/>
                    </a:moveTo>
                    <a:lnTo>
                      <a:pt x="9017" y="10660"/>
                    </a:lnTo>
                    <a:lnTo>
                      <a:pt x="9017"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1598;p36">
                <a:extLst>
                  <a:ext uri="{FF2B5EF4-FFF2-40B4-BE49-F238E27FC236}">
                    <a16:creationId xmlns:a16="http://schemas.microsoft.com/office/drawing/2014/main" id="{D9908424-AB83-2E5A-7E1B-4F05BF8A7D8C}"/>
                  </a:ext>
                </a:extLst>
              </p:cNvPr>
              <p:cNvSpPr/>
              <p:nvPr/>
            </p:nvSpPr>
            <p:spPr>
              <a:xfrm>
                <a:off x="5700425" y="4473175"/>
                <a:ext cx="72850" cy="792553"/>
              </a:xfrm>
              <a:custGeom>
                <a:avLst/>
                <a:gdLst/>
                <a:ahLst/>
                <a:cxnLst/>
                <a:rect l="l" t="t" r="r" b="b"/>
                <a:pathLst>
                  <a:path w="2914" h="48780" extrusionOk="0">
                    <a:moveTo>
                      <a:pt x="1" y="48780"/>
                    </a:moveTo>
                    <a:lnTo>
                      <a:pt x="2913" y="48780"/>
                    </a:lnTo>
                    <a:lnTo>
                      <a:pt x="291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1599;p36">
                <a:extLst>
                  <a:ext uri="{FF2B5EF4-FFF2-40B4-BE49-F238E27FC236}">
                    <a16:creationId xmlns:a16="http://schemas.microsoft.com/office/drawing/2014/main" id="{75784BB2-2247-526C-246D-94643E0186E7}"/>
                  </a:ext>
                </a:extLst>
              </p:cNvPr>
              <p:cNvSpPr/>
              <p:nvPr/>
            </p:nvSpPr>
            <p:spPr>
              <a:xfrm>
                <a:off x="4520150" y="4216900"/>
                <a:ext cx="225450" cy="266525"/>
              </a:xfrm>
              <a:custGeom>
                <a:avLst/>
                <a:gdLst/>
                <a:ahLst/>
                <a:cxnLst/>
                <a:rect l="l" t="t" r="r" b="b"/>
                <a:pathLst>
                  <a:path w="9018" h="10661" extrusionOk="0">
                    <a:moveTo>
                      <a:pt x="1" y="10660"/>
                    </a:moveTo>
                    <a:lnTo>
                      <a:pt x="9017" y="10660"/>
                    </a:lnTo>
                    <a:lnTo>
                      <a:pt x="9017"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1600;p36">
                <a:extLst>
                  <a:ext uri="{FF2B5EF4-FFF2-40B4-BE49-F238E27FC236}">
                    <a16:creationId xmlns:a16="http://schemas.microsoft.com/office/drawing/2014/main" id="{D446ADCA-3583-B3F1-CBA3-E3DED1818624}"/>
                  </a:ext>
                </a:extLst>
              </p:cNvPr>
              <p:cNvSpPr/>
              <p:nvPr/>
            </p:nvSpPr>
            <p:spPr>
              <a:xfrm>
                <a:off x="4592025" y="4473175"/>
                <a:ext cx="72825" cy="792553"/>
              </a:xfrm>
              <a:custGeom>
                <a:avLst/>
                <a:gdLst/>
                <a:ahLst/>
                <a:cxnLst/>
                <a:rect l="l" t="t" r="r" b="b"/>
                <a:pathLst>
                  <a:path w="2913" h="48780" extrusionOk="0">
                    <a:moveTo>
                      <a:pt x="1" y="48780"/>
                    </a:moveTo>
                    <a:lnTo>
                      <a:pt x="2913" y="48780"/>
                    </a:lnTo>
                    <a:lnTo>
                      <a:pt x="291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1601;p36">
                <a:extLst>
                  <a:ext uri="{FF2B5EF4-FFF2-40B4-BE49-F238E27FC236}">
                    <a16:creationId xmlns:a16="http://schemas.microsoft.com/office/drawing/2014/main" id="{A833F2CE-8D6D-E98A-AC55-BE507902349D}"/>
                  </a:ext>
                </a:extLst>
              </p:cNvPr>
              <p:cNvSpPr/>
              <p:nvPr/>
            </p:nvSpPr>
            <p:spPr>
              <a:xfrm>
                <a:off x="3379075" y="4251450"/>
                <a:ext cx="225450" cy="262300"/>
              </a:xfrm>
              <a:custGeom>
                <a:avLst/>
                <a:gdLst/>
                <a:ahLst/>
                <a:cxnLst/>
                <a:rect l="l" t="t" r="r" b="b"/>
                <a:pathLst>
                  <a:path w="9018" h="10492" extrusionOk="0">
                    <a:moveTo>
                      <a:pt x="1" y="10492"/>
                    </a:moveTo>
                    <a:lnTo>
                      <a:pt x="9017" y="10492"/>
                    </a:lnTo>
                    <a:lnTo>
                      <a:pt x="9017" y="0"/>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1602;p36">
                <a:extLst>
                  <a:ext uri="{FF2B5EF4-FFF2-40B4-BE49-F238E27FC236}">
                    <a16:creationId xmlns:a16="http://schemas.microsoft.com/office/drawing/2014/main" id="{7B13F487-589B-FDB6-B7CE-8A0273FBA9DC}"/>
                  </a:ext>
                </a:extLst>
              </p:cNvPr>
              <p:cNvSpPr/>
              <p:nvPr/>
            </p:nvSpPr>
            <p:spPr>
              <a:xfrm>
                <a:off x="3450950" y="4494102"/>
                <a:ext cx="72825" cy="772845"/>
              </a:xfrm>
              <a:custGeom>
                <a:avLst/>
                <a:gdLst/>
                <a:ahLst/>
                <a:cxnLst/>
                <a:rect l="l" t="t" r="r" b="b"/>
                <a:pathLst>
                  <a:path w="2913" h="47567" extrusionOk="0">
                    <a:moveTo>
                      <a:pt x="1" y="47567"/>
                    </a:moveTo>
                    <a:lnTo>
                      <a:pt x="2913" y="47567"/>
                    </a:lnTo>
                    <a:lnTo>
                      <a:pt x="291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94" name="Google Shape;1117;p30">
            <a:extLst>
              <a:ext uri="{FF2B5EF4-FFF2-40B4-BE49-F238E27FC236}">
                <a16:creationId xmlns:a16="http://schemas.microsoft.com/office/drawing/2014/main" id="{FA997088-CA70-B023-942C-0192DD5FCABF}"/>
              </a:ext>
            </a:extLst>
          </p:cNvPr>
          <p:cNvGrpSpPr/>
          <p:nvPr/>
        </p:nvGrpSpPr>
        <p:grpSpPr>
          <a:xfrm rot="165239" flipH="1">
            <a:off x="9273087" y="4317811"/>
            <a:ext cx="2580526" cy="685136"/>
            <a:chOff x="3962175" y="2631750"/>
            <a:chExt cx="3075700" cy="952625"/>
          </a:xfrm>
        </p:grpSpPr>
        <p:sp>
          <p:nvSpPr>
            <p:cNvPr id="95" name="Google Shape;1118;p30">
              <a:extLst>
                <a:ext uri="{FF2B5EF4-FFF2-40B4-BE49-F238E27FC236}">
                  <a16:creationId xmlns:a16="http://schemas.microsoft.com/office/drawing/2014/main" id="{E765CE14-B34A-4541-590C-F15871B9B99F}"/>
                </a:ext>
              </a:extLst>
            </p:cNvPr>
            <p:cNvSpPr/>
            <p:nvPr/>
          </p:nvSpPr>
          <p:spPr>
            <a:xfrm>
              <a:off x="3962175" y="3227750"/>
              <a:ext cx="3075700" cy="356625"/>
            </a:xfrm>
            <a:custGeom>
              <a:avLst/>
              <a:gdLst/>
              <a:ahLst/>
              <a:cxnLst/>
              <a:rect l="l" t="t" r="r" b="b"/>
              <a:pathLst>
                <a:path w="123028" h="14265" extrusionOk="0">
                  <a:moveTo>
                    <a:pt x="114046" y="1"/>
                  </a:moveTo>
                  <a:lnTo>
                    <a:pt x="114046" y="1239"/>
                  </a:lnTo>
                  <a:lnTo>
                    <a:pt x="114579" y="1239"/>
                  </a:lnTo>
                  <a:lnTo>
                    <a:pt x="114579" y="3167"/>
                  </a:lnTo>
                  <a:lnTo>
                    <a:pt x="109877" y="3167"/>
                  </a:lnTo>
                  <a:lnTo>
                    <a:pt x="109877" y="2728"/>
                  </a:lnTo>
                  <a:lnTo>
                    <a:pt x="108984" y="2728"/>
                  </a:lnTo>
                  <a:lnTo>
                    <a:pt x="108984" y="1913"/>
                  </a:lnTo>
                  <a:cubicBezTo>
                    <a:pt x="108984" y="1411"/>
                    <a:pt x="108513" y="1004"/>
                    <a:pt x="107980" y="1098"/>
                  </a:cubicBezTo>
                  <a:lnTo>
                    <a:pt x="107980" y="1098"/>
                  </a:lnTo>
                  <a:cubicBezTo>
                    <a:pt x="107573" y="1161"/>
                    <a:pt x="107291" y="1553"/>
                    <a:pt x="107291" y="1960"/>
                  </a:cubicBezTo>
                  <a:lnTo>
                    <a:pt x="107291" y="1960"/>
                  </a:lnTo>
                  <a:lnTo>
                    <a:pt x="107291" y="2728"/>
                  </a:lnTo>
                  <a:lnTo>
                    <a:pt x="106397" y="2728"/>
                  </a:lnTo>
                  <a:lnTo>
                    <a:pt x="106397" y="3167"/>
                  </a:lnTo>
                  <a:lnTo>
                    <a:pt x="105237" y="3167"/>
                  </a:lnTo>
                  <a:lnTo>
                    <a:pt x="105237" y="1615"/>
                  </a:lnTo>
                  <a:lnTo>
                    <a:pt x="103921" y="1615"/>
                  </a:lnTo>
                  <a:lnTo>
                    <a:pt x="103921" y="3167"/>
                  </a:lnTo>
                  <a:lnTo>
                    <a:pt x="100112" y="3167"/>
                  </a:lnTo>
                  <a:lnTo>
                    <a:pt x="100112" y="1521"/>
                  </a:lnTo>
                  <a:cubicBezTo>
                    <a:pt x="100112" y="675"/>
                    <a:pt x="99438" y="1"/>
                    <a:pt x="98591" y="1"/>
                  </a:cubicBezTo>
                  <a:lnTo>
                    <a:pt x="98591" y="1"/>
                  </a:lnTo>
                  <a:lnTo>
                    <a:pt x="88403" y="1"/>
                  </a:lnTo>
                  <a:cubicBezTo>
                    <a:pt x="87870" y="1"/>
                    <a:pt x="87431" y="440"/>
                    <a:pt x="87463" y="988"/>
                  </a:cubicBezTo>
                  <a:lnTo>
                    <a:pt x="87463" y="988"/>
                  </a:lnTo>
                  <a:cubicBezTo>
                    <a:pt x="87494" y="1490"/>
                    <a:pt x="87949" y="1882"/>
                    <a:pt x="88466" y="1882"/>
                  </a:cubicBezTo>
                  <a:lnTo>
                    <a:pt x="88466" y="1882"/>
                  </a:lnTo>
                  <a:lnTo>
                    <a:pt x="92149" y="1882"/>
                  </a:lnTo>
                  <a:cubicBezTo>
                    <a:pt x="92964" y="1882"/>
                    <a:pt x="93638" y="2540"/>
                    <a:pt x="93638" y="3355"/>
                  </a:cubicBezTo>
                  <a:lnTo>
                    <a:pt x="93638" y="3355"/>
                  </a:lnTo>
                  <a:lnTo>
                    <a:pt x="93638" y="5785"/>
                  </a:lnTo>
                  <a:cubicBezTo>
                    <a:pt x="93638" y="5988"/>
                    <a:pt x="93466" y="6161"/>
                    <a:pt x="93247" y="6161"/>
                  </a:cubicBezTo>
                  <a:lnTo>
                    <a:pt x="93247" y="6161"/>
                  </a:lnTo>
                  <a:lnTo>
                    <a:pt x="88293" y="6161"/>
                  </a:lnTo>
                  <a:cubicBezTo>
                    <a:pt x="87839" y="6161"/>
                    <a:pt x="87463" y="6537"/>
                    <a:pt x="87463" y="6992"/>
                  </a:cubicBezTo>
                  <a:lnTo>
                    <a:pt x="87463" y="6992"/>
                  </a:lnTo>
                  <a:lnTo>
                    <a:pt x="87463" y="9468"/>
                  </a:lnTo>
                  <a:cubicBezTo>
                    <a:pt x="87463" y="10299"/>
                    <a:pt x="87823" y="11036"/>
                    <a:pt x="88403" y="11537"/>
                  </a:cubicBezTo>
                  <a:lnTo>
                    <a:pt x="88403" y="11537"/>
                  </a:lnTo>
                  <a:cubicBezTo>
                    <a:pt x="88388" y="11615"/>
                    <a:pt x="88388" y="11678"/>
                    <a:pt x="88372" y="11741"/>
                  </a:cubicBezTo>
                  <a:lnTo>
                    <a:pt x="88372" y="11741"/>
                  </a:lnTo>
                  <a:lnTo>
                    <a:pt x="85221" y="11741"/>
                  </a:lnTo>
                  <a:lnTo>
                    <a:pt x="85221" y="3512"/>
                  </a:lnTo>
                  <a:cubicBezTo>
                    <a:pt x="85221" y="2430"/>
                    <a:pt x="84359" y="1553"/>
                    <a:pt x="83278" y="1553"/>
                  </a:cubicBezTo>
                  <a:lnTo>
                    <a:pt x="83278" y="1553"/>
                  </a:lnTo>
                  <a:lnTo>
                    <a:pt x="46083" y="1553"/>
                  </a:lnTo>
                  <a:cubicBezTo>
                    <a:pt x="45017" y="1553"/>
                    <a:pt x="44139" y="2430"/>
                    <a:pt x="44139" y="3512"/>
                  </a:cubicBezTo>
                  <a:lnTo>
                    <a:pt x="44139" y="3512"/>
                  </a:lnTo>
                  <a:lnTo>
                    <a:pt x="44139" y="10330"/>
                  </a:lnTo>
                  <a:lnTo>
                    <a:pt x="42211" y="10330"/>
                  </a:lnTo>
                  <a:lnTo>
                    <a:pt x="42211" y="3512"/>
                  </a:lnTo>
                  <a:cubicBezTo>
                    <a:pt x="42211" y="2430"/>
                    <a:pt x="41333" y="1553"/>
                    <a:pt x="40267" y="1553"/>
                  </a:cubicBezTo>
                  <a:lnTo>
                    <a:pt x="40267" y="1553"/>
                  </a:lnTo>
                  <a:lnTo>
                    <a:pt x="3072" y="1553"/>
                  </a:lnTo>
                  <a:cubicBezTo>
                    <a:pt x="2006" y="1553"/>
                    <a:pt x="1129" y="2430"/>
                    <a:pt x="1129" y="3512"/>
                  </a:cubicBezTo>
                  <a:lnTo>
                    <a:pt x="1129" y="3512"/>
                  </a:lnTo>
                  <a:lnTo>
                    <a:pt x="1129" y="10330"/>
                  </a:lnTo>
                  <a:lnTo>
                    <a:pt x="0" y="10330"/>
                  </a:lnTo>
                  <a:lnTo>
                    <a:pt x="0" y="11130"/>
                  </a:lnTo>
                  <a:lnTo>
                    <a:pt x="1129" y="11130"/>
                  </a:lnTo>
                  <a:lnTo>
                    <a:pt x="1129" y="12650"/>
                  </a:lnTo>
                  <a:lnTo>
                    <a:pt x="1865" y="12650"/>
                  </a:lnTo>
                  <a:cubicBezTo>
                    <a:pt x="1865" y="13481"/>
                    <a:pt x="2555" y="14170"/>
                    <a:pt x="3386" y="14170"/>
                  </a:cubicBezTo>
                  <a:lnTo>
                    <a:pt x="3386" y="14170"/>
                  </a:lnTo>
                  <a:cubicBezTo>
                    <a:pt x="4232" y="14170"/>
                    <a:pt x="4906" y="13481"/>
                    <a:pt x="4906" y="12650"/>
                  </a:cubicBezTo>
                  <a:lnTo>
                    <a:pt x="4906" y="12650"/>
                  </a:lnTo>
                  <a:lnTo>
                    <a:pt x="6113" y="12650"/>
                  </a:lnTo>
                  <a:cubicBezTo>
                    <a:pt x="6113" y="13481"/>
                    <a:pt x="6803" y="14170"/>
                    <a:pt x="7633" y="14170"/>
                  </a:cubicBezTo>
                  <a:lnTo>
                    <a:pt x="7633" y="14170"/>
                  </a:lnTo>
                  <a:cubicBezTo>
                    <a:pt x="8480" y="14170"/>
                    <a:pt x="9154" y="13481"/>
                    <a:pt x="9154" y="12650"/>
                  </a:cubicBezTo>
                  <a:lnTo>
                    <a:pt x="9154" y="12650"/>
                  </a:lnTo>
                  <a:lnTo>
                    <a:pt x="33966" y="12650"/>
                  </a:lnTo>
                  <a:cubicBezTo>
                    <a:pt x="33966" y="13481"/>
                    <a:pt x="34640" y="14170"/>
                    <a:pt x="35487" y="14170"/>
                  </a:cubicBezTo>
                  <a:lnTo>
                    <a:pt x="35487" y="14170"/>
                  </a:lnTo>
                  <a:cubicBezTo>
                    <a:pt x="36317" y="14170"/>
                    <a:pt x="37007" y="13481"/>
                    <a:pt x="37007" y="12650"/>
                  </a:cubicBezTo>
                  <a:lnTo>
                    <a:pt x="37007" y="12650"/>
                  </a:lnTo>
                  <a:lnTo>
                    <a:pt x="38198" y="12650"/>
                  </a:lnTo>
                  <a:cubicBezTo>
                    <a:pt x="38198" y="13481"/>
                    <a:pt x="38888" y="14170"/>
                    <a:pt x="39734" y="14170"/>
                  </a:cubicBezTo>
                  <a:lnTo>
                    <a:pt x="39734" y="14170"/>
                  </a:lnTo>
                  <a:cubicBezTo>
                    <a:pt x="40565" y="14170"/>
                    <a:pt x="41255" y="13481"/>
                    <a:pt x="41255" y="12650"/>
                  </a:cubicBezTo>
                  <a:lnTo>
                    <a:pt x="41255" y="12650"/>
                  </a:lnTo>
                  <a:lnTo>
                    <a:pt x="42211" y="12650"/>
                  </a:lnTo>
                  <a:lnTo>
                    <a:pt x="42211" y="11130"/>
                  </a:lnTo>
                  <a:lnTo>
                    <a:pt x="44139" y="11130"/>
                  </a:lnTo>
                  <a:lnTo>
                    <a:pt x="44139" y="12650"/>
                  </a:lnTo>
                  <a:lnTo>
                    <a:pt x="44876" y="12650"/>
                  </a:lnTo>
                  <a:cubicBezTo>
                    <a:pt x="44876" y="13481"/>
                    <a:pt x="45565" y="14170"/>
                    <a:pt x="46412" y="14170"/>
                  </a:cubicBezTo>
                  <a:lnTo>
                    <a:pt x="46412" y="14170"/>
                  </a:lnTo>
                  <a:cubicBezTo>
                    <a:pt x="47242" y="14170"/>
                    <a:pt x="47932" y="13481"/>
                    <a:pt x="47932" y="12650"/>
                  </a:cubicBezTo>
                  <a:lnTo>
                    <a:pt x="47932" y="12650"/>
                  </a:lnTo>
                  <a:lnTo>
                    <a:pt x="49123" y="12650"/>
                  </a:lnTo>
                  <a:cubicBezTo>
                    <a:pt x="49123" y="13481"/>
                    <a:pt x="49813" y="14170"/>
                    <a:pt x="50644" y="14170"/>
                  </a:cubicBezTo>
                  <a:lnTo>
                    <a:pt x="50644" y="14170"/>
                  </a:lnTo>
                  <a:cubicBezTo>
                    <a:pt x="51490" y="14170"/>
                    <a:pt x="52164" y="13481"/>
                    <a:pt x="52164" y="12650"/>
                  </a:cubicBezTo>
                  <a:lnTo>
                    <a:pt x="52164" y="12650"/>
                  </a:lnTo>
                  <a:lnTo>
                    <a:pt x="76977" y="12650"/>
                  </a:lnTo>
                  <a:cubicBezTo>
                    <a:pt x="76977" y="13481"/>
                    <a:pt x="77651" y="14170"/>
                    <a:pt x="78497" y="14170"/>
                  </a:cubicBezTo>
                  <a:lnTo>
                    <a:pt x="78497" y="14170"/>
                  </a:lnTo>
                  <a:cubicBezTo>
                    <a:pt x="79343" y="14170"/>
                    <a:pt x="80017" y="13481"/>
                    <a:pt x="80017" y="12650"/>
                  </a:cubicBezTo>
                  <a:lnTo>
                    <a:pt x="80017" y="12650"/>
                  </a:lnTo>
                  <a:lnTo>
                    <a:pt x="81224" y="12650"/>
                  </a:lnTo>
                  <a:cubicBezTo>
                    <a:pt x="81224" y="13481"/>
                    <a:pt x="81898" y="14170"/>
                    <a:pt x="82745" y="14170"/>
                  </a:cubicBezTo>
                  <a:lnTo>
                    <a:pt x="82745" y="14170"/>
                  </a:lnTo>
                  <a:cubicBezTo>
                    <a:pt x="83575" y="14170"/>
                    <a:pt x="84265" y="13481"/>
                    <a:pt x="84265" y="12650"/>
                  </a:cubicBezTo>
                  <a:lnTo>
                    <a:pt x="84265" y="12650"/>
                  </a:lnTo>
                  <a:lnTo>
                    <a:pt x="88497" y="12650"/>
                  </a:lnTo>
                  <a:cubicBezTo>
                    <a:pt x="88811" y="13528"/>
                    <a:pt x="89657" y="14170"/>
                    <a:pt x="90645" y="14170"/>
                  </a:cubicBezTo>
                  <a:lnTo>
                    <a:pt x="90645" y="14170"/>
                  </a:lnTo>
                  <a:cubicBezTo>
                    <a:pt x="91789" y="14170"/>
                    <a:pt x="92729" y="13340"/>
                    <a:pt x="92902" y="12258"/>
                  </a:cubicBezTo>
                  <a:lnTo>
                    <a:pt x="92902" y="12258"/>
                  </a:lnTo>
                  <a:lnTo>
                    <a:pt x="94939" y="12258"/>
                  </a:lnTo>
                  <a:cubicBezTo>
                    <a:pt x="95174" y="13340"/>
                    <a:pt x="96146" y="14170"/>
                    <a:pt x="97322" y="14170"/>
                  </a:cubicBezTo>
                  <a:lnTo>
                    <a:pt x="97322" y="14170"/>
                  </a:lnTo>
                  <a:cubicBezTo>
                    <a:pt x="98482" y="14170"/>
                    <a:pt x="99454" y="13340"/>
                    <a:pt x="99704" y="12258"/>
                  </a:cubicBezTo>
                  <a:lnTo>
                    <a:pt x="99704" y="12258"/>
                  </a:lnTo>
                  <a:lnTo>
                    <a:pt x="100535" y="12258"/>
                  </a:lnTo>
                  <a:cubicBezTo>
                    <a:pt x="100770" y="13340"/>
                    <a:pt x="101758" y="14170"/>
                    <a:pt x="102918" y="14170"/>
                  </a:cubicBezTo>
                  <a:lnTo>
                    <a:pt x="102918" y="14170"/>
                  </a:lnTo>
                  <a:cubicBezTo>
                    <a:pt x="104093" y="14170"/>
                    <a:pt x="105065" y="13340"/>
                    <a:pt x="105300" y="12258"/>
                  </a:cubicBezTo>
                  <a:lnTo>
                    <a:pt x="105300" y="12258"/>
                  </a:lnTo>
                  <a:lnTo>
                    <a:pt x="106601" y="12258"/>
                  </a:lnTo>
                  <a:cubicBezTo>
                    <a:pt x="106836" y="13340"/>
                    <a:pt x="107808" y="14170"/>
                    <a:pt x="108984" y="14170"/>
                  </a:cubicBezTo>
                  <a:lnTo>
                    <a:pt x="108984" y="14170"/>
                  </a:lnTo>
                  <a:cubicBezTo>
                    <a:pt x="110143" y="14170"/>
                    <a:pt x="111115" y="13340"/>
                    <a:pt x="111366" y="12258"/>
                  </a:cubicBezTo>
                  <a:lnTo>
                    <a:pt x="111366" y="12258"/>
                  </a:lnTo>
                  <a:lnTo>
                    <a:pt x="112197" y="12258"/>
                  </a:lnTo>
                  <a:cubicBezTo>
                    <a:pt x="112448" y="13340"/>
                    <a:pt x="113419" y="14170"/>
                    <a:pt x="114579" y="14170"/>
                  </a:cubicBezTo>
                  <a:lnTo>
                    <a:pt x="114579" y="14170"/>
                  </a:lnTo>
                  <a:cubicBezTo>
                    <a:pt x="115755" y="14170"/>
                    <a:pt x="116727" y="13340"/>
                    <a:pt x="116962" y="12258"/>
                  </a:cubicBezTo>
                  <a:lnTo>
                    <a:pt x="116962" y="12258"/>
                  </a:lnTo>
                  <a:lnTo>
                    <a:pt x="117244" y="12258"/>
                  </a:lnTo>
                  <a:cubicBezTo>
                    <a:pt x="117056" y="12525"/>
                    <a:pt x="116977" y="12854"/>
                    <a:pt x="117056" y="13230"/>
                  </a:cubicBezTo>
                  <a:lnTo>
                    <a:pt x="117056" y="13230"/>
                  </a:lnTo>
                  <a:cubicBezTo>
                    <a:pt x="117166" y="13684"/>
                    <a:pt x="117542" y="14061"/>
                    <a:pt x="118012" y="14139"/>
                  </a:cubicBezTo>
                  <a:lnTo>
                    <a:pt x="118012" y="14139"/>
                  </a:lnTo>
                  <a:cubicBezTo>
                    <a:pt x="118655" y="14264"/>
                    <a:pt x="119219" y="13888"/>
                    <a:pt x="119391" y="13324"/>
                  </a:cubicBezTo>
                  <a:lnTo>
                    <a:pt x="119391" y="13324"/>
                  </a:lnTo>
                  <a:cubicBezTo>
                    <a:pt x="122369" y="13308"/>
                    <a:pt x="123028" y="12556"/>
                    <a:pt x="123028" y="12556"/>
                  </a:cubicBezTo>
                  <a:lnTo>
                    <a:pt x="123028" y="12556"/>
                  </a:lnTo>
                  <a:lnTo>
                    <a:pt x="119783" y="9108"/>
                  </a:lnTo>
                  <a:lnTo>
                    <a:pt x="118749" y="9108"/>
                  </a:lnTo>
                  <a:cubicBezTo>
                    <a:pt x="120128" y="8841"/>
                    <a:pt x="121178" y="7619"/>
                    <a:pt x="121178" y="6161"/>
                  </a:cubicBezTo>
                  <a:lnTo>
                    <a:pt x="121178" y="6161"/>
                  </a:lnTo>
                  <a:cubicBezTo>
                    <a:pt x="121178" y="5330"/>
                    <a:pt x="120849" y="4578"/>
                    <a:pt x="120300" y="4045"/>
                  </a:cubicBezTo>
                  <a:lnTo>
                    <a:pt x="120300" y="4045"/>
                  </a:lnTo>
                  <a:cubicBezTo>
                    <a:pt x="119752" y="3496"/>
                    <a:pt x="118999" y="3167"/>
                    <a:pt x="118184" y="3167"/>
                  </a:cubicBezTo>
                  <a:lnTo>
                    <a:pt x="118184" y="3167"/>
                  </a:lnTo>
                  <a:lnTo>
                    <a:pt x="116068" y="3167"/>
                  </a:lnTo>
                  <a:lnTo>
                    <a:pt x="116068" y="1239"/>
                  </a:lnTo>
                  <a:lnTo>
                    <a:pt x="116601" y="1239"/>
                  </a:lnTo>
                  <a:lnTo>
                    <a:pt x="116601" y="1"/>
                  </a:lnTo>
                  <a:close/>
                  <a:moveTo>
                    <a:pt x="58214" y="11130"/>
                  </a:moveTo>
                  <a:lnTo>
                    <a:pt x="71146" y="11130"/>
                  </a:lnTo>
                  <a:lnTo>
                    <a:pt x="71146" y="11741"/>
                  </a:lnTo>
                  <a:lnTo>
                    <a:pt x="58214" y="11741"/>
                  </a:lnTo>
                  <a:close/>
                  <a:moveTo>
                    <a:pt x="15204" y="11130"/>
                  </a:moveTo>
                  <a:lnTo>
                    <a:pt x="28135" y="11130"/>
                  </a:lnTo>
                  <a:lnTo>
                    <a:pt x="28135" y="11741"/>
                  </a:lnTo>
                  <a:lnTo>
                    <a:pt x="15204" y="11741"/>
                  </a:lnTo>
                  <a:close/>
                </a:path>
              </a:pathLst>
            </a:custGeom>
            <a:solidFill>
              <a:srgbClr val="0913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6" name="Google Shape;1119;p30">
              <a:extLst>
                <a:ext uri="{FF2B5EF4-FFF2-40B4-BE49-F238E27FC236}">
                  <a16:creationId xmlns:a16="http://schemas.microsoft.com/office/drawing/2014/main" id="{10368EF2-FEA5-0E57-1760-8662F20CDB5B}"/>
                </a:ext>
              </a:extLst>
            </p:cNvPr>
            <p:cNvSpPr/>
            <p:nvPr/>
          </p:nvSpPr>
          <p:spPr>
            <a:xfrm>
              <a:off x="6345450" y="3293600"/>
              <a:ext cx="84275" cy="84275"/>
            </a:xfrm>
            <a:custGeom>
              <a:avLst/>
              <a:gdLst/>
              <a:ahLst/>
              <a:cxnLst/>
              <a:rect l="l" t="t" r="r" b="b"/>
              <a:pathLst>
                <a:path w="3371" h="3371" extrusionOk="0">
                  <a:moveTo>
                    <a:pt x="1050" y="0"/>
                  </a:moveTo>
                  <a:cubicBezTo>
                    <a:pt x="470" y="0"/>
                    <a:pt x="0" y="470"/>
                    <a:pt x="0" y="1050"/>
                  </a:cubicBezTo>
                  <a:lnTo>
                    <a:pt x="0" y="2320"/>
                  </a:lnTo>
                  <a:cubicBezTo>
                    <a:pt x="0" y="2900"/>
                    <a:pt x="470" y="3370"/>
                    <a:pt x="1050" y="3370"/>
                  </a:cubicBezTo>
                  <a:lnTo>
                    <a:pt x="2320" y="3370"/>
                  </a:lnTo>
                  <a:cubicBezTo>
                    <a:pt x="2900" y="3370"/>
                    <a:pt x="3370" y="2900"/>
                    <a:pt x="3370" y="2320"/>
                  </a:cubicBezTo>
                  <a:lnTo>
                    <a:pt x="3370" y="1050"/>
                  </a:lnTo>
                  <a:cubicBezTo>
                    <a:pt x="3370" y="470"/>
                    <a:pt x="2900" y="0"/>
                    <a:pt x="232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1120;p30">
              <a:extLst>
                <a:ext uri="{FF2B5EF4-FFF2-40B4-BE49-F238E27FC236}">
                  <a16:creationId xmlns:a16="http://schemas.microsoft.com/office/drawing/2014/main" id="{F56CAABB-7CB8-E8FA-2FB4-91F2135669B0}"/>
                </a:ext>
              </a:extLst>
            </p:cNvPr>
            <p:cNvSpPr/>
            <p:nvPr/>
          </p:nvSpPr>
          <p:spPr>
            <a:xfrm>
              <a:off x="5924600" y="3351575"/>
              <a:ext cx="74475" cy="70575"/>
            </a:xfrm>
            <a:custGeom>
              <a:avLst/>
              <a:gdLst/>
              <a:ahLst/>
              <a:cxnLst/>
              <a:rect l="l" t="t" r="r" b="b"/>
              <a:pathLst>
                <a:path w="2979" h="2823" extrusionOk="0">
                  <a:moveTo>
                    <a:pt x="1050" y="1"/>
                  </a:moveTo>
                  <a:cubicBezTo>
                    <a:pt x="470" y="1"/>
                    <a:pt x="0" y="471"/>
                    <a:pt x="0" y="1051"/>
                  </a:cubicBezTo>
                  <a:lnTo>
                    <a:pt x="0" y="1788"/>
                  </a:lnTo>
                  <a:cubicBezTo>
                    <a:pt x="0" y="2368"/>
                    <a:pt x="470" y="2822"/>
                    <a:pt x="1050" y="2822"/>
                  </a:cubicBezTo>
                  <a:lnTo>
                    <a:pt x="1944" y="2822"/>
                  </a:lnTo>
                  <a:cubicBezTo>
                    <a:pt x="2508" y="2822"/>
                    <a:pt x="2978" y="2368"/>
                    <a:pt x="2978" y="1788"/>
                  </a:cubicBezTo>
                  <a:lnTo>
                    <a:pt x="2978" y="1051"/>
                  </a:lnTo>
                  <a:cubicBezTo>
                    <a:pt x="2978" y="471"/>
                    <a:pt x="2508"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1121;p30">
              <a:extLst>
                <a:ext uri="{FF2B5EF4-FFF2-40B4-BE49-F238E27FC236}">
                  <a16:creationId xmlns:a16="http://schemas.microsoft.com/office/drawing/2014/main" id="{C343B642-8B6B-0F0C-994D-576085753168}"/>
                </a:ext>
              </a:extLst>
            </p:cNvPr>
            <p:cNvSpPr/>
            <p:nvPr/>
          </p:nvSpPr>
          <p:spPr>
            <a:xfrm>
              <a:off x="5812125" y="3351575"/>
              <a:ext cx="74475" cy="70575"/>
            </a:xfrm>
            <a:custGeom>
              <a:avLst/>
              <a:gdLst/>
              <a:ahLst/>
              <a:cxnLst/>
              <a:rect l="l" t="t" r="r" b="b"/>
              <a:pathLst>
                <a:path w="2979" h="2823" extrusionOk="0">
                  <a:moveTo>
                    <a:pt x="1035" y="1"/>
                  </a:moveTo>
                  <a:cubicBezTo>
                    <a:pt x="455" y="1"/>
                    <a:pt x="0" y="471"/>
                    <a:pt x="0" y="1051"/>
                  </a:cubicBezTo>
                  <a:lnTo>
                    <a:pt x="0" y="1788"/>
                  </a:lnTo>
                  <a:cubicBezTo>
                    <a:pt x="0" y="2368"/>
                    <a:pt x="455" y="2822"/>
                    <a:pt x="1035" y="2822"/>
                  </a:cubicBezTo>
                  <a:lnTo>
                    <a:pt x="1928" y="2822"/>
                  </a:lnTo>
                  <a:cubicBezTo>
                    <a:pt x="2508" y="2822"/>
                    <a:pt x="2979" y="2368"/>
                    <a:pt x="2979" y="1788"/>
                  </a:cubicBezTo>
                  <a:lnTo>
                    <a:pt x="2979" y="1051"/>
                  </a:lnTo>
                  <a:cubicBezTo>
                    <a:pt x="2979" y="471"/>
                    <a:pt x="2508" y="1"/>
                    <a:pt x="192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1122;p30">
              <a:extLst>
                <a:ext uri="{FF2B5EF4-FFF2-40B4-BE49-F238E27FC236}">
                  <a16:creationId xmlns:a16="http://schemas.microsoft.com/office/drawing/2014/main" id="{59ACB365-CC84-3DC0-12DD-A09997BC5CA7}"/>
                </a:ext>
              </a:extLst>
            </p:cNvPr>
            <p:cNvSpPr/>
            <p:nvPr/>
          </p:nvSpPr>
          <p:spPr>
            <a:xfrm>
              <a:off x="5703575" y="3351575"/>
              <a:ext cx="74475" cy="70575"/>
            </a:xfrm>
            <a:custGeom>
              <a:avLst/>
              <a:gdLst/>
              <a:ahLst/>
              <a:cxnLst/>
              <a:rect l="l" t="t" r="r" b="b"/>
              <a:pathLst>
                <a:path w="2979" h="2823" extrusionOk="0">
                  <a:moveTo>
                    <a:pt x="1051" y="1"/>
                  </a:moveTo>
                  <a:cubicBezTo>
                    <a:pt x="471" y="1"/>
                    <a:pt x="1" y="471"/>
                    <a:pt x="1" y="1051"/>
                  </a:cubicBezTo>
                  <a:lnTo>
                    <a:pt x="1" y="1788"/>
                  </a:lnTo>
                  <a:cubicBezTo>
                    <a:pt x="1" y="2368"/>
                    <a:pt x="471" y="2822"/>
                    <a:pt x="1051" y="2822"/>
                  </a:cubicBezTo>
                  <a:lnTo>
                    <a:pt x="1944" y="2822"/>
                  </a:lnTo>
                  <a:cubicBezTo>
                    <a:pt x="2524" y="2822"/>
                    <a:pt x="2979" y="2368"/>
                    <a:pt x="2979" y="1788"/>
                  </a:cubicBezTo>
                  <a:lnTo>
                    <a:pt x="2979" y="1051"/>
                  </a:lnTo>
                  <a:cubicBezTo>
                    <a:pt x="2979"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123;p30">
              <a:extLst>
                <a:ext uri="{FF2B5EF4-FFF2-40B4-BE49-F238E27FC236}">
                  <a16:creationId xmlns:a16="http://schemas.microsoft.com/office/drawing/2014/main" id="{519AEB82-4C55-050F-6F36-88F201B8310E}"/>
                </a:ext>
              </a:extLst>
            </p:cNvPr>
            <p:cNvSpPr/>
            <p:nvPr/>
          </p:nvSpPr>
          <p:spPr>
            <a:xfrm>
              <a:off x="5595425" y="3351575"/>
              <a:ext cx="74475" cy="70575"/>
            </a:xfrm>
            <a:custGeom>
              <a:avLst/>
              <a:gdLst/>
              <a:ahLst/>
              <a:cxnLst/>
              <a:rect l="l" t="t" r="r" b="b"/>
              <a:pathLst>
                <a:path w="2979" h="2823" extrusionOk="0">
                  <a:moveTo>
                    <a:pt x="1035" y="1"/>
                  </a:moveTo>
                  <a:cubicBezTo>
                    <a:pt x="455" y="1"/>
                    <a:pt x="1" y="471"/>
                    <a:pt x="1" y="1051"/>
                  </a:cubicBezTo>
                  <a:lnTo>
                    <a:pt x="1" y="1788"/>
                  </a:lnTo>
                  <a:cubicBezTo>
                    <a:pt x="1" y="2368"/>
                    <a:pt x="455" y="2822"/>
                    <a:pt x="1035" y="2822"/>
                  </a:cubicBezTo>
                  <a:lnTo>
                    <a:pt x="1929" y="2822"/>
                  </a:lnTo>
                  <a:cubicBezTo>
                    <a:pt x="2508" y="2822"/>
                    <a:pt x="2979" y="2368"/>
                    <a:pt x="2979" y="1788"/>
                  </a:cubicBezTo>
                  <a:lnTo>
                    <a:pt x="2979" y="1051"/>
                  </a:lnTo>
                  <a:cubicBezTo>
                    <a:pt x="2979" y="471"/>
                    <a:pt x="2508" y="1"/>
                    <a:pt x="19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124;p30">
              <a:extLst>
                <a:ext uri="{FF2B5EF4-FFF2-40B4-BE49-F238E27FC236}">
                  <a16:creationId xmlns:a16="http://schemas.microsoft.com/office/drawing/2014/main" id="{98F2C447-2DD5-DBCB-394D-A997A508A2BB}"/>
                </a:ext>
              </a:extLst>
            </p:cNvPr>
            <p:cNvSpPr/>
            <p:nvPr/>
          </p:nvSpPr>
          <p:spPr>
            <a:xfrm>
              <a:off x="5486875" y="3351575"/>
              <a:ext cx="74475" cy="70575"/>
            </a:xfrm>
            <a:custGeom>
              <a:avLst/>
              <a:gdLst/>
              <a:ahLst/>
              <a:cxnLst/>
              <a:rect l="l" t="t" r="r" b="b"/>
              <a:pathLst>
                <a:path w="2979" h="2823" extrusionOk="0">
                  <a:moveTo>
                    <a:pt x="1051" y="1"/>
                  </a:moveTo>
                  <a:cubicBezTo>
                    <a:pt x="471" y="1"/>
                    <a:pt x="1" y="471"/>
                    <a:pt x="1" y="1051"/>
                  </a:cubicBezTo>
                  <a:lnTo>
                    <a:pt x="1" y="1788"/>
                  </a:lnTo>
                  <a:cubicBezTo>
                    <a:pt x="1" y="2368"/>
                    <a:pt x="471" y="2822"/>
                    <a:pt x="1051" y="2822"/>
                  </a:cubicBezTo>
                  <a:lnTo>
                    <a:pt x="1944" y="2822"/>
                  </a:lnTo>
                  <a:cubicBezTo>
                    <a:pt x="2509" y="2822"/>
                    <a:pt x="2979" y="2368"/>
                    <a:pt x="2979" y="1788"/>
                  </a:cubicBezTo>
                  <a:lnTo>
                    <a:pt x="2979" y="1051"/>
                  </a:lnTo>
                  <a:cubicBezTo>
                    <a:pt x="2979" y="471"/>
                    <a:pt x="2509"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125;p30">
              <a:extLst>
                <a:ext uri="{FF2B5EF4-FFF2-40B4-BE49-F238E27FC236}">
                  <a16:creationId xmlns:a16="http://schemas.microsoft.com/office/drawing/2014/main" id="{F328EDF1-32B6-5C9F-7F4A-26E51D40B170}"/>
                </a:ext>
              </a:extLst>
            </p:cNvPr>
            <p:cNvSpPr/>
            <p:nvPr/>
          </p:nvSpPr>
          <p:spPr>
            <a:xfrm>
              <a:off x="5378350" y="3351575"/>
              <a:ext cx="74850" cy="70575"/>
            </a:xfrm>
            <a:custGeom>
              <a:avLst/>
              <a:gdLst/>
              <a:ahLst/>
              <a:cxnLst/>
              <a:rect l="l" t="t" r="r" b="b"/>
              <a:pathLst>
                <a:path w="2994" h="2823" extrusionOk="0">
                  <a:moveTo>
                    <a:pt x="1050" y="1"/>
                  </a:moveTo>
                  <a:cubicBezTo>
                    <a:pt x="470" y="1"/>
                    <a:pt x="0" y="471"/>
                    <a:pt x="0" y="1051"/>
                  </a:cubicBezTo>
                  <a:lnTo>
                    <a:pt x="0" y="1788"/>
                  </a:lnTo>
                  <a:cubicBezTo>
                    <a:pt x="0" y="2368"/>
                    <a:pt x="470" y="2822"/>
                    <a:pt x="1050"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126;p30">
              <a:extLst>
                <a:ext uri="{FF2B5EF4-FFF2-40B4-BE49-F238E27FC236}">
                  <a16:creationId xmlns:a16="http://schemas.microsoft.com/office/drawing/2014/main" id="{0ECBE1C0-CE0B-BF76-4BD8-B22CC9328352}"/>
                </a:ext>
              </a:extLst>
            </p:cNvPr>
            <p:cNvSpPr/>
            <p:nvPr/>
          </p:nvSpPr>
          <p:spPr>
            <a:xfrm>
              <a:off x="5270175" y="3351575"/>
              <a:ext cx="74500" cy="70575"/>
            </a:xfrm>
            <a:custGeom>
              <a:avLst/>
              <a:gdLst/>
              <a:ahLst/>
              <a:cxnLst/>
              <a:rect l="l" t="t" r="r" b="b"/>
              <a:pathLst>
                <a:path w="2980" h="2823" extrusionOk="0">
                  <a:moveTo>
                    <a:pt x="1051" y="1"/>
                  </a:moveTo>
                  <a:cubicBezTo>
                    <a:pt x="471" y="1"/>
                    <a:pt x="1" y="471"/>
                    <a:pt x="1" y="1051"/>
                  </a:cubicBezTo>
                  <a:lnTo>
                    <a:pt x="1" y="1788"/>
                  </a:lnTo>
                  <a:cubicBezTo>
                    <a:pt x="1" y="2368"/>
                    <a:pt x="471" y="2822"/>
                    <a:pt x="1051" y="2822"/>
                  </a:cubicBezTo>
                  <a:lnTo>
                    <a:pt x="1945" y="2822"/>
                  </a:lnTo>
                  <a:cubicBezTo>
                    <a:pt x="2509" y="2822"/>
                    <a:pt x="2979" y="2368"/>
                    <a:pt x="2979" y="1788"/>
                  </a:cubicBezTo>
                  <a:lnTo>
                    <a:pt x="2979" y="1051"/>
                  </a:lnTo>
                  <a:cubicBezTo>
                    <a:pt x="2979" y="471"/>
                    <a:pt x="2509" y="1"/>
                    <a:pt x="194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127;p30">
              <a:extLst>
                <a:ext uri="{FF2B5EF4-FFF2-40B4-BE49-F238E27FC236}">
                  <a16:creationId xmlns:a16="http://schemas.microsoft.com/office/drawing/2014/main" id="{6C1507D3-FC6D-0738-C6F5-23484DFBA441}"/>
                </a:ext>
              </a:extLst>
            </p:cNvPr>
            <p:cNvSpPr/>
            <p:nvPr/>
          </p:nvSpPr>
          <p:spPr>
            <a:xfrm>
              <a:off x="5161650" y="3351575"/>
              <a:ext cx="74850" cy="70575"/>
            </a:xfrm>
            <a:custGeom>
              <a:avLst/>
              <a:gdLst/>
              <a:ahLst/>
              <a:cxnLst/>
              <a:rect l="l" t="t" r="r" b="b"/>
              <a:pathLst>
                <a:path w="2994" h="2823" extrusionOk="0">
                  <a:moveTo>
                    <a:pt x="1050" y="1"/>
                  </a:moveTo>
                  <a:cubicBezTo>
                    <a:pt x="470" y="1"/>
                    <a:pt x="0" y="471"/>
                    <a:pt x="0" y="1051"/>
                  </a:cubicBezTo>
                  <a:lnTo>
                    <a:pt x="0" y="1788"/>
                  </a:lnTo>
                  <a:cubicBezTo>
                    <a:pt x="0" y="2368"/>
                    <a:pt x="470" y="2822"/>
                    <a:pt x="1050"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128;p30">
              <a:extLst>
                <a:ext uri="{FF2B5EF4-FFF2-40B4-BE49-F238E27FC236}">
                  <a16:creationId xmlns:a16="http://schemas.microsoft.com/office/drawing/2014/main" id="{04793CD7-0601-BFA2-EC26-AE49EC5928D0}"/>
                </a:ext>
              </a:extLst>
            </p:cNvPr>
            <p:cNvSpPr/>
            <p:nvPr/>
          </p:nvSpPr>
          <p:spPr>
            <a:xfrm>
              <a:off x="4849325" y="3351575"/>
              <a:ext cx="74475" cy="70575"/>
            </a:xfrm>
            <a:custGeom>
              <a:avLst/>
              <a:gdLst/>
              <a:ahLst/>
              <a:cxnLst/>
              <a:rect l="l" t="t" r="r" b="b"/>
              <a:pathLst>
                <a:path w="2979" h="2823" extrusionOk="0">
                  <a:moveTo>
                    <a:pt x="1035" y="1"/>
                  </a:moveTo>
                  <a:cubicBezTo>
                    <a:pt x="471" y="1"/>
                    <a:pt x="1" y="471"/>
                    <a:pt x="1" y="1051"/>
                  </a:cubicBezTo>
                  <a:lnTo>
                    <a:pt x="1" y="1788"/>
                  </a:lnTo>
                  <a:cubicBezTo>
                    <a:pt x="1" y="2368"/>
                    <a:pt x="471" y="2822"/>
                    <a:pt x="1035" y="2822"/>
                  </a:cubicBezTo>
                  <a:lnTo>
                    <a:pt x="1929" y="2822"/>
                  </a:lnTo>
                  <a:cubicBezTo>
                    <a:pt x="2509" y="2822"/>
                    <a:pt x="2979" y="2368"/>
                    <a:pt x="2979" y="1788"/>
                  </a:cubicBezTo>
                  <a:lnTo>
                    <a:pt x="2979" y="1051"/>
                  </a:lnTo>
                  <a:cubicBezTo>
                    <a:pt x="2979" y="471"/>
                    <a:pt x="2509" y="1"/>
                    <a:pt x="19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129;p30">
              <a:extLst>
                <a:ext uri="{FF2B5EF4-FFF2-40B4-BE49-F238E27FC236}">
                  <a16:creationId xmlns:a16="http://schemas.microsoft.com/office/drawing/2014/main" id="{C74294A8-B9D5-8CB1-682D-15D286F9604A}"/>
                </a:ext>
              </a:extLst>
            </p:cNvPr>
            <p:cNvSpPr/>
            <p:nvPr/>
          </p:nvSpPr>
          <p:spPr>
            <a:xfrm>
              <a:off x="4736475" y="3351575"/>
              <a:ext cx="74875" cy="70575"/>
            </a:xfrm>
            <a:custGeom>
              <a:avLst/>
              <a:gdLst/>
              <a:ahLst/>
              <a:cxnLst/>
              <a:rect l="l" t="t" r="r" b="b"/>
              <a:pathLst>
                <a:path w="2995" h="2823" extrusionOk="0">
                  <a:moveTo>
                    <a:pt x="1051" y="1"/>
                  </a:moveTo>
                  <a:cubicBezTo>
                    <a:pt x="471" y="1"/>
                    <a:pt x="0" y="471"/>
                    <a:pt x="0" y="1051"/>
                  </a:cubicBezTo>
                  <a:lnTo>
                    <a:pt x="0" y="1788"/>
                  </a:lnTo>
                  <a:cubicBezTo>
                    <a:pt x="0" y="2368"/>
                    <a:pt x="471" y="2822"/>
                    <a:pt x="1051"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130;p30">
              <a:extLst>
                <a:ext uri="{FF2B5EF4-FFF2-40B4-BE49-F238E27FC236}">
                  <a16:creationId xmlns:a16="http://schemas.microsoft.com/office/drawing/2014/main" id="{3511A421-8692-52CE-FEF0-E5896B636D5B}"/>
                </a:ext>
              </a:extLst>
            </p:cNvPr>
            <p:cNvSpPr/>
            <p:nvPr/>
          </p:nvSpPr>
          <p:spPr>
            <a:xfrm>
              <a:off x="4628325" y="3351575"/>
              <a:ext cx="74475" cy="70575"/>
            </a:xfrm>
            <a:custGeom>
              <a:avLst/>
              <a:gdLst/>
              <a:ahLst/>
              <a:cxnLst/>
              <a:rect l="l" t="t" r="r" b="b"/>
              <a:pathLst>
                <a:path w="2979" h="2823" extrusionOk="0">
                  <a:moveTo>
                    <a:pt x="1051" y="1"/>
                  </a:moveTo>
                  <a:cubicBezTo>
                    <a:pt x="471" y="1"/>
                    <a:pt x="0" y="471"/>
                    <a:pt x="0" y="1051"/>
                  </a:cubicBezTo>
                  <a:lnTo>
                    <a:pt x="0" y="1788"/>
                  </a:lnTo>
                  <a:cubicBezTo>
                    <a:pt x="0" y="2368"/>
                    <a:pt x="471" y="2822"/>
                    <a:pt x="1051" y="2822"/>
                  </a:cubicBezTo>
                  <a:lnTo>
                    <a:pt x="1944" y="2822"/>
                  </a:lnTo>
                  <a:cubicBezTo>
                    <a:pt x="2508" y="2822"/>
                    <a:pt x="2978" y="2368"/>
                    <a:pt x="2978" y="1788"/>
                  </a:cubicBezTo>
                  <a:lnTo>
                    <a:pt x="2978" y="1051"/>
                  </a:lnTo>
                  <a:cubicBezTo>
                    <a:pt x="2978" y="471"/>
                    <a:pt x="2508"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131;p30">
              <a:extLst>
                <a:ext uri="{FF2B5EF4-FFF2-40B4-BE49-F238E27FC236}">
                  <a16:creationId xmlns:a16="http://schemas.microsoft.com/office/drawing/2014/main" id="{540D14EC-34A7-C31E-40C3-CB2F173F8E9B}"/>
                </a:ext>
              </a:extLst>
            </p:cNvPr>
            <p:cNvSpPr/>
            <p:nvPr/>
          </p:nvSpPr>
          <p:spPr>
            <a:xfrm>
              <a:off x="4519775" y="3351575"/>
              <a:ext cx="74875" cy="70575"/>
            </a:xfrm>
            <a:custGeom>
              <a:avLst/>
              <a:gdLst/>
              <a:ahLst/>
              <a:cxnLst/>
              <a:rect l="l" t="t" r="r" b="b"/>
              <a:pathLst>
                <a:path w="2995" h="2823" extrusionOk="0">
                  <a:moveTo>
                    <a:pt x="1051" y="1"/>
                  </a:moveTo>
                  <a:cubicBezTo>
                    <a:pt x="471" y="1"/>
                    <a:pt x="1" y="471"/>
                    <a:pt x="1" y="1051"/>
                  </a:cubicBezTo>
                  <a:lnTo>
                    <a:pt x="1" y="1788"/>
                  </a:lnTo>
                  <a:cubicBezTo>
                    <a:pt x="1" y="2368"/>
                    <a:pt x="471" y="2822"/>
                    <a:pt x="1051"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132;p30">
              <a:extLst>
                <a:ext uri="{FF2B5EF4-FFF2-40B4-BE49-F238E27FC236}">
                  <a16:creationId xmlns:a16="http://schemas.microsoft.com/office/drawing/2014/main" id="{16A82A2B-EA0A-BDE4-F1F5-36807A01F282}"/>
                </a:ext>
              </a:extLst>
            </p:cNvPr>
            <p:cNvSpPr/>
            <p:nvPr/>
          </p:nvSpPr>
          <p:spPr>
            <a:xfrm>
              <a:off x="4411625" y="3351575"/>
              <a:ext cx="74475" cy="70575"/>
            </a:xfrm>
            <a:custGeom>
              <a:avLst/>
              <a:gdLst/>
              <a:ahLst/>
              <a:cxnLst/>
              <a:rect l="l" t="t" r="r" b="b"/>
              <a:pathLst>
                <a:path w="2979" h="2823" extrusionOk="0">
                  <a:moveTo>
                    <a:pt x="1035" y="1"/>
                  </a:moveTo>
                  <a:cubicBezTo>
                    <a:pt x="471" y="1"/>
                    <a:pt x="0" y="471"/>
                    <a:pt x="0" y="1051"/>
                  </a:cubicBezTo>
                  <a:lnTo>
                    <a:pt x="0" y="1788"/>
                  </a:lnTo>
                  <a:cubicBezTo>
                    <a:pt x="0" y="2368"/>
                    <a:pt x="471" y="2822"/>
                    <a:pt x="1035" y="2822"/>
                  </a:cubicBezTo>
                  <a:lnTo>
                    <a:pt x="1928" y="2822"/>
                  </a:lnTo>
                  <a:cubicBezTo>
                    <a:pt x="2508" y="2822"/>
                    <a:pt x="2979" y="2368"/>
                    <a:pt x="2979" y="1788"/>
                  </a:cubicBezTo>
                  <a:lnTo>
                    <a:pt x="2979" y="1051"/>
                  </a:lnTo>
                  <a:cubicBezTo>
                    <a:pt x="2979" y="471"/>
                    <a:pt x="2508" y="1"/>
                    <a:pt x="192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33;p30">
              <a:extLst>
                <a:ext uri="{FF2B5EF4-FFF2-40B4-BE49-F238E27FC236}">
                  <a16:creationId xmlns:a16="http://schemas.microsoft.com/office/drawing/2014/main" id="{9A17B1FA-4B3F-D9D9-3F80-27AD64E5B946}"/>
                </a:ext>
              </a:extLst>
            </p:cNvPr>
            <p:cNvSpPr/>
            <p:nvPr/>
          </p:nvSpPr>
          <p:spPr>
            <a:xfrm>
              <a:off x="4303075" y="3351575"/>
              <a:ext cx="74875" cy="70575"/>
            </a:xfrm>
            <a:custGeom>
              <a:avLst/>
              <a:gdLst/>
              <a:ahLst/>
              <a:cxnLst/>
              <a:rect l="l" t="t" r="r" b="b"/>
              <a:pathLst>
                <a:path w="2995" h="2823" extrusionOk="0">
                  <a:moveTo>
                    <a:pt x="1051" y="1"/>
                  </a:moveTo>
                  <a:cubicBezTo>
                    <a:pt x="471" y="1"/>
                    <a:pt x="1" y="471"/>
                    <a:pt x="1" y="1051"/>
                  </a:cubicBezTo>
                  <a:lnTo>
                    <a:pt x="1" y="1788"/>
                  </a:lnTo>
                  <a:cubicBezTo>
                    <a:pt x="1" y="2368"/>
                    <a:pt x="471" y="2822"/>
                    <a:pt x="1051"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34;p30">
              <a:extLst>
                <a:ext uri="{FF2B5EF4-FFF2-40B4-BE49-F238E27FC236}">
                  <a16:creationId xmlns:a16="http://schemas.microsoft.com/office/drawing/2014/main" id="{6205D456-9F12-4274-0EF2-0C29AA7996F4}"/>
                </a:ext>
              </a:extLst>
            </p:cNvPr>
            <p:cNvSpPr/>
            <p:nvPr/>
          </p:nvSpPr>
          <p:spPr>
            <a:xfrm>
              <a:off x="4194925" y="3351575"/>
              <a:ext cx="74475" cy="70575"/>
            </a:xfrm>
            <a:custGeom>
              <a:avLst/>
              <a:gdLst/>
              <a:ahLst/>
              <a:cxnLst/>
              <a:rect l="l" t="t" r="r" b="b"/>
              <a:pathLst>
                <a:path w="2979" h="2823" extrusionOk="0">
                  <a:moveTo>
                    <a:pt x="1035" y="1"/>
                  </a:moveTo>
                  <a:cubicBezTo>
                    <a:pt x="471" y="1"/>
                    <a:pt x="1" y="471"/>
                    <a:pt x="1" y="1051"/>
                  </a:cubicBezTo>
                  <a:lnTo>
                    <a:pt x="1" y="1788"/>
                  </a:lnTo>
                  <a:cubicBezTo>
                    <a:pt x="1" y="2368"/>
                    <a:pt x="471" y="2822"/>
                    <a:pt x="1035" y="2822"/>
                  </a:cubicBezTo>
                  <a:lnTo>
                    <a:pt x="1928" y="2822"/>
                  </a:lnTo>
                  <a:cubicBezTo>
                    <a:pt x="2508" y="2822"/>
                    <a:pt x="2979" y="2368"/>
                    <a:pt x="2979" y="1788"/>
                  </a:cubicBezTo>
                  <a:lnTo>
                    <a:pt x="2979" y="1051"/>
                  </a:lnTo>
                  <a:cubicBezTo>
                    <a:pt x="2979" y="471"/>
                    <a:pt x="2508" y="1"/>
                    <a:pt x="192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35;p30">
              <a:extLst>
                <a:ext uri="{FF2B5EF4-FFF2-40B4-BE49-F238E27FC236}">
                  <a16:creationId xmlns:a16="http://schemas.microsoft.com/office/drawing/2014/main" id="{3AF1B2ED-756C-D9C1-B4B7-A97E3045B75F}"/>
                </a:ext>
              </a:extLst>
            </p:cNvPr>
            <p:cNvSpPr/>
            <p:nvPr/>
          </p:nvSpPr>
          <p:spPr>
            <a:xfrm>
              <a:off x="4086375" y="3351575"/>
              <a:ext cx="74875" cy="70575"/>
            </a:xfrm>
            <a:custGeom>
              <a:avLst/>
              <a:gdLst/>
              <a:ahLst/>
              <a:cxnLst/>
              <a:rect l="l" t="t" r="r" b="b"/>
              <a:pathLst>
                <a:path w="2995" h="2823" extrusionOk="0">
                  <a:moveTo>
                    <a:pt x="1051" y="1"/>
                  </a:moveTo>
                  <a:cubicBezTo>
                    <a:pt x="471" y="1"/>
                    <a:pt x="1" y="471"/>
                    <a:pt x="1" y="1051"/>
                  </a:cubicBezTo>
                  <a:lnTo>
                    <a:pt x="1" y="1788"/>
                  </a:lnTo>
                  <a:cubicBezTo>
                    <a:pt x="1" y="2368"/>
                    <a:pt x="471" y="2822"/>
                    <a:pt x="1051" y="2822"/>
                  </a:cubicBezTo>
                  <a:lnTo>
                    <a:pt x="1944" y="2822"/>
                  </a:lnTo>
                  <a:cubicBezTo>
                    <a:pt x="2524" y="2822"/>
                    <a:pt x="2995" y="2368"/>
                    <a:pt x="2995" y="1788"/>
                  </a:cubicBezTo>
                  <a:lnTo>
                    <a:pt x="2995" y="1051"/>
                  </a:lnTo>
                  <a:cubicBezTo>
                    <a:pt x="2995"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6;p30">
              <a:extLst>
                <a:ext uri="{FF2B5EF4-FFF2-40B4-BE49-F238E27FC236}">
                  <a16:creationId xmlns:a16="http://schemas.microsoft.com/office/drawing/2014/main" id="{1253B75C-63F3-D23F-BB57-1CC08015EAAD}"/>
                </a:ext>
              </a:extLst>
            </p:cNvPr>
            <p:cNvSpPr/>
            <p:nvPr/>
          </p:nvSpPr>
          <p:spPr>
            <a:xfrm>
              <a:off x="4570325" y="2631750"/>
              <a:ext cx="2293575" cy="582700"/>
            </a:xfrm>
            <a:custGeom>
              <a:avLst/>
              <a:gdLst/>
              <a:ahLst/>
              <a:cxnLst/>
              <a:rect l="l" t="t" r="r" b="b"/>
              <a:pathLst>
                <a:path w="91743" h="23308" extrusionOk="0">
                  <a:moveTo>
                    <a:pt x="23857" y="188"/>
                  </a:moveTo>
                  <a:cubicBezTo>
                    <a:pt x="21694" y="658"/>
                    <a:pt x="19813" y="1944"/>
                    <a:pt x="17854" y="2947"/>
                  </a:cubicBezTo>
                  <a:lnTo>
                    <a:pt x="17854" y="2947"/>
                  </a:lnTo>
                  <a:cubicBezTo>
                    <a:pt x="15001" y="4420"/>
                    <a:pt x="11835" y="5376"/>
                    <a:pt x="8637" y="5282"/>
                  </a:cubicBezTo>
                  <a:lnTo>
                    <a:pt x="8637" y="5282"/>
                  </a:lnTo>
                  <a:cubicBezTo>
                    <a:pt x="5440" y="5204"/>
                    <a:pt x="2211" y="4013"/>
                    <a:pt x="1" y="1709"/>
                  </a:cubicBezTo>
                  <a:lnTo>
                    <a:pt x="1" y="1709"/>
                  </a:lnTo>
                  <a:cubicBezTo>
                    <a:pt x="251" y="3339"/>
                    <a:pt x="1458" y="4467"/>
                    <a:pt x="2963" y="5173"/>
                  </a:cubicBezTo>
                  <a:lnTo>
                    <a:pt x="2963" y="5173"/>
                  </a:lnTo>
                  <a:cubicBezTo>
                    <a:pt x="6082" y="6615"/>
                    <a:pt x="9672" y="7022"/>
                    <a:pt x="13026" y="6286"/>
                  </a:cubicBezTo>
                  <a:lnTo>
                    <a:pt x="13026" y="6286"/>
                  </a:lnTo>
                  <a:cubicBezTo>
                    <a:pt x="15910" y="5643"/>
                    <a:pt x="18559" y="4232"/>
                    <a:pt x="21365" y="3323"/>
                  </a:cubicBezTo>
                  <a:lnTo>
                    <a:pt x="21365" y="3323"/>
                  </a:lnTo>
                  <a:cubicBezTo>
                    <a:pt x="24170" y="2414"/>
                    <a:pt x="27384" y="2069"/>
                    <a:pt x="29954" y="3511"/>
                  </a:cubicBezTo>
                  <a:lnTo>
                    <a:pt x="29954" y="3511"/>
                  </a:lnTo>
                  <a:cubicBezTo>
                    <a:pt x="31804" y="4546"/>
                    <a:pt x="33058" y="6364"/>
                    <a:pt x="34735" y="7649"/>
                  </a:cubicBezTo>
                  <a:lnTo>
                    <a:pt x="34735" y="7649"/>
                  </a:lnTo>
                  <a:cubicBezTo>
                    <a:pt x="39108" y="11051"/>
                    <a:pt x="45440" y="10330"/>
                    <a:pt x="50629" y="8386"/>
                  </a:cubicBezTo>
                  <a:lnTo>
                    <a:pt x="50629" y="8386"/>
                  </a:lnTo>
                  <a:cubicBezTo>
                    <a:pt x="52274" y="7775"/>
                    <a:pt x="53905" y="7038"/>
                    <a:pt x="55644" y="6803"/>
                  </a:cubicBezTo>
                  <a:lnTo>
                    <a:pt x="55644" y="6803"/>
                  </a:lnTo>
                  <a:cubicBezTo>
                    <a:pt x="57384" y="6552"/>
                    <a:pt x="59312" y="6897"/>
                    <a:pt x="60550" y="8135"/>
                  </a:cubicBezTo>
                  <a:lnTo>
                    <a:pt x="60550" y="8135"/>
                  </a:lnTo>
                  <a:cubicBezTo>
                    <a:pt x="61851" y="9452"/>
                    <a:pt x="62149" y="11489"/>
                    <a:pt x="63340" y="12916"/>
                  </a:cubicBezTo>
                  <a:lnTo>
                    <a:pt x="63340" y="12916"/>
                  </a:lnTo>
                  <a:cubicBezTo>
                    <a:pt x="64516" y="14326"/>
                    <a:pt x="66413" y="14922"/>
                    <a:pt x="68231" y="15126"/>
                  </a:cubicBezTo>
                  <a:lnTo>
                    <a:pt x="68231" y="15126"/>
                  </a:lnTo>
                  <a:cubicBezTo>
                    <a:pt x="73215" y="15690"/>
                    <a:pt x="76648" y="12571"/>
                    <a:pt x="81397" y="12383"/>
                  </a:cubicBezTo>
                  <a:lnTo>
                    <a:pt x="81397" y="12383"/>
                  </a:lnTo>
                  <a:cubicBezTo>
                    <a:pt x="83200" y="12305"/>
                    <a:pt x="85081" y="12712"/>
                    <a:pt x="86476" y="13841"/>
                  </a:cubicBezTo>
                  <a:lnTo>
                    <a:pt x="86476" y="13841"/>
                  </a:lnTo>
                  <a:cubicBezTo>
                    <a:pt x="87479" y="14656"/>
                    <a:pt x="88169" y="15800"/>
                    <a:pt x="88796" y="16944"/>
                  </a:cubicBezTo>
                  <a:lnTo>
                    <a:pt x="88796" y="16944"/>
                  </a:lnTo>
                  <a:cubicBezTo>
                    <a:pt x="89877" y="18935"/>
                    <a:pt x="90833" y="21051"/>
                    <a:pt x="91225" y="23292"/>
                  </a:cubicBezTo>
                  <a:lnTo>
                    <a:pt x="91225" y="23292"/>
                  </a:lnTo>
                  <a:lnTo>
                    <a:pt x="91398" y="23308"/>
                  </a:lnTo>
                  <a:cubicBezTo>
                    <a:pt x="91742" y="20048"/>
                    <a:pt x="91492" y="16631"/>
                    <a:pt x="89940" y="13747"/>
                  </a:cubicBezTo>
                  <a:lnTo>
                    <a:pt x="89940" y="13747"/>
                  </a:lnTo>
                  <a:cubicBezTo>
                    <a:pt x="88388" y="10862"/>
                    <a:pt x="85332" y="8637"/>
                    <a:pt x="82056" y="8746"/>
                  </a:cubicBezTo>
                  <a:lnTo>
                    <a:pt x="82056" y="8746"/>
                  </a:lnTo>
                  <a:cubicBezTo>
                    <a:pt x="79846" y="8809"/>
                    <a:pt x="77808" y="9891"/>
                    <a:pt x="75723" y="10643"/>
                  </a:cubicBezTo>
                  <a:lnTo>
                    <a:pt x="75723" y="10643"/>
                  </a:lnTo>
                  <a:cubicBezTo>
                    <a:pt x="73544" y="11411"/>
                    <a:pt x="71240" y="11819"/>
                    <a:pt x="68936" y="11850"/>
                  </a:cubicBezTo>
                  <a:lnTo>
                    <a:pt x="68936" y="11850"/>
                  </a:lnTo>
                  <a:cubicBezTo>
                    <a:pt x="67745" y="11881"/>
                    <a:pt x="66491" y="11787"/>
                    <a:pt x="65425" y="11223"/>
                  </a:cubicBezTo>
                  <a:lnTo>
                    <a:pt x="65425" y="11223"/>
                  </a:lnTo>
                  <a:cubicBezTo>
                    <a:pt x="63654" y="10314"/>
                    <a:pt x="62714" y="8370"/>
                    <a:pt x="61334" y="6944"/>
                  </a:cubicBezTo>
                  <a:lnTo>
                    <a:pt x="61334" y="6944"/>
                  </a:lnTo>
                  <a:cubicBezTo>
                    <a:pt x="57839" y="3370"/>
                    <a:pt x="51977" y="3574"/>
                    <a:pt x="47243" y="5188"/>
                  </a:cubicBezTo>
                  <a:lnTo>
                    <a:pt x="47243" y="5188"/>
                  </a:lnTo>
                  <a:cubicBezTo>
                    <a:pt x="45064" y="5925"/>
                    <a:pt x="42838" y="6913"/>
                    <a:pt x="40581" y="6521"/>
                  </a:cubicBezTo>
                  <a:lnTo>
                    <a:pt x="40581" y="6521"/>
                  </a:lnTo>
                  <a:cubicBezTo>
                    <a:pt x="39030" y="6239"/>
                    <a:pt x="37682" y="5345"/>
                    <a:pt x="36381" y="4452"/>
                  </a:cubicBezTo>
                  <a:lnTo>
                    <a:pt x="36381" y="4452"/>
                  </a:lnTo>
                  <a:cubicBezTo>
                    <a:pt x="33152" y="2273"/>
                    <a:pt x="29515" y="0"/>
                    <a:pt x="25738" y="0"/>
                  </a:cubicBezTo>
                  <a:lnTo>
                    <a:pt x="25738" y="0"/>
                  </a:lnTo>
                  <a:cubicBezTo>
                    <a:pt x="25111" y="0"/>
                    <a:pt x="24484" y="63"/>
                    <a:pt x="23857" y="188"/>
                  </a:cubicBezTo>
                </a:path>
              </a:pathLst>
            </a:custGeom>
            <a:solidFill>
              <a:srgbClr val="FFFFFF">
                <a:alpha val="410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9" name="Rectangle: Rounded Corners 118">
            <a:extLst>
              <a:ext uri="{FF2B5EF4-FFF2-40B4-BE49-F238E27FC236}">
                <a16:creationId xmlns:a16="http://schemas.microsoft.com/office/drawing/2014/main" id="{609DFCB4-F985-FC69-1E04-6320C40DB4BB}"/>
              </a:ext>
            </a:extLst>
          </p:cNvPr>
          <p:cNvSpPr/>
          <p:nvPr/>
        </p:nvSpPr>
        <p:spPr>
          <a:xfrm>
            <a:off x="110358" y="564444"/>
            <a:ext cx="2077414" cy="3483931"/>
          </a:xfrm>
          <a:prstGeom prst="roundRect">
            <a:avLst/>
          </a:prstGeom>
          <a:solidFill>
            <a:srgbClr val="002060"/>
          </a:solidFill>
          <a:ln>
            <a:solidFill>
              <a:srgbClr val="3A729A"/>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solidFill>
                <a:srgbClr val="FFFFFF"/>
              </a:solidFill>
            </a:endParaRPr>
          </a:p>
        </p:txBody>
      </p:sp>
      <p:sp>
        <p:nvSpPr>
          <p:cNvPr id="120" name="Flowchart: Alternate Process 119">
            <a:extLst>
              <a:ext uri="{FF2B5EF4-FFF2-40B4-BE49-F238E27FC236}">
                <a16:creationId xmlns:a16="http://schemas.microsoft.com/office/drawing/2014/main" id="{3630FB7B-B686-72F1-A1B0-7A78BDCD626A}"/>
              </a:ext>
            </a:extLst>
          </p:cNvPr>
          <p:cNvSpPr/>
          <p:nvPr/>
        </p:nvSpPr>
        <p:spPr>
          <a:xfrm>
            <a:off x="333384" y="1876748"/>
            <a:ext cx="2493272" cy="554753"/>
          </a:xfrm>
          <a:prstGeom prst="flowChartAlternateProcess">
            <a:avLst/>
          </a:prstGeom>
          <a:solidFill>
            <a:srgbClr val="0070C0"/>
          </a:solidFill>
          <a:ln>
            <a:solidFill>
              <a:srgbClr val="69ABD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Google Shape;397;p38">
            <a:extLst>
              <a:ext uri="{FF2B5EF4-FFF2-40B4-BE49-F238E27FC236}">
                <a16:creationId xmlns:a16="http://schemas.microsoft.com/office/drawing/2014/main" id="{C8ACA82F-4A84-BE6D-C78D-94057E3E0062}"/>
              </a:ext>
            </a:extLst>
          </p:cNvPr>
          <p:cNvSpPr txBox="1">
            <a:spLocks/>
          </p:cNvSpPr>
          <p:nvPr/>
        </p:nvSpPr>
        <p:spPr>
          <a:xfrm>
            <a:off x="354994" y="1698643"/>
            <a:ext cx="2493272" cy="8400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600" b="1" dirty="0">
                <a:solidFill>
                  <a:srgbClr val="FFFFFF"/>
                </a:solidFill>
              </a:rPr>
              <a:t>Short-Term </a:t>
            </a:r>
          </a:p>
          <a:p>
            <a:pPr algn="ctr"/>
            <a:r>
              <a:rPr lang="en-US" sz="1600" b="1" dirty="0">
                <a:solidFill>
                  <a:srgbClr val="FFFFFF"/>
                </a:solidFill>
              </a:rPr>
              <a:t>(3–6 Months)</a:t>
            </a:r>
          </a:p>
        </p:txBody>
      </p:sp>
      <p:sp>
        <p:nvSpPr>
          <p:cNvPr id="117" name="Google Shape;397;p38">
            <a:extLst>
              <a:ext uri="{FF2B5EF4-FFF2-40B4-BE49-F238E27FC236}">
                <a16:creationId xmlns:a16="http://schemas.microsoft.com/office/drawing/2014/main" id="{60B6D4D0-D088-B6F2-9F2B-A9DC6DC46FCA}"/>
              </a:ext>
            </a:extLst>
          </p:cNvPr>
          <p:cNvSpPr txBox="1">
            <a:spLocks/>
          </p:cNvSpPr>
          <p:nvPr/>
        </p:nvSpPr>
        <p:spPr>
          <a:xfrm>
            <a:off x="100715" y="2352630"/>
            <a:ext cx="1875955" cy="8400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lgn="ctr"/>
            <a:r>
              <a:rPr lang="en-US" sz="1200" dirty="0">
                <a:solidFill>
                  <a:srgbClr val="FFFFFF"/>
                </a:solidFill>
              </a:rPr>
              <a:t>Long-Term</a:t>
            </a:r>
          </a:p>
          <a:p>
            <a:pPr lvl="0" algn="ctr"/>
            <a:r>
              <a:rPr lang="en-US" sz="1200" dirty="0">
                <a:solidFill>
                  <a:srgbClr val="FFFFFF"/>
                </a:solidFill>
              </a:rPr>
              <a:t>(6+ Months)</a:t>
            </a:r>
          </a:p>
        </p:txBody>
      </p:sp>
      <p:sp>
        <p:nvSpPr>
          <p:cNvPr id="118" name="Google Shape;397;p38">
            <a:extLst>
              <a:ext uri="{FF2B5EF4-FFF2-40B4-BE49-F238E27FC236}">
                <a16:creationId xmlns:a16="http://schemas.microsoft.com/office/drawing/2014/main" id="{9A01A674-690B-46E5-7492-7F3C33221C0B}"/>
              </a:ext>
            </a:extLst>
          </p:cNvPr>
          <p:cNvSpPr txBox="1">
            <a:spLocks/>
          </p:cNvSpPr>
          <p:nvPr/>
        </p:nvSpPr>
        <p:spPr>
          <a:xfrm>
            <a:off x="-84153" y="3027127"/>
            <a:ext cx="1875955" cy="8400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r>
              <a:rPr lang="en-US" sz="1200" dirty="0">
                <a:solidFill>
                  <a:srgbClr val="FFFFFF"/>
                </a:solidFill>
              </a:rPr>
              <a:t>Holiday Scheduling</a:t>
            </a:r>
          </a:p>
        </p:txBody>
      </p:sp>
      <p:grpSp>
        <p:nvGrpSpPr>
          <p:cNvPr id="2" name="Group 1">
            <a:extLst>
              <a:ext uri="{FF2B5EF4-FFF2-40B4-BE49-F238E27FC236}">
                <a16:creationId xmlns:a16="http://schemas.microsoft.com/office/drawing/2014/main" id="{D0D83DAA-542F-B723-284E-A4353AAD1340}"/>
              </a:ext>
            </a:extLst>
          </p:cNvPr>
          <p:cNvGrpSpPr/>
          <p:nvPr/>
        </p:nvGrpSpPr>
        <p:grpSpPr>
          <a:xfrm>
            <a:off x="3084722" y="995736"/>
            <a:ext cx="5672197" cy="2770946"/>
            <a:chOff x="3084722" y="995736"/>
            <a:chExt cx="5672197" cy="2770946"/>
          </a:xfrm>
        </p:grpSpPr>
        <p:sp>
          <p:nvSpPr>
            <p:cNvPr id="121" name="Flowchart: Alternate Process 120">
              <a:extLst>
                <a:ext uri="{FF2B5EF4-FFF2-40B4-BE49-F238E27FC236}">
                  <a16:creationId xmlns:a16="http://schemas.microsoft.com/office/drawing/2014/main" id="{12D92B4D-873E-A764-DCD9-6293E128ABC7}"/>
                </a:ext>
              </a:extLst>
            </p:cNvPr>
            <p:cNvSpPr/>
            <p:nvPr/>
          </p:nvSpPr>
          <p:spPr>
            <a:xfrm>
              <a:off x="3084722" y="1114378"/>
              <a:ext cx="5672197" cy="2652304"/>
            </a:xfrm>
            <a:prstGeom prst="flowChartAlternateProcess">
              <a:avLst/>
            </a:prstGeom>
            <a:solidFill>
              <a:srgbClr val="002E50"/>
            </a:solidFill>
            <a:ln>
              <a:solidFill>
                <a:srgbClr val="69ABD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 name="Google Shape;398;p38">
              <a:extLst>
                <a:ext uri="{FF2B5EF4-FFF2-40B4-BE49-F238E27FC236}">
                  <a16:creationId xmlns:a16="http://schemas.microsoft.com/office/drawing/2014/main" id="{5BE569C6-F7A5-9B83-6F65-AB85C8D27766}"/>
                </a:ext>
              </a:extLst>
            </p:cNvPr>
            <p:cNvSpPr txBox="1">
              <a:spLocks/>
            </p:cNvSpPr>
            <p:nvPr/>
          </p:nvSpPr>
          <p:spPr>
            <a:xfrm>
              <a:off x="3302041" y="995736"/>
              <a:ext cx="5237557" cy="2031391"/>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endParaRPr lang="en-US" dirty="0">
                <a:solidFill>
                  <a:srgbClr val="FFFFFF"/>
                </a:solidFill>
              </a:endParaRPr>
            </a:p>
            <a:p>
              <a:pPr algn="ctr"/>
              <a:r>
                <a:rPr lang="en-US" dirty="0">
                  <a:solidFill>
                    <a:srgbClr val="FFFFFF"/>
                  </a:solidFill>
                  <a:highlight>
                    <a:srgbClr val="008000"/>
                  </a:highlight>
                </a:rPr>
                <a:t>Boost Staffing</a:t>
              </a:r>
              <a:r>
                <a:rPr lang="en-US" dirty="0">
                  <a:solidFill>
                    <a:srgbClr val="FFFFFF"/>
                  </a:solidFill>
                </a:rPr>
                <a:t>: Deploy 30% more staff at top 5 stations (e.g., Manchester Piccadilly).</a:t>
              </a:r>
            </a:p>
            <a:p>
              <a:pPr algn="ctr"/>
              <a:endParaRPr lang="en-US" dirty="0">
                <a:solidFill>
                  <a:srgbClr val="FFFFFF"/>
                </a:solidFill>
              </a:endParaRPr>
            </a:p>
            <a:p>
              <a:pPr lvl="0" algn="ctr"/>
              <a:r>
                <a:rPr lang="en-US" dirty="0">
                  <a:solidFill>
                    <a:srgbClr val="FFFFFF"/>
                  </a:solidFill>
                  <a:highlight>
                    <a:srgbClr val="008000"/>
                  </a:highlight>
                </a:rPr>
                <a:t>Real-Time Alerts &amp; Transparent Communication</a:t>
              </a:r>
              <a:r>
                <a:rPr lang="en-US" dirty="0">
                  <a:solidFill>
                    <a:srgbClr val="FFFFFF"/>
                  </a:solidFill>
                </a:rPr>
                <a:t>: SMS/app alerts for delays + alternative routes.</a:t>
              </a:r>
            </a:p>
            <a:p>
              <a:pPr algn="ctr"/>
              <a:r>
                <a:rPr lang="en-US" dirty="0">
                  <a:solidFill>
                    <a:srgbClr val="FFFFFF"/>
                  </a:solidFill>
                </a:rPr>
                <a:t>Impact:</a:t>
              </a:r>
            </a:p>
            <a:p>
              <a:pPr algn="ctr"/>
              <a:r>
                <a:rPr lang="en-US" dirty="0">
                  <a:solidFill>
                    <a:srgbClr val="FFFFFF"/>
                  </a:solidFill>
                </a:rPr>
                <a:t>Target: Reduce delays by 25% in 6 months.</a:t>
              </a:r>
            </a:p>
            <a:p>
              <a:pPr algn="ctr"/>
              <a:endParaRPr lang="en-US" dirty="0">
                <a:solidFill>
                  <a:srgbClr val="FFFFFF"/>
                </a:solidFill>
              </a:endParaRPr>
            </a:p>
            <a:p>
              <a:pPr algn="ctr"/>
              <a:r>
                <a:rPr lang="en-US" dirty="0">
                  <a:solidFill>
                    <a:srgbClr val="FFFFFF"/>
                  </a:solidFill>
                </a:rPr>
                <a:t>Introduce bundled </a:t>
              </a:r>
              <a:r>
                <a:rPr lang="en-US" dirty="0">
                  <a:solidFill>
                    <a:srgbClr val="FFFFFF"/>
                  </a:solidFill>
                  <a:highlight>
                    <a:srgbClr val="008000"/>
                  </a:highlight>
                </a:rPr>
                <a:t>travel packages</a:t>
              </a:r>
            </a:p>
            <a:p>
              <a:pPr algn="ctr"/>
              <a:endParaRPr lang="en-US" dirty="0">
                <a:solidFill>
                  <a:srgbClr val="FFFFFF"/>
                </a:solidFill>
                <a:highlight>
                  <a:srgbClr val="008000"/>
                </a:highlight>
              </a:endParaRPr>
            </a:p>
          </p:txBody>
        </p:sp>
      </p:grpSp>
      <p:sp>
        <p:nvSpPr>
          <p:cNvPr id="123" name="Google Shape;397;p38">
            <a:extLst>
              <a:ext uri="{FF2B5EF4-FFF2-40B4-BE49-F238E27FC236}">
                <a16:creationId xmlns:a16="http://schemas.microsoft.com/office/drawing/2014/main" id="{04399BA9-1F0C-8174-BC9C-99AF97591CAB}"/>
              </a:ext>
            </a:extLst>
          </p:cNvPr>
          <p:cNvSpPr txBox="1">
            <a:spLocks/>
          </p:cNvSpPr>
          <p:nvPr/>
        </p:nvSpPr>
        <p:spPr>
          <a:xfrm>
            <a:off x="2657842" y="17744"/>
            <a:ext cx="4812797" cy="8400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6000"/>
              <a:buFont typeface="Montserrat ExtraBold"/>
              <a:buNone/>
              <a:defRPr sz="4000" b="0" i="0" u="none" strike="noStrike" cap="none">
                <a:solidFill>
                  <a:schemeClr val="dk2"/>
                </a:solidFill>
                <a:latin typeface="Montserrat ExtraBold"/>
                <a:ea typeface="Montserrat ExtraBold"/>
                <a:cs typeface="Montserrat ExtraBold"/>
                <a:sym typeface="Montserrat ExtraBold"/>
              </a:defRPr>
            </a:lvl1pPr>
            <a:lvl2pPr marR="0" lvl="1"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2pPr>
            <a:lvl3pPr marR="0" lvl="2"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3pPr>
            <a:lvl4pPr marR="0" lvl="3"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4pPr>
            <a:lvl5pPr marR="0" lvl="4"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5pPr>
            <a:lvl6pPr marR="0" lvl="5"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6pPr>
            <a:lvl7pPr marR="0" lvl="6"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7pPr>
            <a:lvl8pPr marR="0" lvl="7"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8pPr>
            <a:lvl9pPr marR="0" lvl="8"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9pPr>
          </a:lstStyle>
          <a:p>
            <a:pPr algn="ctr"/>
            <a:r>
              <a:rPr lang="en-US" sz="3500" dirty="0">
                <a:solidFill>
                  <a:srgbClr val="002060"/>
                </a:solidFill>
              </a:rPr>
              <a:t>Recommendations</a:t>
            </a:r>
          </a:p>
        </p:txBody>
      </p:sp>
      <p:sp>
        <p:nvSpPr>
          <p:cNvPr id="3" name="Google Shape;397;p38">
            <a:extLst>
              <a:ext uri="{FF2B5EF4-FFF2-40B4-BE49-F238E27FC236}">
                <a16:creationId xmlns:a16="http://schemas.microsoft.com/office/drawing/2014/main" id="{E8777781-14EB-0565-F463-EC2F7EB5BACD}"/>
              </a:ext>
            </a:extLst>
          </p:cNvPr>
          <p:cNvSpPr txBox="1">
            <a:spLocks/>
          </p:cNvSpPr>
          <p:nvPr/>
        </p:nvSpPr>
        <p:spPr>
          <a:xfrm>
            <a:off x="-155725" y="852243"/>
            <a:ext cx="2343497" cy="8400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dirty="0">
                <a:solidFill>
                  <a:srgbClr val="FFFFFF"/>
                </a:solidFill>
              </a:rPr>
              <a:t>Immediate </a:t>
            </a:r>
          </a:p>
          <a:p>
            <a:pPr algn="ctr"/>
            <a:r>
              <a:rPr lang="en-US" sz="1200" dirty="0">
                <a:solidFill>
                  <a:srgbClr val="FFFFFF"/>
                </a:solidFill>
              </a:rPr>
              <a:t>(0–3 Months)</a:t>
            </a:r>
          </a:p>
        </p:txBody>
      </p:sp>
    </p:spTree>
    <p:extLst>
      <p:ext uri="{BB962C8B-B14F-4D97-AF65-F5344CB8AC3E}">
        <p14:creationId xmlns:p14="http://schemas.microsoft.com/office/powerpoint/2010/main" val="260957282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par>
                                <p:cTn id="10" presetID="63" presetClass="path" presetSubtype="0" accel="50000" decel="50000" fill="hold" nodeType="withEffect">
                                  <p:stCondLst>
                                    <p:cond delay="0"/>
                                  </p:stCondLst>
                                  <p:childTnLst>
                                    <p:animMotion origin="layout" path="M -0.00677 -0.00524 L -1.29896 -0.09166 " pathEditMode="relative" rAng="0" ptsTypes="AA">
                                      <p:cBhvr>
                                        <p:cTn id="11" dur="5000" fill="hold"/>
                                        <p:tgtEl>
                                          <p:spTgt spid="94"/>
                                        </p:tgtEl>
                                        <p:attrNameLst>
                                          <p:attrName>ppt_x</p:attrName>
                                          <p:attrName>ppt_y</p:attrName>
                                        </p:attrNameLst>
                                      </p:cBhvr>
                                      <p:rCtr x="-64618" y="-4321"/>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 name="Google Shape;1534;p36">
            <a:extLst>
              <a:ext uri="{FF2B5EF4-FFF2-40B4-BE49-F238E27FC236}">
                <a16:creationId xmlns:a16="http://schemas.microsoft.com/office/drawing/2014/main" id="{69C0E481-1A7C-8DFF-E143-F58CFD321E08}"/>
              </a:ext>
            </a:extLst>
          </p:cNvPr>
          <p:cNvGrpSpPr/>
          <p:nvPr/>
        </p:nvGrpSpPr>
        <p:grpSpPr>
          <a:xfrm>
            <a:off x="0" y="4421430"/>
            <a:ext cx="9276783" cy="1398672"/>
            <a:chOff x="-139347" y="3868275"/>
            <a:chExt cx="9276783" cy="1398672"/>
          </a:xfrm>
          <a:solidFill>
            <a:srgbClr val="091359"/>
          </a:solidFill>
        </p:grpSpPr>
        <p:sp>
          <p:nvSpPr>
            <p:cNvPr id="26" name="Google Shape;1535;p36">
              <a:extLst>
                <a:ext uri="{FF2B5EF4-FFF2-40B4-BE49-F238E27FC236}">
                  <a16:creationId xmlns:a16="http://schemas.microsoft.com/office/drawing/2014/main" id="{89AF1B9C-9B87-9AF0-0C2B-D6FDEF03DF0B}"/>
                </a:ext>
              </a:extLst>
            </p:cNvPr>
            <p:cNvSpPr/>
            <p:nvPr/>
          </p:nvSpPr>
          <p:spPr>
            <a:xfrm flipH="1">
              <a:off x="-139347" y="4015425"/>
              <a:ext cx="9276772" cy="548850"/>
            </a:xfrm>
            <a:custGeom>
              <a:avLst/>
              <a:gdLst/>
              <a:ahLst/>
              <a:cxnLst/>
              <a:rect l="l" t="t" r="r" b="b"/>
              <a:pathLst>
                <a:path w="219946" h="21954" extrusionOk="0">
                  <a:moveTo>
                    <a:pt x="0" y="12956"/>
                  </a:moveTo>
                  <a:lnTo>
                    <a:pt x="0" y="21954"/>
                  </a:lnTo>
                  <a:lnTo>
                    <a:pt x="219946" y="8998"/>
                  </a:lnTo>
                  <a:lnTo>
                    <a:pt x="219946"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7" name="Google Shape;1536;p36">
              <a:extLst>
                <a:ext uri="{FF2B5EF4-FFF2-40B4-BE49-F238E27FC236}">
                  <a16:creationId xmlns:a16="http://schemas.microsoft.com/office/drawing/2014/main" id="{C962049F-7EAE-45FF-9475-2EE4F0DF3B4E}"/>
                </a:ext>
              </a:extLst>
            </p:cNvPr>
            <p:cNvGrpSpPr/>
            <p:nvPr/>
          </p:nvGrpSpPr>
          <p:grpSpPr>
            <a:xfrm flipH="1">
              <a:off x="2134836" y="4216900"/>
              <a:ext cx="3484400" cy="1050047"/>
              <a:chOff x="3379075" y="4216900"/>
              <a:chExt cx="3484400" cy="1050047"/>
            </a:xfrm>
            <a:grpFill/>
          </p:grpSpPr>
          <p:sp>
            <p:nvSpPr>
              <p:cNvPr id="87" name="Google Shape;1537;p36">
                <a:extLst>
                  <a:ext uri="{FF2B5EF4-FFF2-40B4-BE49-F238E27FC236}">
                    <a16:creationId xmlns:a16="http://schemas.microsoft.com/office/drawing/2014/main" id="{5713E945-E397-67EA-EAF1-D77279F6DC33}"/>
                  </a:ext>
                </a:extLst>
              </p:cNvPr>
              <p:cNvSpPr/>
              <p:nvPr/>
            </p:nvSpPr>
            <p:spPr>
              <a:xfrm>
                <a:off x="6638025" y="4216900"/>
                <a:ext cx="225450" cy="266525"/>
              </a:xfrm>
              <a:custGeom>
                <a:avLst/>
                <a:gdLst/>
                <a:ahLst/>
                <a:cxnLst/>
                <a:rect l="l" t="t" r="r" b="b"/>
                <a:pathLst>
                  <a:path w="9018" h="10661" extrusionOk="0">
                    <a:moveTo>
                      <a:pt x="1" y="10660"/>
                    </a:moveTo>
                    <a:lnTo>
                      <a:pt x="9017" y="10660"/>
                    </a:lnTo>
                    <a:lnTo>
                      <a:pt x="9017"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1538;p36">
                <a:extLst>
                  <a:ext uri="{FF2B5EF4-FFF2-40B4-BE49-F238E27FC236}">
                    <a16:creationId xmlns:a16="http://schemas.microsoft.com/office/drawing/2014/main" id="{D3BFE6C1-A617-DD21-1BCA-EA4A8EBDF3CD}"/>
                  </a:ext>
                </a:extLst>
              </p:cNvPr>
              <p:cNvSpPr/>
              <p:nvPr/>
            </p:nvSpPr>
            <p:spPr>
              <a:xfrm>
                <a:off x="5628575" y="4216900"/>
                <a:ext cx="225425" cy="266525"/>
              </a:xfrm>
              <a:custGeom>
                <a:avLst/>
                <a:gdLst/>
                <a:ahLst/>
                <a:cxnLst/>
                <a:rect l="l" t="t" r="r" b="b"/>
                <a:pathLst>
                  <a:path w="9017" h="10661" extrusionOk="0">
                    <a:moveTo>
                      <a:pt x="0" y="10660"/>
                    </a:moveTo>
                    <a:lnTo>
                      <a:pt x="9017" y="10660"/>
                    </a:lnTo>
                    <a:lnTo>
                      <a:pt x="9017"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1539;p36">
                <a:extLst>
                  <a:ext uri="{FF2B5EF4-FFF2-40B4-BE49-F238E27FC236}">
                    <a16:creationId xmlns:a16="http://schemas.microsoft.com/office/drawing/2014/main" id="{93BE9C1F-C27E-6192-934F-EF6F41DF4331}"/>
                  </a:ext>
                </a:extLst>
              </p:cNvPr>
              <p:cNvSpPr/>
              <p:nvPr/>
            </p:nvSpPr>
            <p:spPr>
              <a:xfrm>
                <a:off x="5700425" y="4473175"/>
                <a:ext cx="72850" cy="792553"/>
              </a:xfrm>
              <a:custGeom>
                <a:avLst/>
                <a:gdLst/>
                <a:ahLst/>
                <a:cxnLst/>
                <a:rect l="l" t="t" r="r" b="b"/>
                <a:pathLst>
                  <a:path w="2914" h="48780" extrusionOk="0">
                    <a:moveTo>
                      <a:pt x="1" y="48780"/>
                    </a:moveTo>
                    <a:lnTo>
                      <a:pt x="2913" y="48780"/>
                    </a:lnTo>
                    <a:lnTo>
                      <a:pt x="291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1540;p36">
                <a:extLst>
                  <a:ext uri="{FF2B5EF4-FFF2-40B4-BE49-F238E27FC236}">
                    <a16:creationId xmlns:a16="http://schemas.microsoft.com/office/drawing/2014/main" id="{1CD70B06-D350-3926-587D-A2E3E780A67D}"/>
                  </a:ext>
                </a:extLst>
              </p:cNvPr>
              <p:cNvSpPr/>
              <p:nvPr/>
            </p:nvSpPr>
            <p:spPr>
              <a:xfrm>
                <a:off x="4520150" y="4293100"/>
                <a:ext cx="225450" cy="266525"/>
              </a:xfrm>
              <a:custGeom>
                <a:avLst/>
                <a:gdLst/>
                <a:ahLst/>
                <a:cxnLst/>
                <a:rect l="l" t="t" r="r" b="b"/>
                <a:pathLst>
                  <a:path w="9018" h="10661" extrusionOk="0">
                    <a:moveTo>
                      <a:pt x="1" y="10660"/>
                    </a:moveTo>
                    <a:lnTo>
                      <a:pt x="9017" y="10660"/>
                    </a:lnTo>
                    <a:lnTo>
                      <a:pt x="9017"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1541;p36">
                <a:extLst>
                  <a:ext uri="{FF2B5EF4-FFF2-40B4-BE49-F238E27FC236}">
                    <a16:creationId xmlns:a16="http://schemas.microsoft.com/office/drawing/2014/main" id="{88763C1F-FEE5-43B9-D18F-6EE0FC4AFF5D}"/>
                  </a:ext>
                </a:extLst>
              </p:cNvPr>
              <p:cNvSpPr/>
              <p:nvPr/>
            </p:nvSpPr>
            <p:spPr>
              <a:xfrm>
                <a:off x="4592025" y="4473175"/>
                <a:ext cx="72825" cy="792553"/>
              </a:xfrm>
              <a:custGeom>
                <a:avLst/>
                <a:gdLst/>
                <a:ahLst/>
                <a:cxnLst/>
                <a:rect l="l" t="t" r="r" b="b"/>
                <a:pathLst>
                  <a:path w="2913" h="48780" extrusionOk="0">
                    <a:moveTo>
                      <a:pt x="1" y="48780"/>
                    </a:moveTo>
                    <a:lnTo>
                      <a:pt x="2913" y="48780"/>
                    </a:lnTo>
                    <a:lnTo>
                      <a:pt x="291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1542;p36">
                <a:extLst>
                  <a:ext uri="{FF2B5EF4-FFF2-40B4-BE49-F238E27FC236}">
                    <a16:creationId xmlns:a16="http://schemas.microsoft.com/office/drawing/2014/main" id="{D06B1159-567A-3EB8-69E6-8C4C3671E48A}"/>
                  </a:ext>
                </a:extLst>
              </p:cNvPr>
              <p:cNvSpPr/>
              <p:nvPr/>
            </p:nvSpPr>
            <p:spPr>
              <a:xfrm>
                <a:off x="3379075" y="4327650"/>
                <a:ext cx="225450" cy="262300"/>
              </a:xfrm>
              <a:custGeom>
                <a:avLst/>
                <a:gdLst/>
                <a:ahLst/>
                <a:cxnLst/>
                <a:rect l="l" t="t" r="r" b="b"/>
                <a:pathLst>
                  <a:path w="9018" h="10492" extrusionOk="0">
                    <a:moveTo>
                      <a:pt x="1" y="10492"/>
                    </a:moveTo>
                    <a:lnTo>
                      <a:pt x="9017" y="10492"/>
                    </a:lnTo>
                    <a:lnTo>
                      <a:pt x="9017" y="0"/>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1543;p36">
                <a:extLst>
                  <a:ext uri="{FF2B5EF4-FFF2-40B4-BE49-F238E27FC236}">
                    <a16:creationId xmlns:a16="http://schemas.microsoft.com/office/drawing/2014/main" id="{BD98C59D-D6EF-491D-AA53-ABD76B4A2623}"/>
                  </a:ext>
                </a:extLst>
              </p:cNvPr>
              <p:cNvSpPr/>
              <p:nvPr/>
            </p:nvSpPr>
            <p:spPr>
              <a:xfrm>
                <a:off x="3450950" y="4494102"/>
                <a:ext cx="72825" cy="772845"/>
              </a:xfrm>
              <a:custGeom>
                <a:avLst/>
                <a:gdLst/>
                <a:ahLst/>
                <a:cxnLst/>
                <a:rect l="l" t="t" r="r" b="b"/>
                <a:pathLst>
                  <a:path w="2913" h="47567" extrusionOk="0">
                    <a:moveTo>
                      <a:pt x="1" y="47567"/>
                    </a:moveTo>
                    <a:lnTo>
                      <a:pt x="2913" y="47567"/>
                    </a:lnTo>
                    <a:lnTo>
                      <a:pt x="291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 name="Google Shape;1544;p36">
              <a:extLst>
                <a:ext uri="{FF2B5EF4-FFF2-40B4-BE49-F238E27FC236}">
                  <a16:creationId xmlns:a16="http://schemas.microsoft.com/office/drawing/2014/main" id="{54A9CCB7-B41C-4B06-F9A7-0B48C2839929}"/>
                </a:ext>
              </a:extLst>
            </p:cNvPr>
            <p:cNvGrpSpPr/>
            <p:nvPr/>
          </p:nvGrpSpPr>
          <p:grpSpPr>
            <a:xfrm flipH="1">
              <a:off x="-57406" y="3868275"/>
              <a:ext cx="9194843" cy="559600"/>
              <a:chOff x="-139125" y="3868275"/>
              <a:chExt cx="9194843" cy="559600"/>
            </a:xfrm>
            <a:grpFill/>
          </p:grpSpPr>
          <p:sp>
            <p:nvSpPr>
              <p:cNvPr id="44" name="Google Shape;1545;p36">
                <a:extLst>
                  <a:ext uri="{FF2B5EF4-FFF2-40B4-BE49-F238E27FC236}">
                    <a16:creationId xmlns:a16="http://schemas.microsoft.com/office/drawing/2014/main" id="{90E6CAF2-DA24-9C35-0554-7F758E89AB02}"/>
                  </a:ext>
                </a:extLst>
              </p:cNvPr>
              <p:cNvSpPr/>
              <p:nvPr/>
            </p:nvSpPr>
            <p:spPr>
              <a:xfrm>
                <a:off x="-139125" y="3868275"/>
                <a:ext cx="9194843" cy="351450"/>
              </a:xfrm>
              <a:custGeom>
                <a:avLst/>
                <a:gdLst/>
                <a:ahLst/>
                <a:cxnLst/>
                <a:rect l="l" t="t" r="r" b="b"/>
                <a:pathLst>
                  <a:path w="219946" h="14058" extrusionOk="0">
                    <a:moveTo>
                      <a:pt x="0" y="12956"/>
                    </a:moveTo>
                    <a:lnTo>
                      <a:pt x="0" y="14058"/>
                    </a:lnTo>
                    <a:lnTo>
                      <a:pt x="219946" y="1102"/>
                    </a:lnTo>
                    <a:lnTo>
                      <a:pt x="219946"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1546;p36">
                <a:extLst>
                  <a:ext uri="{FF2B5EF4-FFF2-40B4-BE49-F238E27FC236}">
                    <a16:creationId xmlns:a16="http://schemas.microsoft.com/office/drawing/2014/main" id="{48260650-71E9-85AC-38EF-BEAD638C4D54}"/>
                  </a:ext>
                </a:extLst>
              </p:cNvPr>
              <p:cNvSpPr/>
              <p:nvPr/>
            </p:nvSpPr>
            <p:spPr>
              <a:xfrm>
                <a:off x="125427" y="4182825"/>
                <a:ext cx="34406" cy="245050"/>
              </a:xfrm>
              <a:custGeom>
                <a:avLst/>
                <a:gdLst/>
                <a:ahLst/>
                <a:cxnLst/>
                <a:rect l="l" t="t" r="r" b="b"/>
                <a:pathLst>
                  <a:path w="823" h="9802" extrusionOk="0">
                    <a:moveTo>
                      <a:pt x="1" y="9802"/>
                    </a:moveTo>
                    <a:lnTo>
                      <a:pt x="822" y="9802"/>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1547;p36">
                <a:extLst>
                  <a:ext uri="{FF2B5EF4-FFF2-40B4-BE49-F238E27FC236}">
                    <a16:creationId xmlns:a16="http://schemas.microsoft.com/office/drawing/2014/main" id="{CB4D4D1C-E62E-F434-4382-9070971E9FA0}"/>
                  </a:ext>
                </a:extLst>
              </p:cNvPr>
              <p:cNvSpPr/>
              <p:nvPr/>
            </p:nvSpPr>
            <p:spPr>
              <a:xfrm>
                <a:off x="336927" y="4176300"/>
                <a:ext cx="34406" cy="244575"/>
              </a:xfrm>
              <a:custGeom>
                <a:avLst/>
                <a:gdLst/>
                <a:ahLst/>
                <a:cxnLst/>
                <a:rect l="l" t="t" r="r" b="b"/>
                <a:pathLst>
                  <a:path w="823" h="9783" extrusionOk="0">
                    <a:moveTo>
                      <a:pt x="1" y="9783"/>
                    </a:moveTo>
                    <a:lnTo>
                      <a:pt x="822" y="9783"/>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1548;p36">
                <a:extLst>
                  <a:ext uri="{FF2B5EF4-FFF2-40B4-BE49-F238E27FC236}">
                    <a16:creationId xmlns:a16="http://schemas.microsoft.com/office/drawing/2014/main" id="{E23E5D9F-AD63-A544-ADB3-7C1291583BAA}"/>
                  </a:ext>
                </a:extLst>
              </p:cNvPr>
              <p:cNvSpPr/>
              <p:nvPr/>
            </p:nvSpPr>
            <p:spPr>
              <a:xfrm>
                <a:off x="548427" y="4169300"/>
                <a:ext cx="33611" cy="245050"/>
              </a:xfrm>
              <a:custGeom>
                <a:avLst/>
                <a:gdLst/>
                <a:ahLst/>
                <a:cxnLst/>
                <a:rect l="l" t="t" r="r" b="b"/>
                <a:pathLst>
                  <a:path w="804" h="9802" extrusionOk="0">
                    <a:moveTo>
                      <a:pt x="1" y="9801"/>
                    </a:moveTo>
                    <a:lnTo>
                      <a:pt x="803" y="9801"/>
                    </a:lnTo>
                    <a:lnTo>
                      <a:pt x="80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1549;p36">
                <a:extLst>
                  <a:ext uri="{FF2B5EF4-FFF2-40B4-BE49-F238E27FC236}">
                    <a16:creationId xmlns:a16="http://schemas.microsoft.com/office/drawing/2014/main" id="{183717F5-A57F-B829-65C5-89B280725CFE}"/>
                  </a:ext>
                </a:extLst>
              </p:cNvPr>
              <p:cNvSpPr/>
              <p:nvPr/>
            </p:nvSpPr>
            <p:spPr>
              <a:xfrm>
                <a:off x="759174" y="4162300"/>
                <a:ext cx="34364" cy="245050"/>
              </a:xfrm>
              <a:custGeom>
                <a:avLst/>
                <a:gdLst/>
                <a:ahLst/>
                <a:cxnLst/>
                <a:rect l="l" t="t" r="r" b="b"/>
                <a:pathLst>
                  <a:path w="822" h="9802" extrusionOk="0">
                    <a:moveTo>
                      <a:pt x="0" y="9801"/>
                    </a:moveTo>
                    <a:lnTo>
                      <a:pt x="821" y="9801"/>
                    </a:lnTo>
                    <a:lnTo>
                      <a:pt x="821"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1550;p36">
                <a:extLst>
                  <a:ext uri="{FF2B5EF4-FFF2-40B4-BE49-F238E27FC236}">
                    <a16:creationId xmlns:a16="http://schemas.microsoft.com/office/drawing/2014/main" id="{640904B9-2E93-328F-9ACA-E0D5450B4F01}"/>
                  </a:ext>
                </a:extLst>
              </p:cNvPr>
              <p:cNvSpPr/>
              <p:nvPr/>
            </p:nvSpPr>
            <p:spPr>
              <a:xfrm>
                <a:off x="970673" y="4155300"/>
                <a:ext cx="34364" cy="245050"/>
              </a:xfrm>
              <a:custGeom>
                <a:avLst/>
                <a:gdLst/>
                <a:ahLst/>
                <a:cxnLst/>
                <a:rect l="l" t="t" r="r" b="b"/>
                <a:pathLst>
                  <a:path w="822" h="9802" extrusionOk="0">
                    <a:moveTo>
                      <a:pt x="0" y="9801"/>
                    </a:moveTo>
                    <a:lnTo>
                      <a:pt x="821" y="9801"/>
                    </a:lnTo>
                    <a:lnTo>
                      <a:pt x="821"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1551;p36">
                <a:extLst>
                  <a:ext uri="{FF2B5EF4-FFF2-40B4-BE49-F238E27FC236}">
                    <a16:creationId xmlns:a16="http://schemas.microsoft.com/office/drawing/2014/main" id="{ABF15E2D-83BA-120A-F493-5B454ECBF85C}"/>
                  </a:ext>
                </a:extLst>
              </p:cNvPr>
              <p:cNvSpPr/>
              <p:nvPr/>
            </p:nvSpPr>
            <p:spPr>
              <a:xfrm>
                <a:off x="1182173" y="4148775"/>
                <a:ext cx="34364" cy="244575"/>
              </a:xfrm>
              <a:custGeom>
                <a:avLst/>
                <a:gdLst/>
                <a:ahLst/>
                <a:cxnLst/>
                <a:rect l="l" t="t" r="r" b="b"/>
                <a:pathLst>
                  <a:path w="822" h="9783" extrusionOk="0">
                    <a:moveTo>
                      <a:pt x="0" y="9782"/>
                    </a:moveTo>
                    <a:lnTo>
                      <a:pt x="821" y="9782"/>
                    </a:lnTo>
                    <a:lnTo>
                      <a:pt x="821"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1552;p36">
                <a:extLst>
                  <a:ext uri="{FF2B5EF4-FFF2-40B4-BE49-F238E27FC236}">
                    <a16:creationId xmlns:a16="http://schemas.microsoft.com/office/drawing/2014/main" id="{E955D1FF-80A1-8623-F4A6-AAC5F0A4B521}"/>
                  </a:ext>
                </a:extLst>
              </p:cNvPr>
              <p:cNvSpPr/>
              <p:nvPr/>
            </p:nvSpPr>
            <p:spPr>
              <a:xfrm>
                <a:off x="1393673" y="4141775"/>
                <a:ext cx="34364" cy="245025"/>
              </a:xfrm>
              <a:custGeom>
                <a:avLst/>
                <a:gdLst/>
                <a:ahLst/>
                <a:cxnLst/>
                <a:rect l="l" t="t" r="r" b="b"/>
                <a:pathLst>
                  <a:path w="822" h="9801" extrusionOk="0">
                    <a:moveTo>
                      <a:pt x="0" y="9801"/>
                    </a:moveTo>
                    <a:lnTo>
                      <a:pt x="821" y="9801"/>
                    </a:lnTo>
                    <a:lnTo>
                      <a:pt x="821"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1553;p36">
                <a:extLst>
                  <a:ext uri="{FF2B5EF4-FFF2-40B4-BE49-F238E27FC236}">
                    <a16:creationId xmlns:a16="http://schemas.microsoft.com/office/drawing/2014/main" id="{9FC08D44-AB53-513C-0F67-24176A3D431E}"/>
                  </a:ext>
                </a:extLst>
              </p:cNvPr>
              <p:cNvSpPr/>
              <p:nvPr/>
            </p:nvSpPr>
            <p:spPr>
              <a:xfrm>
                <a:off x="1605172" y="4134775"/>
                <a:ext cx="34364" cy="245025"/>
              </a:xfrm>
              <a:custGeom>
                <a:avLst/>
                <a:gdLst/>
                <a:ahLst/>
                <a:cxnLst/>
                <a:rect l="l" t="t" r="r" b="b"/>
                <a:pathLst>
                  <a:path w="822" h="9801" extrusionOk="0">
                    <a:moveTo>
                      <a:pt x="0" y="9801"/>
                    </a:moveTo>
                    <a:lnTo>
                      <a:pt x="821" y="9801"/>
                    </a:lnTo>
                    <a:lnTo>
                      <a:pt x="821"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1554;p36">
                <a:extLst>
                  <a:ext uri="{FF2B5EF4-FFF2-40B4-BE49-F238E27FC236}">
                    <a16:creationId xmlns:a16="http://schemas.microsoft.com/office/drawing/2014/main" id="{821CEC93-45C0-6A25-1AFC-F687C7AA66A6}"/>
                  </a:ext>
                </a:extLst>
              </p:cNvPr>
              <p:cNvSpPr/>
              <p:nvPr/>
            </p:nvSpPr>
            <p:spPr>
              <a:xfrm>
                <a:off x="1816672" y="4127775"/>
                <a:ext cx="33569" cy="245025"/>
              </a:xfrm>
              <a:custGeom>
                <a:avLst/>
                <a:gdLst/>
                <a:ahLst/>
                <a:cxnLst/>
                <a:rect l="l" t="t" r="r" b="b"/>
                <a:pathLst>
                  <a:path w="803" h="9801" extrusionOk="0">
                    <a:moveTo>
                      <a:pt x="0" y="9801"/>
                    </a:moveTo>
                    <a:lnTo>
                      <a:pt x="803" y="9801"/>
                    </a:lnTo>
                    <a:lnTo>
                      <a:pt x="803"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1555;p36">
                <a:extLst>
                  <a:ext uri="{FF2B5EF4-FFF2-40B4-BE49-F238E27FC236}">
                    <a16:creationId xmlns:a16="http://schemas.microsoft.com/office/drawing/2014/main" id="{17F48074-A7B8-B7E4-9965-00271F503D4E}"/>
                  </a:ext>
                </a:extLst>
              </p:cNvPr>
              <p:cNvSpPr/>
              <p:nvPr/>
            </p:nvSpPr>
            <p:spPr>
              <a:xfrm>
                <a:off x="2027377" y="4121225"/>
                <a:ext cx="34364" cy="244575"/>
              </a:xfrm>
              <a:custGeom>
                <a:avLst/>
                <a:gdLst/>
                <a:ahLst/>
                <a:cxnLst/>
                <a:rect l="l" t="t" r="r" b="b"/>
                <a:pathLst>
                  <a:path w="822" h="9783" extrusionOk="0">
                    <a:moveTo>
                      <a:pt x="0" y="9783"/>
                    </a:moveTo>
                    <a:lnTo>
                      <a:pt x="822" y="9783"/>
                    </a:lnTo>
                    <a:lnTo>
                      <a:pt x="822"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1556;p36">
                <a:extLst>
                  <a:ext uri="{FF2B5EF4-FFF2-40B4-BE49-F238E27FC236}">
                    <a16:creationId xmlns:a16="http://schemas.microsoft.com/office/drawing/2014/main" id="{52C0F10A-12FB-E6F4-E6A1-534E17EF31E1}"/>
                  </a:ext>
                </a:extLst>
              </p:cNvPr>
              <p:cNvSpPr/>
              <p:nvPr/>
            </p:nvSpPr>
            <p:spPr>
              <a:xfrm>
                <a:off x="2238877" y="4114225"/>
                <a:ext cx="34364" cy="245050"/>
              </a:xfrm>
              <a:custGeom>
                <a:avLst/>
                <a:gdLst/>
                <a:ahLst/>
                <a:cxnLst/>
                <a:rect l="l" t="t" r="r" b="b"/>
                <a:pathLst>
                  <a:path w="822" h="9802" extrusionOk="0">
                    <a:moveTo>
                      <a:pt x="0" y="9801"/>
                    </a:moveTo>
                    <a:lnTo>
                      <a:pt x="822" y="9801"/>
                    </a:lnTo>
                    <a:lnTo>
                      <a:pt x="822"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1557;p36">
                <a:extLst>
                  <a:ext uri="{FF2B5EF4-FFF2-40B4-BE49-F238E27FC236}">
                    <a16:creationId xmlns:a16="http://schemas.microsoft.com/office/drawing/2014/main" id="{13607C2D-15B6-2269-701A-421DD1927134}"/>
                  </a:ext>
                </a:extLst>
              </p:cNvPr>
              <p:cNvSpPr/>
              <p:nvPr/>
            </p:nvSpPr>
            <p:spPr>
              <a:xfrm>
                <a:off x="2450377" y="4107225"/>
                <a:ext cx="34364" cy="245050"/>
              </a:xfrm>
              <a:custGeom>
                <a:avLst/>
                <a:gdLst/>
                <a:ahLst/>
                <a:cxnLst/>
                <a:rect l="l" t="t" r="r" b="b"/>
                <a:pathLst>
                  <a:path w="822" h="9802" extrusionOk="0">
                    <a:moveTo>
                      <a:pt x="0" y="9801"/>
                    </a:moveTo>
                    <a:lnTo>
                      <a:pt x="822" y="9801"/>
                    </a:lnTo>
                    <a:lnTo>
                      <a:pt x="822"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1558;p36">
                <a:extLst>
                  <a:ext uri="{FF2B5EF4-FFF2-40B4-BE49-F238E27FC236}">
                    <a16:creationId xmlns:a16="http://schemas.microsoft.com/office/drawing/2014/main" id="{EAD57549-8981-6B50-6A9F-1397E63C8317}"/>
                  </a:ext>
                </a:extLst>
              </p:cNvPr>
              <p:cNvSpPr/>
              <p:nvPr/>
            </p:nvSpPr>
            <p:spPr>
              <a:xfrm>
                <a:off x="2661876" y="4100225"/>
                <a:ext cx="34364" cy="245050"/>
              </a:xfrm>
              <a:custGeom>
                <a:avLst/>
                <a:gdLst/>
                <a:ahLst/>
                <a:cxnLst/>
                <a:rect l="l" t="t" r="r" b="b"/>
                <a:pathLst>
                  <a:path w="822" h="9802" extrusionOk="0">
                    <a:moveTo>
                      <a:pt x="0" y="9801"/>
                    </a:moveTo>
                    <a:lnTo>
                      <a:pt x="822" y="9801"/>
                    </a:lnTo>
                    <a:lnTo>
                      <a:pt x="822"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1559;p36">
                <a:extLst>
                  <a:ext uri="{FF2B5EF4-FFF2-40B4-BE49-F238E27FC236}">
                    <a16:creationId xmlns:a16="http://schemas.microsoft.com/office/drawing/2014/main" id="{D13F7B01-F709-6164-5BFB-F31D4454ED29}"/>
                  </a:ext>
                </a:extLst>
              </p:cNvPr>
              <p:cNvSpPr/>
              <p:nvPr/>
            </p:nvSpPr>
            <p:spPr>
              <a:xfrm>
                <a:off x="2873376" y="4093700"/>
                <a:ext cx="34364" cy="244575"/>
              </a:xfrm>
              <a:custGeom>
                <a:avLst/>
                <a:gdLst/>
                <a:ahLst/>
                <a:cxnLst/>
                <a:rect l="l" t="t" r="r" b="b"/>
                <a:pathLst>
                  <a:path w="822" h="9783" extrusionOk="0">
                    <a:moveTo>
                      <a:pt x="0" y="9782"/>
                    </a:moveTo>
                    <a:lnTo>
                      <a:pt x="822" y="9782"/>
                    </a:lnTo>
                    <a:lnTo>
                      <a:pt x="822"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1560;p36">
                <a:extLst>
                  <a:ext uri="{FF2B5EF4-FFF2-40B4-BE49-F238E27FC236}">
                    <a16:creationId xmlns:a16="http://schemas.microsoft.com/office/drawing/2014/main" id="{629235BD-D406-38DA-0108-41AE1E2A7883}"/>
                  </a:ext>
                </a:extLst>
              </p:cNvPr>
              <p:cNvSpPr/>
              <p:nvPr/>
            </p:nvSpPr>
            <p:spPr>
              <a:xfrm>
                <a:off x="3084876" y="4086700"/>
                <a:ext cx="33611" cy="245050"/>
              </a:xfrm>
              <a:custGeom>
                <a:avLst/>
                <a:gdLst/>
                <a:ahLst/>
                <a:cxnLst/>
                <a:rect l="l" t="t" r="r" b="b"/>
                <a:pathLst>
                  <a:path w="804" h="9802" extrusionOk="0">
                    <a:moveTo>
                      <a:pt x="0" y="9801"/>
                    </a:moveTo>
                    <a:lnTo>
                      <a:pt x="803" y="9801"/>
                    </a:lnTo>
                    <a:lnTo>
                      <a:pt x="803"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1561;p36">
                <a:extLst>
                  <a:ext uri="{FF2B5EF4-FFF2-40B4-BE49-F238E27FC236}">
                    <a16:creationId xmlns:a16="http://schemas.microsoft.com/office/drawing/2014/main" id="{508D0919-FB4B-B97F-2D0F-3F1060A372EA}"/>
                  </a:ext>
                </a:extLst>
              </p:cNvPr>
              <p:cNvSpPr/>
              <p:nvPr/>
            </p:nvSpPr>
            <p:spPr>
              <a:xfrm>
                <a:off x="3296375" y="4079700"/>
                <a:ext cx="33611" cy="245050"/>
              </a:xfrm>
              <a:custGeom>
                <a:avLst/>
                <a:gdLst/>
                <a:ahLst/>
                <a:cxnLst/>
                <a:rect l="l" t="t" r="r" b="b"/>
                <a:pathLst>
                  <a:path w="804" h="9802" extrusionOk="0">
                    <a:moveTo>
                      <a:pt x="0" y="9801"/>
                    </a:moveTo>
                    <a:lnTo>
                      <a:pt x="803" y="9801"/>
                    </a:lnTo>
                    <a:lnTo>
                      <a:pt x="803"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1562;p36">
                <a:extLst>
                  <a:ext uri="{FF2B5EF4-FFF2-40B4-BE49-F238E27FC236}">
                    <a16:creationId xmlns:a16="http://schemas.microsoft.com/office/drawing/2014/main" id="{0630A504-6226-C0AD-2AEF-87DF59999BB3}"/>
                  </a:ext>
                </a:extLst>
              </p:cNvPr>
              <p:cNvSpPr/>
              <p:nvPr/>
            </p:nvSpPr>
            <p:spPr>
              <a:xfrm>
                <a:off x="3507081" y="4072700"/>
                <a:ext cx="34406" cy="245025"/>
              </a:xfrm>
              <a:custGeom>
                <a:avLst/>
                <a:gdLst/>
                <a:ahLst/>
                <a:cxnLst/>
                <a:rect l="l" t="t" r="r" b="b"/>
                <a:pathLst>
                  <a:path w="823" h="9801" extrusionOk="0">
                    <a:moveTo>
                      <a:pt x="1" y="9801"/>
                    </a:moveTo>
                    <a:lnTo>
                      <a:pt x="822" y="9801"/>
                    </a:lnTo>
                    <a:lnTo>
                      <a:pt x="822" y="0"/>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1563;p36">
                <a:extLst>
                  <a:ext uri="{FF2B5EF4-FFF2-40B4-BE49-F238E27FC236}">
                    <a16:creationId xmlns:a16="http://schemas.microsoft.com/office/drawing/2014/main" id="{674B3B94-EC8B-089E-3AB5-1D0512CBD38E}"/>
                  </a:ext>
                </a:extLst>
              </p:cNvPr>
              <p:cNvSpPr/>
              <p:nvPr/>
            </p:nvSpPr>
            <p:spPr>
              <a:xfrm>
                <a:off x="3718580" y="4066175"/>
                <a:ext cx="34406" cy="244550"/>
              </a:xfrm>
              <a:custGeom>
                <a:avLst/>
                <a:gdLst/>
                <a:ahLst/>
                <a:cxnLst/>
                <a:rect l="l" t="t" r="r" b="b"/>
                <a:pathLst>
                  <a:path w="823" h="9782" extrusionOk="0">
                    <a:moveTo>
                      <a:pt x="1" y="9782"/>
                    </a:moveTo>
                    <a:lnTo>
                      <a:pt x="822" y="9782"/>
                    </a:lnTo>
                    <a:lnTo>
                      <a:pt x="822" y="0"/>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1564;p36">
                <a:extLst>
                  <a:ext uri="{FF2B5EF4-FFF2-40B4-BE49-F238E27FC236}">
                    <a16:creationId xmlns:a16="http://schemas.microsoft.com/office/drawing/2014/main" id="{37255BB0-0EFE-2FF9-24F4-9B4351C6DA55}"/>
                  </a:ext>
                </a:extLst>
              </p:cNvPr>
              <p:cNvSpPr/>
              <p:nvPr/>
            </p:nvSpPr>
            <p:spPr>
              <a:xfrm>
                <a:off x="3930080" y="4059150"/>
                <a:ext cx="34406" cy="245050"/>
              </a:xfrm>
              <a:custGeom>
                <a:avLst/>
                <a:gdLst/>
                <a:ahLst/>
                <a:cxnLst/>
                <a:rect l="l" t="t" r="r" b="b"/>
                <a:pathLst>
                  <a:path w="823" h="9802" extrusionOk="0">
                    <a:moveTo>
                      <a:pt x="1" y="9802"/>
                    </a:moveTo>
                    <a:lnTo>
                      <a:pt x="822" y="9802"/>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1565;p36">
                <a:extLst>
                  <a:ext uri="{FF2B5EF4-FFF2-40B4-BE49-F238E27FC236}">
                    <a16:creationId xmlns:a16="http://schemas.microsoft.com/office/drawing/2014/main" id="{D3E8D6F9-0F4F-66E4-0BAA-AED624483F46}"/>
                  </a:ext>
                </a:extLst>
              </p:cNvPr>
              <p:cNvSpPr/>
              <p:nvPr/>
            </p:nvSpPr>
            <p:spPr>
              <a:xfrm>
                <a:off x="4141580" y="4052150"/>
                <a:ext cx="34406" cy="245050"/>
              </a:xfrm>
              <a:custGeom>
                <a:avLst/>
                <a:gdLst/>
                <a:ahLst/>
                <a:cxnLst/>
                <a:rect l="l" t="t" r="r" b="b"/>
                <a:pathLst>
                  <a:path w="823" h="9802" extrusionOk="0">
                    <a:moveTo>
                      <a:pt x="1" y="9802"/>
                    </a:moveTo>
                    <a:lnTo>
                      <a:pt x="822" y="9802"/>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1566;p36">
                <a:extLst>
                  <a:ext uri="{FF2B5EF4-FFF2-40B4-BE49-F238E27FC236}">
                    <a16:creationId xmlns:a16="http://schemas.microsoft.com/office/drawing/2014/main" id="{A0F64FCE-F14A-595A-3649-EA9ACABCC7CD}"/>
                  </a:ext>
                </a:extLst>
              </p:cNvPr>
              <p:cNvSpPr/>
              <p:nvPr/>
            </p:nvSpPr>
            <p:spPr>
              <a:xfrm>
                <a:off x="4353079" y="4045625"/>
                <a:ext cx="33611" cy="244575"/>
              </a:xfrm>
              <a:custGeom>
                <a:avLst/>
                <a:gdLst/>
                <a:ahLst/>
                <a:cxnLst/>
                <a:rect l="l" t="t" r="r" b="b"/>
                <a:pathLst>
                  <a:path w="804" h="9783" extrusionOk="0">
                    <a:moveTo>
                      <a:pt x="1" y="9783"/>
                    </a:moveTo>
                    <a:lnTo>
                      <a:pt x="804" y="9783"/>
                    </a:lnTo>
                    <a:lnTo>
                      <a:pt x="804"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1567;p36">
                <a:extLst>
                  <a:ext uri="{FF2B5EF4-FFF2-40B4-BE49-F238E27FC236}">
                    <a16:creationId xmlns:a16="http://schemas.microsoft.com/office/drawing/2014/main" id="{A0A93F4B-B717-5CE1-95BF-FE883BDD1637}"/>
                  </a:ext>
                </a:extLst>
              </p:cNvPr>
              <p:cNvSpPr/>
              <p:nvPr/>
            </p:nvSpPr>
            <p:spPr>
              <a:xfrm>
                <a:off x="4564579" y="4038625"/>
                <a:ext cx="33611" cy="244575"/>
              </a:xfrm>
              <a:custGeom>
                <a:avLst/>
                <a:gdLst/>
                <a:ahLst/>
                <a:cxnLst/>
                <a:rect l="l" t="t" r="r" b="b"/>
                <a:pathLst>
                  <a:path w="804" h="9783" extrusionOk="0">
                    <a:moveTo>
                      <a:pt x="1" y="9783"/>
                    </a:moveTo>
                    <a:lnTo>
                      <a:pt x="804" y="9783"/>
                    </a:lnTo>
                    <a:lnTo>
                      <a:pt x="804"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1568;p36">
                <a:extLst>
                  <a:ext uri="{FF2B5EF4-FFF2-40B4-BE49-F238E27FC236}">
                    <a16:creationId xmlns:a16="http://schemas.microsoft.com/office/drawing/2014/main" id="{80B9A5F1-9CFD-253E-40E3-CB3182A9EFA1}"/>
                  </a:ext>
                </a:extLst>
              </p:cNvPr>
              <p:cNvSpPr/>
              <p:nvPr/>
            </p:nvSpPr>
            <p:spPr>
              <a:xfrm>
                <a:off x="4775326" y="4031625"/>
                <a:ext cx="34364" cy="245050"/>
              </a:xfrm>
              <a:custGeom>
                <a:avLst/>
                <a:gdLst/>
                <a:ahLst/>
                <a:cxnLst/>
                <a:rect l="l" t="t" r="r" b="b"/>
                <a:pathLst>
                  <a:path w="822" h="9802" extrusionOk="0">
                    <a:moveTo>
                      <a:pt x="0" y="9801"/>
                    </a:moveTo>
                    <a:lnTo>
                      <a:pt x="822" y="9801"/>
                    </a:lnTo>
                    <a:lnTo>
                      <a:pt x="822"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1569;p36">
                <a:extLst>
                  <a:ext uri="{FF2B5EF4-FFF2-40B4-BE49-F238E27FC236}">
                    <a16:creationId xmlns:a16="http://schemas.microsoft.com/office/drawing/2014/main" id="{80AFE46F-70AB-3B41-E4B9-4785604ABD46}"/>
                  </a:ext>
                </a:extLst>
              </p:cNvPr>
              <p:cNvSpPr/>
              <p:nvPr/>
            </p:nvSpPr>
            <p:spPr>
              <a:xfrm>
                <a:off x="4986826" y="4024625"/>
                <a:ext cx="34364" cy="245050"/>
              </a:xfrm>
              <a:custGeom>
                <a:avLst/>
                <a:gdLst/>
                <a:ahLst/>
                <a:cxnLst/>
                <a:rect l="l" t="t" r="r" b="b"/>
                <a:pathLst>
                  <a:path w="822" h="9802" extrusionOk="0">
                    <a:moveTo>
                      <a:pt x="0" y="9801"/>
                    </a:moveTo>
                    <a:lnTo>
                      <a:pt x="822" y="9801"/>
                    </a:lnTo>
                    <a:lnTo>
                      <a:pt x="822"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1570;p36">
                <a:extLst>
                  <a:ext uri="{FF2B5EF4-FFF2-40B4-BE49-F238E27FC236}">
                    <a16:creationId xmlns:a16="http://schemas.microsoft.com/office/drawing/2014/main" id="{E152E664-9E28-F0EE-0629-5A309BBA778A}"/>
                  </a:ext>
                </a:extLst>
              </p:cNvPr>
              <p:cNvSpPr/>
              <p:nvPr/>
            </p:nvSpPr>
            <p:spPr>
              <a:xfrm>
                <a:off x="5198325" y="4018100"/>
                <a:ext cx="34364" cy="244575"/>
              </a:xfrm>
              <a:custGeom>
                <a:avLst/>
                <a:gdLst/>
                <a:ahLst/>
                <a:cxnLst/>
                <a:rect l="l" t="t" r="r" b="b"/>
                <a:pathLst>
                  <a:path w="822" h="9783" extrusionOk="0">
                    <a:moveTo>
                      <a:pt x="0" y="9782"/>
                    </a:moveTo>
                    <a:lnTo>
                      <a:pt x="822" y="9782"/>
                    </a:lnTo>
                    <a:lnTo>
                      <a:pt x="822"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1571;p36">
                <a:extLst>
                  <a:ext uri="{FF2B5EF4-FFF2-40B4-BE49-F238E27FC236}">
                    <a16:creationId xmlns:a16="http://schemas.microsoft.com/office/drawing/2014/main" id="{7B7FE93C-AAD0-3DF4-0AD6-75F0B1E55A4C}"/>
                  </a:ext>
                </a:extLst>
              </p:cNvPr>
              <p:cNvSpPr/>
              <p:nvPr/>
            </p:nvSpPr>
            <p:spPr>
              <a:xfrm>
                <a:off x="5409825" y="4011100"/>
                <a:ext cx="34364" cy="245025"/>
              </a:xfrm>
              <a:custGeom>
                <a:avLst/>
                <a:gdLst/>
                <a:ahLst/>
                <a:cxnLst/>
                <a:rect l="l" t="t" r="r" b="b"/>
                <a:pathLst>
                  <a:path w="822" h="9801" extrusionOk="0">
                    <a:moveTo>
                      <a:pt x="0" y="9801"/>
                    </a:moveTo>
                    <a:lnTo>
                      <a:pt x="822" y="9801"/>
                    </a:lnTo>
                    <a:lnTo>
                      <a:pt x="822"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1572;p36">
                <a:extLst>
                  <a:ext uri="{FF2B5EF4-FFF2-40B4-BE49-F238E27FC236}">
                    <a16:creationId xmlns:a16="http://schemas.microsoft.com/office/drawing/2014/main" id="{9C8806CA-6DB7-3A2B-AEBE-89036BEE2125}"/>
                  </a:ext>
                </a:extLst>
              </p:cNvPr>
              <p:cNvSpPr/>
              <p:nvPr/>
            </p:nvSpPr>
            <p:spPr>
              <a:xfrm>
                <a:off x="5621325" y="4004100"/>
                <a:ext cx="34364" cy="245025"/>
              </a:xfrm>
              <a:custGeom>
                <a:avLst/>
                <a:gdLst/>
                <a:ahLst/>
                <a:cxnLst/>
                <a:rect l="l" t="t" r="r" b="b"/>
                <a:pathLst>
                  <a:path w="822" h="9801" extrusionOk="0">
                    <a:moveTo>
                      <a:pt x="0" y="9801"/>
                    </a:moveTo>
                    <a:lnTo>
                      <a:pt x="822" y="9801"/>
                    </a:lnTo>
                    <a:lnTo>
                      <a:pt x="822"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1573;p36">
                <a:extLst>
                  <a:ext uri="{FF2B5EF4-FFF2-40B4-BE49-F238E27FC236}">
                    <a16:creationId xmlns:a16="http://schemas.microsoft.com/office/drawing/2014/main" id="{1F812F73-75FC-56CF-B1BC-EEBDE508F871}"/>
                  </a:ext>
                </a:extLst>
              </p:cNvPr>
              <p:cNvSpPr/>
              <p:nvPr/>
            </p:nvSpPr>
            <p:spPr>
              <a:xfrm>
                <a:off x="5832824" y="3997100"/>
                <a:ext cx="33569" cy="245025"/>
              </a:xfrm>
              <a:custGeom>
                <a:avLst/>
                <a:gdLst/>
                <a:ahLst/>
                <a:cxnLst/>
                <a:rect l="l" t="t" r="r" b="b"/>
                <a:pathLst>
                  <a:path w="803" h="9801" extrusionOk="0">
                    <a:moveTo>
                      <a:pt x="0" y="9801"/>
                    </a:moveTo>
                    <a:lnTo>
                      <a:pt x="803" y="9801"/>
                    </a:lnTo>
                    <a:lnTo>
                      <a:pt x="803"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1574;p36">
                <a:extLst>
                  <a:ext uri="{FF2B5EF4-FFF2-40B4-BE49-F238E27FC236}">
                    <a16:creationId xmlns:a16="http://schemas.microsoft.com/office/drawing/2014/main" id="{970D8F09-9616-FD8C-163A-07B551854C90}"/>
                  </a:ext>
                </a:extLst>
              </p:cNvPr>
              <p:cNvSpPr/>
              <p:nvPr/>
            </p:nvSpPr>
            <p:spPr>
              <a:xfrm>
                <a:off x="6043530" y="3990550"/>
                <a:ext cx="34364" cy="244575"/>
              </a:xfrm>
              <a:custGeom>
                <a:avLst/>
                <a:gdLst/>
                <a:ahLst/>
                <a:cxnLst/>
                <a:rect l="l" t="t" r="r" b="b"/>
                <a:pathLst>
                  <a:path w="822" h="9783" extrusionOk="0">
                    <a:moveTo>
                      <a:pt x="1" y="9783"/>
                    </a:moveTo>
                    <a:lnTo>
                      <a:pt x="822" y="9783"/>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1575;p36">
                <a:extLst>
                  <a:ext uri="{FF2B5EF4-FFF2-40B4-BE49-F238E27FC236}">
                    <a16:creationId xmlns:a16="http://schemas.microsoft.com/office/drawing/2014/main" id="{8065F89C-19FC-46AB-0FD9-6845F426B129}"/>
                  </a:ext>
                </a:extLst>
              </p:cNvPr>
              <p:cNvSpPr/>
              <p:nvPr/>
            </p:nvSpPr>
            <p:spPr>
              <a:xfrm>
                <a:off x="6255029" y="3983550"/>
                <a:ext cx="34364" cy="245050"/>
              </a:xfrm>
              <a:custGeom>
                <a:avLst/>
                <a:gdLst/>
                <a:ahLst/>
                <a:cxnLst/>
                <a:rect l="l" t="t" r="r" b="b"/>
                <a:pathLst>
                  <a:path w="822" h="9802" extrusionOk="0">
                    <a:moveTo>
                      <a:pt x="1" y="9801"/>
                    </a:moveTo>
                    <a:lnTo>
                      <a:pt x="822" y="9801"/>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1576;p36">
                <a:extLst>
                  <a:ext uri="{FF2B5EF4-FFF2-40B4-BE49-F238E27FC236}">
                    <a16:creationId xmlns:a16="http://schemas.microsoft.com/office/drawing/2014/main" id="{CA4FC64A-807B-AA7E-598D-9AC737203AA9}"/>
                  </a:ext>
                </a:extLst>
              </p:cNvPr>
              <p:cNvSpPr/>
              <p:nvPr/>
            </p:nvSpPr>
            <p:spPr>
              <a:xfrm>
                <a:off x="6466529" y="3976550"/>
                <a:ext cx="34364" cy="245050"/>
              </a:xfrm>
              <a:custGeom>
                <a:avLst/>
                <a:gdLst/>
                <a:ahLst/>
                <a:cxnLst/>
                <a:rect l="l" t="t" r="r" b="b"/>
                <a:pathLst>
                  <a:path w="822" h="9802" extrusionOk="0">
                    <a:moveTo>
                      <a:pt x="1" y="9801"/>
                    </a:moveTo>
                    <a:lnTo>
                      <a:pt x="822" y="9801"/>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1577;p36">
                <a:extLst>
                  <a:ext uri="{FF2B5EF4-FFF2-40B4-BE49-F238E27FC236}">
                    <a16:creationId xmlns:a16="http://schemas.microsoft.com/office/drawing/2014/main" id="{015A2890-5B00-8FC0-FAB1-12F96BFD4AAF}"/>
                  </a:ext>
                </a:extLst>
              </p:cNvPr>
              <p:cNvSpPr/>
              <p:nvPr/>
            </p:nvSpPr>
            <p:spPr>
              <a:xfrm>
                <a:off x="6678029" y="3969550"/>
                <a:ext cx="34364" cy="245050"/>
              </a:xfrm>
              <a:custGeom>
                <a:avLst/>
                <a:gdLst/>
                <a:ahLst/>
                <a:cxnLst/>
                <a:rect l="l" t="t" r="r" b="b"/>
                <a:pathLst>
                  <a:path w="822" h="9802" extrusionOk="0">
                    <a:moveTo>
                      <a:pt x="1" y="9801"/>
                    </a:moveTo>
                    <a:lnTo>
                      <a:pt x="822" y="9801"/>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1578;p36">
                <a:extLst>
                  <a:ext uri="{FF2B5EF4-FFF2-40B4-BE49-F238E27FC236}">
                    <a16:creationId xmlns:a16="http://schemas.microsoft.com/office/drawing/2014/main" id="{B746C29D-2422-BCF3-8FA7-52B1434B55E0}"/>
                  </a:ext>
                </a:extLst>
              </p:cNvPr>
              <p:cNvSpPr/>
              <p:nvPr/>
            </p:nvSpPr>
            <p:spPr>
              <a:xfrm>
                <a:off x="6889528" y="3963025"/>
                <a:ext cx="34364" cy="244575"/>
              </a:xfrm>
              <a:custGeom>
                <a:avLst/>
                <a:gdLst/>
                <a:ahLst/>
                <a:cxnLst/>
                <a:rect l="l" t="t" r="r" b="b"/>
                <a:pathLst>
                  <a:path w="822" h="9783" extrusionOk="0">
                    <a:moveTo>
                      <a:pt x="1" y="9782"/>
                    </a:moveTo>
                    <a:lnTo>
                      <a:pt x="822" y="9782"/>
                    </a:lnTo>
                    <a:lnTo>
                      <a:pt x="822" y="0"/>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1579;p36">
                <a:extLst>
                  <a:ext uri="{FF2B5EF4-FFF2-40B4-BE49-F238E27FC236}">
                    <a16:creationId xmlns:a16="http://schemas.microsoft.com/office/drawing/2014/main" id="{58589DE5-3828-B67F-32D1-4FFBAE797550}"/>
                  </a:ext>
                </a:extLst>
              </p:cNvPr>
              <p:cNvSpPr/>
              <p:nvPr/>
            </p:nvSpPr>
            <p:spPr>
              <a:xfrm>
                <a:off x="7101028" y="3956025"/>
                <a:ext cx="33611" cy="245050"/>
              </a:xfrm>
              <a:custGeom>
                <a:avLst/>
                <a:gdLst/>
                <a:ahLst/>
                <a:cxnLst/>
                <a:rect l="l" t="t" r="r" b="b"/>
                <a:pathLst>
                  <a:path w="804" h="9802" extrusionOk="0">
                    <a:moveTo>
                      <a:pt x="1" y="9801"/>
                    </a:moveTo>
                    <a:lnTo>
                      <a:pt x="803" y="9801"/>
                    </a:lnTo>
                    <a:lnTo>
                      <a:pt x="803" y="0"/>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1580;p36">
                <a:extLst>
                  <a:ext uri="{FF2B5EF4-FFF2-40B4-BE49-F238E27FC236}">
                    <a16:creationId xmlns:a16="http://schemas.microsoft.com/office/drawing/2014/main" id="{AF54A099-F59F-BFFA-8F1A-151B512738FA}"/>
                  </a:ext>
                </a:extLst>
              </p:cNvPr>
              <p:cNvSpPr/>
              <p:nvPr/>
            </p:nvSpPr>
            <p:spPr>
              <a:xfrm>
                <a:off x="7311733" y="3949025"/>
                <a:ext cx="34406" cy="245050"/>
              </a:xfrm>
              <a:custGeom>
                <a:avLst/>
                <a:gdLst/>
                <a:ahLst/>
                <a:cxnLst/>
                <a:rect l="l" t="t" r="r" b="b"/>
                <a:pathLst>
                  <a:path w="823" h="9802" extrusionOk="0">
                    <a:moveTo>
                      <a:pt x="1" y="9801"/>
                    </a:moveTo>
                    <a:lnTo>
                      <a:pt x="822" y="9801"/>
                    </a:lnTo>
                    <a:lnTo>
                      <a:pt x="822" y="0"/>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1581;p36">
                <a:extLst>
                  <a:ext uri="{FF2B5EF4-FFF2-40B4-BE49-F238E27FC236}">
                    <a16:creationId xmlns:a16="http://schemas.microsoft.com/office/drawing/2014/main" id="{622AC911-DA3D-B31E-E4CB-F18DB2DFFE78}"/>
                  </a:ext>
                </a:extLst>
              </p:cNvPr>
              <p:cNvSpPr/>
              <p:nvPr/>
            </p:nvSpPr>
            <p:spPr>
              <a:xfrm>
                <a:off x="7523233" y="3942025"/>
                <a:ext cx="34406" cy="245025"/>
              </a:xfrm>
              <a:custGeom>
                <a:avLst/>
                <a:gdLst/>
                <a:ahLst/>
                <a:cxnLst/>
                <a:rect l="l" t="t" r="r" b="b"/>
                <a:pathLst>
                  <a:path w="823" h="9801" extrusionOk="0">
                    <a:moveTo>
                      <a:pt x="1" y="9801"/>
                    </a:moveTo>
                    <a:lnTo>
                      <a:pt x="822" y="9801"/>
                    </a:lnTo>
                    <a:lnTo>
                      <a:pt x="822" y="0"/>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1582;p36">
                <a:extLst>
                  <a:ext uri="{FF2B5EF4-FFF2-40B4-BE49-F238E27FC236}">
                    <a16:creationId xmlns:a16="http://schemas.microsoft.com/office/drawing/2014/main" id="{119CA331-106D-EE9D-22B6-05DAF5237054}"/>
                  </a:ext>
                </a:extLst>
              </p:cNvPr>
              <p:cNvSpPr/>
              <p:nvPr/>
            </p:nvSpPr>
            <p:spPr>
              <a:xfrm>
                <a:off x="7734733" y="3935475"/>
                <a:ext cx="34406" cy="244575"/>
              </a:xfrm>
              <a:custGeom>
                <a:avLst/>
                <a:gdLst/>
                <a:ahLst/>
                <a:cxnLst/>
                <a:rect l="l" t="t" r="r" b="b"/>
                <a:pathLst>
                  <a:path w="823" h="9783" extrusionOk="0">
                    <a:moveTo>
                      <a:pt x="1" y="9783"/>
                    </a:moveTo>
                    <a:lnTo>
                      <a:pt x="822" y="9783"/>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1583;p36">
                <a:extLst>
                  <a:ext uri="{FF2B5EF4-FFF2-40B4-BE49-F238E27FC236}">
                    <a16:creationId xmlns:a16="http://schemas.microsoft.com/office/drawing/2014/main" id="{20DBB625-0D7A-C5BC-656B-54985E937942}"/>
                  </a:ext>
                </a:extLst>
              </p:cNvPr>
              <p:cNvSpPr/>
              <p:nvPr/>
            </p:nvSpPr>
            <p:spPr>
              <a:xfrm>
                <a:off x="7946232" y="3928475"/>
                <a:ext cx="34406" cy="245050"/>
              </a:xfrm>
              <a:custGeom>
                <a:avLst/>
                <a:gdLst/>
                <a:ahLst/>
                <a:cxnLst/>
                <a:rect l="l" t="t" r="r" b="b"/>
                <a:pathLst>
                  <a:path w="823" h="9802" extrusionOk="0">
                    <a:moveTo>
                      <a:pt x="1" y="9802"/>
                    </a:moveTo>
                    <a:lnTo>
                      <a:pt x="822" y="9802"/>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1584;p36">
                <a:extLst>
                  <a:ext uri="{FF2B5EF4-FFF2-40B4-BE49-F238E27FC236}">
                    <a16:creationId xmlns:a16="http://schemas.microsoft.com/office/drawing/2014/main" id="{A85001E0-C7A0-41B3-02C9-C8E6C8C8CACD}"/>
                  </a:ext>
                </a:extLst>
              </p:cNvPr>
              <p:cNvSpPr/>
              <p:nvPr/>
            </p:nvSpPr>
            <p:spPr>
              <a:xfrm>
                <a:off x="8157732" y="3921475"/>
                <a:ext cx="34406" cy="245050"/>
              </a:xfrm>
              <a:custGeom>
                <a:avLst/>
                <a:gdLst/>
                <a:ahLst/>
                <a:cxnLst/>
                <a:rect l="l" t="t" r="r" b="b"/>
                <a:pathLst>
                  <a:path w="823" h="9802" extrusionOk="0">
                    <a:moveTo>
                      <a:pt x="1" y="9802"/>
                    </a:moveTo>
                    <a:lnTo>
                      <a:pt x="822" y="9802"/>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1585;p36">
                <a:extLst>
                  <a:ext uri="{FF2B5EF4-FFF2-40B4-BE49-F238E27FC236}">
                    <a16:creationId xmlns:a16="http://schemas.microsoft.com/office/drawing/2014/main" id="{8694BE50-6CCE-FC56-4A1F-D91FB472002A}"/>
                  </a:ext>
                </a:extLst>
              </p:cNvPr>
              <p:cNvSpPr/>
              <p:nvPr/>
            </p:nvSpPr>
            <p:spPr>
              <a:xfrm>
                <a:off x="8369232" y="3914475"/>
                <a:ext cx="33611" cy="245050"/>
              </a:xfrm>
              <a:custGeom>
                <a:avLst/>
                <a:gdLst/>
                <a:ahLst/>
                <a:cxnLst/>
                <a:rect l="l" t="t" r="r" b="b"/>
                <a:pathLst>
                  <a:path w="804" h="9802" extrusionOk="0">
                    <a:moveTo>
                      <a:pt x="1" y="9802"/>
                    </a:moveTo>
                    <a:lnTo>
                      <a:pt x="804" y="9802"/>
                    </a:lnTo>
                    <a:lnTo>
                      <a:pt x="804"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1586;p36">
                <a:extLst>
                  <a:ext uri="{FF2B5EF4-FFF2-40B4-BE49-F238E27FC236}">
                    <a16:creationId xmlns:a16="http://schemas.microsoft.com/office/drawing/2014/main" id="{832547ED-E639-099B-74BD-5D535B337BDB}"/>
                  </a:ext>
                </a:extLst>
              </p:cNvPr>
              <p:cNvSpPr/>
              <p:nvPr/>
            </p:nvSpPr>
            <p:spPr>
              <a:xfrm>
                <a:off x="8580773" y="3907950"/>
                <a:ext cx="33569" cy="244575"/>
              </a:xfrm>
              <a:custGeom>
                <a:avLst/>
                <a:gdLst/>
                <a:ahLst/>
                <a:cxnLst/>
                <a:rect l="l" t="t" r="r" b="b"/>
                <a:pathLst>
                  <a:path w="803" h="9783" extrusionOk="0">
                    <a:moveTo>
                      <a:pt x="0" y="9783"/>
                    </a:moveTo>
                    <a:lnTo>
                      <a:pt x="803" y="9783"/>
                    </a:lnTo>
                    <a:lnTo>
                      <a:pt x="803"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1587;p36">
                <a:extLst>
                  <a:ext uri="{FF2B5EF4-FFF2-40B4-BE49-F238E27FC236}">
                    <a16:creationId xmlns:a16="http://schemas.microsoft.com/office/drawing/2014/main" id="{BF163634-97CA-199E-C385-D04F8380AE18}"/>
                  </a:ext>
                </a:extLst>
              </p:cNvPr>
              <p:cNvSpPr/>
              <p:nvPr/>
            </p:nvSpPr>
            <p:spPr>
              <a:xfrm>
                <a:off x="8791478" y="3900950"/>
                <a:ext cx="34364" cy="245050"/>
              </a:xfrm>
              <a:custGeom>
                <a:avLst/>
                <a:gdLst/>
                <a:ahLst/>
                <a:cxnLst/>
                <a:rect l="l" t="t" r="r" b="b"/>
                <a:pathLst>
                  <a:path w="822" h="9802" extrusionOk="0">
                    <a:moveTo>
                      <a:pt x="0" y="9801"/>
                    </a:moveTo>
                    <a:lnTo>
                      <a:pt x="822" y="9801"/>
                    </a:lnTo>
                    <a:lnTo>
                      <a:pt x="822"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 name="Google Shape;1588;p36">
              <a:extLst>
                <a:ext uri="{FF2B5EF4-FFF2-40B4-BE49-F238E27FC236}">
                  <a16:creationId xmlns:a16="http://schemas.microsoft.com/office/drawing/2014/main" id="{D4E0E8B3-D0FE-0B0F-8124-70E48E9E83A3}"/>
                </a:ext>
              </a:extLst>
            </p:cNvPr>
            <p:cNvGrpSpPr/>
            <p:nvPr/>
          </p:nvGrpSpPr>
          <p:grpSpPr>
            <a:xfrm flipH="1">
              <a:off x="5406861" y="4293100"/>
              <a:ext cx="3484400" cy="973847"/>
              <a:chOff x="3379075" y="4293100"/>
              <a:chExt cx="3484400" cy="973847"/>
            </a:xfrm>
            <a:grpFill/>
          </p:grpSpPr>
          <p:sp>
            <p:nvSpPr>
              <p:cNvPr id="37" name="Google Shape;1589;p36">
                <a:extLst>
                  <a:ext uri="{FF2B5EF4-FFF2-40B4-BE49-F238E27FC236}">
                    <a16:creationId xmlns:a16="http://schemas.microsoft.com/office/drawing/2014/main" id="{4B65A2E6-99CC-233E-89B1-570887D8CFF6}"/>
                  </a:ext>
                </a:extLst>
              </p:cNvPr>
              <p:cNvSpPr/>
              <p:nvPr/>
            </p:nvSpPr>
            <p:spPr>
              <a:xfrm>
                <a:off x="6638025" y="4293100"/>
                <a:ext cx="225450" cy="266525"/>
              </a:xfrm>
              <a:custGeom>
                <a:avLst/>
                <a:gdLst/>
                <a:ahLst/>
                <a:cxnLst/>
                <a:rect l="l" t="t" r="r" b="b"/>
                <a:pathLst>
                  <a:path w="9018" h="10661" extrusionOk="0">
                    <a:moveTo>
                      <a:pt x="1" y="10660"/>
                    </a:moveTo>
                    <a:lnTo>
                      <a:pt x="9017" y="10660"/>
                    </a:lnTo>
                    <a:lnTo>
                      <a:pt x="9017"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1590;p36">
                <a:extLst>
                  <a:ext uri="{FF2B5EF4-FFF2-40B4-BE49-F238E27FC236}">
                    <a16:creationId xmlns:a16="http://schemas.microsoft.com/office/drawing/2014/main" id="{73881EA7-2037-9C35-2D49-E1E3E56D3BF0}"/>
                  </a:ext>
                </a:extLst>
              </p:cNvPr>
              <p:cNvSpPr/>
              <p:nvPr/>
            </p:nvSpPr>
            <p:spPr>
              <a:xfrm>
                <a:off x="5628575" y="4369300"/>
                <a:ext cx="225425" cy="266525"/>
              </a:xfrm>
              <a:custGeom>
                <a:avLst/>
                <a:gdLst/>
                <a:ahLst/>
                <a:cxnLst/>
                <a:rect l="l" t="t" r="r" b="b"/>
                <a:pathLst>
                  <a:path w="9017" h="10661" extrusionOk="0">
                    <a:moveTo>
                      <a:pt x="0" y="10660"/>
                    </a:moveTo>
                    <a:lnTo>
                      <a:pt x="9017" y="10660"/>
                    </a:lnTo>
                    <a:lnTo>
                      <a:pt x="9017"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1591;p36">
                <a:extLst>
                  <a:ext uri="{FF2B5EF4-FFF2-40B4-BE49-F238E27FC236}">
                    <a16:creationId xmlns:a16="http://schemas.microsoft.com/office/drawing/2014/main" id="{5906597F-259E-77AB-4774-C6A121FBFC3A}"/>
                  </a:ext>
                </a:extLst>
              </p:cNvPr>
              <p:cNvSpPr/>
              <p:nvPr/>
            </p:nvSpPr>
            <p:spPr>
              <a:xfrm>
                <a:off x="5700425" y="4473175"/>
                <a:ext cx="72850" cy="792553"/>
              </a:xfrm>
              <a:custGeom>
                <a:avLst/>
                <a:gdLst/>
                <a:ahLst/>
                <a:cxnLst/>
                <a:rect l="l" t="t" r="r" b="b"/>
                <a:pathLst>
                  <a:path w="2914" h="48780" extrusionOk="0">
                    <a:moveTo>
                      <a:pt x="1" y="48780"/>
                    </a:moveTo>
                    <a:lnTo>
                      <a:pt x="2913" y="48780"/>
                    </a:lnTo>
                    <a:lnTo>
                      <a:pt x="291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1592;p36">
                <a:extLst>
                  <a:ext uri="{FF2B5EF4-FFF2-40B4-BE49-F238E27FC236}">
                    <a16:creationId xmlns:a16="http://schemas.microsoft.com/office/drawing/2014/main" id="{716BB5B2-6607-4370-CF60-A199906CE384}"/>
                  </a:ext>
                </a:extLst>
              </p:cNvPr>
              <p:cNvSpPr/>
              <p:nvPr/>
            </p:nvSpPr>
            <p:spPr>
              <a:xfrm>
                <a:off x="4520150" y="4369300"/>
                <a:ext cx="225450" cy="266525"/>
              </a:xfrm>
              <a:custGeom>
                <a:avLst/>
                <a:gdLst/>
                <a:ahLst/>
                <a:cxnLst/>
                <a:rect l="l" t="t" r="r" b="b"/>
                <a:pathLst>
                  <a:path w="9018" h="10661" extrusionOk="0">
                    <a:moveTo>
                      <a:pt x="1" y="10660"/>
                    </a:moveTo>
                    <a:lnTo>
                      <a:pt x="9017" y="10660"/>
                    </a:lnTo>
                    <a:lnTo>
                      <a:pt x="9017"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1593;p36">
                <a:extLst>
                  <a:ext uri="{FF2B5EF4-FFF2-40B4-BE49-F238E27FC236}">
                    <a16:creationId xmlns:a16="http://schemas.microsoft.com/office/drawing/2014/main" id="{F7B7641B-A3D1-7493-357F-C2B56B795949}"/>
                  </a:ext>
                </a:extLst>
              </p:cNvPr>
              <p:cNvSpPr/>
              <p:nvPr/>
            </p:nvSpPr>
            <p:spPr>
              <a:xfrm>
                <a:off x="4592025" y="4473175"/>
                <a:ext cx="72825" cy="792553"/>
              </a:xfrm>
              <a:custGeom>
                <a:avLst/>
                <a:gdLst/>
                <a:ahLst/>
                <a:cxnLst/>
                <a:rect l="l" t="t" r="r" b="b"/>
                <a:pathLst>
                  <a:path w="2913" h="48780" extrusionOk="0">
                    <a:moveTo>
                      <a:pt x="1" y="48780"/>
                    </a:moveTo>
                    <a:lnTo>
                      <a:pt x="2913" y="48780"/>
                    </a:lnTo>
                    <a:lnTo>
                      <a:pt x="291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1594;p36">
                <a:extLst>
                  <a:ext uri="{FF2B5EF4-FFF2-40B4-BE49-F238E27FC236}">
                    <a16:creationId xmlns:a16="http://schemas.microsoft.com/office/drawing/2014/main" id="{237C0917-4C1F-3CB7-9009-B65020D7C625}"/>
                  </a:ext>
                </a:extLst>
              </p:cNvPr>
              <p:cNvSpPr/>
              <p:nvPr/>
            </p:nvSpPr>
            <p:spPr>
              <a:xfrm>
                <a:off x="3379075" y="4403850"/>
                <a:ext cx="225450" cy="262300"/>
              </a:xfrm>
              <a:custGeom>
                <a:avLst/>
                <a:gdLst/>
                <a:ahLst/>
                <a:cxnLst/>
                <a:rect l="l" t="t" r="r" b="b"/>
                <a:pathLst>
                  <a:path w="9018" h="10492" extrusionOk="0">
                    <a:moveTo>
                      <a:pt x="1" y="10492"/>
                    </a:moveTo>
                    <a:lnTo>
                      <a:pt x="9017" y="10492"/>
                    </a:lnTo>
                    <a:lnTo>
                      <a:pt x="9017" y="0"/>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1595;p36">
                <a:extLst>
                  <a:ext uri="{FF2B5EF4-FFF2-40B4-BE49-F238E27FC236}">
                    <a16:creationId xmlns:a16="http://schemas.microsoft.com/office/drawing/2014/main" id="{ADD9C7FE-1E1D-2183-835E-978789667CDE}"/>
                  </a:ext>
                </a:extLst>
              </p:cNvPr>
              <p:cNvSpPr/>
              <p:nvPr/>
            </p:nvSpPr>
            <p:spPr>
              <a:xfrm>
                <a:off x="3450950" y="4494102"/>
                <a:ext cx="72825" cy="772845"/>
              </a:xfrm>
              <a:custGeom>
                <a:avLst/>
                <a:gdLst/>
                <a:ahLst/>
                <a:cxnLst/>
                <a:rect l="l" t="t" r="r" b="b"/>
                <a:pathLst>
                  <a:path w="2913" h="47567" extrusionOk="0">
                    <a:moveTo>
                      <a:pt x="1" y="47567"/>
                    </a:moveTo>
                    <a:lnTo>
                      <a:pt x="2913" y="47567"/>
                    </a:lnTo>
                    <a:lnTo>
                      <a:pt x="291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 name="Google Shape;1596;p36">
              <a:extLst>
                <a:ext uri="{FF2B5EF4-FFF2-40B4-BE49-F238E27FC236}">
                  <a16:creationId xmlns:a16="http://schemas.microsoft.com/office/drawing/2014/main" id="{363E7CD6-0655-7712-F188-D4A1892F1A79}"/>
                </a:ext>
              </a:extLst>
            </p:cNvPr>
            <p:cNvGrpSpPr/>
            <p:nvPr/>
          </p:nvGrpSpPr>
          <p:grpSpPr>
            <a:xfrm flipH="1">
              <a:off x="-109714" y="4175950"/>
              <a:ext cx="2474925" cy="1050047"/>
              <a:chOff x="3379075" y="4216900"/>
              <a:chExt cx="2474925" cy="1050047"/>
            </a:xfrm>
            <a:grpFill/>
          </p:grpSpPr>
          <p:sp>
            <p:nvSpPr>
              <p:cNvPr id="31" name="Google Shape;1597;p36">
                <a:extLst>
                  <a:ext uri="{FF2B5EF4-FFF2-40B4-BE49-F238E27FC236}">
                    <a16:creationId xmlns:a16="http://schemas.microsoft.com/office/drawing/2014/main" id="{F3148BB1-74BB-E3AA-0F4B-C21D4AC4EB37}"/>
                  </a:ext>
                </a:extLst>
              </p:cNvPr>
              <p:cNvSpPr/>
              <p:nvPr/>
            </p:nvSpPr>
            <p:spPr>
              <a:xfrm>
                <a:off x="5628575" y="4216900"/>
                <a:ext cx="225425" cy="266525"/>
              </a:xfrm>
              <a:custGeom>
                <a:avLst/>
                <a:gdLst/>
                <a:ahLst/>
                <a:cxnLst/>
                <a:rect l="l" t="t" r="r" b="b"/>
                <a:pathLst>
                  <a:path w="9017" h="10661" extrusionOk="0">
                    <a:moveTo>
                      <a:pt x="0" y="10660"/>
                    </a:moveTo>
                    <a:lnTo>
                      <a:pt x="9017" y="10660"/>
                    </a:lnTo>
                    <a:lnTo>
                      <a:pt x="9017"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1598;p36">
                <a:extLst>
                  <a:ext uri="{FF2B5EF4-FFF2-40B4-BE49-F238E27FC236}">
                    <a16:creationId xmlns:a16="http://schemas.microsoft.com/office/drawing/2014/main" id="{D9908424-AB83-2E5A-7E1B-4F05BF8A7D8C}"/>
                  </a:ext>
                </a:extLst>
              </p:cNvPr>
              <p:cNvSpPr/>
              <p:nvPr/>
            </p:nvSpPr>
            <p:spPr>
              <a:xfrm>
                <a:off x="5700425" y="4473175"/>
                <a:ext cx="72850" cy="792553"/>
              </a:xfrm>
              <a:custGeom>
                <a:avLst/>
                <a:gdLst/>
                <a:ahLst/>
                <a:cxnLst/>
                <a:rect l="l" t="t" r="r" b="b"/>
                <a:pathLst>
                  <a:path w="2914" h="48780" extrusionOk="0">
                    <a:moveTo>
                      <a:pt x="1" y="48780"/>
                    </a:moveTo>
                    <a:lnTo>
                      <a:pt x="2913" y="48780"/>
                    </a:lnTo>
                    <a:lnTo>
                      <a:pt x="291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1599;p36">
                <a:extLst>
                  <a:ext uri="{FF2B5EF4-FFF2-40B4-BE49-F238E27FC236}">
                    <a16:creationId xmlns:a16="http://schemas.microsoft.com/office/drawing/2014/main" id="{75784BB2-2247-526C-246D-94643E0186E7}"/>
                  </a:ext>
                </a:extLst>
              </p:cNvPr>
              <p:cNvSpPr/>
              <p:nvPr/>
            </p:nvSpPr>
            <p:spPr>
              <a:xfrm>
                <a:off x="4520150" y="4216900"/>
                <a:ext cx="225450" cy="266525"/>
              </a:xfrm>
              <a:custGeom>
                <a:avLst/>
                <a:gdLst/>
                <a:ahLst/>
                <a:cxnLst/>
                <a:rect l="l" t="t" r="r" b="b"/>
                <a:pathLst>
                  <a:path w="9018" h="10661" extrusionOk="0">
                    <a:moveTo>
                      <a:pt x="1" y="10660"/>
                    </a:moveTo>
                    <a:lnTo>
                      <a:pt x="9017" y="10660"/>
                    </a:lnTo>
                    <a:lnTo>
                      <a:pt x="9017"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1600;p36">
                <a:extLst>
                  <a:ext uri="{FF2B5EF4-FFF2-40B4-BE49-F238E27FC236}">
                    <a16:creationId xmlns:a16="http://schemas.microsoft.com/office/drawing/2014/main" id="{D446ADCA-3583-B3F1-CBA3-E3DED1818624}"/>
                  </a:ext>
                </a:extLst>
              </p:cNvPr>
              <p:cNvSpPr/>
              <p:nvPr/>
            </p:nvSpPr>
            <p:spPr>
              <a:xfrm>
                <a:off x="4592025" y="4473175"/>
                <a:ext cx="72825" cy="792553"/>
              </a:xfrm>
              <a:custGeom>
                <a:avLst/>
                <a:gdLst/>
                <a:ahLst/>
                <a:cxnLst/>
                <a:rect l="l" t="t" r="r" b="b"/>
                <a:pathLst>
                  <a:path w="2913" h="48780" extrusionOk="0">
                    <a:moveTo>
                      <a:pt x="1" y="48780"/>
                    </a:moveTo>
                    <a:lnTo>
                      <a:pt x="2913" y="48780"/>
                    </a:lnTo>
                    <a:lnTo>
                      <a:pt x="291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1601;p36">
                <a:extLst>
                  <a:ext uri="{FF2B5EF4-FFF2-40B4-BE49-F238E27FC236}">
                    <a16:creationId xmlns:a16="http://schemas.microsoft.com/office/drawing/2014/main" id="{A833F2CE-8D6D-E98A-AC55-BE507902349D}"/>
                  </a:ext>
                </a:extLst>
              </p:cNvPr>
              <p:cNvSpPr/>
              <p:nvPr/>
            </p:nvSpPr>
            <p:spPr>
              <a:xfrm>
                <a:off x="3379075" y="4251450"/>
                <a:ext cx="225450" cy="262300"/>
              </a:xfrm>
              <a:custGeom>
                <a:avLst/>
                <a:gdLst/>
                <a:ahLst/>
                <a:cxnLst/>
                <a:rect l="l" t="t" r="r" b="b"/>
                <a:pathLst>
                  <a:path w="9018" h="10492" extrusionOk="0">
                    <a:moveTo>
                      <a:pt x="1" y="10492"/>
                    </a:moveTo>
                    <a:lnTo>
                      <a:pt x="9017" y="10492"/>
                    </a:lnTo>
                    <a:lnTo>
                      <a:pt x="9017" y="0"/>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1602;p36">
                <a:extLst>
                  <a:ext uri="{FF2B5EF4-FFF2-40B4-BE49-F238E27FC236}">
                    <a16:creationId xmlns:a16="http://schemas.microsoft.com/office/drawing/2014/main" id="{7B13F487-589B-FDB6-B7CE-8A0273FBA9DC}"/>
                  </a:ext>
                </a:extLst>
              </p:cNvPr>
              <p:cNvSpPr/>
              <p:nvPr/>
            </p:nvSpPr>
            <p:spPr>
              <a:xfrm>
                <a:off x="3450950" y="4494102"/>
                <a:ext cx="72825" cy="772845"/>
              </a:xfrm>
              <a:custGeom>
                <a:avLst/>
                <a:gdLst/>
                <a:ahLst/>
                <a:cxnLst/>
                <a:rect l="l" t="t" r="r" b="b"/>
                <a:pathLst>
                  <a:path w="2913" h="47567" extrusionOk="0">
                    <a:moveTo>
                      <a:pt x="1" y="47567"/>
                    </a:moveTo>
                    <a:lnTo>
                      <a:pt x="2913" y="47567"/>
                    </a:lnTo>
                    <a:lnTo>
                      <a:pt x="291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19" name="Rectangle: Rounded Corners 118">
            <a:extLst>
              <a:ext uri="{FF2B5EF4-FFF2-40B4-BE49-F238E27FC236}">
                <a16:creationId xmlns:a16="http://schemas.microsoft.com/office/drawing/2014/main" id="{609DFCB4-F985-FC69-1E04-6320C40DB4BB}"/>
              </a:ext>
            </a:extLst>
          </p:cNvPr>
          <p:cNvSpPr/>
          <p:nvPr/>
        </p:nvSpPr>
        <p:spPr>
          <a:xfrm>
            <a:off x="110358" y="564444"/>
            <a:ext cx="2077414" cy="3483931"/>
          </a:xfrm>
          <a:prstGeom prst="roundRect">
            <a:avLst/>
          </a:prstGeom>
          <a:solidFill>
            <a:srgbClr val="002060"/>
          </a:solidFill>
          <a:ln>
            <a:solidFill>
              <a:srgbClr val="3A729A"/>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dirty="0">
              <a:solidFill>
                <a:srgbClr val="FFFFFF"/>
              </a:solidFill>
            </a:endParaRPr>
          </a:p>
        </p:txBody>
      </p:sp>
      <p:sp>
        <p:nvSpPr>
          <p:cNvPr id="120" name="Flowchart: Alternate Process 119">
            <a:extLst>
              <a:ext uri="{FF2B5EF4-FFF2-40B4-BE49-F238E27FC236}">
                <a16:creationId xmlns:a16="http://schemas.microsoft.com/office/drawing/2014/main" id="{3630FB7B-B686-72F1-A1B0-7A78BDCD626A}"/>
              </a:ext>
            </a:extLst>
          </p:cNvPr>
          <p:cNvSpPr/>
          <p:nvPr/>
        </p:nvSpPr>
        <p:spPr>
          <a:xfrm>
            <a:off x="333384" y="2509790"/>
            <a:ext cx="2493272" cy="554753"/>
          </a:xfrm>
          <a:prstGeom prst="flowChartAlternateProcess">
            <a:avLst/>
          </a:prstGeom>
          <a:solidFill>
            <a:srgbClr val="0070C0"/>
          </a:solidFill>
          <a:ln>
            <a:solidFill>
              <a:srgbClr val="69ABD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 name="Google Shape;397;p38">
            <a:extLst>
              <a:ext uri="{FF2B5EF4-FFF2-40B4-BE49-F238E27FC236}">
                <a16:creationId xmlns:a16="http://schemas.microsoft.com/office/drawing/2014/main" id="{60B6D4D0-D088-B6F2-9F2B-A9DC6DC46FCA}"/>
              </a:ext>
            </a:extLst>
          </p:cNvPr>
          <p:cNvSpPr txBox="1">
            <a:spLocks/>
          </p:cNvSpPr>
          <p:nvPr/>
        </p:nvSpPr>
        <p:spPr>
          <a:xfrm>
            <a:off x="100715" y="2352630"/>
            <a:ext cx="2725941" cy="8400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lgn="ctr"/>
            <a:r>
              <a:rPr lang="en-US" sz="1600" b="1" dirty="0">
                <a:solidFill>
                  <a:srgbClr val="FFFFFF"/>
                </a:solidFill>
              </a:rPr>
              <a:t>Long-Term</a:t>
            </a:r>
          </a:p>
          <a:p>
            <a:pPr lvl="0" algn="ctr"/>
            <a:r>
              <a:rPr lang="en-US" sz="1600" b="1" dirty="0">
                <a:solidFill>
                  <a:srgbClr val="FFFFFF"/>
                </a:solidFill>
              </a:rPr>
              <a:t>(6+ Months)</a:t>
            </a:r>
          </a:p>
        </p:txBody>
      </p:sp>
      <p:sp>
        <p:nvSpPr>
          <p:cNvPr id="118" name="Google Shape;397;p38">
            <a:extLst>
              <a:ext uri="{FF2B5EF4-FFF2-40B4-BE49-F238E27FC236}">
                <a16:creationId xmlns:a16="http://schemas.microsoft.com/office/drawing/2014/main" id="{9A01A674-690B-46E5-7492-7F3C33221C0B}"/>
              </a:ext>
            </a:extLst>
          </p:cNvPr>
          <p:cNvSpPr txBox="1">
            <a:spLocks/>
          </p:cNvSpPr>
          <p:nvPr/>
        </p:nvSpPr>
        <p:spPr>
          <a:xfrm>
            <a:off x="-84153" y="3027127"/>
            <a:ext cx="1875955" cy="8400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r>
              <a:rPr lang="en-US" sz="1200" dirty="0">
                <a:solidFill>
                  <a:srgbClr val="FFFFFF"/>
                </a:solidFill>
              </a:rPr>
              <a:t>Holiday Scheduling</a:t>
            </a:r>
          </a:p>
        </p:txBody>
      </p:sp>
      <p:grpSp>
        <p:nvGrpSpPr>
          <p:cNvPr id="6" name="Group 5">
            <a:extLst>
              <a:ext uri="{FF2B5EF4-FFF2-40B4-BE49-F238E27FC236}">
                <a16:creationId xmlns:a16="http://schemas.microsoft.com/office/drawing/2014/main" id="{2A17A041-7388-6E60-64FF-0868BA8E4E15}"/>
              </a:ext>
            </a:extLst>
          </p:cNvPr>
          <p:cNvGrpSpPr/>
          <p:nvPr/>
        </p:nvGrpSpPr>
        <p:grpSpPr>
          <a:xfrm>
            <a:off x="2981524" y="1117662"/>
            <a:ext cx="5672197" cy="2652304"/>
            <a:chOff x="2981524" y="1117662"/>
            <a:chExt cx="5672197" cy="2652304"/>
          </a:xfrm>
        </p:grpSpPr>
        <p:sp>
          <p:nvSpPr>
            <p:cNvPr id="121" name="Flowchart: Alternate Process 120">
              <a:extLst>
                <a:ext uri="{FF2B5EF4-FFF2-40B4-BE49-F238E27FC236}">
                  <a16:creationId xmlns:a16="http://schemas.microsoft.com/office/drawing/2014/main" id="{12D92B4D-873E-A764-DCD9-6293E128ABC7}"/>
                </a:ext>
              </a:extLst>
            </p:cNvPr>
            <p:cNvSpPr/>
            <p:nvPr/>
          </p:nvSpPr>
          <p:spPr>
            <a:xfrm>
              <a:off x="2981524" y="1117662"/>
              <a:ext cx="5672197" cy="2652304"/>
            </a:xfrm>
            <a:prstGeom prst="flowChartAlternateProcess">
              <a:avLst/>
            </a:prstGeom>
            <a:solidFill>
              <a:srgbClr val="002E50"/>
            </a:solidFill>
            <a:ln>
              <a:solidFill>
                <a:srgbClr val="69ABD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 name="Google Shape;398;p38">
              <a:extLst>
                <a:ext uri="{FF2B5EF4-FFF2-40B4-BE49-F238E27FC236}">
                  <a16:creationId xmlns:a16="http://schemas.microsoft.com/office/drawing/2014/main" id="{5BE569C6-F7A5-9B83-6F65-AB85C8D27766}"/>
                </a:ext>
              </a:extLst>
            </p:cNvPr>
            <p:cNvSpPr txBox="1">
              <a:spLocks/>
            </p:cNvSpPr>
            <p:nvPr/>
          </p:nvSpPr>
          <p:spPr>
            <a:xfrm>
              <a:off x="3015471" y="1943590"/>
              <a:ext cx="5478533" cy="124904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ctr">
                <a:spcBef>
                  <a:spcPts val="0"/>
                </a:spcBef>
                <a:spcAft>
                  <a:spcPts val="0"/>
                </a:spcAft>
                <a:buNone/>
              </a:pPr>
              <a:r>
                <a:rPr lang="en-US" sz="1600" dirty="0">
                  <a:solidFill>
                    <a:srgbClr val="FFFFFF"/>
                  </a:solidFill>
                </a:rPr>
                <a:t>Full signal system renovation</a:t>
              </a:r>
            </a:p>
            <a:p>
              <a:pPr marL="0" lvl="0" indent="0" algn="ctr">
                <a:spcBef>
                  <a:spcPts val="0"/>
                </a:spcBef>
                <a:spcAft>
                  <a:spcPts val="0"/>
                </a:spcAft>
                <a:buNone/>
              </a:pPr>
              <a:endParaRPr lang="en-US" sz="1600" dirty="0">
                <a:solidFill>
                  <a:srgbClr val="FFFFFF"/>
                </a:solidFill>
              </a:endParaRPr>
            </a:p>
            <a:p>
              <a:pPr marL="0" lvl="0" indent="0" algn="ctr">
                <a:spcBef>
                  <a:spcPts val="0"/>
                </a:spcBef>
                <a:spcAft>
                  <a:spcPts val="0"/>
                </a:spcAft>
                <a:buNone/>
              </a:pPr>
              <a:r>
                <a:rPr lang="en-US" sz="1600" dirty="0">
                  <a:solidFill>
                    <a:srgbClr val="FFFFFF"/>
                  </a:solidFill>
                </a:rPr>
                <a:t>AI-driven predictive maintenance</a:t>
              </a:r>
            </a:p>
          </p:txBody>
        </p:sp>
      </p:grpSp>
      <p:sp>
        <p:nvSpPr>
          <p:cNvPr id="123" name="Google Shape;397;p38">
            <a:extLst>
              <a:ext uri="{FF2B5EF4-FFF2-40B4-BE49-F238E27FC236}">
                <a16:creationId xmlns:a16="http://schemas.microsoft.com/office/drawing/2014/main" id="{04399BA9-1F0C-8174-BC9C-99AF97591CAB}"/>
              </a:ext>
            </a:extLst>
          </p:cNvPr>
          <p:cNvSpPr txBox="1">
            <a:spLocks/>
          </p:cNvSpPr>
          <p:nvPr/>
        </p:nvSpPr>
        <p:spPr>
          <a:xfrm>
            <a:off x="2657842" y="17744"/>
            <a:ext cx="4812797" cy="8400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6000"/>
              <a:buFont typeface="Montserrat ExtraBold"/>
              <a:buNone/>
              <a:defRPr sz="4000" b="0" i="0" u="none" strike="noStrike" cap="none">
                <a:solidFill>
                  <a:schemeClr val="dk2"/>
                </a:solidFill>
                <a:latin typeface="Montserrat ExtraBold"/>
                <a:ea typeface="Montserrat ExtraBold"/>
                <a:cs typeface="Montserrat ExtraBold"/>
                <a:sym typeface="Montserrat ExtraBold"/>
              </a:defRPr>
            </a:lvl1pPr>
            <a:lvl2pPr marR="0" lvl="1"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2pPr>
            <a:lvl3pPr marR="0" lvl="2"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3pPr>
            <a:lvl4pPr marR="0" lvl="3"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4pPr>
            <a:lvl5pPr marR="0" lvl="4"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5pPr>
            <a:lvl6pPr marR="0" lvl="5"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6pPr>
            <a:lvl7pPr marR="0" lvl="6"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7pPr>
            <a:lvl8pPr marR="0" lvl="7"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8pPr>
            <a:lvl9pPr marR="0" lvl="8"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9pPr>
          </a:lstStyle>
          <a:p>
            <a:pPr algn="ctr"/>
            <a:r>
              <a:rPr lang="en-US" sz="3500" dirty="0">
                <a:solidFill>
                  <a:srgbClr val="002060"/>
                </a:solidFill>
              </a:rPr>
              <a:t>Recommendations</a:t>
            </a:r>
          </a:p>
        </p:txBody>
      </p:sp>
      <p:sp>
        <p:nvSpPr>
          <p:cNvPr id="3" name="Google Shape;397;p38">
            <a:extLst>
              <a:ext uri="{FF2B5EF4-FFF2-40B4-BE49-F238E27FC236}">
                <a16:creationId xmlns:a16="http://schemas.microsoft.com/office/drawing/2014/main" id="{E8777781-14EB-0565-F463-EC2F7EB5BACD}"/>
              </a:ext>
            </a:extLst>
          </p:cNvPr>
          <p:cNvSpPr txBox="1">
            <a:spLocks/>
          </p:cNvSpPr>
          <p:nvPr/>
        </p:nvSpPr>
        <p:spPr>
          <a:xfrm>
            <a:off x="-155725" y="852243"/>
            <a:ext cx="2343497" cy="8400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dirty="0">
                <a:solidFill>
                  <a:srgbClr val="FFFFFF"/>
                </a:solidFill>
              </a:rPr>
              <a:t>Immediate</a:t>
            </a:r>
          </a:p>
          <a:p>
            <a:pPr algn="ctr"/>
            <a:r>
              <a:rPr lang="en-US" sz="1200" dirty="0">
                <a:solidFill>
                  <a:srgbClr val="FFFFFF"/>
                </a:solidFill>
              </a:rPr>
              <a:t>(0–3 Months)</a:t>
            </a:r>
          </a:p>
        </p:txBody>
      </p:sp>
      <p:sp>
        <p:nvSpPr>
          <p:cNvPr id="4" name="Google Shape;397;p38">
            <a:extLst>
              <a:ext uri="{FF2B5EF4-FFF2-40B4-BE49-F238E27FC236}">
                <a16:creationId xmlns:a16="http://schemas.microsoft.com/office/drawing/2014/main" id="{97773531-C33E-C69F-CD43-6F519DB0F530}"/>
              </a:ext>
            </a:extLst>
          </p:cNvPr>
          <p:cNvSpPr txBox="1">
            <a:spLocks/>
          </p:cNvSpPr>
          <p:nvPr/>
        </p:nvSpPr>
        <p:spPr>
          <a:xfrm>
            <a:off x="202372" y="1639043"/>
            <a:ext cx="1875955" cy="8400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dirty="0">
                <a:solidFill>
                  <a:srgbClr val="FFFFFF"/>
                </a:solidFill>
              </a:rPr>
              <a:t>Short-Term </a:t>
            </a:r>
          </a:p>
          <a:p>
            <a:pPr algn="ctr"/>
            <a:r>
              <a:rPr lang="en-US" sz="1200" dirty="0">
                <a:solidFill>
                  <a:srgbClr val="FFFFFF"/>
                </a:solidFill>
              </a:rPr>
              <a:t>(3–6 Months)</a:t>
            </a:r>
          </a:p>
        </p:txBody>
      </p:sp>
      <p:grpSp>
        <p:nvGrpSpPr>
          <p:cNvPr id="7" name="Google Shape;1117;p30">
            <a:extLst>
              <a:ext uri="{FF2B5EF4-FFF2-40B4-BE49-F238E27FC236}">
                <a16:creationId xmlns:a16="http://schemas.microsoft.com/office/drawing/2014/main" id="{8CD0C859-9C90-E546-BF25-5488F4D5FC64}"/>
              </a:ext>
            </a:extLst>
          </p:cNvPr>
          <p:cNvGrpSpPr/>
          <p:nvPr/>
        </p:nvGrpSpPr>
        <p:grpSpPr>
          <a:xfrm rot="150140">
            <a:off x="-2650726" y="3830112"/>
            <a:ext cx="2580526" cy="685136"/>
            <a:chOff x="3962175" y="2631750"/>
            <a:chExt cx="3075700" cy="952625"/>
          </a:xfrm>
        </p:grpSpPr>
        <p:sp>
          <p:nvSpPr>
            <p:cNvPr id="8" name="Google Shape;1118;p30">
              <a:extLst>
                <a:ext uri="{FF2B5EF4-FFF2-40B4-BE49-F238E27FC236}">
                  <a16:creationId xmlns:a16="http://schemas.microsoft.com/office/drawing/2014/main" id="{8A714A17-30E5-4959-C1A8-E1F1F4A9387D}"/>
                </a:ext>
              </a:extLst>
            </p:cNvPr>
            <p:cNvSpPr/>
            <p:nvPr/>
          </p:nvSpPr>
          <p:spPr>
            <a:xfrm>
              <a:off x="3962175" y="3227750"/>
              <a:ext cx="3075700" cy="356625"/>
            </a:xfrm>
            <a:custGeom>
              <a:avLst/>
              <a:gdLst/>
              <a:ahLst/>
              <a:cxnLst/>
              <a:rect l="l" t="t" r="r" b="b"/>
              <a:pathLst>
                <a:path w="123028" h="14265" extrusionOk="0">
                  <a:moveTo>
                    <a:pt x="114046" y="1"/>
                  </a:moveTo>
                  <a:lnTo>
                    <a:pt x="114046" y="1239"/>
                  </a:lnTo>
                  <a:lnTo>
                    <a:pt x="114579" y="1239"/>
                  </a:lnTo>
                  <a:lnTo>
                    <a:pt x="114579" y="3167"/>
                  </a:lnTo>
                  <a:lnTo>
                    <a:pt x="109877" y="3167"/>
                  </a:lnTo>
                  <a:lnTo>
                    <a:pt x="109877" y="2728"/>
                  </a:lnTo>
                  <a:lnTo>
                    <a:pt x="108984" y="2728"/>
                  </a:lnTo>
                  <a:lnTo>
                    <a:pt x="108984" y="1913"/>
                  </a:lnTo>
                  <a:cubicBezTo>
                    <a:pt x="108984" y="1411"/>
                    <a:pt x="108513" y="1004"/>
                    <a:pt x="107980" y="1098"/>
                  </a:cubicBezTo>
                  <a:lnTo>
                    <a:pt x="107980" y="1098"/>
                  </a:lnTo>
                  <a:cubicBezTo>
                    <a:pt x="107573" y="1161"/>
                    <a:pt x="107291" y="1553"/>
                    <a:pt x="107291" y="1960"/>
                  </a:cubicBezTo>
                  <a:lnTo>
                    <a:pt x="107291" y="1960"/>
                  </a:lnTo>
                  <a:lnTo>
                    <a:pt x="107291" y="2728"/>
                  </a:lnTo>
                  <a:lnTo>
                    <a:pt x="106397" y="2728"/>
                  </a:lnTo>
                  <a:lnTo>
                    <a:pt x="106397" y="3167"/>
                  </a:lnTo>
                  <a:lnTo>
                    <a:pt x="105237" y="3167"/>
                  </a:lnTo>
                  <a:lnTo>
                    <a:pt x="105237" y="1615"/>
                  </a:lnTo>
                  <a:lnTo>
                    <a:pt x="103921" y="1615"/>
                  </a:lnTo>
                  <a:lnTo>
                    <a:pt x="103921" y="3167"/>
                  </a:lnTo>
                  <a:lnTo>
                    <a:pt x="100112" y="3167"/>
                  </a:lnTo>
                  <a:lnTo>
                    <a:pt x="100112" y="1521"/>
                  </a:lnTo>
                  <a:cubicBezTo>
                    <a:pt x="100112" y="675"/>
                    <a:pt x="99438" y="1"/>
                    <a:pt x="98591" y="1"/>
                  </a:cubicBezTo>
                  <a:lnTo>
                    <a:pt x="98591" y="1"/>
                  </a:lnTo>
                  <a:lnTo>
                    <a:pt x="88403" y="1"/>
                  </a:lnTo>
                  <a:cubicBezTo>
                    <a:pt x="87870" y="1"/>
                    <a:pt x="87431" y="440"/>
                    <a:pt x="87463" y="988"/>
                  </a:cubicBezTo>
                  <a:lnTo>
                    <a:pt x="87463" y="988"/>
                  </a:lnTo>
                  <a:cubicBezTo>
                    <a:pt x="87494" y="1490"/>
                    <a:pt x="87949" y="1882"/>
                    <a:pt x="88466" y="1882"/>
                  </a:cubicBezTo>
                  <a:lnTo>
                    <a:pt x="88466" y="1882"/>
                  </a:lnTo>
                  <a:lnTo>
                    <a:pt x="92149" y="1882"/>
                  </a:lnTo>
                  <a:cubicBezTo>
                    <a:pt x="92964" y="1882"/>
                    <a:pt x="93638" y="2540"/>
                    <a:pt x="93638" y="3355"/>
                  </a:cubicBezTo>
                  <a:lnTo>
                    <a:pt x="93638" y="3355"/>
                  </a:lnTo>
                  <a:lnTo>
                    <a:pt x="93638" y="5785"/>
                  </a:lnTo>
                  <a:cubicBezTo>
                    <a:pt x="93638" y="5988"/>
                    <a:pt x="93466" y="6161"/>
                    <a:pt x="93247" y="6161"/>
                  </a:cubicBezTo>
                  <a:lnTo>
                    <a:pt x="93247" y="6161"/>
                  </a:lnTo>
                  <a:lnTo>
                    <a:pt x="88293" y="6161"/>
                  </a:lnTo>
                  <a:cubicBezTo>
                    <a:pt x="87839" y="6161"/>
                    <a:pt x="87463" y="6537"/>
                    <a:pt x="87463" y="6992"/>
                  </a:cubicBezTo>
                  <a:lnTo>
                    <a:pt x="87463" y="6992"/>
                  </a:lnTo>
                  <a:lnTo>
                    <a:pt x="87463" y="9468"/>
                  </a:lnTo>
                  <a:cubicBezTo>
                    <a:pt x="87463" y="10299"/>
                    <a:pt x="87823" y="11036"/>
                    <a:pt x="88403" y="11537"/>
                  </a:cubicBezTo>
                  <a:lnTo>
                    <a:pt x="88403" y="11537"/>
                  </a:lnTo>
                  <a:cubicBezTo>
                    <a:pt x="88388" y="11615"/>
                    <a:pt x="88388" y="11678"/>
                    <a:pt x="88372" y="11741"/>
                  </a:cubicBezTo>
                  <a:lnTo>
                    <a:pt x="88372" y="11741"/>
                  </a:lnTo>
                  <a:lnTo>
                    <a:pt x="85221" y="11741"/>
                  </a:lnTo>
                  <a:lnTo>
                    <a:pt x="85221" y="3512"/>
                  </a:lnTo>
                  <a:cubicBezTo>
                    <a:pt x="85221" y="2430"/>
                    <a:pt x="84359" y="1553"/>
                    <a:pt x="83278" y="1553"/>
                  </a:cubicBezTo>
                  <a:lnTo>
                    <a:pt x="83278" y="1553"/>
                  </a:lnTo>
                  <a:lnTo>
                    <a:pt x="46083" y="1553"/>
                  </a:lnTo>
                  <a:cubicBezTo>
                    <a:pt x="45017" y="1553"/>
                    <a:pt x="44139" y="2430"/>
                    <a:pt x="44139" y="3512"/>
                  </a:cubicBezTo>
                  <a:lnTo>
                    <a:pt x="44139" y="3512"/>
                  </a:lnTo>
                  <a:lnTo>
                    <a:pt x="44139" y="10330"/>
                  </a:lnTo>
                  <a:lnTo>
                    <a:pt x="42211" y="10330"/>
                  </a:lnTo>
                  <a:lnTo>
                    <a:pt x="42211" y="3512"/>
                  </a:lnTo>
                  <a:cubicBezTo>
                    <a:pt x="42211" y="2430"/>
                    <a:pt x="41333" y="1553"/>
                    <a:pt x="40267" y="1553"/>
                  </a:cubicBezTo>
                  <a:lnTo>
                    <a:pt x="40267" y="1553"/>
                  </a:lnTo>
                  <a:lnTo>
                    <a:pt x="3072" y="1553"/>
                  </a:lnTo>
                  <a:cubicBezTo>
                    <a:pt x="2006" y="1553"/>
                    <a:pt x="1129" y="2430"/>
                    <a:pt x="1129" y="3512"/>
                  </a:cubicBezTo>
                  <a:lnTo>
                    <a:pt x="1129" y="3512"/>
                  </a:lnTo>
                  <a:lnTo>
                    <a:pt x="1129" y="10330"/>
                  </a:lnTo>
                  <a:lnTo>
                    <a:pt x="0" y="10330"/>
                  </a:lnTo>
                  <a:lnTo>
                    <a:pt x="0" y="11130"/>
                  </a:lnTo>
                  <a:lnTo>
                    <a:pt x="1129" y="11130"/>
                  </a:lnTo>
                  <a:lnTo>
                    <a:pt x="1129" y="12650"/>
                  </a:lnTo>
                  <a:lnTo>
                    <a:pt x="1865" y="12650"/>
                  </a:lnTo>
                  <a:cubicBezTo>
                    <a:pt x="1865" y="13481"/>
                    <a:pt x="2555" y="14170"/>
                    <a:pt x="3386" y="14170"/>
                  </a:cubicBezTo>
                  <a:lnTo>
                    <a:pt x="3386" y="14170"/>
                  </a:lnTo>
                  <a:cubicBezTo>
                    <a:pt x="4232" y="14170"/>
                    <a:pt x="4906" y="13481"/>
                    <a:pt x="4906" y="12650"/>
                  </a:cubicBezTo>
                  <a:lnTo>
                    <a:pt x="4906" y="12650"/>
                  </a:lnTo>
                  <a:lnTo>
                    <a:pt x="6113" y="12650"/>
                  </a:lnTo>
                  <a:cubicBezTo>
                    <a:pt x="6113" y="13481"/>
                    <a:pt x="6803" y="14170"/>
                    <a:pt x="7633" y="14170"/>
                  </a:cubicBezTo>
                  <a:lnTo>
                    <a:pt x="7633" y="14170"/>
                  </a:lnTo>
                  <a:cubicBezTo>
                    <a:pt x="8480" y="14170"/>
                    <a:pt x="9154" y="13481"/>
                    <a:pt x="9154" y="12650"/>
                  </a:cubicBezTo>
                  <a:lnTo>
                    <a:pt x="9154" y="12650"/>
                  </a:lnTo>
                  <a:lnTo>
                    <a:pt x="33966" y="12650"/>
                  </a:lnTo>
                  <a:cubicBezTo>
                    <a:pt x="33966" y="13481"/>
                    <a:pt x="34640" y="14170"/>
                    <a:pt x="35487" y="14170"/>
                  </a:cubicBezTo>
                  <a:lnTo>
                    <a:pt x="35487" y="14170"/>
                  </a:lnTo>
                  <a:cubicBezTo>
                    <a:pt x="36317" y="14170"/>
                    <a:pt x="37007" y="13481"/>
                    <a:pt x="37007" y="12650"/>
                  </a:cubicBezTo>
                  <a:lnTo>
                    <a:pt x="37007" y="12650"/>
                  </a:lnTo>
                  <a:lnTo>
                    <a:pt x="38198" y="12650"/>
                  </a:lnTo>
                  <a:cubicBezTo>
                    <a:pt x="38198" y="13481"/>
                    <a:pt x="38888" y="14170"/>
                    <a:pt x="39734" y="14170"/>
                  </a:cubicBezTo>
                  <a:lnTo>
                    <a:pt x="39734" y="14170"/>
                  </a:lnTo>
                  <a:cubicBezTo>
                    <a:pt x="40565" y="14170"/>
                    <a:pt x="41255" y="13481"/>
                    <a:pt x="41255" y="12650"/>
                  </a:cubicBezTo>
                  <a:lnTo>
                    <a:pt x="41255" y="12650"/>
                  </a:lnTo>
                  <a:lnTo>
                    <a:pt x="42211" y="12650"/>
                  </a:lnTo>
                  <a:lnTo>
                    <a:pt x="42211" y="11130"/>
                  </a:lnTo>
                  <a:lnTo>
                    <a:pt x="44139" y="11130"/>
                  </a:lnTo>
                  <a:lnTo>
                    <a:pt x="44139" y="12650"/>
                  </a:lnTo>
                  <a:lnTo>
                    <a:pt x="44876" y="12650"/>
                  </a:lnTo>
                  <a:cubicBezTo>
                    <a:pt x="44876" y="13481"/>
                    <a:pt x="45565" y="14170"/>
                    <a:pt x="46412" y="14170"/>
                  </a:cubicBezTo>
                  <a:lnTo>
                    <a:pt x="46412" y="14170"/>
                  </a:lnTo>
                  <a:cubicBezTo>
                    <a:pt x="47242" y="14170"/>
                    <a:pt x="47932" y="13481"/>
                    <a:pt x="47932" y="12650"/>
                  </a:cubicBezTo>
                  <a:lnTo>
                    <a:pt x="47932" y="12650"/>
                  </a:lnTo>
                  <a:lnTo>
                    <a:pt x="49123" y="12650"/>
                  </a:lnTo>
                  <a:cubicBezTo>
                    <a:pt x="49123" y="13481"/>
                    <a:pt x="49813" y="14170"/>
                    <a:pt x="50644" y="14170"/>
                  </a:cubicBezTo>
                  <a:lnTo>
                    <a:pt x="50644" y="14170"/>
                  </a:lnTo>
                  <a:cubicBezTo>
                    <a:pt x="51490" y="14170"/>
                    <a:pt x="52164" y="13481"/>
                    <a:pt x="52164" y="12650"/>
                  </a:cubicBezTo>
                  <a:lnTo>
                    <a:pt x="52164" y="12650"/>
                  </a:lnTo>
                  <a:lnTo>
                    <a:pt x="76977" y="12650"/>
                  </a:lnTo>
                  <a:cubicBezTo>
                    <a:pt x="76977" y="13481"/>
                    <a:pt x="77651" y="14170"/>
                    <a:pt x="78497" y="14170"/>
                  </a:cubicBezTo>
                  <a:lnTo>
                    <a:pt x="78497" y="14170"/>
                  </a:lnTo>
                  <a:cubicBezTo>
                    <a:pt x="79343" y="14170"/>
                    <a:pt x="80017" y="13481"/>
                    <a:pt x="80017" y="12650"/>
                  </a:cubicBezTo>
                  <a:lnTo>
                    <a:pt x="80017" y="12650"/>
                  </a:lnTo>
                  <a:lnTo>
                    <a:pt x="81224" y="12650"/>
                  </a:lnTo>
                  <a:cubicBezTo>
                    <a:pt x="81224" y="13481"/>
                    <a:pt x="81898" y="14170"/>
                    <a:pt x="82745" y="14170"/>
                  </a:cubicBezTo>
                  <a:lnTo>
                    <a:pt x="82745" y="14170"/>
                  </a:lnTo>
                  <a:cubicBezTo>
                    <a:pt x="83575" y="14170"/>
                    <a:pt x="84265" y="13481"/>
                    <a:pt x="84265" y="12650"/>
                  </a:cubicBezTo>
                  <a:lnTo>
                    <a:pt x="84265" y="12650"/>
                  </a:lnTo>
                  <a:lnTo>
                    <a:pt x="88497" y="12650"/>
                  </a:lnTo>
                  <a:cubicBezTo>
                    <a:pt x="88811" y="13528"/>
                    <a:pt x="89657" y="14170"/>
                    <a:pt x="90645" y="14170"/>
                  </a:cubicBezTo>
                  <a:lnTo>
                    <a:pt x="90645" y="14170"/>
                  </a:lnTo>
                  <a:cubicBezTo>
                    <a:pt x="91789" y="14170"/>
                    <a:pt x="92729" y="13340"/>
                    <a:pt x="92902" y="12258"/>
                  </a:cubicBezTo>
                  <a:lnTo>
                    <a:pt x="92902" y="12258"/>
                  </a:lnTo>
                  <a:lnTo>
                    <a:pt x="94939" y="12258"/>
                  </a:lnTo>
                  <a:cubicBezTo>
                    <a:pt x="95174" y="13340"/>
                    <a:pt x="96146" y="14170"/>
                    <a:pt x="97322" y="14170"/>
                  </a:cubicBezTo>
                  <a:lnTo>
                    <a:pt x="97322" y="14170"/>
                  </a:lnTo>
                  <a:cubicBezTo>
                    <a:pt x="98482" y="14170"/>
                    <a:pt x="99454" y="13340"/>
                    <a:pt x="99704" y="12258"/>
                  </a:cubicBezTo>
                  <a:lnTo>
                    <a:pt x="99704" y="12258"/>
                  </a:lnTo>
                  <a:lnTo>
                    <a:pt x="100535" y="12258"/>
                  </a:lnTo>
                  <a:cubicBezTo>
                    <a:pt x="100770" y="13340"/>
                    <a:pt x="101758" y="14170"/>
                    <a:pt x="102918" y="14170"/>
                  </a:cubicBezTo>
                  <a:lnTo>
                    <a:pt x="102918" y="14170"/>
                  </a:lnTo>
                  <a:cubicBezTo>
                    <a:pt x="104093" y="14170"/>
                    <a:pt x="105065" y="13340"/>
                    <a:pt x="105300" y="12258"/>
                  </a:cubicBezTo>
                  <a:lnTo>
                    <a:pt x="105300" y="12258"/>
                  </a:lnTo>
                  <a:lnTo>
                    <a:pt x="106601" y="12258"/>
                  </a:lnTo>
                  <a:cubicBezTo>
                    <a:pt x="106836" y="13340"/>
                    <a:pt x="107808" y="14170"/>
                    <a:pt x="108984" y="14170"/>
                  </a:cubicBezTo>
                  <a:lnTo>
                    <a:pt x="108984" y="14170"/>
                  </a:lnTo>
                  <a:cubicBezTo>
                    <a:pt x="110143" y="14170"/>
                    <a:pt x="111115" y="13340"/>
                    <a:pt x="111366" y="12258"/>
                  </a:cubicBezTo>
                  <a:lnTo>
                    <a:pt x="111366" y="12258"/>
                  </a:lnTo>
                  <a:lnTo>
                    <a:pt x="112197" y="12258"/>
                  </a:lnTo>
                  <a:cubicBezTo>
                    <a:pt x="112448" y="13340"/>
                    <a:pt x="113419" y="14170"/>
                    <a:pt x="114579" y="14170"/>
                  </a:cubicBezTo>
                  <a:lnTo>
                    <a:pt x="114579" y="14170"/>
                  </a:lnTo>
                  <a:cubicBezTo>
                    <a:pt x="115755" y="14170"/>
                    <a:pt x="116727" y="13340"/>
                    <a:pt x="116962" y="12258"/>
                  </a:cubicBezTo>
                  <a:lnTo>
                    <a:pt x="116962" y="12258"/>
                  </a:lnTo>
                  <a:lnTo>
                    <a:pt x="117244" y="12258"/>
                  </a:lnTo>
                  <a:cubicBezTo>
                    <a:pt x="117056" y="12525"/>
                    <a:pt x="116977" y="12854"/>
                    <a:pt x="117056" y="13230"/>
                  </a:cubicBezTo>
                  <a:lnTo>
                    <a:pt x="117056" y="13230"/>
                  </a:lnTo>
                  <a:cubicBezTo>
                    <a:pt x="117166" y="13684"/>
                    <a:pt x="117542" y="14061"/>
                    <a:pt x="118012" y="14139"/>
                  </a:cubicBezTo>
                  <a:lnTo>
                    <a:pt x="118012" y="14139"/>
                  </a:lnTo>
                  <a:cubicBezTo>
                    <a:pt x="118655" y="14264"/>
                    <a:pt x="119219" y="13888"/>
                    <a:pt x="119391" y="13324"/>
                  </a:cubicBezTo>
                  <a:lnTo>
                    <a:pt x="119391" y="13324"/>
                  </a:lnTo>
                  <a:cubicBezTo>
                    <a:pt x="122369" y="13308"/>
                    <a:pt x="123028" y="12556"/>
                    <a:pt x="123028" y="12556"/>
                  </a:cubicBezTo>
                  <a:lnTo>
                    <a:pt x="123028" y="12556"/>
                  </a:lnTo>
                  <a:lnTo>
                    <a:pt x="119783" y="9108"/>
                  </a:lnTo>
                  <a:lnTo>
                    <a:pt x="118749" y="9108"/>
                  </a:lnTo>
                  <a:cubicBezTo>
                    <a:pt x="120128" y="8841"/>
                    <a:pt x="121178" y="7619"/>
                    <a:pt x="121178" y="6161"/>
                  </a:cubicBezTo>
                  <a:lnTo>
                    <a:pt x="121178" y="6161"/>
                  </a:lnTo>
                  <a:cubicBezTo>
                    <a:pt x="121178" y="5330"/>
                    <a:pt x="120849" y="4578"/>
                    <a:pt x="120300" y="4045"/>
                  </a:cubicBezTo>
                  <a:lnTo>
                    <a:pt x="120300" y="4045"/>
                  </a:lnTo>
                  <a:cubicBezTo>
                    <a:pt x="119752" y="3496"/>
                    <a:pt x="118999" y="3167"/>
                    <a:pt x="118184" y="3167"/>
                  </a:cubicBezTo>
                  <a:lnTo>
                    <a:pt x="118184" y="3167"/>
                  </a:lnTo>
                  <a:lnTo>
                    <a:pt x="116068" y="3167"/>
                  </a:lnTo>
                  <a:lnTo>
                    <a:pt x="116068" y="1239"/>
                  </a:lnTo>
                  <a:lnTo>
                    <a:pt x="116601" y="1239"/>
                  </a:lnTo>
                  <a:lnTo>
                    <a:pt x="116601" y="1"/>
                  </a:lnTo>
                  <a:close/>
                  <a:moveTo>
                    <a:pt x="58214" y="11130"/>
                  </a:moveTo>
                  <a:lnTo>
                    <a:pt x="71146" y="11130"/>
                  </a:lnTo>
                  <a:lnTo>
                    <a:pt x="71146" y="11741"/>
                  </a:lnTo>
                  <a:lnTo>
                    <a:pt x="58214" y="11741"/>
                  </a:lnTo>
                  <a:close/>
                  <a:moveTo>
                    <a:pt x="15204" y="11130"/>
                  </a:moveTo>
                  <a:lnTo>
                    <a:pt x="28135" y="11130"/>
                  </a:lnTo>
                  <a:lnTo>
                    <a:pt x="28135" y="11741"/>
                  </a:lnTo>
                  <a:lnTo>
                    <a:pt x="15204" y="11741"/>
                  </a:lnTo>
                  <a:close/>
                </a:path>
              </a:pathLst>
            </a:custGeom>
            <a:solidFill>
              <a:srgbClr val="0913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 name="Google Shape;1119;p30">
              <a:extLst>
                <a:ext uri="{FF2B5EF4-FFF2-40B4-BE49-F238E27FC236}">
                  <a16:creationId xmlns:a16="http://schemas.microsoft.com/office/drawing/2014/main" id="{39D0A1D7-6EE0-CC5C-58D4-FB779BEBBA26}"/>
                </a:ext>
              </a:extLst>
            </p:cNvPr>
            <p:cNvSpPr/>
            <p:nvPr/>
          </p:nvSpPr>
          <p:spPr>
            <a:xfrm>
              <a:off x="6345450" y="3293600"/>
              <a:ext cx="84275" cy="84275"/>
            </a:xfrm>
            <a:custGeom>
              <a:avLst/>
              <a:gdLst/>
              <a:ahLst/>
              <a:cxnLst/>
              <a:rect l="l" t="t" r="r" b="b"/>
              <a:pathLst>
                <a:path w="3371" h="3371" extrusionOk="0">
                  <a:moveTo>
                    <a:pt x="1050" y="0"/>
                  </a:moveTo>
                  <a:cubicBezTo>
                    <a:pt x="470" y="0"/>
                    <a:pt x="0" y="470"/>
                    <a:pt x="0" y="1050"/>
                  </a:cubicBezTo>
                  <a:lnTo>
                    <a:pt x="0" y="2320"/>
                  </a:lnTo>
                  <a:cubicBezTo>
                    <a:pt x="0" y="2900"/>
                    <a:pt x="470" y="3370"/>
                    <a:pt x="1050" y="3370"/>
                  </a:cubicBezTo>
                  <a:lnTo>
                    <a:pt x="2320" y="3370"/>
                  </a:lnTo>
                  <a:cubicBezTo>
                    <a:pt x="2900" y="3370"/>
                    <a:pt x="3370" y="2900"/>
                    <a:pt x="3370" y="2320"/>
                  </a:cubicBezTo>
                  <a:lnTo>
                    <a:pt x="3370" y="1050"/>
                  </a:lnTo>
                  <a:cubicBezTo>
                    <a:pt x="3370" y="470"/>
                    <a:pt x="2900" y="0"/>
                    <a:pt x="232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120;p30">
              <a:extLst>
                <a:ext uri="{FF2B5EF4-FFF2-40B4-BE49-F238E27FC236}">
                  <a16:creationId xmlns:a16="http://schemas.microsoft.com/office/drawing/2014/main" id="{6FD0C864-DEDF-8272-8FD8-190569562C2B}"/>
                </a:ext>
              </a:extLst>
            </p:cNvPr>
            <p:cNvSpPr/>
            <p:nvPr/>
          </p:nvSpPr>
          <p:spPr>
            <a:xfrm>
              <a:off x="5924600" y="3351575"/>
              <a:ext cx="74475" cy="70575"/>
            </a:xfrm>
            <a:custGeom>
              <a:avLst/>
              <a:gdLst/>
              <a:ahLst/>
              <a:cxnLst/>
              <a:rect l="l" t="t" r="r" b="b"/>
              <a:pathLst>
                <a:path w="2979" h="2823" extrusionOk="0">
                  <a:moveTo>
                    <a:pt x="1050" y="1"/>
                  </a:moveTo>
                  <a:cubicBezTo>
                    <a:pt x="470" y="1"/>
                    <a:pt x="0" y="471"/>
                    <a:pt x="0" y="1051"/>
                  </a:cubicBezTo>
                  <a:lnTo>
                    <a:pt x="0" y="1788"/>
                  </a:lnTo>
                  <a:cubicBezTo>
                    <a:pt x="0" y="2368"/>
                    <a:pt x="470" y="2822"/>
                    <a:pt x="1050" y="2822"/>
                  </a:cubicBezTo>
                  <a:lnTo>
                    <a:pt x="1944" y="2822"/>
                  </a:lnTo>
                  <a:cubicBezTo>
                    <a:pt x="2508" y="2822"/>
                    <a:pt x="2978" y="2368"/>
                    <a:pt x="2978" y="1788"/>
                  </a:cubicBezTo>
                  <a:lnTo>
                    <a:pt x="2978" y="1051"/>
                  </a:lnTo>
                  <a:cubicBezTo>
                    <a:pt x="2978" y="471"/>
                    <a:pt x="2508"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21;p30">
              <a:extLst>
                <a:ext uri="{FF2B5EF4-FFF2-40B4-BE49-F238E27FC236}">
                  <a16:creationId xmlns:a16="http://schemas.microsoft.com/office/drawing/2014/main" id="{65A69362-B3EC-500D-EB0C-9DFC96AC542C}"/>
                </a:ext>
              </a:extLst>
            </p:cNvPr>
            <p:cNvSpPr/>
            <p:nvPr/>
          </p:nvSpPr>
          <p:spPr>
            <a:xfrm>
              <a:off x="5812125" y="3351575"/>
              <a:ext cx="74475" cy="70575"/>
            </a:xfrm>
            <a:custGeom>
              <a:avLst/>
              <a:gdLst/>
              <a:ahLst/>
              <a:cxnLst/>
              <a:rect l="l" t="t" r="r" b="b"/>
              <a:pathLst>
                <a:path w="2979" h="2823" extrusionOk="0">
                  <a:moveTo>
                    <a:pt x="1035" y="1"/>
                  </a:moveTo>
                  <a:cubicBezTo>
                    <a:pt x="455" y="1"/>
                    <a:pt x="0" y="471"/>
                    <a:pt x="0" y="1051"/>
                  </a:cubicBezTo>
                  <a:lnTo>
                    <a:pt x="0" y="1788"/>
                  </a:lnTo>
                  <a:cubicBezTo>
                    <a:pt x="0" y="2368"/>
                    <a:pt x="455" y="2822"/>
                    <a:pt x="1035" y="2822"/>
                  </a:cubicBezTo>
                  <a:lnTo>
                    <a:pt x="1928" y="2822"/>
                  </a:lnTo>
                  <a:cubicBezTo>
                    <a:pt x="2508" y="2822"/>
                    <a:pt x="2979" y="2368"/>
                    <a:pt x="2979" y="1788"/>
                  </a:cubicBezTo>
                  <a:lnTo>
                    <a:pt x="2979" y="1051"/>
                  </a:lnTo>
                  <a:cubicBezTo>
                    <a:pt x="2979" y="471"/>
                    <a:pt x="2508" y="1"/>
                    <a:pt x="192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122;p30">
              <a:extLst>
                <a:ext uri="{FF2B5EF4-FFF2-40B4-BE49-F238E27FC236}">
                  <a16:creationId xmlns:a16="http://schemas.microsoft.com/office/drawing/2014/main" id="{46696D01-E652-91EE-17D4-9511549D1F61}"/>
                </a:ext>
              </a:extLst>
            </p:cNvPr>
            <p:cNvSpPr/>
            <p:nvPr/>
          </p:nvSpPr>
          <p:spPr>
            <a:xfrm>
              <a:off x="5703575" y="3351575"/>
              <a:ext cx="74475" cy="70575"/>
            </a:xfrm>
            <a:custGeom>
              <a:avLst/>
              <a:gdLst/>
              <a:ahLst/>
              <a:cxnLst/>
              <a:rect l="l" t="t" r="r" b="b"/>
              <a:pathLst>
                <a:path w="2979" h="2823" extrusionOk="0">
                  <a:moveTo>
                    <a:pt x="1051" y="1"/>
                  </a:moveTo>
                  <a:cubicBezTo>
                    <a:pt x="471" y="1"/>
                    <a:pt x="1" y="471"/>
                    <a:pt x="1" y="1051"/>
                  </a:cubicBezTo>
                  <a:lnTo>
                    <a:pt x="1" y="1788"/>
                  </a:lnTo>
                  <a:cubicBezTo>
                    <a:pt x="1" y="2368"/>
                    <a:pt x="471" y="2822"/>
                    <a:pt x="1051" y="2822"/>
                  </a:cubicBezTo>
                  <a:lnTo>
                    <a:pt x="1944" y="2822"/>
                  </a:lnTo>
                  <a:cubicBezTo>
                    <a:pt x="2524" y="2822"/>
                    <a:pt x="2979" y="2368"/>
                    <a:pt x="2979" y="1788"/>
                  </a:cubicBezTo>
                  <a:lnTo>
                    <a:pt x="2979" y="1051"/>
                  </a:lnTo>
                  <a:cubicBezTo>
                    <a:pt x="2979"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123;p30">
              <a:extLst>
                <a:ext uri="{FF2B5EF4-FFF2-40B4-BE49-F238E27FC236}">
                  <a16:creationId xmlns:a16="http://schemas.microsoft.com/office/drawing/2014/main" id="{117BB7C3-54A0-9C30-66B8-76C533D93AF3}"/>
                </a:ext>
              </a:extLst>
            </p:cNvPr>
            <p:cNvSpPr/>
            <p:nvPr/>
          </p:nvSpPr>
          <p:spPr>
            <a:xfrm>
              <a:off x="5595425" y="3351575"/>
              <a:ext cx="74475" cy="70575"/>
            </a:xfrm>
            <a:custGeom>
              <a:avLst/>
              <a:gdLst/>
              <a:ahLst/>
              <a:cxnLst/>
              <a:rect l="l" t="t" r="r" b="b"/>
              <a:pathLst>
                <a:path w="2979" h="2823" extrusionOk="0">
                  <a:moveTo>
                    <a:pt x="1035" y="1"/>
                  </a:moveTo>
                  <a:cubicBezTo>
                    <a:pt x="455" y="1"/>
                    <a:pt x="1" y="471"/>
                    <a:pt x="1" y="1051"/>
                  </a:cubicBezTo>
                  <a:lnTo>
                    <a:pt x="1" y="1788"/>
                  </a:lnTo>
                  <a:cubicBezTo>
                    <a:pt x="1" y="2368"/>
                    <a:pt x="455" y="2822"/>
                    <a:pt x="1035" y="2822"/>
                  </a:cubicBezTo>
                  <a:lnTo>
                    <a:pt x="1929" y="2822"/>
                  </a:lnTo>
                  <a:cubicBezTo>
                    <a:pt x="2508" y="2822"/>
                    <a:pt x="2979" y="2368"/>
                    <a:pt x="2979" y="1788"/>
                  </a:cubicBezTo>
                  <a:lnTo>
                    <a:pt x="2979" y="1051"/>
                  </a:lnTo>
                  <a:cubicBezTo>
                    <a:pt x="2979" y="471"/>
                    <a:pt x="2508" y="1"/>
                    <a:pt x="19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124;p30">
              <a:extLst>
                <a:ext uri="{FF2B5EF4-FFF2-40B4-BE49-F238E27FC236}">
                  <a16:creationId xmlns:a16="http://schemas.microsoft.com/office/drawing/2014/main" id="{C0361E49-8225-D74B-54D9-F3F35872E8B6}"/>
                </a:ext>
              </a:extLst>
            </p:cNvPr>
            <p:cNvSpPr/>
            <p:nvPr/>
          </p:nvSpPr>
          <p:spPr>
            <a:xfrm>
              <a:off x="5486875" y="3351575"/>
              <a:ext cx="74475" cy="70575"/>
            </a:xfrm>
            <a:custGeom>
              <a:avLst/>
              <a:gdLst/>
              <a:ahLst/>
              <a:cxnLst/>
              <a:rect l="l" t="t" r="r" b="b"/>
              <a:pathLst>
                <a:path w="2979" h="2823" extrusionOk="0">
                  <a:moveTo>
                    <a:pt x="1051" y="1"/>
                  </a:moveTo>
                  <a:cubicBezTo>
                    <a:pt x="471" y="1"/>
                    <a:pt x="1" y="471"/>
                    <a:pt x="1" y="1051"/>
                  </a:cubicBezTo>
                  <a:lnTo>
                    <a:pt x="1" y="1788"/>
                  </a:lnTo>
                  <a:cubicBezTo>
                    <a:pt x="1" y="2368"/>
                    <a:pt x="471" y="2822"/>
                    <a:pt x="1051" y="2822"/>
                  </a:cubicBezTo>
                  <a:lnTo>
                    <a:pt x="1944" y="2822"/>
                  </a:lnTo>
                  <a:cubicBezTo>
                    <a:pt x="2509" y="2822"/>
                    <a:pt x="2979" y="2368"/>
                    <a:pt x="2979" y="1788"/>
                  </a:cubicBezTo>
                  <a:lnTo>
                    <a:pt x="2979" y="1051"/>
                  </a:lnTo>
                  <a:cubicBezTo>
                    <a:pt x="2979" y="471"/>
                    <a:pt x="2509"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125;p30">
              <a:extLst>
                <a:ext uri="{FF2B5EF4-FFF2-40B4-BE49-F238E27FC236}">
                  <a16:creationId xmlns:a16="http://schemas.microsoft.com/office/drawing/2014/main" id="{4713EFAF-8729-7C7A-89E7-393166B2FFDD}"/>
                </a:ext>
              </a:extLst>
            </p:cNvPr>
            <p:cNvSpPr/>
            <p:nvPr/>
          </p:nvSpPr>
          <p:spPr>
            <a:xfrm>
              <a:off x="5378350" y="3351575"/>
              <a:ext cx="74850" cy="70575"/>
            </a:xfrm>
            <a:custGeom>
              <a:avLst/>
              <a:gdLst/>
              <a:ahLst/>
              <a:cxnLst/>
              <a:rect l="l" t="t" r="r" b="b"/>
              <a:pathLst>
                <a:path w="2994" h="2823" extrusionOk="0">
                  <a:moveTo>
                    <a:pt x="1050" y="1"/>
                  </a:moveTo>
                  <a:cubicBezTo>
                    <a:pt x="470" y="1"/>
                    <a:pt x="0" y="471"/>
                    <a:pt x="0" y="1051"/>
                  </a:cubicBezTo>
                  <a:lnTo>
                    <a:pt x="0" y="1788"/>
                  </a:lnTo>
                  <a:cubicBezTo>
                    <a:pt x="0" y="2368"/>
                    <a:pt x="470" y="2822"/>
                    <a:pt x="1050"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126;p30">
              <a:extLst>
                <a:ext uri="{FF2B5EF4-FFF2-40B4-BE49-F238E27FC236}">
                  <a16:creationId xmlns:a16="http://schemas.microsoft.com/office/drawing/2014/main" id="{1EB70B26-DD21-E79D-D5F6-12D76AD0934D}"/>
                </a:ext>
              </a:extLst>
            </p:cNvPr>
            <p:cNvSpPr/>
            <p:nvPr/>
          </p:nvSpPr>
          <p:spPr>
            <a:xfrm>
              <a:off x="5270175" y="3351575"/>
              <a:ext cx="74500" cy="70575"/>
            </a:xfrm>
            <a:custGeom>
              <a:avLst/>
              <a:gdLst/>
              <a:ahLst/>
              <a:cxnLst/>
              <a:rect l="l" t="t" r="r" b="b"/>
              <a:pathLst>
                <a:path w="2980" h="2823" extrusionOk="0">
                  <a:moveTo>
                    <a:pt x="1051" y="1"/>
                  </a:moveTo>
                  <a:cubicBezTo>
                    <a:pt x="471" y="1"/>
                    <a:pt x="1" y="471"/>
                    <a:pt x="1" y="1051"/>
                  </a:cubicBezTo>
                  <a:lnTo>
                    <a:pt x="1" y="1788"/>
                  </a:lnTo>
                  <a:cubicBezTo>
                    <a:pt x="1" y="2368"/>
                    <a:pt x="471" y="2822"/>
                    <a:pt x="1051" y="2822"/>
                  </a:cubicBezTo>
                  <a:lnTo>
                    <a:pt x="1945" y="2822"/>
                  </a:lnTo>
                  <a:cubicBezTo>
                    <a:pt x="2509" y="2822"/>
                    <a:pt x="2979" y="2368"/>
                    <a:pt x="2979" y="1788"/>
                  </a:cubicBezTo>
                  <a:lnTo>
                    <a:pt x="2979" y="1051"/>
                  </a:lnTo>
                  <a:cubicBezTo>
                    <a:pt x="2979" y="471"/>
                    <a:pt x="2509" y="1"/>
                    <a:pt x="194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127;p30">
              <a:extLst>
                <a:ext uri="{FF2B5EF4-FFF2-40B4-BE49-F238E27FC236}">
                  <a16:creationId xmlns:a16="http://schemas.microsoft.com/office/drawing/2014/main" id="{918B3AEA-7CC8-E961-5830-A20A02FC6416}"/>
                </a:ext>
              </a:extLst>
            </p:cNvPr>
            <p:cNvSpPr/>
            <p:nvPr/>
          </p:nvSpPr>
          <p:spPr>
            <a:xfrm>
              <a:off x="5161650" y="3351575"/>
              <a:ext cx="74850" cy="70575"/>
            </a:xfrm>
            <a:custGeom>
              <a:avLst/>
              <a:gdLst/>
              <a:ahLst/>
              <a:cxnLst/>
              <a:rect l="l" t="t" r="r" b="b"/>
              <a:pathLst>
                <a:path w="2994" h="2823" extrusionOk="0">
                  <a:moveTo>
                    <a:pt x="1050" y="1"/>
                  </a:moveTo>
                  <a:cubicBezTo>
                    <a:pt x="470" y="1"/>
                    <a:pt x="0" y="471"/>
                    <a:pt x="0" y="1051"/>
                  </a:cubicBezTo>
                  <a:lnTo>
                    <a:pt x="0" y="1788"/>
                  </a:lnTo>
                  <a:cubicBezTo>
                    <a:pt x="0" y="2368"/>
                    <a:pt x="470" y="2822"/>
                    <a:pt x="1050"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128;p30">
              <a:extLst>
                <a:ext uri="{FF2B5EF4-FFF2-40B4-BE49-F238E27FC236}">
                  <a16:creationId xmlns:a16="http://schemas.microsoft.com/office/drawing/2014/main" id="{06ED3DAE-8BCC-5B7A-63B2-50C68D95E5EB}"/>
                </a:ext>
              </a:extLst>
            </p:cNvPr>
            <p:cNvSpPr/>
            <p:nvPr/>
          </p:nvSpPr>
          <p:spPr>
            <a:xfrm>
              <a:off x="4849325" y="3351575"/>
              <a:ext cx="74475" cy="70575"/>
            </a:xfrm>
            <a:custGeom>
              <a:avLst/>
              <a:gdLst/>
              <a:ahLst/>
              <a:cxnLst/>
              <a:rect l="l" t="t" r="r" b="b"/>
              <a:pathLst>
                <a:path w="2979" h="2823" extrusionOk="0">
                  <a:moveTo>
                    <a:pt x="1035" y="1"/>
                  </a:moveTo>
                  <a:cubicBezTo>
                    <a:pt x="471" y="1"/>
                    <a:pt x="1" y="471"/>
                    <a:pt x="1" y="1051"/>
                  </a:cubicBezTo>
                  <a:lnTo>
                    <a:pt x="1" y="1788"/>
                  </a:lnTo>
                  <a:cubicBezTo>
                    <a:pt x="1" y="2368"/>
                    <a:pt x="471" y="2822"/>
                    <a:pt x="1035" y="2822"/>
                  </a:cubicBezTo>
                  <a:lnTo>
                    <a:pt x="1929" y="2822"/>
                  </a:lnTo>
                  <a:cubicBezTo>
                    <a:pt x="2509" y="2822"/>
                    <a:pt x="2979" y="2368"/>
                    <a:pt x="2979" y="1788"/>
                  </a:cubicBezTo>
                  <a:lnTo>
                    <a:pt x="2979" y="1051"/>
                  </a:lnTo>
                  <a:cubicBezTo>
                    <a:pt x="2979" y="471"/>
                    <a:pt x="2509" y="1"/>
                    <a:pt x="19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129;p30">
              <a:extLst>
                <a:ext uri="{FF2B5EF4-FFF2-40B4-BE49-F238E27FC236}">
                  <a16:creationId xmlns:a16="http://schemas.microsoft.com/office/drawing/2014/main" id="{96410501-6260-2735-C3C7-17D9539F5CF7}"/>
                </a:ext>
              </a:extLst>
            </p:cNvPr>
            <p:cNvSpPr/>
            <p:nvPr/>
          </p:nvSpPr>
          <p:spPr>
            <a:xfrm>
              <a:off x="4736475" y="3351575"/>
              <a:ext cx="74875" cy="70575"/>
            </a:xfrm>
            <a:custGeom>
              <a:avLst/>
              <a:gdLst/>
              <a:ahLst/>
              <a:cxnLst/>
              <a:rect l="l" t="t" r="r" b="b"/>
              <a:pathLst>
                <a:path w="2995" h="2823" extrusionOk="0">
                  <a:moveTo>
                    <a:pt x="1051" y="1"/>
                  </a:moveTo>
                  <a:cubicBezTo>
                    <a:pt x="471" y="1"/>
                    <a:pt x="0" y="471"/>
                    <a:pt x="0" y="1051"/>
                  </a:cubicBezTo>
                  <a:lnTo>
                    <a:pt x="0" y="1788"/>
                  </a:lnTo>
                  <a:cubicBezTo>
                    <a:pt x="0" y="2368"/>
                    <a:pt x="471" y="2822"/>
                    <a:pt x="1051"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1130;p30">
              <a:extLst>
                <a:ext uri="{FF2B5EF4-FFF2-40B4-BE49-F238E27FC236}">
                  <a16:creationId xmlns:a16="http://schemas.microsoft.com/office/drawing/2014/main" id="{074BC575-0969-42ED-631B-2D837A9A4998}"/>
                </a:ext>
              </a:extLst>
            </p:cNvPr>
            <p:cNvSpPr/>
            <p:nvPr/>
          </p:nvSpPr>
          <p:spPr>
            <a:xfrm>
              <a:off x="4628325" y="3351575"/>
              <a:ext cx="74475" cy="70575"/>
            </a:xfrm>
            <a:custGeom>
              <a:avLst/>
              <a:gdLst/>
              <a:ahLst/>
              <a:cxnLst/>
              <a:rect l="l" t="t" r="r" b="b"/>
              <a:pathLst>
                <a:path w="2979" h="2823" extrusionOk="0">
                  <a:moveTo>
                    <a:pt x="1051" y="1"/>
                  </a:moveTo>
                  <a:cubicBezTo>
                    <a:pt x="471" y="1"/>
                    <a:pt x="0" y="471"/>
                    <a:pt x="0" y="1051"/>
                  </a:cubicBezTo>
                  <a:lnTo>
                    <a:pt x="0" y="1788"/>
                  </a:lnTo>
                  <a:cubicBezTo>
                    <a:pt x="0" y="2368"/>
                    <a:pt x="471" y="2822"/>
                    <a:pt x="1051" y="2822"/>
                  </a:cubicBezTo>
                  <a:lnTo>
                    <a:pt x="1944" y="2822"/>
                  </a:lnTo>
                  <a:cubicBezTo>
                    <a:pt x="2508" y="2822"/>
                    <a:pt x="2978" y="2368"/>
                    <a:pt x="2978" y="1788"/>
                  </a:cubicBezTo>
                  <a:lnTo>
                    <a:pt x="2978" y="1051"/>
                  </a:lnTo>
                  <a:cubicBezTo>
                    <a:pt x="2978" y="471"/>
                    <a:pt x="2508"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1131;p30">
              <a:extLst>
                <a:ext uri="{FF2B5EF4-FFF2-40B4-BE49-F238E27FC236}">
                  <a16:creationId xmlns:a16="http://schemas.microsoft.com/office/drawing/2014/main" id="{A5B51B27-82DD-D4AA-6D46-9EEBDF5EE2B5}"/>
                </a:ext>
              </a:extLst>
            </p:cNvPr>
            <p:cNvSpPr/>
            <p:nvPr/>
          </p:nvSpPr>
          <p:spPr>
            <a:xfrm>
              <a:off x="4519775" y="3351575"/>
              <a:ext cx="74875" cy="70575"/>
            </a:xfrm>
            <a:custGeom>
              <a:avLst/>
              <a:gdLst/>
              <a:ahLst/>
              <a:cxnLst/>
              <a:rect l="l" t="t" r="r" b="b"/>
              <a:pathLst>
                <a:path w="2995" h="2823" extrusionOk="0">
                  <a:moveTo>
                    <a:pt x="1051" y="1"/>
                  </a:moveTo>
                  <a:cubicBezTo>
                    <a:pt x="471" y="1"/>
                    <a:pt x="1" y="471"/>
                    <a:pt x="1" y="1051"/>
                  </a:cubicBezTo>
                  <a:lnTo>
                    <a:pt x="1" y="1788"/>
                  </a:lnTo>
                  <a:cubicBezTo>
                    <a:pt x="1" y="2368"/>
                    <a:pt x="471" y="2822"/>
                    <a:pt x="1051"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1132;p30">
              <a:extLst>
                <a:ext uri="{FF2B5EF4-FFF2-40B4-BE49-F238E27FC236}">
                  <a16:creationId xmlns:a16="http://schemas.microsoft.com/office/drawing/2014/main" id="{97504C5C-A4E1-B565-0E84-E5621CAED751}"/>
                </a:ext>
              </a:extLst>
            </p:cNvPr>
            <p:cNvSpPr/>
            <p:nvPr/>
          </p:nvSpPr>
          <p:spPr>
            <a:xfrm>
              <a:off x="4411625" y="3351575"/>
              <a:ext cx="74475" cy="70575"/>
            </a:xfrm>
            <a:custGeom>
              <a:avLst/>
              <a:gdLst/>
              <a:ahLst/>
              <a:cxnLst/>
              <a:rect l="l" t="t" r="r" b="b"/>
              <a:pathLst>
                <a:path w="2979" h="2823" extrusionOk="0">
                  <a:moveTo>
                    <a:pt x="1035" y="1"/>
                  </a:moveTo>
                  <a:cubicBezTo>
                    <a:pt x="471" y="1"/>
                    <a:pt x="0" y="471"/>
                    <a:pt x="0" y="1051"/>
                  </a:cubicBezTo>
                  <a:lnTo>
                    <a:pt x="0" y="1788"/>
                  </a:lnTo>
                  <a:cubicBezTo>
                    <a:pt x="0" y="2368"/>
                    <a:pt x="471" y="2822"/>
                    <a:pt x="1035" y="2822"/>
                  </a:cubicBezTo>
                  <a:lnTo>
                    <a:pt x="1928" y="2822"/>
                  </a:lnTo>
                  <a:cubicBezTo>
                    <a:pt x="2508" y="2822"/>
                    <a:pt x="2979" y="2368"/>
                    <a:pt x="2979" y="1788"/>
                  </a:cubicBezTo>
                  <a:lnTo>
                    <a:pt x="2979" y="1051"/>
                  </a:lnTo>
                  <a:cubicBezTo>
                    <a:pt x="2979" y="471"/>
                    <a:pt x="2508" y="1"/>
                    <a:pt x="192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1133;p30">
              <a:extLst>
                <a:ext uri="{FF2B5EF4-FFF2-40B4-BE49-F238E27FC236}">
                  <a16:creationId xmlns:a16="http://schemas.microsoft.com/office/drawing/2014/main" id="{11314DB1-02E0-D0C4-7688-2F5B534E8EBC}"/>
                </a:ext>
              </a:extLst>
            </p:cNvPr>
            <p:cNvSpPr/>
            <p:nvPr/>
          </p:nvSpPr>
          <p:spPr>
            <a:xfrm>
              <a:off x="4303075" y="3351575"/>
              <a:ext cx="74875" cy="70575"/>
            </a:xfrm>
            <a:custGeom>
              <a:avLst/>
              <a:gdLst/>
              <a:ahLst/>
              <a:cxnLst/>
              <a:rect l="l" t="t" r="r" b="b"/>
              <a:pathLst>
                <a:path w="2995" h="2823" extrusionOk="0">
                  <a:moveTo>
                    <a:pt x="1051" y="1"/>
                  </a:moveTo>
                  <a:cubicBezTo>
                    <a:pt x="471" y="1"/>
                    <a:pt x="1" y="471"/>
                    <a:pt x="1" y="1051"/>
                  </a:cubicBezTo>
                  <a:lnTo>
                    <a:pt x="1" y="1788"/>
                  </a:lnTo>
                  <a:cubicBezTo>
                    <a:pt x="1" y="2368"/>
                    <a:pt x="471" y="2822"/>
                    <a:pt x="1051"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1134;p30">
              <a:extLst>
                <a:ext uri="{FF2B5EF4-FFF2-40B4-BE49-F238E27FC236}">
                  <a16:creationId xmlns:a16="http://schemas.microsoft.com/office/drawing/2014/main" id="{BF910ED4-89C3-DD4E-61DC-9CD3EE607B5A}"/>
                </a:ext>
              </a:extLst>
            </p:cNvPr>
            <p:cNvSpPr/>
            <p:nvPr/>
          </p:nvSpPr>
          <p:spPr>
            <a:xfrm>
              <a:off x="4194925" y="3351575"/>
              <a:ext cx="74475" cy="70575"/>
            </a:xfrm>
            <a:custGeom>
              <a:avLst/>
              <a:gdLst/>
              <a:ahLst/>
              <a:cxnLst/>
              <a:rect l="l" t="t" r="r" b="b"/>
              <a:pathLst>
                <a:path w="2979" h="2823" extrusionOk="0">
                  <a:moveTo>
                    <a:pt x="1035" y="1"/>
                  </a:moveTo>
                  <a:cubicBezTo>
                    <a:pt x="471" y="1"/>
                    <a:pt x="1" y="471"/>
                    <a:pt x="1" y="1051"/>
                  </a:cubicBezTo>
                  <a:lnTo>
                    <a:pt x="1" y="1788"/>
                  </a:lnTo>
                  <a:cubicBezTo>
                    <a:pt x="1" y="2368"/>
                    <a:pt x="471" y="2822"/>
                    <a:pt x="1035" y="2822"/>
                  </a:cubicBezTo>
                  <a:lnTo>
                    <a:pt x="1928" y="2822"/>
                  </a:lnTo>
                  <a:cubicBezTo>
                    <a:pt x="2508" y="2822"/>
                    <a:pt x="2979" y="2368"/>
                    <a:pt x="2979" y="1788"/>
                  </a:cubicBezTo>
                  <a:lnTo>
                    <a:pt x="2979" y="1051"/>
                  </a:lnTo>
                  <a:cubicBezTo>
                    <a:pt x="2979" y="471"/>
                    <a:pt x="2508" y="1"/>
                    <a:pt x="192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35;p30">
              <a:extLst>
                <a:ext uri="{FF2B5EF4-FFF2-40B4-BE49-F238E27FC236}">
                  <a16:creationId xmlns:a16="http://schemas.microsoft.com/office/drawing/2014/main" id="{3DCBA7B8-4BC9-9529-A50C-16C30BBAD0AA}"/>
                </a:ext>
              </a:extLst>
            </p:cNvPr>
            <p:cNvSpPr/>
            <p:nvPr/>
          </p:nvSpPr>
          <p:spPr>
            <a:xfrm>
              <a:off x="4086375" y="3351575"/>
              <a:ext cx="74875" cy="70575"/>
            </a:xfrm>
            <a:custGeom>
              <a:avLst/>
              <a:gdLst/>
              <a:ahLst/>
              <a:cxnLst/>
              <a:rect l="l" t="t" r="r" b="b"/>
              <a:pathLst>
                <a:path w="2995" h="2823" extrusionOk="0">
                  <a:moveTo>
                    <a:pt x="1051" y="1"/>
                  </a:moveTo>
                  <a:cubicBezTo>
                    <a:pt x="471" y="1"/>
                    <a:pt x="1" y="471"/>
                    <a:pt x="1" y="1051"/>
                  </a:cubicBezTo>
                  <a:lnTo>
                    <a:pt x="1" y="1788"/>
                  </a:lnTo>
                  <a:cubicBezTo>
                    <a:pt x="1" y="2368"/>
                    <a:pt x="471" y="2822"/>
                    <a:pt x="1051" y="2822"/>
                  </a:cubicBezTo>
                  <a:lnTo>
                    <a:pt x="1944" y="2822"/>
                  </a:lnTo>
                  <a:cubicBezTo>
                    <a:pt x="2524" y="2822"/>
                    <a:pt x="2995" y="2368"/>
                    <a:pt x="2995" y="1788"/>
                  </a:cubicBezTo>
                  <a:lnTo>
                    <a:pt x="2995" y="1051"/>
                  </a:lnTo>
                  <a:cubicBezTo>
                    <a:pt x="2995"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36;p30">
              <a:extLst>
                <a:ext uri="{FF2B5EF4-FFF2-40B4-BE49-F238E27FC236}">
                  <a16:creationId xmlns:a16="http://schemas.microsoft.com/office/drawing/2014/main" id="{683B30B8-A213-A4C7-2697-5DE90E2C3412}"/>
                </a:ext>
              </a:extLst>
            </p:cNvPr>
            <p:cNvSpPr/>
            <p:nvPr/>
          </p:nvSpPr>
          <p:spPr>
            <a:xfrm>
              <a:off x="4570325" y="2631750"/>
              <a:ext cx="2293575" cy="582700"/>
            </a:xfrm>
            <a:custGeom>
              <a:avLst/>
              <a:gdLst/>
              <a:ahLst/>
              <a:cxnLst/>
              <a:rect l="l" t="t" r="r" b="b"/>
              <a:pathLst>
                <a:path w="91743" h="23308" extrusionOk="0">
                  <a:moveTo>
                    <a:pt x="23857" y="188"/>
                  </a:moveTo>
                  <a:cubicBezTo>
                    <a:pt x="21694" y="658"/>
                    <a:pt x="19813" y="1944"/>
                    <a:pt x="17854" y="2947"/>
                  </a:cubicBezTo>
                  <a:lnTo>
                    <a:pt x="17854" y="2947"/>
                  </a:lnTo>
                  <a:cubicBezTo>
                    <a:pt x="15001" y="4420"/>
                    <a:pt x="11835" y="5376"/>
                    <a:pt x="8637" y="5282"/>
                  </a:cubicBezTo>
                  <a:lnTo>
                    <a:pt x="8637" y="5282"/>
                  </a:lnTo>
                  <a:cubicBezTo>
                    <a:pt x="5440" y="5204"/>
                    <a:pt x="2211" y="4013"/>
                    <a:pt x="1" y="1709"/>
                  </a:cubicBezTo>
                  <a:lnTo>
                    <a:pt x="1" y="1709"/>
                  </a:lnTo>
                  <a:cubicBezTo>
                    <a:pt x="251" y="3339"/>
                    <a:pt x="1458" y="4467"/>
                    <a:pt x="2963" y="5173"/>
                  </a:cubicBezTo>
                  <a:lnTo>
                    <a:pt x="2963" y="5173"/>
                  </a:lnTo>
                  <a:cubicBezTo>
                    <a:pt x="6082" y="6615"/>
                    <a:pt x="9672" y="7022"/>
                    <a:pt x="13026" y="6286"/>
                  </a:cubicBezTo>
                  <a:lnTo>
                    <a:pt x="13026" y="6286"/>
                  </a:lnTo>
                  <a:cubicBezTo>
                    <a:pt x="15910" y="5643"/>
                    <a:pt x="18559" y="4232"/>
                    <a:pt x="21365" y="3323"/>
                  </a:cubicBezTo>
                  <a:lnTo>
                    <a:pt x="21365" y="3323"/>
                  </a:lnTo>
                  <a:cubicBezTo>
                    <a:pt x="24170" y="2414"/>
                    <a:pt x="27384" y="2069"/>
                    <a:pt x="29954" y="3511"/>
                  </a:cubicBezTo>
                  <a:lnTo>
                    <a:pt x="29954" y="3511"/>
                  </a:lnTo>
                  <a:cubicBezTo>
                    <a:pt x="31804" y="4546"/>
                    <a:pt x="33058" y="6364"/>
                    <a:pt x="34735" y="7649"/>
                  </a:cubicBezTo>
                  <a:lnTo>
                    <a:pt x="34735" y="7649"/>
                  </a:lnTo>
                  <a:cubicBezTo>
                    <a:pt x="39108" y="11051"/>
                    <a:pt x="45440" y="10330"/>
                    <a:pt x="50629" y="8386"/>
                  </a:cubicBezTo>
                  <a:lnTo>
                    <a:pt x="50629" y="8386"/>
                  </a:lnTo>
                  <a:cubicBezTo>
                    <a:pt x="52274" y="7775"/>
                    <a:pt x="53905" y="7038"/>
                    <a:pt x="55644" y="6803"/>
                  </a:cubicBezTo>
                  <a:lnTo>
                    <a:pt x="55644" y="6803"/>
                  </a:lnTo>
                  <a:cubicBezTo>
                    <a:pt x="57384" y="6552"/>
                    <a:pt x="59312" y="6897"/>
                    <a:pt x="60550" y="8135"/>
                  </a:cubicBezTo>
                  <a:lnTo>
                    <a:pt x="60550" y="8135"/>
                  </a:lnTo>
                  <a:cubicBezTo>
                    <a:pt x="61851" y="9452"/>
                    <a:pt x="62149" y="11489"/>
                    <a:pt x="63340" y="12916"/>
                  </a:cubicBezTo>
                  <a:lnTo>
                    <a:pt x="63340" y="12916"/>
                  </a:lnTo>
                  <a:cubicBezTo>
                    <a:pt x="64516" y="14326"/>
                    <a:pt x="66413" y="14922"/>
                    <a:pt x="68231" y="15126"/>
                  </a:cubicBezTo>
                  <a:lnTo>
                    <a:pt x="68231" y="15126"/>
                  </a:lnTo>
                  <a:cubicBezTo>
                    <a:pt x="73215" y="15690"/>
                    <a:pt x="76648" y="12571"/>
                    <a:pt x="81397" y="12383"/>
                  </a:cubicBezTo>
                  <a:lnTo>
                    <a:pt x="81397" y="12383"/>
                  </a:lnTo>
                  <a:cubicBezTo>
                    <a:pt x="83200" y="12305"/>
                    <a:pt x="85081" y="12712"/>
                    <a:pt x="86476" y="13841"/>
                  </a:cubicBezTo>
                  <a:lnTo>
                    <a:pt x="86476" y="13841"/>
                  </a:lnTo>
                  <a:cubicBezTo>
                    <a:pt x="87479" y="14656"/>
                    <a:pt x="88169" y="15800"/>
                    <a:pt x="88796" y="16944"/>
                  </a:cubicBezTo>
                  <a:lnTo>
                    <a:pt x="88796" y="16944"/>
                  </a:lnTo>
                  <a:cubicBezTo>
                    <a:pt x="89877" y="18935"/>
                    <a:pt x="90833" y="21051"/>
                    <a:pt x="91225" y="23292"/>
                  </a:cubicBezTo>
                  <a:lnTo>
                    <a:pt x="91225" y="23292"/>
                  </a:lnTo>
                  <a:lnTo>
                    <a:pt x="91398" y="23308"/>
                  </a:lnTo>
                  <a:cubicBezTo>
                    <a:pt x="91742" y="20048"/>
                    <a:pt x="91492" y="16631"/>
                    <a:pt x="89940" y="13747"/>
                  </a:cubicBezTo>
                  <a:lnTo>
                    <a:pt x="89940" y="13747"/>
                  </a:lnTo>
                  <a:cubicBezTo>
                    <a:pt x="88388" y="10862"/>
                    <a:pt x="85332" y="8637"/>
                    <a:pt x="82056" y="8746"/>
                  </a:cubicBezTo>
                  <a:lnTo>
                    <a:pt x="82056" y="8746"/>
                  </a:lnTo>
                  <a:cubicBezTo>
                    <a:pt x="79846" y="8809"/>
                    <a:pt x="77808" y="9891"/>
                    <a:pt x="75723" y="10643"/>
                  </a:cubicBezTo>
                  <a:lnTo>
                    <a:pt x="75723" y="10643"/>
                  </a:lnTo>
                  <a:cubicBezTo>
                    <a:pt x="73544" y="11411"/>
                    <a:pt x="71240" y="11819"/>
                    <a:pt x="68936" y="11850"/>
                  </a:cubicBezTo>
                  <a:lnTo>
                    <a:pt x="68936" y="11850"/>
                  </a:lnTo>
                  <a:cubicBezTo>
                    <a:pt x="67745" y="11881"/>
                    <a:pt x="66491" y="11787"/>
                    <a:pt x="65425" y="11223"/>
                  </a:cubicBezTo>
                  <a:lnTo>
                    <a:pt x="65425" y="11223"/>
                  </a:lnTo>
                  <a:cubicBezTo>
                    <a:pt x="63654" y="10314"/>
                    <a:pt x="62714" y="8370"/>
                    <a:pt x="61334" y="6944"/>
                  </a:cubicBezTo>
                  <a:lnTo>
                    <a:pt x="61334" y="6944"/>
                  </a:lnTo>
                  <a:cubicBezTo>
                    <a:pt x="57839" y="3370"/>
                    <a:pt x="51977" y="3574"/>
                    <a:pt x="47243" y="5188"/>
                  </a:cubicBezTo>
                  <a:lnTo>
                    <a:pt x="47243" y="5188"/>
                  </a:lnTo>
                  <a:cubicBezTo>
                    <a:pt x="45064" y="5925"/>
                    <a:pt x="42838" y="6913"/>
                    <a:pt x="40581" y="6521"/>
                  </a:cubicBezTo>
                  <a:lnTo>
                    <a:pt x="40581" y="6521"/>
                  </a:lnTo>
                  <a:cubicBezTo>
                    <a:pt x="39030" y="6239"/>
                    <a:pt x="37682" y="5345"/>
                    <a:pt x="36381" y="4452"/>
                  </a:cubicBezTo>
                  <a:lnTo>
                    <a:pt x="36381" y="4452"/>
                  </a:lnTo>
                  <a:cubicBezTo>
                    <a:pt x="33152" y="2273"/>
                    <a:pt x="29515" y="0"/>
                    <a:pt x="25738" y="0"/>
                  </a:cubicBezTo>
                  <a:lnTo>
                    <a:pt x="25738" y="0"/>
                  </a:lnTo>
                  <a:cubicBezTo>
                    <a:pt x="25111" y="0"/>
                    <a:pt x="24484" y="63"/>
                    <a:pt x="23857" y="188"/>
                  </a:cubicBezTo>
                </a:path>
              </a:pathLst>
            </a:custGeom>
            <a:solidFill>
              <a:srgbClr val="FFFFFF">
                <a:alpha val="410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4915832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par>
                                <p:cTn id="10" presetID="63" presetClass="path" presetSubtype="0" accel="50000" decel="50000" fill="hold" nodeType="withEffect">
                                  <p:stCondLst>
                                    <p:cond delay="0"/>
                                  </p:stCondLst>
                                  <p:childTnLst>
                                    <p:animMotion origin="layout" path="M 0.0092 0.00093 L 1.30138 0.08457 " pathEditMode="relative" rAng="0" ptsTypes="AA">
                                      <p:cBhvr>
                                        <p:cTn id="11" dur="5000" fill="hold"/>
                                        <p:tgtEl>
                                          <p:spTgt spid="7"/>
                                        </p:tgtEl>
                                        <p:attrNameLst>
                                          <p:attrName>ppt_x</p:attrName>
                                          <p:attrName>ppt_y</p:attrName>
                                        </p:attrNameLst>
                                      </p:cBhvr>
                                      <p:rCtr x="64601" y="4167"/>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 name="Google Shape;1534;p36">
            <a:extLst>
              <a:ext uri="{FF2B5EF4-FFF2-40B4-BE49-F238E27FC236}">
                <a16:creationId xmlns:a16="http://schemas.microsoft.com/office/drawing/2014/main" id="{69C0E481-1A7C-8DFF-E143-F58CFD321E08}"/>
              </a:ext>
            </a:extLst>
          </p:cNvPr>
          <p:cNvGrpSpPr/>
          <p:nvPr/>
        </p:nvGrpSpPr>
        <p:grpSpPr>
          <a:xfrm>
            <a:off x="0" y="4421430"/>
            <a:ext cx="9276783" cy="1398672"/>
            <a:chOff x="-139347" y="3868275"/>
            <a:chExt cx="9276783" cy="1398672"/>
          </a:xfrm>
          <a:solidFill>
            <a:srgbClr val="091359"/>
          </a:solidFill>
        </p:grpSpPr>
        <p:sp>
          <p:nvSpPr>
            <p:cNvPr id="26" name="Google Shape;1535;p36">
              <a:extLst>
                <a:ext uri="{FF2B5EF4-FFF2-40B4-BE49-F238E27FC236}">
                  <a16:creationId xmlns:a16="http://schemas.microsoft.com/office/drawing/2014/main" id="{89AF1B9C-9B87-9AF0-0C2B-D6FDEF03DF0B}"/>
                </a:ext>
              </a:extLst>
            </p:cNvPr>
            <p:cNvSpPr/>
            <p:nvPr/>
          </p:nvSpPr>
          <p:spPr>
            <a:xfrm flipH="1">
              <a:off x="-139347" y="4015425"/>
              <a:ext cx="9276772" cy="548850"/>
            </a:xfrm>
            <a:custGeom>
              <a:avLst/>
              <a:gdLst/>
              <a:ahLst/>
              <a:cxnLst/>
              <a:rect l="l" t="t" r="r" b="b"/>
              <a:pathLst>
                <a:path w="219946" h="21954" extrusionOk="0">
                  <a:moveTo>
                    <a:pt x="0" y="12956"/>
                  </a:moveTo>
                  <a:lnTo>
                    <a:pt x="0" y="21954"/>
                  </a:lnTo>
                  <a:lnTo>
                    <a:pt x="219946" y="8998"/>
                  </a:lnTo>
                  <a:lnTo>
                    <a:pt x="219946"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7" name="Google Shape;1536;p36">
              <a:extLst>
                <a:ext uri="{FF2B5EF4-FFF2-40B4-BE49-F238E27FC236}">
                  <a16:creationId xmlns:a16="http://schemas.microsoft.com/office/drawing/2014/main" id="{C962049F-7EAE-45FF-9475-2EE4F0DF3B4E}"/>
                </a:ext>
              </a:extLst>
            </p:cNvPr>
            <p:cNvGrpSpPr/>
            <p:nvPr/>
          </p:nvGrpSpPr>
          <p:grpSpPr>
            <a:xfrm flipH="1">
              <a:off x="2134836" y="4216900"/>
              <a:ext cx="3484400" cy="1050047"/>
              <a:chOff x="3379075" y="4216900"/>
              <a:chExt cx="3484400" cy="1050047"/>
            </a:xfrm>
            <a:grpFill/>
          </p:grpSpPr>
          <p:sp>
            <p:nvSpPr>
              <p:cNvPr id="87" name="Google Shape;1537;p36">
                <a:extLst>
                  <a:ext uri="{FF2B5EF4-FFF2-40B4-BE49-F238E27FC236}">
                    <a16:creationId xmlns:a16="http://schemas.microsoft.com/office/drawing/2014/main" id="{5713E945-E397-67EA-EAF1-D77279F6DC33}"/>
                  </a:ext>
                </a:extLst>
              </p:cNvPr>
              <p:cNvSpPr/>
              <p:nvPr/>
            </p:nvSpPr>
            <p:spPr>
              <a:xfrm>
                <a:off x="6638025" y="4216900"/>
                <a:ext cx="225450" cy="266525"/>
              </a:xfrm>
              <a:custGeom>
                <a:avLst/>
                <a:gdLst/>
                <a:ahLst/>
                <a:cxnLst/>
                <a:rect l="l" t="t" r="r" b="b"/>
                <a:pathLst>
                  <a:path w="9018" h="10661" extrusionOk="0">
                    <a:moveTo>
                      <a:pt x="1" y="10660"/>
                    </a:moveTo>
                    <a:lnTo>
                      <a:pt x="9017" y="10660"/>
                    </a:lnTo>
                    <a:lnTo>
                      <a:pt x="9017"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1538;p36">
                <a:extLst>
                  <a:ext uri="{FF2B5EF4-FFF2-40B4-BE49-F238E27FC236}">
                    <a16:creationId xmlns:a16="http://schemas.microsoft.com/office/drawing/2014/main" id="{D3BFE6C1-A617-DD21-1BCA-EA4A8EBDF3CD}"/>
                  </a:ext>
                </a:extLst>
              </p:cNvPr>
              <p:cNvSpPr/>
              <p:nvPr/>
            </p:nvSpPr>
            <p:spPr>
              <a:xfrm>
                <a:off x="5628575" y="4216900"/>
                <a:ext cx="225425" cy="266525"/>
              </a:xfrm>
              <a:custGeom>
                <a:avLst/>
                <a:gdLst/>
                <a:ahLst/>
                <a:cxnLst/>
                <a:rect l="l" t="t" r="r" b="b"/>
                <a:pathLst>
                  <a:path w="9017" h="10661" extrusionOk="0">
                    <a:moveTo>
                      <a:pt x="0" y="10660"/>
                    </a:moveTo>
                    <a:lnTo>
                      <a:pt x="9017" y="10660"/>
                    </a:lnTo>
                    <a:lnTo>
                      <a:pt x="9017"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1539;p36">
                <a:extLst>
                  <a:ext uri="{FF2B5EF4-FFF2-40B4-BE49-F238E27FC236}">
                    <a16:creationId xmlns:a16="http://schemas.microsoft.com/office/drawing/2014/main" id="{93BE9C1F-C27E-6192-934F-EF6F41DF4331}"/>
                  </a:ext>
                </a:extLst>
              </p:cNvPr>
              <p:cNvSpPr/>
              <p:nvPr/>
            </p:nvSpPr>
            <p:spPr>
              <a:xfrm>
                <a:off x="5700425" y="4473175"/>
                <a:ext cx="72850" cy="792553"/>
              </a:xfrm>
              <a:custGeom>
                <a:avLst/>
                <a:gdLst/>
                <a:ahLst/>
                <a:cxnLst/>
                <a:rect l="l" t="t" r="r" b="b"/>
                <a:pathLst>
                  <a:path w="2914" h="48780" extrusionOk="0">
                    <a:moveTo>
                      <a:pt x="1" y="48780"/>
                    </a:moveTo>
                    <a:lnTo>
                      <a:pt x="2913" y="48780"/>
                    </a:lnTo>
                    <a:lnTo>
                      <a:pt x="291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1540;p36">
                <a:extLst>
                  <a:ext uri="{FF2B5EF4-FFF2-40B4-BE49-F238E27FC236}">
                    <a16:creationId xmlns:a16="http://schemas.microsoft.com/office/drawing/2014/main" id="{1CD70B06-D350-3926-587D-A2E3E780A67D}"/>
                  </a:ext>
                </a:extLst>
              </p:cNvPr>
              <p:cNvSpPr/>
              <p:nvPr/>
            </p:nvSpPr>
            <p:spPr>
              <a:xfrm>
                <a:off x="4520150" y="4293100"/>
                <a:ext cx="225450" cy="266525"/>
              </a:xfrm>
              <a:custGeom>
                <a:avLst/>
                <a:gdLst/>
                <a:ahLst/>
                <a:cxnLst/>
                <a:rect l="l" t="t" r="r" b="b"/>
                <a:pathLst>
                  <a:path w="9018" h="10661" extrusionOk="0">
                    <a:moveTo>
                      <a:pt x="1" y="10660"/>
                    </a:moveTo>
                    <a:lnTo>
                      <a:pt x="9017" y="10660"/>
                    </a:lnTo>
                    <a:lnTo>
                      <a:pt x="9017"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1541;p36">
                <a:extLst>
                  <a:ext uri="{FF2B5EF4-FFF2-40B4-BE49-F238E27FC236}">
                    <a16:creationId xmlns:a16="http://schemas.microsoft.com/office/drawing/2014/main" id="{88763C1F-FEE5-43B9-D18F-6EE0FC4AFF5D}"/>
                  </a:ext>
                </a:extLst>
              </p:cNvPr>
              <p:cNvSpPr/>
              <p:nvPr/>
            </p:nvSpPr>
            <p:spPr>
              <a:xfrm>
                <a:off x="4592025" y="4473175"/>
                <a:ext cx="72825" cy="792553"/>
              </a:xfrm>
              <a:custGeom>
                <a:avLst/>
                <a:gdLst/>
                <a:ahLst/>
                <a:cxnLst/>
                <a:rect l="l" t="t" r="r" b="b"/>
                <a:pathLst>
                  <a:path w="2913" h="48780" extrusionOk="0">
                    <a:moveTo>
                      <a:pt x="1" y="48780"/>
                    </a:moveTo>
                    <a:lnTo>
                      <a:pt x="2913" y="48780"/>
                    </a:lnTo>
                    <a:lnTo>
                      <a:pt x="291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1542;p36">
                <a:extLst>
                  <a:ext uri="{FF2B5EF4-FFF2-40B4-BE49-F238E27FC236}">
                    <a16:creationId xmlns:a16="http://schemas.microsoft.com/office/drawing/2014/main" id="{D06B1159-567A-3EB8-69E6-8C4C3671E48A}"/>
                  </a:ext>
                </a:extLst>
              </p:cNvPr>
              <p:cNvSpPr/>
              <p:nvPr/>
            </p:nvSpPr>
            <p:spPr>
              <a:xfrm>
                <a:off x="3379075" y="4327650"/>
                <a:ext cx="225450" cy="262300"/>
              </a:xfrm>
              <a:custGeom>
                <a:avLst/>
                <a:gdLst/>
                <a:ahLst/>
                <a:cxnLst/>
                <a:rect l="l" t="t" r="r" b="b"/>
                <a:pathLst>
                  <a:path w="9018" h="10492" extrusionOk="0">
                    <a:moveTo>
                      <a:pt x="1" y="10492"/>
                    </a:moveTo>
                    <a:lnTo>
                      <a:pt x="9017" y="10492"/>
                    </a:lnTo>
                    <a:lnTo>
                      <a:pt x="9017" y="0"/>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1543;p36">
                <a:extLst>
                  <a:ext uri="{FF2B5EF4-FFF2-40B4-BE49-F238E27FC236}">
                    <a16:creationId xmlns:a16="http://schemas.microsoft.com/office/drawing/2014/main" id="{BD98C59D-D6EF-491D-AA53-ABD76B4A2623}"/>
                  </a:ext>
                </a:extLst>
              </p:cNvPr>
              <p:cNvSpPr/>
              <p:nvPr/>
            </p:nvSpPr>
            <p:spPr>
              <a:xfrm>
                <a:off x="3450950" y="4494102"/>
                <a:ext cx="72825" cy="772845"/>
              </a:xfrm>
              <a:custGeom>
                <a:avLst/>
                <a:gdLst/>
                <a:ahLst/>
                <a:cxnLst/>
                <a:rect l="l" t="t" r="r" b="b"/>
                <a:pathLst>
                  <a:path w="2913" h="47567" extrusionOk="0">
                    <a:moveTo>
                      <a:pt x="1" y="47567"/>
                    </a:moveTo>
                    <a:lnTo>
                      <a:pt x="2913" y="47567"/>
                    </a:lnTo>
                    <a:lnTo>
                      <a:pt x="291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 name="Google Shape;1544;p36">
              <a:extLst>
                <a:ext uri="{FF2B5EF4-FFF2-40B4-BE49-F238E27FC236}">
                  <a16:creationId xmlns:a16="http://schemas.microsoft.com/office/drawing/2014/main" id="{54A9CCB7-B41C-4B06-F9A7-0B48C2839929}"/>
                </a:ext>
              </a:extLst>
            </p:cNvPr>
            <p:cNvGrpSpPr/>
            <p:nvPr/>
          </p:nvGrpSpPr>
          <p:grpSpPr>
            <a:xfrm flipH="1">
              <a:off x="-57406" y="3868275"/>
              <a:ext cx="9194843" cy="559600"/>
              <a:chOff x="-139125" y="3868275"/>
              <a:chExt cx="9194843" cy="559600"/>
            </a:xfrm>
            <a:grpFill/>
          </p:grpSpPr>
          <p:sp>
            <p:nvSpPr>
              <p:cNvPr id="44" name="Google Shape;1545;p36">
                <a:extLst>
                  <a:ext uri="{FF2B5EF4-FFF2-40B4-BE49-F238E27FC236}">
                    <a16:creationId xmlns:a16="http://schemas.microsoft.com/office/drawing/2014/main" id="{90E6CAF2-DA24-9C35-0554-7F758E89AB02}"/>
                  </a:ext>
                </a:extLst>
              </p:cNvPr>
              <p:cNvSpPr/>
              <p:nvPr/>
            </p:nvSpPr>
            <p:spPr>
              <a:xfrm>
                <a:off x="-139125" y="3868275"/>
                <a:ext cx="9194843" cy="351450"/>
              </a:xfrm>
              <a:custGeom>
                <a:avLst/>
                <a:gdLst/>
                <a:ahLst/>
                <a:cxnLst/>
                <a:rect l="l" t="t" r="r" b="b"/>
                <a:pathLst>
                  <a:path w="219946" h="14058" extrusionOk="0">
                    <a:moveTo>
                      <a:pt x="0" y="12956"/>
                    </a:moveTo>
                    <a:lnTo>
                      <a:pt x="0" y="14058"/>
                    </a:lnTo>
                    <a:lnTo>
                      <a:pt x="219946" y="1102"/>
                    </a:lnTo>
                    <a:lnTo>
                      <a:pt x="219946"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1546;p36">
                <a:extLst>
                  <a:ext uri="{FF2B5EF4-FFF2-40B4-BE49-F238E27FC236}">
                    <a16:creationId xmlns:a16="http://schemas.microsoft.com/office/drawing/2014/main" id="{48260650-71E9-85AC-38EF-BEAD638C4D54}"/>
                  </a:ext>
                </a:extLst>
              </p:cNvPr>
              <p:cNvSpPr/>
              <p:nvPr/>
            </p:nvSpPr>
            <p:spPr>
              <a:xfrm>
                <a:off x="125427" y="4182825"/>
                <a:ext cx="34406" cy="245050"/>
              </a:xfrm>
              <a:custGeom>
                <a:avLst/>
                <a:gdLst/>
                <a:ahLst/>
                <a:cxnLst/>
                <a:rect l="l" t="t" r="r" b="b"/>
                <a:pathLst>
                  <a:path w="823" h="9802" extrusionOk="0">
                    <a:moveTo>
                      <a:pt x="1" y="9802"/>
                    </a:moveTo>
                    <a:lnTo>
                      <a:pt x="822" y="9802"/>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1547;p36">
                <a:extLst>
                  <a:ext uri="{FF2B5EF4-FFF2-40B4-BE49-F238E27FC236}">
                    <a16:creationId xmlns:a16="http://schemas.microsoft.com/office/drawing/2014/main" id="{CB4D4D1C-E62E-F434-4382-9070971E9FA0}"/>
                  </a:ext>
                </a:extLst>
              </p:cNvPr>
              <p:cNvSpPr/>
              <p:nvPr/>
            </p:nvSpPr>
            <p:spPr>
              <a:xfrm>
                <a:off x="336927" y="4176300"/>
                <a:ext cx="34406" cy="244575"/>
              </a:xfrm>
              <a:custGeom>
                <a:avLst/>
                <a:gdLst/>
                <a:ahLst/>
                <a:cxnLst/>
                <a:rect l="l" t="t" r="r" b="b"/>
                <a:pathLst>
                  <a:path w="823" h="9783" extrusionOk="0">
                    <a:moveTo>
                      <a:pt x="1" y="9783"/>
                    </a:moveTo>
                    <a:lnTo>
                      <a:pt x="822" y="9783"/>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1548;p36">
                <a:extLst>
                  <a:ext uri="{FF2B5EF4-FFF2-40B4-BE49-F238E27FC236}">
                    <a16:creationId xmlns:a16="http://schemas.microsoft.com/office/drawing/2014/main" id="{E23E5D9F-AD63-A544-ADB3-7C1291583BAA}"/>
                  </a:ext>
                </a:extLst>
              </p:cNvPr>
              <p:cNvSpPr/>
              <p:nvPr/>
            </p:nvSpPr>
            <p:spPr>
              <a:xfrm>
                <a:off x="548427" y="4169300"/>
                <a:ext cx="33611" cy="245050"/>
              </a:xfrm>
              <a:custGeom>
                <a:avLst/>
                <a:gdLst/>
                <a:ahLst/>
                <a:cxnLst/>
                <a:rect l="l" t="t" r="r" b="b"/>
                <a:pathLst>
                  <a:path w="804" h="9802" extrusionOk="0">
                    <a:moveTo>
                      <a:pt x="1" y="9801"/>
                    </a:moveTo>
                    <a:lnTo>
                      <a:pt x="803" y="9801"/>
                    </a:lnTo>
                    <a:lnTo>
                      <a:pt x="80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1549;p36">
                <a:extLst>
                  <a:ext uri="{FF2B5EF4-FFF2-40B4-BE49-F238E27FC236}">
                    <a16:creationId xmlns:a16="http://schemas.microsoft.com/office/drawing/2014/main" id="{183717F5-A57F-B829-65C5-89B280725CFE}"/>
                  </a:ext>
                </a:extLst>
              </p:cNvPr>
              <p:cNvSpPr/>
              <p:nvPr/>
            </p:nvSpPr>
            <p:spPr>
              <a:xfrm>
                <a:off x="759174" y="4162300"/>
                <a:ext cx="34364" cy="245050"/>
              </a:xfrm>
              <a:custGeom>
                <a:avLst/>
                <a:gdLst/>
                <a:ahLst/>
                <a:cxnLst/>
                <a:rect l="l" t="t" r="r" b="b"/>
                <a:pathLst>
                  <a:path w="822" h="9802" extrusionOk="0">
                    <a:moveTo>
                      <a:pt x="0" y="9801"/>
                    </a:moveTo>
                    <a:lnTo>
                      <a:pt x="821" y="9801"/>
                    </a:lnTo>
                    <a:lnTo>
                      <a:pt x="821"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1550;p36">
                <a:extLst>
                  <a:ext uri="{FF2B5EF4-FFF2-40B4-BE49-F238E27FC236}">
                    <a16:creationId xmlns:a16="http://schemas.microsoft.com/office/drawing/2014/main" id="{640904B9-2E93-328F-9ACA-E0D5450B4F01}"/>
                  </a:ext>
                </a:extLst>
              </p:cNvPr>
              <p:cNvSpPr/>
              <p:nvPr/>
            </p:nvSpPr>
            <p:spPr>
              <a:xfrm>
                <a:off x="970673" y="4155300"/>
                <a:ext cx="34364" cy="245050"/>
              </a:xfrm>
              <a:custGeom>
                <a:avLst/>
                <a:gdLst/>
                <a:ahLst/>
                <a:cxnLst/>
                <a:rect l="l" t="t" r="r" b="b"/>
                <a:pathLst>
                  <a:path w="822" h="9802" extrusionOk="0">
                    <a:moveTo>
                      <a:pt x="0" y="9801"/>
                    </a:moveTo>
                    <a:lnTo>
                      <a:pt x="821" y="9801"/>
                    </a:lnTo>
                    <a:lnTo>
                      <a:pt x="821"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1551;p36">
                <a:extLst>
                  <a:ext uri="{FF2B5EF4-FFF2-40B4-BE49-F238E27FC236}">
                    <a16:creationId xmlns:a16="http://schemas.microsoft.com/office/drawing/2014/main" id="{ABF15E2D-83BA-120A-F493-5B454ECBF85C}"/>
                  </a:ext>
                </a:extLst>
              </p:cNvPr>
              <p:cNvSpPr/>
              <p:nvPr/>
            </p:nvSpPr>
            <p:spPr>
              <a:xfrm>
                <a:off x="1182173" y="4148775"/>
                <a:ext cx="34364" cy="244575"/>
              </a:xfrm>
              <a:custGeom>
                <a:avLst/>
                <a:gdLst/>
                <a:ahLst/>
                <a:cxnLst/>
                <a:rect l="l" t="t" r="r" b="b"/>
                <a:pathLst>
                  <a:path w="822" h="9783" extrusionOk="0">
                    <a:moveTo>
                      <a:pt x="0" y="9782"/>
                    </a:moveTo>
                    <a:lnTo>
                      <a:pt x="821" y="9782"/>
                    </a:lnTo>
                    <a:lnTo>
                      <a:pt x="821"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1552;p36">
                <a:extLst>
                  <a:ext uri="{FF2B5EF4-FFF2-40B4-BE49-F238E27FC236}">
                    <a16:creationId xmlns:a16="http://schemas.microsoft.com/office/drawing/2014/main" id="{E955D1FF-80A1-8623-F4A6-AAC5F0A4B521}"/>
                  </a:ext>
                </a:extLst>
              </p:cNvPr>
              <p:cNvSpPr/>
              <p:nvPr/>
            </p:nvSpPr>
            <p:spPr>
              <a:xfrm>
                <a:off x="1393673" y="4141775"/>
                <a:ext cx="34364" cy="245025"/>
              </a:xfrm>
              <a:custGeom>
                <a:avLst/>
                <a:gdLst/>
                <a:ahLst/>
                <a:cxnLst/>
                <a:rect l="l" t="t" r="r" b="b"/>
                <a:pathLst>
                  <a:path w="822" h="9801" extrusionOk="0">
                    <a:moveTo>
                      <a:pt x="0" y="9801"/>
                    </a:moveTo>
                    <a:lnTo>
                      <a:pt x="821" y="9801"/>
                    </a:lnTo>
                    <a:lnTo>
                      <a:pt x="821"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1553;p36">
                <a:extLst>
                  <a:ext uri="{FF2B5EF4-FFF2-40B4-BE49-F238E27FC236}">
                    <a16:creationId xmlns:a16="http://schemas.microsoft.com/office/drawing/2014/main" id="{9FC08D44-AB53-513C-0F67-24176A3D431E}"/>
                  </a:ext>
                </a:extLst>
              </p:cNvPr>
              <p:cNvSpPr/>
              <p:nvPr/>
            </p:nvSpPr>
            <p:spPr>
              <a:xfrm>
                <a:off x="1605172" y="4134775"/>
                <a:ext cx="34364" cy="245025"/>
              </a:xfrm>
              <a:custGeom>
                <a:avLst/>
                <a:gdLst/>
                <a:ahLst/>
                <a:cxnLst/>
                <a:rect l="l" t="t" r="r" b="b"/>
                <a:pathLst>
                  <a:path w="822" h="9801" extrusionOk="0">
                    <a:moveTo>
                      <a:pt x="0" y="9801"/>
                    </a:moveTo>
                    <a:lnTo>
                      <a:pt x="821" y="9801"/>
                    </a:lnTo>
                    <a:lnTo>
                      <a:pt x="821"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1554;p36">
                <a:extLst>
                  <a:ext uri="{FF2B5EF4-FFF2-40B4-BE49-F238E27FC236}">
                    <a16:creationId xmlns:a16="http://schemas.microsoft.com/office/drawing/2014/main" id="{821CEC93-45C0-6A25-1AFC-F687C7AA66A6}"/>
                  </a:ext>
                </a:extLst>
              </p:cNvPr>
              <p:cNvSpPr/>
              <p:nvPr/>
            </p:nvSpPr>
            <p:spPr>
              <a:xfrm>
                <a:off x="1816672" y="4127775"/>
                <a:ext cx="33569" cy="245025"/>
              </a:xfrm>
              <a:custGeom>
                <a:avLst/>
                <a:gdLst/>
                <a:ahLst/>
                <a:cxnLst/>
                <a:rect l="l" t="t" r="r" b="b"/>
                <a:pathLst>
                  <a:path w="803" h="9801" extrusionOk="0">
                    <a:moveTo>
                      <a:pt x="0" y="9801"/>
                    </a:moveTo>
                    <a:lnTo>
                      <a:pt x="803" y="9801"/>
                    </a:lnTo>
                    <a:lnTo>
                      <a:pt x="803"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1555;p36">
                <a:extLst>
                  <a:ext uri="{FF2B5EF4-FFF2-40B4-BE49-F238E27FC236}">
                    <a16:creationId xmlns:a16="http://schemas.microsoft.com/office/drawing/2014/main" id="{17F48074-A7B8-B7E4-9965-00271F503D4E}"/>
                  </a:ext>
                </a:extLst>
              </p:cNvPr>
              <p:cNvSpPr/>
              <p:nvPr/>
            </p:nvSpPr>
            <p:spPr>
              <a:xfrm>
                <a:off x="2027377" y="4121225"/>
                <a:ext cx="34364" cy="244575"/>
              </a:xfrm>
              <a:custGeom>
                <a:avLst/>
                <a:gdLst/>
                <a:ahLst/>
                <a:cxnLst/>
                <a:rect l="l" t="t" r="r" b="b"/>
                <a:pathLst>
                  <a:path w="822" h="9783" extrusionOk="0">
                    <a:moveTo>
                      <a:pt x="0" y="9783"/>
                    </a:moveTo>
                    <a:lnTo>
                      <a:pt x="822" y="9783"/>
                    </a:lnTo>
                    <a:lnTo>
                      <a:pt x="822"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1556;p36">
                <a:extLst>
                  <a:ext uri="{FF2B5EF4-FFF2-40B4-BE49-F238E27FC236}">
                    <a16:creationId xmlns:a16="http://schemas.microsoft.com/office/drawing/2014/main" id="{52C0F10A-12FB-E6F4-E6A1-534E17EF31E1}"/>
                  </a:ext>
                </a:extLst>
              </p:cNvPr>
              <p:cNvSpPr/>
              <p:nvPr/>
            </p:nvSpPr>
            <p:spPr>
              <a:xfrm>
                <a:off x="2238877" y="4114225"/>
                <a:ext cx="34364" cy="245050"/>
              </a:xfrm>
              <a:custGeom>
                <a:avLst/>
                <a:gdLst/>
                <a:ahLst/>
                <a:cxnLst/>
                <a:rect l="l" t="t" r="r" b="b"/>
                <a:pathLst>
                  <a:path w="822" h="9802" extrusionOk="0">
                    <a:moveTo>
                      <a:pt x="0" y="9801"/>
                    </a:moveTo>
                    <a:lnTo>
                      <a:pt x="822" y="9801"/>
                    </a:lnTo>
                    <a:lnTo>
                      <a:pt x="822"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1557;p36">
                <a:extLst>
                  <a:ext uri="{FF2B5EF4-FFF2-40B4-BE49-F238E27FC236}">
                    <a16:creationId xmlns:a16="http://schemas.microsoft.com/office/drawing/2014/main" id="{13607C2D-15B6-2269-701A-421DD1927134}"/>
                  </a:ext>
                </a:extLst>
              </p:cNvPr>
              <p:cNvSpPr/>
              <p:nvPr/>
            </p:nvSpPr>
            <p:spPr>
              <a:xfrm>
                <a:off x="2450377" y="4107225"/>
                <a:ext cx="34364" cy="245050"/>
              </a:xfrm>
              <a:custGeom>
                <a:avLst/>
                <a:gdLst/>
                <a:ahLst/>
                <a:cxnLst/>
                <a:rect l="l" t="t" r="r" b="b"/>
                <a:pathLst>
                  <a:path w="822" h="9802" extrusionOk="0">
                    <a:moveTo>
                      <a:pt x="0" y="9801"/>
                    </a:moveTo>
                    <a:lnTo>
                      <a:pt x="822" y="9801"/>
                    </a:lnTo>
                    <a:lnTo>
                      <a:pt x="822"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1558;p36">
                <a:extLst>
                  <a:ext uri="{FF2B5EF4-FFF2-40B4-BE49-F238E27FC236}">
                    <a16:creationId xmlns:a16="http://schemas.microsoft.com/office/drawing/2014/main" id="{EAD57549-8981-6B50-6A9F-1397E63C8317}"/>
                  </a:ext>
                </a:extLst>
              </p:cNvPr>
              <p:cNvSpPr/>
              <p:nvPr/>
            </p:nvSpPr>
            <p:spPr>
              <a:xfrm>
                <a:off x="2661876" y="4100225"/>
                <a:ext cx="34364" cy="245050"/>
              </a:xfrm>
              <a:custGeom>
                <a:avLst/>
                <a:gdLst/>
                <a:ahLst/>
                <a:cxnLst/>
                <a:rect l="l" t="t" r="r" b="b"/>
                <a:pathLst>
                  <a:path w="822" h="9802" extrusionOk="0">
                    <a:moveTo>
                      <a:pt x="0" y="9801"/>
                    </a:moveTo>
                    <a:lnTo>
                      <a:pt x="822" y="9801"/>
                    </a:lnTo>
                    <a:lnTo>
                      <a:pt x="822"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1559;p36">
                <a:extLst>
                  <a:ext uri="{FF2B5EF4-FFF2-40B4-BE49-F238E27FC236}">
                    <a16:creationId xmlns:a16="http://schemas.microsoft.com/office/drawing/2014/main" id="{D13F7B01-F709-6164-5BFB-F31D4454ED29}"/>
                  </a:ext>
                </a:extLst>
              </p:cNvPr>
              <p:cNvSpPr/>
              <p:nvPr/>
            </p:nvSpPr>
            <p:spPr>
              <a:xfrm>
                <a:off x="2873376" y="4093700"/>
                <a:ext cx="34364" cy="244575"/>
              </a:xfrm>
              <a:custGeom>
                <a:avLst/>
                <a:gdLst/>
                <a:ahLst/>
                <a:cxnLst/>
                <a:rect l="l" t="t" r="r" b="b"/>
                <a:pathLst>
                  <a:path w="822" h="9783" extrusionOk="0">
                    <a:moveTo>
                      <a:pt x="0" y="9782"/>
                    </a:moveTo>
                    <a:lnTo>
                      <a:pt x="822" y="9782"/>
                    </a:lnTo>
                    <a:lnTo>
                      <a:pt x="822"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1560;p36">
                <a:extLst>
                  <a:ext uri="{FF2B5EF4-FFF2-40B4-BE49-F238E27FC236}">
                    <a16:creationId xmlns:a16="http://schemas.microsoft.com/office/drawing/2014/main" id="{629235BD-D406-38DA-0108-41AE1E2A7883}"/>
                  </a:ext>
                </a:extLst>
              </p:cNvPr>
              <p:cNvSpPr/>
              <p:nvPr/>
            </p:nvSpPr>
            <p:spPr>
              <a:xfrm>
                <a:off x="3084876" y="4086700"/>
                <a:ext cx="33611" cy="245050"/>
              </a:xfrm>
              <a:custGeom>
                <a:avLst/>
                <a:gdLst/>
                <a:ahLst/>
                <a:cxnLst/>
                <a:rect l="l" t="t" r="r" b="b"/>
                <a:pathLst>
                  <a:path w="804" h="9802" extrusionOk="0">
                    <a:moveTo>
                      <a:pt x="0" y="9801"/>
                    </a:moveTo>
                    <a:lnTo>
                      <a:pt x="803" y="9801"/>
                    </a:lnTo>
                    <a:lnTo>
                      <a:pt x="803"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1561;p36">
                <a:extLst>
                  <a:ext uri="{FF2B5EF4-FFF2-40B4-BE49-F238E27FC236}">
                    <a16:creationId xmlns:a16="http://schemas.microsoft.com/office/drawing/2014/main" id="{508D0919-FB4B-B97F-2D0F-3F1060A372EA}"/>
                  </a:ext>
                </a:extLst>
              </p:cNvPr>
              <p:cNvSpPr/>
              <p:nvPr/>
            </p:nvSpPr>
            <p:spPr>
              <a:xfrm>
                <a:off x="3296375" y="4079700"/>
                <a:ext cx="33611" cy="245050"/>
              </a:xfrm>
              <a:custGeom>
                <a:avLst/>
                <a:gdLst/>
                <a:ahLst/>
                <a:cxnLst/>
                <a:rect l="l" t="t" r="r" b="b"/>
                <a:pathLst>
                  <a:path w="804" h="9802" extrusionOk="0">
                    <a:moveTo>
                      <a:pt x="0" y="9801"/>
                    </a:moveTo>
                    <a:lnTo>
                      <a:pt x="803" y="9801"/>
                    </a:lnTo>
                    <a:lnTo>
                      <a:pt x="803"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1562;p36">
                <a:extLst>
                  <a:ext uri="{FF2B5EF4-FFF2-40B4-BE49-F238E27FC236}">
                    <a16:creationId xmlns:a16="http://schemas.microsoft.com/office/drawing/2014/main" id="{0630A504-6226-C0AD-2AEF-87DF59999BB3}"/>
                  </a:ext>
                </a:extLst>
              </p:cNvPr>
              <p:cNvSpPr/>
              <p:nvPr/>
            </p:nvSpPr>
            <p:spPr>
              <a:xfrm>
                <a:off x="3507081" y="4072700"/>
                <a:ext cx="34406" cy="245025"/>
              </a:xfrm>
              <a:custGeom>
                <a:avLst/>
                <a:gdLst/>
                <a:ahLst/>
                <a:cxnLst/>
                <a:rect l="l" t="t" r="r" b="b"/>
                <a:pathLst>
                  <a:path w="823" h="9801" extrusionOk="0">
                    <a:moveTo>
                      <a:pt x="1" y="9801"/>
                    </a:moveTo>
                    <a:lnTo>
                      <a:pt x="822" y="9801"/>
                    </a:lnTo>
                    <a:lnTo>
                      <a:pt x="822" y="0"/>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1563;p36">
                <a:extLst>
                  <a:ext uri="{FF2B5EF4-FFF2-40B4-BE49-F238E27FC236}">
                    <a16:creationId xmlns:a16="http://schemas.microsoft.com/office/drawing/2014/main" id="{674B3B94-EC8B-089E-3AB5-1D0512CBD38E}"/>
                  </a:ext>
                </a:extLst>
              </p:cNvPr>
              <p:cNvSpPr/>
              <p:nvPr/>
            </p:nvSpPr>
            <p:spPr>
              <a:xfrm>
                <a:off x="3718580" y="4066175"/>
                <a:ext cx="34406" cy="244550"/>
              </a:xfrm>
              <a:custGeom>
                <a:avLst/>
                <a:gdLst/>
                <a:ahLst/>
                <a:cxnLst/>
                <a:rect l="l" t="t" r="r" b="b"/>
                <a:pathLst>
                  <a:path w="823" h="9782" extrusionOk="0">
                    <a:moveTo>
                      <a:pt x="1" y="9782"/>
                    </a:moveTo>
                    <a:lnTo>
                      <a:pt x="822" y="9782"/>
                    </a:lnTo>
                    <a:lnTo>
                      <a:pt x="822" y="0"/>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1564;p36">
                <a:extLst>
                  <a:ext uri="{FF2B5EF4-FFF2-40B4-BE49-F238E27FC236}">
                    <a16:creationId xmlns:a16="http://schemas.microsoft.com/office/drawing/2014/main" id="{37255BB0-0EFE-2FF9-24F4-9B4351C6DA55}"/>
                  </a:ext>
                </a:extLst>
              </p:cNvPr>
              <p:cNvSpPr/>
              <p:nvPr/>
            </p:nvSpPr>
            <p:spPr>
              <a:xfrm>
                <a:off x="3930080" y="4059150"/>
                <a:ext cx="34406" cy="245050"/>
              </a:xfrm>
              <a:custGeom>
                <a:avLst/>
                <a:gdLst/>
                <a:ahLst/>
                <a:cxnLst/>
                <a:rect l="l" t="t" r="r" b="b"/>
                <a:pathLst>
                  <a:path w="823" h="9802" extrusionOk="0">
                    <a:moveTo>
                      <a:pt x="1" y="9802"/>
                    </a:moveTo>
                    <a:lnTo>
                      <a:pt x="822" y="9802"/>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1565;p36">
                <a:extLst>
                  <a:ext uri="{FF2B5EF4-FFF2-40B4-BE49-F238E27FC236}">
                    <a16:creationId xmlns:a16="http://schemas.microsoft.com/office/drawing/2014/main" id="{D3E8D6F9-0F4F-66E4-0BAA-AED624483F46}"/>
                  </a:ext>
                </a:extLst>
              </p:cNvPr>
              <p:cNvSpPr/>
              <p:nvPr/>
            </p:nvSpPr>
            <p:spPr>
              <a:xfrm>
                <a:off x="4141580" y="4052150"/>
                <a:ext cx="34406" cy="245050"/>
              </a:xfrm>
              <a:custGeom>
                <a:avLst/>
                <a:gdLst/>
                <a:ahLst/>
                <a:cxnLst/>
                <a:rect l="l" t="t" r="r" b="b"/>
                <a:pathLst>
                  <a:path w="823" h="9802" extrusionOk="0">
                    <a:moveTo>
                      <a:pt x="1" y="9802"/>
                    </a:moveTo>
                    <a:lnTo>
                      <a:pt x="822" y="9802"/>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1566;p36">
                <a:extLst>
                  <a:ext uri="{FF2B5EF4-FFF2-40B4-BE49-F238E27FC236}">
                    <a16:creationId xmlns:a16="http://schemas.microsoft.com/office/drawing/2014/main" id="{A0F64FCE-F14A-595A-3649-EA9ACABCC7CD}"/>
                  </a:ext>
                </a:extLst>
              </p:cNvPr>
              <p:cNvSpPr/>
              <p:nvPr/>
            </p:nvSpPr>
            <p:spPr>
              <a:xfrm>
                <a:off x="4353079" y="4045625"/>
                <a:ext cx="33611" cy="244575"/>
              </a:xfrm>
              <a:custGeom>
                <a:avLst/>
                <a:gdLst/>
                <a:ahLst/>
                <a:cxnLst/>
                <a:rect l="l" t="t" r="r" b="b"/>
                <a:pathLst>
                  <a:path w="804" h="9783" extrusionOk="0">
                    <a:moveTo>
                      <a:pt x="1" y="9783"/>
                    </a:moveTo>
                    <a:lnTo>
                      <a:pt x="804" y="9783"/>
                    </a:lnTo>
                    <a:lnTo>
                      <a:pt x="804"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1567;p36">
                <a:extLst>
                  <a:ext uri="{FF2B5EF4-FFF2-40B4-BE49-F238E27FC236}">
                    <a16:creationId xmlns:a16="http://schemas.microsoft.com/office/drawing/2014/main" id="{A0A93F4B-B717-5CE1-95BF-FE883BDD1637}"/>
                  </a:ext>
                </a:extLst>
              </p:cNvPr>
              <p:cNvSpPr/>
              <p:nvPr/>
            </p:nvSpPr>
            <p:spPr>
              <a:xfrm>
                <a:off x="4564579" y="4038625"/>
                <a:ext cx="33611" cy="244575"/>
              </a:xfrm>
              <a:custGeom>
                <a:avLst/>
                <a:gdLst/>
                <a:ahLst/>
                <a:cxnLst/>
                <a:rect l="l" t="t" r="r" b="b"/>
                <a:pathLst>
                  <a:path w="804" h="9783" extrusionOk="0">
                    <a:moveTo>
                      <a:pt x="1" y="9783"/>
                    </a:moveTo>
                    <a:lnTo>
                      <a:pt x="804" y="9783"/>
                    </a:lnTo>
                    <a:lnTo>
                      <a:pt x="804"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1568;p36">
                <a:extLst>
                  <a:ext uri="{FF2B5EF4-FFF2-40B4-BE49-F238E27FC236}">
                    <a16:creationId xmlns:a16="http://schemas.microsoft.com/office/drawing/2014/main" id="{80B9A5F1-9CFD-253E-40E3-CB3182A9EFA1}"/>
                  </a:ext>
                </a:extLst>
              </p:cNvPr>
              <p:cNvSpPr/>
              <p:nvPr/>
            </p:nvSpPr>
            <p:spPr>
              <a:xfrm>
                <a:off x="4775326" y="4031625"/>
                <a:ext cx="34364" cy="245050"/>
              </a:xfrm>
              <a:custGeom>
                <a:avLst/>
                <a:gdLst/>
                <a:ahLst/>
                <a:cxnLst/>
                <a:rect l="l" t="t" r="r" b="b"/>
                <a:pathLst>
                  <a:path w="822" h="9802" extrusionOk="0">
                    <a:moveTo>
                      <a:pt x="0" y="9801"/>
                    </a:moveTo>
                    <a:lnTo>
                      <a:pt x="822" y="9801"/>
                    </a:lnTo>
                    <a:lnTo>
                      <a:pt x="822"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1569;p36">
                <a:extLst>
                  <a:ext uri="{FF2B5EF4-FFF2-40B4-BE49-F238E27FC236}">
                    <a16:creationId xmlns:a16="http://schemas.microsoft.com/office/drawing/2014/main" id="{80AFE46F-70AB-3B41-E4B9-4785604ABD46}"/>
                  </a:ext>
                </a:extLst>
              </p:cNvPr>
              <p:cNvSpPr/>
              <p:nvPr/>
            </p:nvSpPr>
            <p:spPr>
              <a:xfrm>
                <a:off x="4986826" y="4024625"/>
                <a:ext cx="34364" cy="245050"/>
              </a:xfrm>
              <a:custGeom>
                <a:avLst/>
                <a:gdLst/>
                <a:ahLst/>
                <a:cxnLst/>
                <a:rect l="l" t="t" r="r" b="b"/>
                <a:pathLst>
                  <a:path w="822" h="9802" extrusionOk="0">
                    <a:moveTo>
                      <a:pt x="0" y="9801"/>
                    </a:moveTo>
                    <a:lnTo>
                      <a:pt x="822" y="9801"/>
                    </a:lnTo>
                    <a:lnTo>
                      <a:pt x="822"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1570;p36">
                <a:extLst>
                  <a:ext uri="{FF2B5EF4-FFF2-40B4-BE49-F238E27FC236}">
                    <a16:creationId xmlns:a16="http://schemas.microsoft.com/office/drawing/2014/main" id="{E152E664-9E28-F0EE-0629-5A309BBA778A}"/>
                  </a:ext>
                </a:extLst>
              </p:cNvPr>
              <p:cNvSpPr/>
              <p:nvPr/>
            </p:nvSpPr>
            <p:spPr>
              <a:xfrm>
                <a:off x="5198325" y="4018100"/>
                <a:ext cx="34364" cy="244575"/>
              </a:xfrm>
              <a:custGeom>
                <a:avLst/>
                <a:gdLst/>
                <a:ahLst/>
                <a:cxnLst/>
                <a:rect l="l" t="t" r="r" b="b"/>
                <a:pathLst>
                  <a:path w="822" h="9783" extrusionOk="0">
                    <a:moveTo>
                      <a:pt x="0" y="9782"/>
                    </a:moveTo>
                    <a:lnTo>
                      <a:pt x="822" y="9782"/>
                    </a:lnTo>
                    <a:lnTo>
                      <a:pt x="822"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1571;p36">
                <a:extLst>
                  <a:ext uri="{FF2B5EF4-FFF2-40B4-BE49-F238E27FC236}">
                    <a16:creationId xmlns:a16="http://schemas.microsoft.com/office/drawing/2014/main" id="{7B7FE93C-AAD0-3DF4-0AD6-75F0B1E55A4C}"/>
                  </a:ext>
                </a:extLst>
              </p:cNvPr>
              <p:cNvSpPr/>
              <p:nvPr/>
            </p:nvSpPr>
            <p:spPr>
              <a:xfrm>
                <a:off x="5409825" y="4011100"/>
                <a:ext cx="34364" cy="245025"/>
              </a:xfrm>
              <a:custGeom>
                <a:avLst/>
                <a:gdLst/>
                <a:ahLst/>
                <a:cxnLst/>
                <a:rect l="l" t="t" r="r" b="b"/>
                <a:pathLst>
                  <a:path w="822" h="9801" extrusionOk="0">
                    <a:moveTo>
                      <a:pt x="0" y="9801"/>
                    </a:moveTo>
                    <a:lnTo>
                      <a:pt x="822" y="9801"/>
                    </a:lnTo>
                    <a:lnTo>
                      <a:pt x="822"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1572;p36">
                <a:extLst>
                  <a:ext uri="{FF2B5EF4-FFF2-40B4-BE49-F238E27FC236}">
                    <a16:creationId xmlns:a16="http://schemas.microsoft.com/office/drawing/2014/main" id="{9C8806CA-6DB7-3A2B-AEBE-89036BEE2125}"/>
                  </a:ext>
                </a:extLst>
              </p:cNvPr>
              <p:cNvSpPr/>
              <p:nvPr/>
            </p:nvSpPr>
            <p:spPr>
              <a:xfrm>
                <a:off x="5621325" y="4004100"/>
                <a:ext cx="34364" cy="245025"/>
              </a:xfrm>
              <a:custGeom>
                <a:avLst/>
                <a:gdLst/>
                <a:ahLst/>
                <a:cxnLst/>
                <a:rect l="l" t="t" r="r" b="b"/>
                <a:pathLst>
                  <a:path w="822" h="9801" extrusionOk="0">
                    <a:moveTo>
                      <a:pt x="0" y="9801"/>
                    </a:moveTo>
                    <a:lnTo>
                      <a:pt x="822" y="9801"/>
                    </a:lnTo>
                    <a:lnTo>
                      <a:pt x="822"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1573;p36">
                <a:extLst>
                  <a:ext uri="{FF2B5EF4-FFF2-40B4-BE49-F238E27FC236}">
                    <a16:creationId xmlns:a16="http://schemas.microsoft.com/office/drawing/2014/main" id="{1F812F73-75FC-56CF-B1BC-EEBDE508F871}"/>
                  </a:ext>
                </a:extLst>
              </p:cNvPr>
              <p:cNvSpPr/>
              <p:nvPr/>
            </p:nvSpPr>
            <p:spPr>
              <a:xfrm>
                <a:off x="5832824" y="3997100"/>
                <a:ext cx="33569" cy="245025"/>
              </a:xfrm>
              <a:custGeom>
                <a:avLst/>
                <a:gdLst/>
                <a:ahLst/>
                <a:cxnLst/>
                <a:rect l="l" t="t" r="r" b="b"/>
                <a:pathLst>
                  <a:path w="803" h="9801" extrusionOk="0">
                    <a:moveTo>
                      <a:pt x="0" y="9801"/>
                    </a:moveTo>
                    <a:lnTo>
                      <a:pt x="803" y="9801"/>
                    </a:lnTo>
                    <a:lnTo>
                      <a:pt x="803"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1574;p36">
                <a:extLst>
                  <a:ext uri="{FF2B5EF4-FFF2-40B4-BE49-F238E27FC236}">
                    <a16:creationId xmlns:a16="http://schemas.microsoft.com/office/drawing/2014/main" id="{970D8F09-9616-FD8C-163A-07B551854C90}"/>
                  </a:ext>
                </a:extLst>
              </p:cNvPr>
              <p:cNvSpPr/>
              <p:nvPr/>
            </p:nvSpPr>
            <p:spPr>
              <a:xfrm>
                <a:off x="6043530" y="3990550"/>
                <a:ext cx="34364" cy="244575"/>
              </a:xfrm>
              <a:custGeom>
                <a:avLst/>
                <a:gdLst/>
                <a:ahLst/>
                <a:cxnLst/>
                <a:rect l="l" t="t" r="r" b="b"/>
                <a:pathLst>
                  <a:path w="822" h="9783" extrusionOk="0">
                    <a:moveTo>
                      <a:pt x="1" y="9783"/>
                    </a:moveTo>
                    <a:lnTo>
                      <a:pt x="822" y="9783"/>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1575;p36">
                <a:extLst>
                  <a:ext uri="{FF2B5EF4-FFF2-40B4-BE49-F238E27FC236}">
                    <a16:creationId xmlns:a16="http://schemas.microsoft.com/office/drawing/2014/main" id="{8065F89C-19FC-46AB-0FD9-6845F426B129}"/>
                  </a:ext>
                </a:extLst>
              </p:cNvPr>
              <p:cNvSpPr/>
              <p:nvPr/>
            </p:nvSpPr>
            <p:spPr>
              <a:xfrm>
                <a:off x="6255029" y="3983550"/>
                <a:ext cx="34364" cy="245050"/>
              </a:xfrm>
              <a:custGeom>
                <a:avLst/>
                <a:gdLst/>
                <a:ahLst/>
                <a:cxnLst/>
                <a:rect l="l" t="t" r="r" b="b"/>
                <a:pathLst>
                  <a:path w="822" h="9802" extrusionOk="0">
                    <a:moveTo>
                      <a:pt x="1" y="9801"/>
                    </a:moveTo>
                    <a:lnTo>
                      <a:pt x="822" y="9801"/>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1576;p36">
                <a:extLst>
                  <a:ext uri="{FF2B5EF4-FFF2-40B4-BE49-F238E27FC236}">
                    <a16:creationId xmlns:a16="http://schemas.microsoft.com/office/drawing/2014/main" id="{CA4FC64A-807B-AA7E-598D-9AC737203AA9}"/>
                  </a:ext>
                </a:extLst>
              </p:cNvPr>
              <p:cNvSpPr/>
              <p:nvPr/>
            </p:nvSpPr>
            <p:spPr>
              <a:xfrm>
                <a:off x="6466529" y="3976550"/>
                <a:ext cx="34364" cy="245050"/>
              </a:xfrm>
              <a:custGeom>
                <a:avLst/>
                <a:gdLst/>
                <a:ahLst/>
                <a:cxnLst/>
                <a:rect l="l" t="t" r="r" b="b"/>
                <a:pathLst>
                  <a:path w="822" h="9802" extrusionOk="0">
                    <a:moveTo>
                      <a:pt x="1" y="9801"/>
                    </a:moveTo>
                    <a:lnTo>
                      <a:pt x="822" y="9801"/>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1577;p36">
                <a:extLst>
                  <a:ext uri="{FF2B5EF4-FFF2-40B4-BE49-F238E27FC236}">
                    <a16:creationId xmlns:a16="http://schemas.microsoft.com/office/drawing/2014/main" id="{015A2890-5B00-8FC0-FAB1-12F96BFD4AAF}"/>
                  </a:ext>
                </a:extLst>
              </p:cNvPr>
              <p:cNvSpPr/>
              <p:nvPr/>
            </p:nvSpPr>
            <p:spPr>
              <a:xfrm>
                <a:off x="6678029" y="3969550"/>
                <a:ext cx="34364" cy="245050"/>
              </a:xfrm>
              <a:custGeom>
                <a:avLst/>
                <a:gdLst/>
                <a:ahLst/>
                <a:cxnLst/>
                <a:rect l="l" t="t" r="r" b="b"/>
                <a:pathLst>
                  <a:path w="822" h="9802" extrusionOk="0">
                    <a:moveTo>
                      <a:pt x="1" y="9801"/>
                    </a:moveTo>
                    <a:lnTo>
                      <a:pt x="822" y="9801"/>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1578;p36">
                <a:extLst>
                  <a:ext uri="{FF2B5EF4-FFF2-40B4-BE49-F238E27FC236}">
                    <a16:creationId xmlns:a16="http://schemas.microsoft.com/office/drawing/2014/main" id="{B746C29D-2422-BCF3-8FA7-52B1434B55E0}"/>
                  </a:ext>
                </a:extLst>
              </p:cNvPr>
              <p:cNvSpPr/>
              <p:nvPr/>
            </p:nvSpPr>
            <p:spPr>
              <a:xfrm>
                <a:off x="6889528" y="3963025"/>
                <a:ext cx="34364" cy="244575"/>
              </a:xfrm>
              <a:custGeom>
                <a:avLst/>
                <a:gdLst/>
                <a:ahLst/>
                <a:cxnLst/>
                <a:rect l="l" t="t" r="r" b="b"/>
                <a:pathLst>
                  <a:path w="822" h="9783" extrusionOk="0">
                    <a:moveTo>
                      <a:pt x="1" y="9782"/>
                    </a:moveTo>
                    <a:lnTo>
                      <a:pt x="822" y="9782"/>
                    </a:lnTo>
                    <a:lnTo>
                      <a:pt x="822" y="0"/>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1579;p36">
                <a:extLst>
                  <a:ext uri="{FF2B5EF4-FFF2-40B4-BE49-F238E27FC236}">
                    <a16:creationId xmlns:a16="http://schemas.microsoft.com/office/drawing/2014/main" id="{58589DE5-3828-B67F-32D1-4FFBAE797550}"/>
                  </a:ext>
                </a:extLst>
              </p:cNvPr>
              <p:cNvSpPr/>
              <p:nvPr/>
            </p:nvSpPr>
            <p:spPr>
              <a:xfrm>
                <a:off x="7101028" y="3956025"/>
                <a:ext cx="33611" cy="245050"/>
              </a:xfrm>
              <a:custGeom>
                <a:avLst/>
                <a:gdLst/>
                <a:ahLst/>
                <a:cxnLst/>
                <a:rect l="l" t="t" r="r" b="b"/>
                <a:pathLst>
                  <a:path w="804" h="9802" extrusionOk="0">
                    <a:moveTo>
                      <a:pt x="1" y="9801"/>
                    </a:moveTo>
                    <a:lnTo>
                      <a:pt x="803" y="9801"/>
                    </a:lnTo>
                    <a:lnTo>
                      <a:pt x="803" y="0"/>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1580;p36">
                <a:extLst>
                  <a:ext uri="{FF2B5EF4-FFF2-40B4-BE49-F238E27FC236}">
                    <a16:creationId xmlns:a16="http://schemas.microsoft.com/office/drawing/2014/main" id="{AF54A099-F59F-BFFA-8F1A-151B512738FA}"/>
                  </a:ext>
                </a:extLst>
              </p:cNvPr>
              <p:cNvSpPr/>
              <p:nvPr/>
            </p:nvSpPr>
            <p:spPr>
              <a:xfrm>
                <a:off x="7311733" y="3949025"/>
                <a:ext cx="34406" cy="245050"/>
              </a:xfrm>
              <a:custGeom>
                <a:avLst/>
                <a:gdLst/>
                <a:ahLst/>
                <a:cxnLst/>
                <a:rect l="l" t="t" r="r" b="b"/>
                <a:pathLst>
                  <a:path w="823" h="9802" extrusionOk="0">
                    <a:moveTo>
                      <a:pt x="1" y="9801"/>
                    </a:moveTo>
                    <a:lnTo>
                      <a:pt x="822" y="9801"/>
                    </a:lnTo>
                    <a:lnTo>
                      <a:pt x="822" y="0"/>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1581;p36">
                <a:extLst>
                  <a:ext uri="{FF2B5EF4-FFF2-40B4-BE49-F238E27FC236}">
                    <a16:creationId xmlns:a16="http://schemas.microsoft.com/office/drawing/2014/main" id="{622AC911-DA3D-B31E-E4CB-F18DB2DFFE78}"/>
                  </a:ext>
                </a:extLst>
              </p:cNvPr>
              <p:cNvSpPr/>
              <p:nvPr/>
            </p:nvSpPr>
            <p:spPr>
              <a:xfrm>
                <a:off x="7523233" y="3942025"/>
                <a:ext cx="34406" cy="245025"/>
              </a:xfrm>
              <a:custGeom>
                <a:avLst/>
                <a:gdLst/>
                <a:ahLst/>
                <a:cxnLst/>
                <a:rect l="l" t="t" r="r" b="b"/>
                <a:pathLst>
                  <a:path w="823" h="9801" extrusionOk="0">
                    <a:moveTo>
                      <a:pt x="1" y="9801"/>
                    </a:moveTo>
                    <a:lnTo>
                      <a:pt x="822" y="9801"/>
                    </a:lnTo>
                    <a:lnTo>
                      <a:pt x="822" y="0"/>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1582;p36">
                <a:extLst>
                  <a:ext uri="{FF2B5EF4-FFF2-40B4-BE49-F238E27FC236}">
                    <a16:creationId xmlns:a16="http://schemas.microsoft.com/office/drawing/2014/main" id="{119CA331-106D-EE9D-22B6-05DAF5237054}"/>
                  </a:ext>
                </a:extLst>
              </p:cNvPr>
              <p:cNvSpPr/>
              <p:nvPr/>
            </p:nvSpPr>
            <p:spPr>
              <a:xfrm>
                <a:off x="7734733" y="3935475"/>
                <a:ext cx="34406" cy="244575"/>
              </a:xfrm>
              <a:custGeom>
                <a:avLst/>
                <a:gdLst/>
                <a:ahLst/>
                <a:cxnLst/>
                <a:rect l="l" t="t" r="r" b="b"/>
                <a:pathLst>
                  <a:path w="823" h="9783" extrusionOk="0">
                    <a:moveTo>
                      <a:pt x="1" y="9783"/>
                    </a:moveTo>
                    <a:lnTo>
                      <a:pt x="822" y="9783"/>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1583;p36">
                <a:extLst>
                  <a:ext uri="{FF2B5EF4-FFF2-40B4-BE49-F238E27FC236}">
                    <a16:creationId xmlns:a16="http://schemas.microsoft.com/office/drawing/2014/main" id="{20DBB625-0D7A-C5BC-656B-54985E937942}"/>
                  </a:ext>
                </a:extLst>
              </p:cNvPr>
              <p:cNvSpPr/>
              <p:nvPr/>
            </p:nvSpPr>
            <p:spPr>
              <a:xfrm>
                <a:off x="7946232" y="3928475"/>
                <a:ext cx="34406" cy="245050"/>
              </a:xfrm>
              <a:custGeom>
                <a:avLst/>
                <a:gdLst/>
                <a:ahLst/>
                <a:cxnLst/>
                <a:rect l="l" t="t" r="r" b="b"/>
                <a:pathLst>
                  <a:path w="823" h="9802" extrusionOk="0">
                    <a:moveTo>
                      <a:pt x="1" y="9802"/>
                    </a:moveTo>
                    <a:lnTo>
                      <a:pt x="822" y="9802"/>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1584;p36">
                <a:extLst>
                  <a:ext uri="{FF2B5EF4-FFF2-40B4-BE49-F238E27FC236}">
                    <a16:creationId xmlns:a16="http://schemas.microsoft.com/office/drawing/2014/main" id="{A85001E0-C7A0-41B3-02C9-C8E6C8C8CACD}"/>
                  </a:ext>
                </a:extLst>
              </p:cNvPr>
              <p:cNvSpPr/>
              <p:nvPr/>
            </p:nvSpPr>
            <p:spPr>
              <a:xfrm>
                <a:off x="8157732" y="3921475"/>
                <a:ext cx="34406" cy="245050"/>
              </a:xfrm>
              <a:custGeom>
                <a:avLst/>
                <a:gdLst/>
                <a:ahLst/>
                <a:cxnLst/>
                <a:rect l="l" t="t" r="r" b="b"/>
                <a:pathLst>
                  <a:path w="823" h="9802" extrusionOk="0">
                    <a:moveTo>
                      <a:pt x="1" y="9802"/>
                    </a:moveTo>
                    <a:lnTo>
                      <a:pt x="822" y="9802"/>
                    </a:lnTo>
                    <a:lnTo>
                      <a:pt x="822"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1585;p36">
                <a:extLst>
                  <a:ext uri="{FF2B5EF4-FFF2-40B4-BE49-F238E27FC236}">
                    <a16:creationId xmlns:a16="http://schemas.microsoft.com/office/drawing/2014/main" id="{8694BE50-6CCE-FC56-4A1F-D91FB472002A}"/>
                  </a:ext>
                </a:extLst>
              </p:cNvPr>
              <p:cNvSpPr/>
              <p:nvPr/>
            </p:nvSpPr>
            <p:spPr>
              <a:xfrm>
                <a:off x="8369232" y="3914475"/>
                <a:ext cx="33611" cy="245050"/>
              </a:xfrm>
              <a:custGeom>
                <a:avLst/>
                <a:gdLst/>
                <a:ahLst/>
                <a:cxnLst/>
                <a:rect l="l" t="t" r="r" b="b"/>
                <a:pathLst>
                  <a:path w="804" h="9802" extrusionOk="0">
                    <a:moveTo>
                      <a:pt x="1" y="9802"/>
                    </a:moveTo>
                    <a:lnTo>
                      <a:pt x="804" y="9802"/>
                    </a:lnTo>
                    <a:lnTo>
                      <a:pt x="804"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1586;p36">
                <a:extLst>
                  <a:ext uri="{FF2B5EF4-FFF2-40B4-BE49-F238E27FC236}">
                    <a16:creationId xmlns:a16="http://schemas.microsoft.com/office/drawing/2014/main" id="{832547ED-E639-099B-74BD-5D535B337BDB}"/>
                  </a:ext>
                </a:extLst>
              </p:cNvPr>
              <p:cNvSpPr/>
              <p:nvPr/>
            </p:nvSpPr>
            <p:spPr>
              <a:xfrm>
                <a:off x="8580773" y="3907950"/>
                <a:ext cx="33569" cy="244575"/>
              </a:xfrm>
              <a:custGeom>
                <a:avLst/>
                <a:gdLst/>
                <a:ahLst/>
                <a:cxnLst/>
                <a:rect l="l" t="t" r="r" b="b"/>
                <a:pathLst>
                  <a:path w="803" h="9783" extrusionOk="0">
                    <a:moveTo>
                      <a:pt x="0" y="9783"/>
                    </a:moveTo>
                    <a:lnTo>
                      <a:pt x="803" y="9783"/>
                    </a:lnTo>
                    <a:lnTo>
                      <a:pt x="803"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1587;p36">
                <a:extLst>
                  <a:ext uri="{FF2B5EF4-FFF2-40B4-BE49-F238E27FC236}">
                    <a16:creationId xmlns:a16="http://schemas.microsoft.com/office/drawing/2014/main" id="{BF163634-97CA-199E-C385-D04F8380AE18}"/>
                  </a:ext>
                </a:extLst>
              </p:cNvPr>
              <p:cNvSpPr/>
              <p:nvPr/>
            </p:nvSpPr>
            <p:spPr>
              <a:xfrm>
                <a:off x="8791478" y="3900950"/>
                <a:ext cx="34364" cy="245050"/>
              </a:xfrm>
              <a:custGeom>
                <a:avLst/>
                <a:gdLst/>
                <a:ahLst/>
                <a:cxnLst/>
                <a:rect l="l" t="t" r="r" b="b"/>
                <a:pathLst>
                  <a:path w="822" h="9802" extrusionOk="0">
                    <a:moveTo>
                      <a:pt x="0" y="9801"/>
                    </a:moveTo>
                    <a:lnTo>
                      <a:pt x="822" y="9801"/>
                    </a:lnTo>
                    <a:lnTo>
                      <a:pt x="822"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 name="Google Shape;1588;p36">
              <a:extLst>
                <a:ext uri="{FF2B5EF4-FFF2-40B4-BE49-F238E27FC236}">
                  <a16:creationId xmlns:a16="http://schemas.microsoft.com/office/drawing/2014/main" id="{D4E0E8B3-D0FE-0B0F-8124-70E48E9E83A3}"/>
                </a:ext>
              </a:extLst>
            </p:cNvPr>
            <p:cNvGrpSpPr/>
            <p:nvPr/>
          </p:nvGrpSpPr>
          <p:grpSpPr>
            <a:xfrm flipH="1">
              <a:off x="5406861" y="4293100"/>
              <a:ext cx="3484400" cy="973847"/>
              <a:chOff x="3379075" y="4293100"/>
              <a:chExt cx="3484400" cy="973847"/>
            </a:xfrm>
            <a:grpFill/>
          </p:grpSpPr>
          <p:sp>
            <p:nvSpPr>
              <p:cNvPr id="37" name="Google Shape;1589;p36">
                <a:extLst>
                  <a:ext uri="{FF2B5EF4-FFF2-40B4-BE49-F238E27FC236}">
                    <a16:creationId xmlns:a16="http://schemas.microsoft.com/office/drawing/2014/main" id="{4B65A2E6-99CC-233E-89B1-570887D8CFF6}"/>
                  </a:ext>
                </a:extLst>
              </p:cNvPr>
              <p:cNvSpPr/>
              <p:nvPr/>
            </p:nvSpPr>
            <p:spPr>
              <a:xfrm>
                <a:off x="6638025" y="4293100"/>
                <a:ext cx="225450" cy="266525"/>
              </a:xfrm>
              <a:custGeom>
                <a:avLst/>
                <a:gdLst/>
                <a:ahLst/>
                <a:cxnLst/>
                <a:rect l="l" t="t" r="r" b="b"/>
                <a:pathLst>
                  <a:path w="9018" h="10661" extrusionOk="0">
                    <a:moveTo>
                      <a:pt x="1" y="10660"/>
                    </a:moveTo>
                    <a:lnTo>
                      <a:pt x="9017" y="10660"/>
                    </a:lnTo>
                    <a:lnTo>
                      <a:pt x="9017"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1590;p36">
                <a:extLst>
                  <a:ext uri="{FF2B5EF4-FFF2-40B4-BE49-F238E27FC236}">
                    <a16:creationId xmlns:a16="http://schemas.microsoft.com/office/drawing/2014/main" id="{73881EA7-2037-9C35-2D49-E1E3E56D3BF0}"/>
                  </a:ext>
                </a:extLst>
              </p:cNvPr>
              <p:cNvSpPr/>
              <p:nvPr/>
            </p:nvSpPr>
            <p:spPr>
              <a:xfrm>
                <a:off x="5628575" y="4369300"/>
                <a:ext cx="225425" cy="266525"/>
              </a:xfrm>
              <a:custGeom>
                <a:avLst/>
                <a:gdLst/>
                <a:ahLst/>
                <a:cxnLst/>
                <a:rect l="l" t="t" r="r" b="b"/>
                <a:pathLst>
                  <a:path w="9017" h="10661" extrusionOk="0">
                    <a:moveTo>
                      <a:pt x="0" y="10660"/>
                    </a:moveTo>
                    <a:lnTo>
                      <a:pt x="9017" y="10660"/>
                    </a:lnTo>
                    <a:lnTo>
                      <a:pt x="9017"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1591;p36">
                <a:extLst>
                  <a:ext uri="{FF2B5EF4-FFF2-40B4-BE49-F238E27FC236}">
                    <a16:creationId xmlns:a16="http://schemas.microsoft.com/office/drawing/2014/main" id="{5906597F-259E-77AB-4774-C6A121FBFC3A}"/>
                  </a:ext>
                </a:extLst>
              </p:cNvPr>
              <p:cNvSpPr/>
              <p:nvPr/>
            </p:nvSpPr>
            <p:spPr>
              <a:xfrm>
                <a:off x="5700425" y="4473175"/>
                <a:ext cx="72850" cy="792553"/>
              </a:xfrm>
              <a:custGeom>
                <a:avLst/>
                <a:gdLst/>
                <a:ahLst/>
                <a:cxnLst/>
                <a:rect l="l" t="t" r="r" b="b"/>
                <a:pathLst>
                  <a:path w="2914" h="48780" extrusionOk="0">
                    <a:moveTo>
                      <a:pt x="1" y="48780"/>
                    </a:moveTo>
                    <a:lnTo>
                      <a:pt x="2913" y="48780"/>
                    </a:lnTo>
                    <a:lnTo>
                      <a:pt x="291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1592;p36">
                <a:extLst>
                  <a:ext uri="{FF2B5EF4-FFF2-40B4-BE49-F238E27FC236}">
                    <a16:creationId xmlns:a16="http://schemas.microsoft.com/office/drawing/2014/main" id="{716BB5B2-6607-4370-CF60-A199906CE384}"/>
                  </a:ext>
                </a:extLst>
              </p:cNvPr>
              <p:cNvSpPr/>
              <p:nvPr/>
            </p:nvSpPr>
            <p:spPr>
              <a:xfrm>
                <a:off x="4520150" y="4369300"/>
                <a:ext cx="225450" cy="266525"/>
              </a:xfrm>
              <a:custGeom>
                <a:avLst/>
                <a:gdLst/>
                <a:ahLst/>
                <a:cxnLst/>
                <a:rect l="l" t="t" r="r" b="b"/>
                <a:pathLst>
                  <a:path w="9018" h="10661" extrusionOk="0">
                    <a:moveTo>
                      <a:pt x="1" y="10660"/>
                    </a:moveTo>
                    <a:lnTo>
                      <a:pt x="9017" y="10660"/>
                    </a:lnTo>
                    <a:lnTo>
                      <a:pt x="9017"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1593;p36">
                <a:extLst>
                  <a:ext uri="{FF2B5EF4-FFF2-40B4-BE49-F238E27FC236}">
                    <a16:creationId xmlns:a16="http://schemas.microsoft.com/office/drawing/2014/main" id="{F7B7641B-A3D1-7493-357F-C2B56B795949}"/>
                  </a:ext>
                </a:extLst>
              </p:cNvPr>
              <p:cNvSpPr/>
              <p:nvPr/>
            </p:nvSpPr>
            <p:spPr>
              <a:xfrm>
                <a:off x="4592025" y="4473175"/>
                <a:ext cx="72825" cy="792553"/>
              </a:xfrm>
              <a:custGeom>
                <a:avLst/>
                <a:gdLst/>
                <a:ahLst/>
                <a:cxnLst/>
                <a:rect l="l" t="t" r="r" b="b"/>
                <a:pathLst>
                  <a:path w="2913" h="48780" extrusionOk="0">
                    <a:moveTo>
                      <a:pt x="1" y="48780"/>
                    </a:moveTo>
                    <a:lnTo>
                      <a:pt x="2913" y="48780"/>
                    </a:lnTo>
                    <a:lnTo>
                      <a:pt x="291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1594;p36">
                <a:extLst>
                  <a:ext uri="{FF2B5EF4-FFF2-40B4-BE49-F238E27FC236}">
                    <a16:creationId xmlns:a16="http://schemas.microsoft.com/office/drawing/2014/main" id="{237C0917-4C1F-3CB7-9009-B65020D7C625}"/>
                  </a:ext>
                </a:extLst>
              </p:cNvPr>
              <p:cNvSpPr/>
              <p:nvPr/>
            </p:nvSpPr>
            <p:spPr>
              <a:xfrm>
                <a:off x="3379075" y="4403850"/>
                <a:ext cx="225450" cy="262300"/>
              </a:xfrm>
              <a:custGeom>
                <a:avLst/>
                <a:gdLst/>
                <a:ahLst/>
                <a:cxnLst/>
                <a:rect l="l" t="t" r="r" b="b"/>
                <a:pathLst>
                  <a:path w="9018" h="10492" extrusionOk="0">
                    <a:moveTo>
                      <a:pt x="1" y="10492"/>
                    </a:moveTo>
                    <a:lnTo>
                      <a:pt x="9017" y="10492"/>
                    </a:lnTo>
                    <a:lnTo>
                      <a:pt x="9017" y="0"/>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1595;p36">
                <a:extLst>
                  <a:ext uri="{FF2B5EF4-FFF2-40B4-BE49-F238E27FC236}">
                    <a16:creationId xmlns:a16="http://schemas.microsoft.com/office/drawing/2014/main" id="{ADD9C7FE-1E1D-2183-835E-978789667CDE}"/>
                  </a:ext>
                </a:extLst>
              </p:cNvPr>
              <p:cNvSpPr/>
              <p:nvPr/>
            </p:nvSpPr>
            <p:spPr>
              <a:xfrm>
                <a:off x="3450950" y="4494102"/>
                <a:ext cx="72825" cy="772845"/>
              </a:xfrm>
              <a:custGeom>
                <a:avLst/>
                <a:gdLst/>
                <a:ahLst/>
                <a:cxnLst/>
                <a:rect l="l" t="t" r="r" b="b"/>
                <a:pathLst>
                  <a:path w="2913" h="47567" extrusionOk="0">
                    <a:moveTo>
                      <a:pt x="1" y="47567"/>
                    </a:moveTo>
                    <a:lnTo>
                      <a:pt x="2913" y="47567"/>
                    </a:lnTo>
                    <a:lnTo>
                      <a:pt x="291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 name="Google Shape;1596;p36">
              <a:extLst>
                <a:ext uri="{FF2B5EF4-FFF2-40B4-BE49-F238E27FC236}">
                  <a16:creationId xmlns:a16="http://schemas.microsoft.com/office/drawing/2014/main" id="{363E7CD6-0655-7712-F188-D4A1892F1A79}"/>
                </a:ext>
              </a:extLst>
            </p:cNvPr>
            <p:cNvGrpSpPr/>
            <p:nvPr/>
          </p:nvGrpSpPr>
          <p:grpSpPr>
            <a:xfrm flipH="1">
              <a:off x="-109714" y="4175950"/>
              <a:ext cx="2474925" cy="1050047"/>
              <a:chOff x="3379075" y="4216900"/>
              <a:chExt cx="2474925" cy="1050047"/>
            </a:xfrm>
            <a:grpFill/>
          </p:grpSpPr>
          <p:sp>
            <p:nvSpPr>
              <p:cNvPr id="31" name="Google Shape;1597;p36">
                <a:extLst>
                  <a:ext uri="{FF2B5EF4-FFF2-40B4-BE49-F238E27FC236}">
                    <a16:creationId xmlns:a16="http://schemas.microsoft.com/office/drawing/2014/main" id="{F3148BB1-74BB-E3AA-0F4B-C21D4AC4EB37}"/>
                  </a:ext>
                </a:extLst>
              </p:cNvPr>
              <p:cNvSpPr/>
              <p:nvPr/>
            </p:nvSpPr>
            <p:spPr>
              <a:xfrm>
                <a:off x="5628575" y="4216900"/>
                <a:ext cx="225425" cy="266525"/>
              </a:xfrm>
              <a:custGeom>
                <a:avLst/>
                <a:gdLst/>
                <a:ahLst/>
                <a:cxnLst/>
                <a:rect l="l" t="t" r="r" b="b"/>
                <a:pathLst>
                  <a:path w="9017" h="10661" extrusionOk="0">
                    <a:moveTo>
                      <a:pt x="0" y="10660"/>
                    </a:moveTo>
                    <a:lnTo>
                      <a:pt x="9017" y="10660"/>
                    </a:lnTo>
                    <a:lnTo>
                      <a:pt x="9017" y="1"/>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1598;p36">
                <a:extLst>
                  <a:ext uri="{FF2B5EF4-FFF2-40B4-BE49-F238E27FC236}">
                    <a16:creationId xmlns:a16="http://schemas.microsoft.com/office/drawing/2014/main" id="{D9908424-AB83-2E5A-7E1B-4F05BF8A7D8C}"/>
                  </a:ext>
                </a:extLst>
              </p:cNvPr>
              <p:cNvSpPr/>
              <p:nvPr/>
            </p:nvSpPr>
            <p:spPr>
              <a:xfrm>
                <a:off x="5700425" y="4473175"/>
                <a:ext cx="72850" cy="792553"/>
              </a:xfrm>
              <a:custGeom>
                <a:avLst/>
                <a:gdLst/>
                <a:ahLst/>
                <a:cxnLst/>
                <a:rect l="l" t="t" r="r" b="b"/>
                <a:pathLst>
                  <a:path w="2914" h="48780" extrusionOk="0">
                    <a:moveTo>
                      <a:pt x="1" y="48780"/>
                    </a:moveTo>
                    <a:lnTo>
                      <a:pt x="2913" y="48780"/>
                    </a:lnTo>
                    <a:lnTo>
                      <a:pt x="291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1599;p36">
                <a:extLst>
                  <a:ext uri="{FF2B5EF4-FFF2-40B4-BE49-F238E27FC236}">
                    <a16:creationId xmlns:a16="http://schemas.microsoft.com/office/drawing/2014/main" id="{75784BB2-2247-526C-246D-94643E0186E7}"/>
                  </a:ext>
                </a:extLst>
              </p:cNvPr>
              <p:cNvSpPr/>
              <p:nvPr/>
            </p:nvSpPr>
            <p:spPr>
              <a:xfrm>
                <a:off x="4520150" y="4216900"/>
                <a:ext cx="225450" cy="266525"/>
              </a:xfrm>
              <a:custGeom>
                <a:avLst/>
                <a:gdLst/>
                <a:ahLst/>
                <a:cxnLst/>
                <a:rect l="l" t="t" r="r" b="b"/>
                <a:pathLst>
                  <a:path w="9018" h="10661" extrusionOk="0">
                    <a:moveTo>
                      <a:pt x="1" y="10660"/>
                    </a:moveTo>
                    <a:lnTo>
                      <a:pt x="9017" y="10660"/>
                    </a:lnTo>
                    <a:lnTo>
                      <a:pt x="9017"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1600;p36">
                <a:extLst>
                  <a:ext uri="{FF2B5EF4-FFF2-40B4-BE49-F238E27FC236}">
                    <a16:creationId xmlns:a16="http://schemas.microsoft.com/office/drawing/2014/main" id="{D446ADCA-3583-B3F1-CBA3-E3DED1818624}"/>
                  </a:ext>
                </a:extLst>
              </p:cNvPr>
              <p:cNvSpPr/>
              <p:nvPr/>
            </p:nvSpPr>
            <p:spPr>
              <a:xfrm>
                <a:off x="4592025" y="4473175"/>
                <a:ext cx="72825" cy="792553"/>
              </a:xfrm>
              <a:custGeom>
                <a:avLst/>
                <a:gdLst/>
                <a:ahLst/>
                <a:cxnLst/>
                <a:rect l="l" t="t" r="r" b="b"/>
                <a:pathLst>
                  <a:path w="2913" h="48780" extrusionOk="0">
                    <a:moveTo>
                      <a:pt x="1" y="48780"/>
                    </a:moveTo>
                    <a:lnTo>
                      <a:pt x="2913" y="48780"/>
                    </a:lnTo>
                    <a:lnTo>
                      <a:pt x="291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1601;p36">
                <a:extLst>
                  <a:ext uri="{FF2B5EF4-FFF2-40B4-BE49-F238E27FC236}">
                    <a16:creationId xmlns:a16="http://schemas.microsoft.com/office/drawing/2014/main" id="{A833F2CE-8D6D-E98A-AC55-BE507902349D}"/>
                  </a:ext>
                </a:extLst>
              </p:cNvPr>
              <p:cNvSpPr/>
              <p:nvPr/>
            </p:nvSpPr>
            <p:spPr>
              <a:xfrm>
                <a:off x="3379075" y="4251450"/>
                <a:ext cx="225450" cy="262300"/>
              </a:xfrm>
              <a:custGeom>
                <a:avLst/>
                <a:gdLst/>
                <a:ahLst/>
                <a:cxnLst/>
                <a:rect l="l" t="t" r="r" b="b"/>
                <a:pathLst>
                  <a:path w="9018" h="10492" extrusionOk="0">
                    <a:moveTo>
                      <a:pt x="1" y="10492"/>
                    </a:moveTo>
                    <a:lnTo>
                      <a:pt x="9017" y="10492"/>
                    </a:lnTo>
                    <a:lnTo>
                      <a:pt x="9017" y="0"/>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1602;p36">
                <a:extLst>
                  <a:ext uri="{FF2B5EF4-FFF2-40B4-BE49-F238E27FC236}">
                    <a16:creationId xmlns:a16="http://schemas.microsoft.com/office/drawing/2014/main" id="{7B13F487-589B-FDB6-B7CE-8A0273FBA9DC}"/>
                  </a:ext>
                </a:extLst>
              </p:cNvPr>
              <p:cNvSpPr/>
              <p:nvPr/>
            </p:nvSpPr>
            <p:spPr>
              <a:xfrm>
                <a:off x="3450950" y="4494102"/>
                <a:ext cx="72825" cy="772845"/>
              </a:xfrm>
              <a:custGeom>
                <a:avLst/>
                <a:gdLst/>
                <a:ahLst/>
                <a:cxnLst/>
                <a:rect l="l" t="t" r="r" b="b"/>
                <a:pathLst>
                  <a:path w="2913" h="47567" extrusionOk="0">
                    <a:moveTo>
                      <a:pt x="1" y="47567"/>
                    </a:moveTo>
                    <a:lnTo>
                      <a:pt x="2913" y="47567"/>
                    </a:lnTo>
                    <a:lnTo>
                      <a:pt x="2913" y="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19" name="Rectangle: Rounded Corners 118">
            <a:extLst>
              <a:ext uri="{FF2B5EF4-FFF2-40B4-BE49-F238E27FC236}">
                <a16:creationId xmlns:a16="http://schemas.microsoft.com/office/drawing/2014/main" id="{609DFCB4-F985-FC69-1E04-6320C40DB4BB}"/>
              </a:ext>
            </a:extLst>
          </p:cNvPr>
          <p:cNvSpPr/>
          <p:nvPr/>
        </p:nvSpPr>
        <p:spPr>
          <a:xfrm>
            <a:off x="110358" y="564444"/>
            <a:ext cx="2077414" cy="3483931"/>
          </a:xfrm>
          <a:prstGeom prst="roundRect">
            <a:avLst/>
          </a:prstGeom>
          <a:solidFill>
            <a:srgbClr val="002060"/>
          </a:solidFill>
          <a:ln>
            <a:solidFill>
              <a:srgbClr val="3A729A"/>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dirty="0">
              <a:solidFill>
                <a:srgbClr val="FFFFFF"/>
              </a:solidFill>
            </a:endParaRPr>
          </a:p>
        </p:txBody>
      </p:sp>
      <p:sp>
        <p:nvSpPr>
          <p:cNvPr id="120" name="Flowchart: Alternate Process 119">
            <a:extLst>
              <a:ext uri="{FF2B5EF4-FFF2-40B4-BE49-F238E27FC236}">
                <a16:creationId xmlns:a16="http://schemas.microsoft.com/office/drawing/2014/main" id="{3630FB7B-B686-72F1-A1B0-7A78BDCD626A}"/>
              </a:ext>
            </a:extLst>
          </p:cNvPr>
          <p:cNvSpPr/>
          <p:nvPr/>
        </p:nvSpPr>
        <p:spPr>
          <a:xfrm>
            <a:off x="333384" y="3178001"/>
            <a:ext cx="2493272" cy="554753"/>
          </a:xfrm>
          <a:prstGeom prst="flowChartAlternateProcess">
            <a:avLst/>
          </a:prstGeom>
          <a:solidFill>
            <a:srgbClr val="0070C0"/>
          </a:solidFill>
          <a:ln>
            <a:solidFill>
              <a:srgbClr val="69ABD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 name="Google Shape;397;p38">
            <a:extLst>
              <a:ext uri="{FF2B5EF4-FFF2-40B4-BE49-F238E27FC236}">
                <a16:creationId xmlns:a16="http://schemas.microsoft.com/office/drawing/2014/main" id="{9A01A674-690B-46E5-7492-7F3C33221C0B}"/>
              </a:ext>
            </a:extLst>
          </p:cNvPr>
          <p:cNvSpPr txBox="1">
            <a:spLocks/>
          </p:cNvSpPr>
          <p:nvPr/>
        </p:nvSpPr>
        <p:spPr>
          <a:xfrm>
            <a:off x="-84153" y="3027127"/>
            <a:ext cx="2493272" cy="8400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r>
              <a:rPr lang="en-US" sz="1600" b="1" dirty="0">
                <a:solidFill>
                  <a:srgbClr val="FFFFFF"/>
                </a:solidFill>
              </a:rPr>
              <a:t>Holiday Scheduling</a:t>
            </a:r>
          </a:p>
        </p:txBody>
      </p:sp>
      <p:grpSp>
        <p:nvGrpSpPr>
          <p:cNvPr id="6" name="Group 5">
            <a:extLst>
              <a:ext uri="{FF2B5EF4-FFF2-40B4-BE49-F238E27FC236}">
                <a16:creationId xmlns:a16="http://schemas.microsoft.com/office/drawing/2014/main" id="{2A17A041-7388-6E60-64FF-0868BA8E4E15}"/>
              </a:ext>
            </a:extLst>
          </p:cNvPr>
          <p:cNvGrpSpPr/>
          <p:nvPr/>
        </p:nvGrpSpPr>
        <p:grpSpPr>
          <a:xfrm>
            <a:off x="2981524" y="1117662"/>
            <a:ext cx="5672197" cy="2652304"/>
            <a:chOff x="2981524" y="1117662"/>
            <a:chExt cx="5672197" cy="2652304"/>
          </a:xfrm>
        </p:grpSpPr>
        <p:sp>
          <p:nvSpPr>
            <p:cNvPr id="121" name="Flowchart: Alternate Process 120">
              <a:extLst>
                <a:ext uri="{FF2B5EF4-FFF2-40B4-BE49-F238E27FC236}">
                  <a16:creationId xmlns:a16="http://schemas.microsoft.com/office/drawing/2014/main" id="{12D92B4D-873E-A764-DCD9-6293E128ABC7}"/>
                </a:ext>
              </a:extLst>
            </p:cNvPr>
            <p:cNvSpPr/>
            <p:nvPr/>
          </p:nvSpPr>
          <p:spPr>
            <a:xfrm>
              <a:off x="2981524" y="1117662"/>
              <a:ext cx="5672197" cy="2652304"/>
            </a:xfrm>
            <a:prstGeom prst="flowChartAlternateProcess">
              <a:avLst/>
            </a:prstGeom>
            <a:solidFill>
              <a:srgbClr val="002E50"/>
            </a:solidFill>
            <a:ln>
              <a:solidFill>
                <a:srgbClr val="69ABD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 name="Google Shape;398;p38">
              <a:extLst>
                <a:ext uri="{FF2B5EF4-FFF2-40B4-BE49-F238E27FC236}">
                  <a16:creationId xmlns:a16="http://schemas.microsoft.com/office/drawing/2014/main" id="{5BE569C6-F7A5-9B83-6F65-AB85C8D27766}"/>
                </a:ext>
              </a:extLst>
            </p:cNvPr>
            <p:cNvSpPr txBox="1">
              <a:spLocks/>
            </p:cNvSpPr>
            <p:nvPr/>
          </p:nvSpPr>
          <p:spPr>
            <a:xfrm>
              <a:off x="3015471" y="1943590"/>
              <a:ext cx="5540149" cy="1086821"/>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ctr">
                <a:spcBef>
                  <a:spcPts val="0"/>
                </a:spcBef>
                <a:spcAft>
                  <a:spcPts val="0"/>
                </a:spcAft>
                <a:buNone/>
              </a:pPr>
              <a:r>
                <a:rPr lang="en-US" sz="1400" dirty="0">
                  <a:solidFill>
                    <a:srgbClr val="FFFFFF"/>
                  </a:solidFill>
                </a:rPr>
                <a:t>Bookings drop 35% on holidays (e.g., Christmas).</a:t>
              </a:r>
            </a:p>
            <a:p>
              <a:pPr marL="0" lvl="0" indent="0" algn="ctr">
                <a:spcBef>
                  <a:spcPts val="0"/>
                </a:spcBef>
                <a:spcAft>
                  <a:spcPts val="0"/>
                </a:spcAft>
                <a:buNone/>
              </a:pPr>
              <a:r>
                <a:rPr lang="en-US" sz="1400" dirty="0">
                  <a:solidFill>
                    <a:srgbClr val="FFFFFF"/>
                  </a:solidFill>
                </a:rPr>
                <a:t>Recommendation:</a:t>
              </a:r>
            </a:p>
            <a:p>
              <a:pPr marL="0" lvl="0" indent="0" algn="ctr">
                <a:spcBef>
                  <a:spcPts val="0"/>
                </a:spcBef>
                <a:spcAft>
                  <a:spcPts val="0"/>
                </a:spcAft>
                <a:buNone/>
              </a:pPr>
              <a:endParaRPr lang="en-US" sz="1400" dirty="0">
                <a:solidFill>
                  <a:srgbClr val="FFFFFF"/>
                </a:solidFill>
              </a:endParaRPr>
            </a:p>
            <a:p>
              <a:pPr marL="0" lvl="0" indent="0" algn="ctr">
                <a:spcBef>
                  <a:spcPts val="0"/>
                </a:spcBef>
                <a:spcAft>
                  <a:spcPts val="0"/>
                </a:spcAft>
                <a:buNone/>
              </a:pPr>
              <a:r>
                <a:rPr lang="en-US" sz="1400" dirty="0">
                  <a:solidFill>
                    <a:srgbClr val="FFFFFF"/>
                  </a:solidFill>
                </a:rPr>
                <a:t>Maintain current reduced trips to match demand.</a:t>
              </a:r>
            </a:p>
          </p:txBody>
        </p:sp>
      </p:grpSp>
      <p:sp>
        <p:nvSpPr>
          <p:cNvPr id="123" name="Google Shape;397;p38">
            <a:extLst>
              <a:ext uri="{FF2B5EF4-FFF2-40B4-BE49-F238E27FC236}">
                <a16:creationId xmlns:a16="http://schemas.microsoft.com/office/drawing/2014/main" id="{04399BA9-1F0C-8174-BC9C-99AF97591CAB}"/>
              </a:ext>
            </a:extLst>
          </p:cNvPr>
          <p:cNvSpPr txBox="1">
            <a:spLocks/>
          </p:cNvSpPr>
          <p:nvPr/>
        </p:nvSpPr>
        <p:spPr>
          <a:xfrm>
            <a:off x="2657842" y="17744"/>
            <a:ext cx="4812797" cy="8400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6000"/>
              <a:buFont typeface="Montserrat ExtraBold"/>
              <a:buNone/>
              <a:defRPr sz="4000" b="0" i="0" u="none" strike="noStrike" cap="none">
                <a:solidFill>
                  <a:schemeClr val="dk2"/>
                </a:solidFill>
                <a:latin typeface="Montserrat ExtraBold"/>
                <a:ea typeface="Montserrat ExtraBold"/>
                <a:cs typeface="Montserrat ExtraBold"/>
                <a:sym typeface="Montserrat ExtraBold"/>
              </a:defRPr>
            </a:lvl1pPr>
            <a:lvl2pPr marR="0" lvl="1"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2pPr>
            <a:lvl3pPr marR="0" lvl="2"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3pPr>
            <a:lvl4pPr marR="0" lvl="3"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4pPr>
            <a:lvl5pPr marR="0" lvl="4"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5pPr>
            <a:lvl6pPr marR="0" lvl="5"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6pPr>
            <a:lvl7pPr marR="0" lvl="6"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7pPr>
            <a:lvl8pPr marR="0" lvl="7"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8pPr>
            <a:lvl9pPr marR="0" lvl="8"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9pPr>
          </a:lstStyle>
          <a:p>
            <a:pPr algn="ctr"/>
            <a:r>
              <a:rPr lang="en-US" sz="3500" dirty="0">
                <a:solidFill>
                  <a:srgbClr val="002060"/>
                </a:solidFill>
              </a:rPr>
              <a:t>Recommendations</a:t>
            </a:r>
          </a:p>
        </p:txBody>
      </p:sp>
      <p:sp>
        <p:nvSpPr>
          <p:cNvPr id="3" name="Google Shape;397;p38">
            <a:extLst>
              <a:ext uri="{FF2B5EF4-FFF2-40B4-BE49-F238E27FC236}">
                <a16:creationId xmlns:a16="http://schemas.microsoft.com/office/drawing/2014/main" id="{E8777781-14EB-0565-F463-EC2F7EB5BACD}"/>
              </a:ext>
            </a:extLst>
          </p:cNvPr>
          <p:cNvSpPr txBox="1">
            <a:spLocks/>
          </p:cNvSpPr>
          <p:nvPr/>
        </p:nvSpPr>
        <p:spPr>
          <a:xfrm>
            <a:off x="-155725" y="852243"/>
            <a:ext cx="2343497" cy="8400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dirty="0">
                <a:solidFill>
                  <a:srgbClr val="FFFFFF"/>
                </a:solidFill>
              </a:rPr>
              <a:t>Immediate </a:t>
            </a:r>
          </a:p>
          <a:p>
            <a:pPr algn="ctr"/>
            <a:r>
              <a:rPr lang="en-US" sz="1200" dirty="0">
                <a:solidFill>
                  <a:srgbClr val="FFFFFF"/>
                </a:solidFill>
              </a:rPr>
              <a:t>(0–3 Months)</a:t>
            </a:r>
          </a:p>
        </p:txBody>
      </p:sp>
      <p:sp>
        <p:nvSpPr>
          <p:cNvPr id="4" name="Google Shape;397;p38">
            <a:extLst>
              <a:ext uri="{FF2B5EF4-FFF2-40B4-BE49-F238E27FC236}">
                <a16:creationId xmlns:a16="http://schemas.microsoft.com/office/drawing/2014/main" id="{97773531-C33E-C69F-CD43-6F519DB0F530}"/>
              </a:ext>
            </a:extLst>
          </p:cNvPr>
          <p:cNvSpPr txBox="1">
            <a:spLocks/>
          </p:cNvSpPr>
          <p:nvPr/>
        </p:nvSpPr>
        <p:spPr>
          <a:xfrm>
            <a:off x="202372" y="1639043"/>
            <a:ext cx="1875955" cy="8400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dirty="0">
                <a:solidFill>
                  <a:srgbClr val="FFFFFF"/>
                </a:solidFill>
              </a:rPr>
              <a:t>Short-Term </a:t>
            </a:r>
          </a:p>
          <a:p>
            <a:pPr algn="ctr"/>
            <a:r>
              <a:rPr lang="en-US" sz="1200" dirty="0">
                <a:solidFill>
                  <a:srgbClr val="FFFFFF"/>
                </a:solidFill>
              </a:rPr>
              <a:t>(3–6 Months)</a:t>
            </a:r>
          </a:p>
        </p:txBody>
      </p:sp>
      <p:sp>
        <p:nvSpPr>
          <p:cNvPr id="2" name="Google Shape;397;p38">
            <a:extLst>
              <a:ext uri="{FF2B5EF4-FFF2-40B4-BE49-F238E27FC236}">
                <a16:creationId xmlns:a16="http://schemas.microsoft.com/office/drawing/2014/main" id="{B35907EE-47F9-E5E5-BBE8-A3C8EDD622E3}"/>
              </a:ext>
            </a:extLst>
          </p:cNvPr>
          <p:cNvSpPr txBox="1">
            <a:spLocks/>
          </p:cNvSpPr>
          <p:nvPr/>
        </p:nvSpPr>
        <p:spPr>
          <a:xfrm>
            <a:off x="100715" y="2352630"/>
            <a:ext cx="1875955" cy="8400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lgn="ctr"/>
            <a:r>
              <a:rPr lang="en-US" sz="1200" dirty="0">
                <a:solidFill>
                  <a:srgbClr val="FFFFFF"/>
                </a:solidFill>
              </a:rPr>
              <a:t>Long-Term</a:t>
            </a:r>
          </a:p>
          <a:p>
            <a:pPr lvl="0" algn="ctr"/>
            <a:r>
              <a:rPr lang="en-US" sz="1200" dirty="0">
                <a:solidFill>
                  <a:srgbClr val="FFFFFF"/>
                </a:solidFill>
              </a:rPr>
              <a:t>(6+ Months)</a:t>
            </a:r>
          </a:p>
        </p:txBody>
      </p:sp>
      <p:grpSp>
        <p:nvGrpSpPr>
          <p:cNvPr id="94" name="Google Shape;1117;p30">
            <a:extLst>
              <a:ext uri="{FF2B5EF4-FFF2-40B4-BE49-F238E27FC236}">
                <a16:creationId xmlns:a16="http://schemas.microsoft.com/office/drawing/2014/main" id="{E301E5F0-5493-8AD1-B933-AAF5C33EBA08}"/>
              </a:ext>
            </a:extLst>
          </p:cNvPr>
          <p:cNvGrpSpPr/>
          <p:nvPr/>
        </p:nvGrpSpPr>
        <p:grpSpPr>
          <a:xfrm rot="165239" flipH="1">
            <a:off x="9273087" y="4317811"/>
            <a:ext cx="2580526" cy="685136"/>
            <a:chOff x="3962175" y="2631750"/>
            <a:chExt cx="3075700" cy="952625"/>
          </a:xfrm>
        </p:grpSpPr>
        <p:sp>
          <p:nvSpPr>
            <p:cNvPr id="95" name="Google Shape;1118;p30">
              <a:extLst>
                <a:ext uri="{FF2B5EF4-FFF2-40B4-BE49-F238E27FC236}">
                  <a16:creationId xmlns:a16="http://schemas.microsoft.com/office/drawing/2014/main" id="{C03112D0-AEB4-334C-FA12-C27317F1E855}"/>
                </a:ext>
              </a:extLst>
            </p:cNvPr>
            <p:cNvSpPr/>
            <p:nvPr/>
          </p:nvSpPr>
          <p:spPr>
            <a:xfrm>
              <a:off x="3962175" y="3227750"/>
              <a:ext cx="3075700" cy="356625"/>
            </a:xfrm>
            <a:custGeom>
              <a:avLst/>
              <a:gdLst/>
              <a:ahLst/>
              <a:cxnLst/>
              <a:rect l="l" t="t" r="r" b="b"/>
              <a:pathLst>
                <a:path w="123028" h="14265" extrusionOk="0">
                  <a:moveTo>
                    <a:pt x="114046" y="1"/>
                  </a:moveTo>
                  <a:lnTo>
                    <a:pt x="114046" y="1239"/>
                  </a:lnTo>
                  <a:lnTo>
                    <a:pt x="114579" y="1239"/>
                  </a:lnTo>
                  <a:lnTo>
                    <a:pt x="114579" y="3167"/>
                  </a:lnTo>
                  <a:lnTo>
                    <a:pt x="109877" y="3167"/>
                  </a:lnTo>
                  <a:lnTo>
                    <a:pt x="109877" y="2728"/>
                  </a:lnTo>
                  <a:lnTo>
                    <a:pt x="108984" y="2728"/>
                  </a:lnTo>
                  <a:lnTo>
                    <a:pt x="108984" y="1913"/>
                  </a:lnTo>
                  <a:cubicBezTo>
                    <a:pt x="108984" y="1411"/>
                    <a:pt x="108513" y="1004"/>
                    <a:pt x="107980" y="1098"/>
                  </a:cubicBezTo>
                  <a:lnTo>
                    <a:pt x="107980" y="1098"/>
                  </a:lnTo>
                  <a:cubicBezTo>
                    <a:pt x="107573" y="1161"/>
                    <a:pt x="107291" y="1553"/>
                    <a:pt x="107291" y="1960"/>
                  </a:cubicBezTo>
                  <a:lnTo>
                    <a:pt x="107291" y="1960"/>
                  </a:lnTo>
                  <a:lnTo>
                    <a:pt x="107291" y="2728"/>
                  </a:lnTo>
                  <a:lnTo>
                    <a:pt x="106397" y="2728"/>
                  </a:lnTo>
                  <a:lnTo>
                    <a:pt x="106397" y="3167"/>
                  </a:lnTo>
                  <a:lnTo>
                    <a:pt x="105237" y="3167"/>
                  </a:lnTo>
                  <a:lnTo>
                    <a:pt x="105237" y="1615"/>
                  </a:lnTo>
                  <a:lnTo>
                    <a:pt x="103921" y="1615"/>
                  </a:lnTo>
                  <a:lnTo>
                    <a:pt x="103921" y="3167"/>
                  </a:lnTo>
                  <a:lnTo>
                    <a:pt x="100112" y="3167"/>
                  </a:lnTo>
                  <a:lnTo>
                    <a:pt x="100112" y="1521"/>
                  </a:lnTo>
                  <a:cubicBezTo>
                    <a:pt x="100112" y="675"/>
                    <a:pt x="99438" y="1"/>
                    <a:pt x="98591" y="1"/>
                  </a:cubicBezTo>
                  <a:lnTo>
                    <a:pt x="98591" y="1"/>
                  </a:lnTo>
                  <a:lnTo>
                    <a:pt x="88403" y="1"/>
                  </a:lnTo>
                  <a:cubicBezTo>
                    <a:pt x="87870" y="1"/>
                    <a:pt x="87431" y="440"/>
                    <a:pt x="87463" y="988"/>
                  </a:cubicBezTo>
                  <a:lnTo>
                    <a:pt x="87463" y="988"/>
                  </a:lnTo>
                  <a:cubicBezTo>
                    <a:pt x="87494" y="1490"/>
                    <a:pt x="87949" y="1882"/>
                    <a:pt x="88466" y="1882"/>
                  </a:cubicBezTo>
                  <a:lnTo>
                    <a:pt x="88466" y="1882"/>
                  </a:lnTo>
                  <a:lnTo>
                    <a:pt x="92149" y="1882"/>
                  </a:lnTo>
                  <a:cubicBezTo>
                    <a:pt x="92964" y="1882"/>
                    <a:pt x="93638" y="2540"/>
                    <a:pt x="93638" y="3355"/>
                  </a:cubicBezTo>
                  <a:lnTo>
                    <a:pt x="93638" y="3355"/>
                  </a:lnTo>
                  <a:lnTo>
                    <a:pt x="93638" y="5785"/>
                  </a:lnTo>
                  <a:cubicBezTo>
                    <a:pt x="93638" y="5988"/>
                    <a:pt x="93466" y="6161"/>
                    <a:pt x="93247" y="6161"/>
                  </a:cubicBezTo>
                  <a:lnTo>
                    <a:pt x="93247" y="6161"/>
                  </a:lnTo>
                  <a:lnTo>
                    <a:pt x="88293" y="6161"/>
                  </a:lnTo>
                  <a:cubicBezTo>
                    <a:pt x="87839" y="6161"/>
                    <a:pt x="87463" y="6537"/>
                    <a:pt x="87463" y="6992"/>
                  </a:cubicBezTo>
                  <a:lnTo>
                    <a:pt x="87463" y="6992"/>
                  </a:lnTo>
                  <a:lnTo>
                    <a:pt x="87463" y="9468"/>
                  </a:lnTo>
                  <a:cubicBezTo>
                    <a:pt x="87463" y="10299"/>
                    <a:pt x="87823" y="11036"/>
                    <a:pt x="88403" y="11537"/>
                  </a:cubicBezTo>
                  <a:lnTo>
                    <a:pt x="88403" y="11537"/>
                  </a:lnTo>
                  <a:cubicBezTo>
                    <a:pt x="88388" y="11615"/>
                    <a:pt x="88388" y="11678"/>
                    <a:pt x="88372" y="11741"/>
                  </a:cubicBezTo>
                  <a:lnTo>
                    <a:pt x="88372" y="11741"/>
                  </a:lnTo>
                  <a:lnTo>
                    <a:pt x="85221" y="11741"/>
                  </a:lnTo>
                  <a:lnTo>
                    <a:pt x="85221" y="3512"/>
                  </a:lnTo>
                  <a:cubicBezTo>
                    <a:pt x="85221" y="2430"/>
                    <a:pt x="84359" y="1553"/>
                    <a:pt x="83278" y="1553"/>
                  </a:cubicBezTo>
                  <a:lnTo>
                    <a:pt x="83278" y="1553"/>
                  </a:lnTo>
                  <a:lnTo>
                    <a:pt x="46083" y="1553"/>
                  </a:lnTo>
                  <a:cubicBezTo>
                    <a:pt x="45017" y="1553"/>
                    <a:pt x="44139" y="2430"/>
                    <a:pt x="44139" y="3512"/>
                  </a:cubicBezTo>
                  <a:lnTo>
                    <a:pt x="44139" y="3512"/>
                  </a:lnTo>
                  <a:lnTo>
                    <a:pt x="44139" y="10330"/>
                  </a:lnTo>
                  <a:lnTo>
                    <a:pt x="42211" y="10330"/>
                  </a:lnTo>
                  <a:lnTo>
                    <a:pt x="42211" y="3512"/>
                  </a:lnTo>
                  <a:cubicBezTo>
                    <a:pt x="42211" y="2430"/>
                    <a:pt x="41333" y="1553"/>
                    <a:pt x="40267" y="1553"/>
                  </a:cubicBezTo>
                  <a:lnTo>
                    <a:pt x="40267" y="1553"/>
                  </a:lnTo>
                  <a:lnTo>
                    <a:pt x="3072" y="1553"/>
                  </a:lnTo>
                  <a:cubicBezTo>
                    <a:pt x="2006" y="1553"/>
                    <a:pt x="1129" y="2430"/>
                    <a:pt x="1129" y="3512"/>
                  </a:cubicBezTo>
                  <a:lnTo>
                    <a:pt x="1129" y="3512"/>
                  </a:lnTo>
                  <a:lnTo>
                    <a:pt x="1129" y="10330"/>
                  </a:lnTo>
                  <a:lnTo>
                    <a:pt x="0" y="10330"/>
                  </a:lnTo>
                  <a:lnTo>
                    <a:pt x="0" y="11130"/>
                  </a:lnTo>
                  <a:lnTo>
                    <a:pt x="1129" y="11130"/>
                  </a:lnTo>
                  <a:lnTo>
                    <a:pt x="1129" y="12650"/>
                  </a:lnTo>
                  <a:lnTo>
                    <a:pt x="1865" y="12650"/>
                  </a:lnTo>
                  <a:cubicBezTo>
                    <a:pt x="1865" y="13481"/>
                    <a:pt x="2555" y="14170"/>
                    <a:pt x="3386" y="14170"/>
                  </a:cubicBezTo>
                  <a:lnTo>
                    <a:pt x="3386" y="14170"/>
                  </a:lnTo>
                  <a:cubicBezTo>
                    <a:pt x="4232" y="14170"/>
                    <a:pt x="4906" y="13481"/>
                    <a:pt x="4906" y="12650"/>
                  </a:cubicBezTo>
                  <a:lnTo>
                    <a:pt x="4906" y="12650"/>
                  </a:lnTo>
                  <a:lnTo>
                    <a:pt x="6113" y="12650"/>
                  </a:lnTo>
                  <a:cubicBezTo>
                    <a:pt x="6113" y="13481"/>
                    <a:pt x="6803" y="14170"/>
                    <a:pt x="7633" y="14170"/>
                  </a:cubicBezTo>
                  <a:lnTo>
                    <a:pt x="7633" y="14170"/>
                  </a:lnTo>
                  <a:cubicBezTo>
                    <a:pt x="8480" y="14170"/>
                    <a:pt x="9154" y="13481"/>
                    <a:pt x="9154" y="12650"/>
                  </a:cubicBezTo>
                  <a:lnTo>
                    <a:pt x="9154" y="12650"/>
                  </a:lnTo>
                  <a:lnTo>
                    <a:pt x="33966" y="12650"/>
                  </a:lnTo>
                  <a:cubicBezTo>
                    <a:pt x="33966" y="13481"/>
                    <a:pt x="34640" y="14170"/>
                    <a:pt x="35487" y="14170"/>
                  </a:cubicBezTo>
                  <a:lnTo>
                    <a:pt x="35487" y="14170"/>
                  </a:lnTo>
                  <a:cubicBezTo>
                    <a:pt x="36317" y="14170"/>
                    <a:pt x="37007" y="13481"/>
                    <a:pt x="37007" y="12650"/>
                  </a:cubicBezTo>
                  <a:lnTo>
                    <a:pt x="37007" y="12650"/>
                  </a:lnTo>
                  <a:lnTo>
                    <a:pt x="38198" y="12650"/>
                  </a:lnTo>
                  <a:cubicBezTo>
                    <a:pt x="38198" y="13481"/>
                    <a:pt x="38888" y="14170"/>
                    <a:pt x="39734" y="14170"/>
                  </a:cubicBezTo>
                  <a:lnTo>
                    <a:pt x="39734" y="14170"/>
                  </a:lnTo>
                  <a:cubicBezTo>
                    <a:pt x="40565" y="14170"/>
                    <a:pt x="41255" y="13481"/>
                    <a:pt x="41255" y="12650"/>
                  </a:cubicBezTo>
                  <a:lnTo>
                    <a:pt x="41255" y="12650"/>
                  </a:lnTo>
                  <a:lnTo>
                    <a:pt x="42211" y="12650"/>
                  </a:lnTo>
                  <a:lnTo>
                    <a:pt x="42211" y="11130"/>
                  </a:lnTo>
                  <a:lnTo>
                    <a:pt x="44139" y="11130"/>
                  </a:lnTo>
                  <a:lnTo>
                    <a:pt x="44139" y="12650"/>
                  </a:lnTo>
                  <a:lnTo>
                    <a:pt x="44876" y="12650"/>
                  </a:lnTo>
                  <a:cubicBezTo>
                    <a:pt x="44876" y="13481"/>
                    <a:pt x="45565" y="14170"/>
                    <a:pt x="46412" y="14170"/>
                  </a:cubicBezTo>
                  <a:lnTo>
                    <a:pt x="46412" y="14170"/>
                  </a:lnTo>
                  <a:cubicBezTo>
                    <a:pt x="47242" y="14170"/>
                    <a:pt x="47932" y="13481"/>
                    <a:pt x="47932" y="12650"/>
                  </a:cubicBezTo>
                  <a:lnTo>
                    <a:pt x="47932" y="12650"/>
                  </a:lnTo>
                  <a:lnTo>
                    <a:pt x="49123" y="12650"/>
                  </a:lnTo>
                  <a:cubicBezTo>
                    <a:pt x="49123" y="13481"/>
                    <a:pt x="49813" y="14170"/>
                    <a:pt x="50644" y="14170"/>
                  </a:cubicBezTo>
                  <a:lnTo>
                    <a:pt x="50644" y="14170"/>
                  </a:lnTo>
                  <a:cubicBezTo>
                    <a:pt x="51490" y="14170"/>
                    <a:pt x="52164" y="13481"/>
                    <a:pt x="52164" y="12650"/>
                  </a:cubicBezTo>
                  <a:lnTo>
                    <a:pt x="52164" y="12650"/>
                  </a:lnTo>
                  <a:lnTo>
                    <a:pt x="76977" y="12650"/>
                  </a:lnTo>
                  <a:cubicBezTo>
                    <a:pt x="76977" y="13481"/>
                    <a:pt x="77651" y="14170"/>
                    <a:pt x="78497" y="14170"/>
                  </a:cubicBezTo>
                  <a:lnTo>
                    <a:pt x="78497" y="14170"/>
                  </a:lnTo>
                  <a:cubicBezTo>
                    <a:pt x="79343" y="14170"/>
                    <a:pt x="80017" y="13481"/>
                    <a:pt x="80017" y="12650"/>
                  </a:cubicBezTo>
                  <a:lnTo>
                    <a:pt x="80017" y="12650"/>
                  </a:lnTo>
                  <a:lnTo>
                    <a:pt x="81224" y="12650"/>
                  </a:lnTo>
                  <a:cubicBezTo>
                    <a:pt x="81224" y="13481"/>
                    <a:pt x="81898" y="14170"/>
                    <a:pt x="82745" y="14170"/>
                  </a:cubicBezTo>
                  <a:lnTo>
                    <a:pt x="82745" y="14170"/>
                  </a:lnTo>
                  <a:cubicBezTo>
                    <a:pt x="83575" y="14170"/>
                    <a:pt x="84265" y="13481"/>
                    <a:pt x="84265" y="12650"/>
                  </a:cubicBezTo>
                  <a:lnTo>
                    <a:pt x="84265" y="12650"/>
                  </a:lnTo>
                  <a:lnTo>
                    <a:pt x="88497" y="12650"/>
                  </a:lnTo>
                  <a:cubicBezTo>
                    <a:pt x="88811" y="13528"/>
                    <a:pt x="89657" y="14170"/>
                    <a:pt x="90645" y="14170"/>
                  </a:cubicBezTo>
                  <a:lnTo>
                    <a:pt x="90645" y="14170"/>
                  </a:lnTo>
                  <a:cubicBezTo>
                    <a:pt x="91789" y="14170"/>
                    <a:pt x="92729" y="13340"/>
                    <a:pt x="92902" y="12258"/>
                  </a:cubicBezTo>
                  <a:lnTo>
                    <a:pt x="92902" y="12258"/>
                  </a:lnTo>
                  <a:lnTo>
                    <a:pt x="94939" y="12258"/>
                  </a:lnTo>
                  <a:cubicBezTo>
                    <a:pt x="95174" y="13340"/>
                    <a:pt x="96146" y="14170"/>
                    <a:pt x="97322" y="14170"/>
                  </a:cubicBezTo>
                  <a:lnTo>
                    <a:pt x="97322" y="14170"/>
                  </a:lnTo>
                  <a:cubicBezTo>
                    <a:pt x="98482" y="14170"/>
                    <a:pt x="99454" y="13340"/>
                    <a:pt x="99704" y="12258"/>
                  </a:cubicBezTo>
                  <a:lnTo>
                    <a:pt x="99704" y="12258"/>
                  </a:lnTo>
                  <a:lnTo>
                    <a:pt x="100535" y="12258"/>
                  </a:lnTo>
                  <a:cubicBezTo>
                    <a:pt x="100770" y="13340"/>
                    <a:pt x="101758" y="14170"/>
                    <a:pt x="102918" y="14170"/>
                  </a:cubicBezTo>
                  <a:lnTo>
                    <a:pt x="102918" y="14170"/>
                  </a:lnTo>
                  <a:cubicBezTo>
                    <a:pt x="104093" y="14170"/>
                    <a:pt x="105065" y="13340"/>
                    <a:pt x="105300" y="12258"/>
                  </a:cubicBezTo>
                  <a:lnTo>
                    <a:pt x="105300" y="12258"/>
                  </a:lnTo>
                  <a:lnTo>
                    <a:pt x="106601" y="12258"/>
                  </a:lnTo>
                  <a:cubicBezTo>
                    <a:pt x="106836" y="13340"/>
                    <a:pt x="107808" y="14170"/>
                    <a:pt x="108984" y="14170"/>
                  </a:cubicBezTo>
                  <a:lnTo>
                    <a:pt x="108984" y="14170"/>
                  </a:lnTo>
                  <a:cubicBezTo>
                    <a:pt x="110143" y="14170"/>
                    <a:pt x="111115" y="13340"/>
                    <a:pt x="111366" y="12258"/>
                  </a:cubicBezTo>
                  <a:lnTo>
                    <a:pt x="111366" y="12258"/>
                  </a:lnTo>
                  <a:lnTo>
                    <a:pt x="112197" y="12258"/>
                  </a:lnTo>
                  <a:cubicBezTo>
                    <a:pt x="112448" y="13340"/>
                    <a:pt x="113419" y="14170"/>
                    <a:pt x="114579" y="14170"/>
                  </a:cubicBezTo>
                  <a:lnTo>
                    <a:pt x="114579" y="14170"/>
                  </a:lnTo>
                  <a:cubicBezTo>
                    <a:pt x="115755" y="14170"/>
                    <a:pt x="116727" y="13340"/>
                    <a:pt x="116962" y="12258"/>
                  </a:cubicBezTo>
                  <a:lnTo>
                    <a:pt x="116962" y="12258"/>
                  </a:lnTo>
                  <a:lnTo>
                    <a:pt x="117244" y="12258"/>
                  </a:lnTo>
                  <a:cubicBezTo>
                    <a:pt x="117056" y="12525"/>
                    <a:pt x="116977" y="12854"/>
                    <a:pt x="117056" y="13230"/>
                  </a:cubicBezTo>
                  <a:lnTo>
                    <a:pt x="117056" y="13230"/>
                  </a:lnTo>
                  <a:cubicBezTo>
                    <a:pt x="117166" y="13684"/>
                    <a:pt x="117542" y="14061"/>
                    <a:pt x="118012" y="14139"/>
                  </a:cubicBezTo>
                  <a:lnTo>
                    <a:pt x="118012" y="14139"/>
                  </a:lnTo>
                  <a:cubicBezTo>
                    <a:pt x="118655" y="14264"/>
                    <a:pt x="119219" y="13888"/>
                    <a:pt x="119391" y="13324"/>
                  </a:cubicBezTo>
                  <a:lnTo>
                    <a:pt x="119391" y="13324"/>
                  </a:lnTo>
                  <a:cubicBezTo>
                    <a:pt x="122369" y="13308"/>
                    <a:pt x="123028" y="12556"/>
                    <a:pt x="123028" y="12556"/>
                  </a:cubicBezTo>
                  <a:lnTo>
                    <a:pt x="123028" y="12556"/>
                  </a:lnTo>
                  <a:lnTo>
                    <a:pt x="119783" y="9108"/>
                  </a:lnTo>
                  <a:lnTo>
                    <a:pt x="118749" y="9108"/>
                  </a:lnTo>
                  <a:cubicBezTo>
                    <a:pt x="120128" y="8841"/>
                    <a:pt x="121178" y="7619"/>
                    <a:pt x="121178" y="6161"/>
                  </a:cubicBezTo>
                  <a:lnTo>
                    <a:pt x="121178" y="6161"/>
                  </a:lnTo>
                  <a:cubicBezTo>
                    <a:pt x="121178" y="5330"/>
                    <a:pt x="120849" y="4578"/>
                    <a:pt x="120300" y="4045"/>
                  </a:cubicBezTo>
                  <a:lnTo>
                    <a:pt x="120300" y="4045"/>
                  </a:lnTo>
                  <a:cubicBezTo>
                    <a:pt x="119752" y="3496"/>
                    <a:pt x="118999" y="3167"/>
                    <a:pt x="118184" y="3167"/>
                  </a:cubicBezTo>
                  <a:lnTo>
                    <a:pt x="118184" y="3167"/>
                  </a:lnTo>
                  <a:lnTo>
                    <a:pt x="116068" y="3167"/>
                  </a:lnTo>
                  <a:lnTo>
                    <a:pt x="116068" y="1239"/>
                  </a:lnTo>
                  <a:lnTo>
                    <a:pt x="116601" y="1239"/>
                  </a:lnTo>
                  <a:lnTo>
                    <a:pt x="116601" y="1"/>
                  </a:lnTo>
                  <a:close/>
                  <a:moveTo>
                    <a:pt x="58214" y="11130"/>
                  </a:moveTo>
                  <a:lnTo>
                    <a:pt x="71146" y="11130"/>
                  </a:lnTo>
                  <a:lnTo>
                    <a:pt x="71146" y="11741"/>
                  </a:lnTo>
                  <a:lnTo>
                    <a:pt x="58214" y="11741"/>
                  </a:lnTo>
                  <a:close/>
                  <a:moveTo>
                    <a:pt x="15204" y="11130"/>
                  </a:moveTo>
                  <a:lnTo>
                    <a:pt x="28135" y="11130"/>
                  </a:lnTo>
                  <a:lnTo>
                    <a:pt x="28135" y="11741"/>
                  </a:lnTo>
                  <a:lnTo>
                    <a:pt x="15204" y="11741"/>
                  </a:lnTo>
                  <a:close/>
                </a:path>
              </a:pathLst>
            </a:custGeom>
            <a:solidFill>
              <a:srgbClr val="0913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6" name="Google Shape;1119;p30">
              <a:extLst>
                <a:ext uri="{FF2B5EF4-FFF2-40B4-BE49-F238E27FC236}">
                  <a16:creationId xmlns:a16="http://schemas.microsoft.com/office/drawing/2014/main" id="{73B28A7E-2EFD-2308-0B2C-C72DA1D252BE}"/>
                </a:ext>
              </a:extLst>
            </p:cNvPr>
            <p:cNvSpPr/>
            <p:nvPr/>
          </p:nvSpPr>
          <p:spPr>
            <a:xfrm>
              <a:off x="6345450" y="3293600"/>
              <a:ext cx="84275" cy="84275"/>
            </a:xfrm>
            <a:custGeom>
              <a:avLst/>
              <a:gdLst/>
              <a:ahLst/>
              <a:cxnLst/>
              <a:rect l="l" t="t" r="r" b="b"/>
              <a:pathLst>
                <a:path w="3371" h="3371" extrusionOk="0">
                  <a:moveTo>
                    <a:pt x="1050" y="0"/>
                  </a:moveTo>
                  <a:cubicBezTo>
                    <a:pt x="470" y="0"/>
                    <a:pt x="0" y="470"/>
                    <a:pt x="0" y="1050"/>
                  </a:cubicBezTo>
                  <a:lnTo>
                    <a:pt x="0" y="2320"/>
                  </a:lnTo>
                  <a:cubicBezTo>
                    <a:pt x="0" y="2900"/>
                    <a:pt x="470" y="3370"/>
                    <a:pt x="1050" y="3370"/>
                  </a:cubicBezTo>
                  <a:lnTo>
                    <a:pt x="2320" y="3370"/>
                  </a:lnTo>
                  <a:cubicBezTo>
                    <a:pt x="2900" y="3370"/>
                    <a:pt x="3370" y="2900"/>
                    <a:pt x="3370" y="2320"/>
                  </a:cubicBezTo>
                  <a:lnTo>
                    <a:pt x="3370" y="1050"/>
                  </a:lnTo>
                  <a:cubicBezTo>
                    <a:pt x="3370" y="470"/>
                    <a:pt x="2900" y="0"/>
                    <a:pt x="232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1120;p30">
              <a:extLst>
                <a:ext uri="{FF2B5EF4-FFF2-40B4-BE49-F238E27FC236}">
                  <a16:creationId xmlns:a16="http://schemas.microsoft.com/office/drawing/2014/main" id="{4AB5B09C-3760-1E8C-9966-BD70ACD52B2D}"/>
                </a:ext>
              </a:extLst>
            </p:cNvPr>
            <p:cNvSpPr/>
            <p:nvPr/>
          </p:nvSpPr>
          <p:spPr>
            <a:xfrm>
              <a:off x="5924600" y="3351575"/>
              <a:ext cx="74475" cy="70575"/>
            </a:xfrm>
            <a:custGeom>
              <a:avLst/>
              <a:gdLst/>
              <a:ahLst/>
              <a:cxnLst/>
              <a:rect l="l" t="t" r="r" b="b"/>
              <a:pathLst>
                <a:path w="2979" h="2823" extrusionOk="0">
                  <a:moveTo>
                    <a:pt x="1050" y="1"/>
                  </a:moveTo>
                  <a:cubicBezTo>
                    <a:pt x="470" y="1"/>
                    <a:pt x="0" y="471"/>
                    <a:pt x="0" y="1051"/>
                  </a:cubicBezTo>
                  <a:lnTo>
                    <a:pt x="0" y="1788"/>
                  </a:lnTo>
                  <a:cubicBezTo>
                    <a:pt x="0" y="2368"/>
                    <a:pt x="470" y="2822"/>
                    <a:pt x="1050" y="2822"/>
                  </a:cubicBezTo>
                  <a:lnTo>
                    <a:pt x="1944" y="2822"/>
                  </a:lnTo>
                  <a:cubicBezTo>
                    <a:pt x="2508" y="2822"/>
                    <a:pt x="2978" y="2368"/>
                    <a:pt x="2978" y="1788"/>
                  </a:cubicBezTo>
                  <a:lnTo>
                    <a:pt x="2978" y="1051"/>
                  </a:lnTo>
                  <a:cubicBezTo>
                    <a:pt x="2978" y="471"/>
                    <a:pt x="2508"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1121;p30">
              <a:extLst>
                <a:ext uri="{FF2B5EF4-FFF2-40B4-BE49-F238E27FC236}">
                  <a16:creationId xmlns:a16="http://schemas.microsoft.com/office/drawing/2014/main" id="{508EF17C-90AD-7439-27AB-8522B31502C1}"/>
                </a:ext>
              </a:extLst>
            </p:cNvPr>
            <p:cNvSpPr/>
            <p:nvPr/>
          </p:nvSpPr>
          <p:spPr>
            <a:xfrm>
              <a:off x="5812125" y="3351575"/>
              <a:ext cx="74475" cy="70575"/>
            </a:xfrm>
            <a:custGeom>
              <a:avLst/>
              <a:gdLst/>
              <a:ahLst/>
              <a:cxnLst/>
              <a:rect l="l" t="t" r="r" b="b"/>
              <a:pathLst>
                <a:path w="2979" h="2823" extrusionOk="0">
                  <a:moveTo>
                    <a:pt x="1035" y="1"/>
                  </a:moveTo>
                  <a:cubicBezTo>
                    <a:pt x="455" y="1"/>
                    <a:pt x="0" y="471"/>
                    <a:pt x="0" y="1051"/>
                  </a:cubicBezTo>
                  <a:lnTo>
                    <a:pt x="0" y="1788"/>
                  </a:lnTo>
                  <a:cubicBezTo>
                    <a:pt x="0" y="2368"/>
                    <a:pt x="455" y="2822"/>
                    <a:pt x="1035" y="2822"/>
                  </a:cubicBezTo>
                  <a:lnTo>
                    <a:pt x="1928" y="2822"/>
                  </a:lnTo>
                  <a:cubicBezTo>
                    <a:pt x="2508" y="2822"/>
                    <a:pt x="2979" y="2368"/>
                    <a:pt x="2979" y="1788"/>
                  </a:cubicBezTo>
                  <a:lnTo>
                    <a:pt x="2979" y="1051"/>
                  </a:lnTo>
                  <a:cubicBezTo>
                    <a:pt x="2979" y="471"/>
                    <a:pt x="2508" y="1"/>
                    <a:pt x="192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1122;p30">
              <a:extLst>
                <a:ext uri="{FF2B5EF4-FFF2-40B4-BE49-F238E27FC236}">
                  <a16:creationId xmlns:a16="http://schemas.microsoft.com/office/drawing/2014/main" id="{5BF25206-B1F2-5C47-8B44-9A13C175AEBA}"/>
                </a:ext>
              </a:extLst>
            </p:cNvPr>
            <p:cNvSpPr/>
            <p:nvPr/>
          </p:nvSpPr>
          <p:spPr>
            <a:xfrm>
              <a:off x="5703575" y="3351575"/>
              <a:ext cx="74475" cy="70575"/>
            </a:xfrm>
            <a:custGeom>
              <a:avLst/>
              <a:gdLst/>
              <a:ahLst/>
              <a:cxnLst/>
              <a:rect l="l" t="t" r="r" b="b"/>
              <a:pathLst>
                <a:path w="2979" h="2823" extrusionOk="0">
                  <a:moveTo>
                    <a:pt x="1051" y="1"/>
                  </a:moveTo>
                  <a:cubicBezTo>
                    <a:pt x="471" y="1"/>
                    <a:pt x="1" y="471"/>
                    <a:pt x="1" y="1051"/>
                  </a:cubicBezTo>
                  <a:lnTo>
                    <a:pt x="1" y="1788"/>
                  </a:lnTo>
                  <a:cubicBezTo>
                    <a:pt x="1" y="2368"/>
                    <a:pt x="471" y="2822"/>
                    <a:pt x="1051" y="2822"/>
                  </a:cubicBezTo>
                  <a:lnTo>
                    <a:pt x="1944" y="2822"/>
                  </a:lnTo>
                  <a:cubicBezTo>
                    <a:pt x="2524" y="2822"/>
                    <a:pt x="2979" y="2368"/>
                    <a:pt x="2979" y="1788"/>
                  </a:cubicBezTo>
                  <a:lnTo>
                    <a:pt x="2979" y="1051"/>
                  </a:lnTo>
                  <a:cubicBezTo>
                    <a:pt x="2979"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123;p30">
              <a:extLst>
                <a:ext uri="{FF2B5EF4-FFF2-40B4-BE49-F238E27FC236}">
                  <a16:creationId xmlns:a16="http://schemas.microsoft.com/office/drawing/2014/main" id="{78536D8F-9B19-6E0D-2748-322A449896F3}"/>
                </a:ext>
              </a:extLst>
            </p:cNvPr>
            <p:cNvSpPr/>
            <p:nvPr/>
          </p:nvSpPr>
          <p:spPr>
            <a:xfrm>
              <a:off x="5595425" y="3351575"/>
              <a:ext cx="74475" cy="70575"/>
            </a:xfrm>
            <a:custGeom>
              <a:avLst/>
              <a:gdLst/>
              <a:ahLst/>
              <a:cxnLst/>
              <a:rect l="l" t="t" r="r" b="b"/>
              <a:pathLst>
                <a:path w="2979" h="2823" extrusionOk="0">
                  <a:moveTo>
                    <a:pt x="1035" y="1"/>
                  </a:moveTo>
                  <a:cubicBezTo>
                    <a:pt x="455" y="1"/>
                    <a:pt x="1" y="471"/>
                    <a:pt x="1" y="1051"/>
                  </a:cubicBezTo>
                  <a:lnTo>
                    <a:pt x="1" y="1788"/>
                  </a:lnTo>
                  <a:cubicBezTo>
                    <a:pt x="1" y="2368"/>
                    <a:pt x="455" y="2822"/>
                    <a:pt x="1035" y="2822"/>
                  </a:cubicBezTo>
                  <a:lnTo>
                    <a:pt x="1929" y="2822"/>
                  </a:lnTo>
                  <a:cubicBezTo>
                    <a:pt x="2508" y="2822"/>
                    <a:pt x="2979" y="2368"/>
                    <a:pt x="2979" y="1788"/>
                  </a:cubicBezTo>
                  <a:lnTo>
                    <a:pt x="2979" y="1051"/>
                  </a:lnTo>
                  <a:cubicBezTo>
                    <a:pt x="2979" y="471"/>
                    <a:pt x="2508" y="1"/>
                    <a:pt x="19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124;p30">
              <a:extLst>
                <a:ext uri="{FF2B5EF4-FFF2-40B4-BE49-F238E27FC236}">
                  <a16:creationId xmlns:a16="http://schemas.microsoft.com/office/drawing/2014/main" id="{C7F604C4-45B6-AD30-1D74-9B6A72FA6488}"/>
                </a:ext>
              </a:extLst>
            </p:cNvPr>
            <p:cNvSpPr/>
            <p:nvPr/>
          </p:nvSpPr>
          <p:spPr>
            <a:xfrm>
              <a:off x="5486875" y="3351575"/>
              <a:ext cx="74475" cy="70575"/>
            </a:xfrm>
            <a:custGeom>
              <a:avLst/>
              <a:gdLst/>
              <a:ahLst/>
              <a:cxnLst/>
              <a:rect l="l" t="t" r="r" b="b"/>
              <a:pathLst>
                <a:path w="2979" h="2823" extrusionOk="0">
                  <a:moveTo>
                    <a:pt x="1051" y="1"/>
                  </a:moveTo>
                  <a:cubicBezTo>
                    <a:pt x="471" y="1"/>
                    <a:pt x="1" y="471"/>
                    <a:pt x="1" y="1051"/>
                  </a:cubicBezTo>
                  <a:lnTo>
                    <a:pt x="1" y="1788"/>
                  </a:lnTo>
                  <a:cubicBezTo>
                    <a:pt x="1" y="2368"/>
                    <a:pt x="471" y="2822"/>
                    <a:pt x="1051" y="2822"/>
                  </a:cubicBezTo>
                  <a:lnTo>
                    <a:pt x="1944" y="2822"/>
                  </a:lnTo>
                  <a:cubicBezTo>
                    <a:pt x="2509" y="2822"/>
                    <a:pt x="2979" y="2368"/>
                    <a:pt x="2979" y="1788"/>
                  </a:cubicBezTo>
                  <a:lnTo>
                    <a:pt x="2979" y="1051"/>
                  </a:lnTo>
                  <a:cubicBezTo>
                    <a:pt x="2979" y="471"/>
                    <a:pt x="2509"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125;p30">
              <a:extLst>
                <a:ext uri="{FF2B5EF4-FFF2-40B4-BE49-F238E27FC236}">
                  <a16:creationId xmlns:a16="http://schemas.microsoft.com/office/drawing/2014/main" id="{AAF4B8C0-8B97-5463-8F5F-50E1A5FC7690}"/>
                </a:ext>
              </a:extLst>
            </p:cNvPr>
            <p:cNvSpPr/>
            <p:nvPr/>
          </p:nvSpPr>
          <p:spPr>
            <a:xfrm>
              <a:off x="5378350" y="3351575"/>
              <a:ext cx="74850" cy="70575"/>
            </a:xfrm>
            <a:custGeom>
              <a:avLst/>
              <a:gdLst/>
              <a:ahLst/>
              <a:cxnLst/>
              <a:rect l="l" t="t" r="r" b="b"/>
              <a:pathLst>
                <a:path w="2994" h="2823" extrusionOk="0">
                  <a:moveTo>
                    <a:pt x="1050" y="1"/>
                  </a:moveTo>
                  <a:cubicBezTo>
                    <a:pt x="470" y="1"/>
                    <a:pt x="0" y="471"/>
                    <a:pt x="0" y="1051"/>
                  </a:cubicBezTo>
                  <a:lnTo>
                    <a:pt x="0" y="1788"/>
                  </a:lnTo>
                  <a:cubicBezTo>
                    <a:pt x="0" y="2368"/>
                    <a:pt x="470" y="2822"/>
                    <a:pt x="1050"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126;p30">
              <a:extLst>
                <a:ext uri="{FF2B5EF4-FFF2-40B4-BE49-F238E27FC236}">
                  <a16:creationId xmlns:a16="http://schemas.microsoft.com/office/drawing/2014/main" id="{B4CD24BA-A38B-5677-A1CA-647A2AEA48D9}"/>
                </a:ext>
              </a:extLst>
            </p:cNvPr>
            <p:cNvSpPr/>
            <p:nvPr/>
          </p:nvSpPr>
          <p:spPr>
            <a:xfrm>
              <a:off x="5270175" y="3351575"/>
              <a:ext cx="74500" cy="70575"/>
            </a:xfrm>
            <a:custGeom>
              <a:avLst/>
              <a:gdLst/>
              <a:ahLst/>
              <a:cxnLst/>
              <a:rect l="l" t="t" r="r" b="b"/>
              <a:pathLst>
                <a:path w="2980" h="2823" extrusionOk="0">
                  <a:moveTo>
                    <a:pt x="1051" y="1"/>
                  </a:moveTo>
                  <a:cubicBezTo>
                    <a:pt x="471" y="1"/>
                    <a:pt x="1" y="471"/>
                    <a:pt x="1" y="1051"/>
                  </a:cubicBezTo>
                  <a:lnTo>
                    <a:pt x="1" y="1788"/>
                  </a:lnTo>
                  <a:cubicBezTo>
                    <a:pt x="1" y="2368"/>
                    <a:pt x="471" y="2822"/>
                    <a:pt x="1051" y="2822"/>
                  </a:cubicBezTo>
                  <a:lnTo>
                    <a:pt x="1945" y="2822"/>
                  </a:lnTo>
                  <a:cubicBezTo>
                    <a:pt x="2509" y="2822"/>
                    <a:pt x="2979" y="2368"/>
                    <a:pt x="2979" y="1788"/>
                  </a:cubicBezTo>
                  <a:lnTo>
                    <a:pt x="2979" y="1051"/>
                  </a:lnTo>
                  <a:cubicBezTo>
                    <a:pt x="2979" y="471"/>
                    <a:pt x="2509" y="1"/>
                    <a:pt x="194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127;p30">
              <a:extLst>
                <a:ext uri="{FF2B5EF4-FFF2-40B4-BE49-F238E27FC236}">
                  <a16:creationId xmlns:a16="http://schemas.microsoft.com/office/drawing/2014/main" id="{2A12AD11-D0E1-E99A-C733-7EFA9E3ECD86}"/>
                </a:ext>
              </a:extLst>
            </p:cNvPr>
            <p:cNvSpPr/>
            <p:nvPr/>
          </p:nvSpPr>
          <p:spPr>
            <a:xfrm>
              <a:off x="5161650" y="3351575"/>
              <a:ext cx="74850" cy="70575"/>
            </a:xfrm>
            <a:custGeom>
              <a:avLst/>
              <a:gdLst/>
              <a:ahLst/>
              <a:cxnLst/>
              <a:rect l="l" t="t" r="r" b="b"/>
              <a:pathLst>
                <a:path w="2994" h="2823" extrusionOk="0">
                  <a:moveTo>
                    <a:pt x="1050" y="1"/>
                  </a:moveTo>
                  <a:cubicBezTo>
                    <a:pt x="470" y="1"/>
                    <a:pt x="0" y="471"/>
                    <a:pt x="0" y="1051"/>
                  </a:cubicBezTo>
                  <a:lnTo>
                    <a:pt x="0" y="1788"/>
                  </a:lnTo>
                  <a:cubicBezTo>
                    <a:pt x="0" y="2368"/>
                    <a:pt x="470" y="2822"/>
                    <a:pt x="1050"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128;p30">
              <a:extLst>
                <a:ext uri="{FF2B5EF4-FFF2-40B4-BE49-F238E27FC236}">
                  <a16:creationId xmlns:a16="http://schemas.microsoft.com/office/drawing/2014/main" id="{56E879F0-3B28-FD6E-71C8-C6ABA8C45BC8}"/>
                </a:ext>
              </a:extLst>
            </p:cNvPr>
            <p:cNvSpPr/>
            <p:nvPr/>
          </p:nvSpPr>
          <p:spPr>
            <a:xfrm>
              <a:off x="4849325" y="3351575"/>
              <a:ext cx="74475" cy="70575"/>
            </a:xfrm>
            <a:custGeom>
              <a:avLst/>
              <a:gdLst/>
              <a:ahLst/>
              <a:cxnLst/>
              <a:rect l="l" t="t" r="r" b="b"/>
              <a:pathLst>
                <a:path w="2979" h="2823" extrusionOk="0">
                  <a:moveTo>
                    <a:pt x="1035" y="1"/>
                  </a:moveTo>
                  <a:cubicBezTo>
                    <a:pt x="471" y="1"/>
                    <a:pt x="1" y="471"/>
                    <a:pt x="1" y="1051"/>
                  </a:cubicBezTo>
                  <a:lnTo>
                    <a:pt x="1" y="1788"/>
                  </a:lnTo>
                  <a:cubicBezTo>
                    <a:pt x="1" y="2368"/>
                    <a:pt x="471" y="2822"/>
                    <a:pt x="1035" y="2822"/>
                  </a:cubicBezTo>
                  <a:lnTo>
                    <a:pt x="1929" y="2822"/>
                  </a:lnTo>
                  <a:cubicBezTo>
                    <a:pt x="2509" y="2822"/>
                    <a:pt x="2979" y="2368"/>
                    <a:pt x="2979" y="1788"/>
                  </a:cubicBezTo>
                  <a:lnTo>
                    <a:pt x="2979" y="1051"/>
                  </a:lnTo>
                  <a:cubicBezTo>
                    <a:pt x="2979" y="471"/>
                    <a:pt x="2509" y="1"/>
                    <a:pt x="19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129;p30">
              <a:extLst>
                <a:ext uri="{FF2B5EF4-FFF2-40B4-BE49-F238E27FC236}">
                  <a16:creationId xmlns:a16="http://schemas.microsoft.com/office/drawing/2014/main" id="{94D3473D-4AD9-73AD-D7F0-A09659CCD085}"/>
                </a:ext>
              </a:extLst>
            </p:cNvPr>
            <p:cNvSpPr/>
            <p:nvPr/>
          </p:nvSpPr>
          <p:spPr>
            <a:xfrm>
              <a:off x="4736475" y="3351575"/>
              <a:ext cx="74875" cy="70575"/>
            </a:xfrm>
            <a:custGeom>
              <a:avLst/>
              <a:gdLst/>
              <a:ahLst/>
              <a:cxnLst/>
              <a:rect l="l" t="t" r="r" b="b"/>
              <a:pathLst>
                <a:path w="2995" h="2823" extrusionOk="0">
                  <a:moveTo>
                    <a:pt x="1051" y="1"/>
                  </a:moveTo>
                  <a:cubicBezTo>
                    <a:pt x="471" y="1"/>
                    <a:pt x="0" y="471"/>
                    <a:pt x="0" y="1051"/>
                  </a:cubicBezTo>
                  <a:lnTo>
                    <a:pt x="0" y="1788"/>
                  </a:lnTo>
                  <a:cubicBezTo>
                    <a:pt x="0" y="2368"/>
                    <a:pt x="471" y="2822"/>
                    <a:pt x="1051"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130;p30">
              <a:extLst>
                <a:ext uri="{FF2B5EF4-FFF2-40B4-BE49-F238E27FC236}">
                  <a16:creationId xmlns:a16="http://schemas.microsoft.com/office/drawing/2014/main" id="{501BE9AF-6700-EE15-F7C5-078282059CC0}"/>
                </a:ext>
              </a:extLst>
            </p:cNvPr>
            <p:cNvSpPr/>
            <p:nvPr/>
          </p:nvSpPr>
          <p:spPr>
            <a:xfrm>
              <a:off x="4628325" y="3351575"/>
              <a:ext cx="74475" cy="70575"/>
            </a:xfrm>
            <a:custGeom>
              <a:avLst/>
              <a:gdLst/>
              <a:ahLst/>
              <a:cxnLst/>
              <a:rect l="l" t="t" r="r" b="b"/>
              <a:pathLst>
                <a:path w="2979" h="2823" extrusionOk="0">
                  <a:moveTo>
                    <a:pt x="1051" y="1"/>
                  </a:moveTo>
                  <a:cubicBezTo>
                    <a:pt x="471" y="1"/>
                    <a:pt x="0" y="471"/>
                    <a:pt x="0" y="1051"/>
                  </a:cubicBezTo>
                  <a:lnTo>
                    <a:pt x="0" y="1788"/>
                  </a:lnTo>
                  <a:cubicBezTo>
                    <a:pt x="0" y="2368"/>
                    <a:pt x="471" y="2822"/>
                    <a:pt x="1051" y="2822"/>
                  </a:cubicBezTo>
                  <a:lnTo>
                    <a:pt x="1944" y="2822"/>
                  </a:lnTo>
                  <a:cubicBezTo>
                    <a:pt x="2508" y="2822"/>
                    <a:pt x="2978" y="2368"/>
                    <a:pt x="2978" y="1788"/>
                  </a:cubicBezTo>
                  <a:lnTo>
                    <a:pt x="2978" y="1051"/>
                  </a:lnTo>
                  <a:cubicBezTo>
                    <a:pt x="2978" y="471"/>
                    <a:pt x="2508"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131;p30">
              <a:extLst>
                <a:ext uri="{FF2B5EF4-FFF2-40B4-BE49-F238E27FC236}">
                  <a16:creationId xmlns:a16="http://schemas.microsoft.com/office/drawing/2014/main" id="{9EFE88FB-06B3-4886-8C16-268E1C9EEBCF}"/>
                </a:ext>
              </a:extLst>
            </p:cNvPr>
            <p:cNvSpPr/>
            <p:nvPr/>
          </p:nvSpPr>
          <p:spPr>
            <a:xfrm>
              <a:off x="4519775" y="3351575"/>
              <a:ext cx="74875" cy="70575"/>
            </a:xfrm>
            <a:custGeom>
              <a:avLst/>
              <a:gdLst/>
              <a:ahLst/>
              <a:cxnLst/>
              <a:rect l="l" t="t" r="r" b="b"/>
              <a:pathLst>
                <a:path w="2995" h="2823" extrusionOk="0">
                  <a:moveTo>
                    <a:pt x="1051" y="1"/>
                  </a:moveTo>
                  <a:cubicBezTo>
                    <a:pt x="471" y="1"/>
                    <a:pt x="1" y="471"/>
                    <a:pt x="1" y="1051"/>
                  </a:cubicBezTo>
                  <a:lnTo>
                    <a:pt x="1" y="1788"/>
                  </a:lnTo>
                  <a:cubicBezTo>
                    <a:pt x="1" y="2368"/>
                    <a:pt x="471" y="2822"/>
                    <a:pt x="1051"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132;p30">
              <a:extLst>
                <a:ext uri="{FF2B5EF4-FFF2-40B4-BE49-F238E27FC236}">
                  <a16:creationId xmlns:a16="http://schemas.microsoft.com/office/drawing/2014/main" id="{8E554C93-C6BC-9CF2-2368-629AE8F958C0}"/>
                </a:ext>
              </a:extLst>
            </p:cNvPr>
            <p:cNvSpPr/>
            <p:nvPr/>
          </p:nvSpPr>
          <p:spPr>
            <a:xfrm>
              <a:off x="4411625" y="3351575"/>
              <a:ext cx="74475" cy="70575"/>
            </a:xfrm>
            <a:custGeom>
              <a:avLst/>
              <a:gdLst/>
              <a:ahLst/>
              <a:cxnLst/>
              <a:rect l="l" t="t" r="r" b="b"/>
              <a:pathLst>
                <a:path w="2979" h="2823" extrusionOk="0">
                  <a:moveTo>
                    <a:pt x="1035" y="1"/>
                  </a:moveTo>
                  <a:cubicBezTo>
                    <a:pt x="471" y="1"/>
                    <a:pt x="0" y="471"/>
                    <a:pt x="0" y="1051"/>
                  </a:cubicBezTo>
                  <a:lnTo>
                    <a:pt x="0" y="1788"/>
                  </a:lnTo>
                  <a:cubicBezTo>
                    <a:pt x="0" y="2368"/>
                    <a:pt x="471" y="2822"/>
                    <a:pt x="1035" y="2822"/>
                  </a:cubicBezTo>
                  <a:lnTo>
                    <a:pt x="1928" y="2822"/>
                  </a:lnTo>
                  <a:cubicBezTo>
                    <a:pt x="2508" y="2822"/>
                    <a:pt x="2979" y="2368"/>
                    <a:pt x="2979" y="1788"/>
                  </a:cubicBezTo>
                  <a:lnTo>
                    <a:pt x="2979" y="1051"/>
                  </a:lnTo>
                  <a:cubicBezTo>
                    <a:pt x="2979" y="471"/>
                    <a:pt x="2508" y="1"/>
                    <a:pt x="192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33;p30">
              <a:extLst>
                <a:ext uri="{FF2B5EF4-FFF2-40B4-BE49-F238E27FC236}">
                  <a16:creationId xmlns:a16="http://schemas.microsoft.com/office/drawing/2014/main" id="{F15E8662-8E66-C0E3-13F5-749285D6C6FE}"/>
                </a:ext>
              </a:extLst>
            </p:cNvPr>
            <p:cNvSpPr/>
            <p:nvPr/>
          </p:nvSpPr>
          <p:spPr>
            <a:xfrm>
              <a:off x="4303075" y="3351575"/>
              <a:ext cx="74875" cy="70575"/>
            </a:xfrm>
            <a:custGeom>
              <a:avLst/>
              <a:gdLst/>
              <a:ahLst/>
              <a:cxnLst/>
              <a:rect l="l" t="t" r="r" b="b"/>
              <a:pathLst>
                <a:path w="2995" h="2823" extrusionOk="0">
                  <a:moveTo>
                    <a:pt x="1051" y="1"/>
                  </a:moveTo>
                  <a:cubicBezTo>
                    <a:pt x="471" y="1"/>
                    <a:pt x="1" y="471"/>
                    <a:pt x="1" y="1051"/>
                  </a:cubicBezTo>
                  <a:lnTo>
                    <a:pt x="1" y="1788"/>
                  </a:lnTo>
                  <a:cubicBezTo>
                    <a:pt x="1" y="2368"/>
                    <a:pt x="471" y="2822"/>
                    <a:pt x="1051"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34;p30">
              <a:extLst>
                <a:ext uri="{FF2B5EF4-FFF2-40B4-BE49-F238E27FC236}">
                  <a16:creationId xmlns:a16="http://schemas.microsoft.com/office/drawing/2014/main" id="{0607873B-FCE7-0420-5AF4-4D84841E14CB}"/>
                </a:ext>
              </a:extLst>
            </p:cNvPr>
            <p:cNvSpPr/>
            <p:nvPr/>
          </p:nvSpPr>
          <p:spPr>
            <a:xfrm>
              <a:off x="4194925" y="3351575"/>
              <a:ext cx="74475" cy="70575"/>
            </a:xfrm>
            <a:custGeom>
              <a:avLst/>
              <a:gdLst/>
              <a:ahLst/>
              <a:cxnLst/>
              <a:rect l="l" t="t" r="r" b="b"/>
              <a:pathLst>
                <a:path w="2979" h="2823" extrusionOk="0">
                  <a:moveTo>
                    <a:pt x="1035" y="1"/>
                  </a:moveTo>
                  <a:cubicBezTo>
                    <a:pt x="471" y="1"/>
                    <a:pt x="1" y="471"/>
                    <a:pt x="1" y="1051"/>
                  </a:cubicBezTo>
                  <a:lnTo>
                    <a:pt x="1" y="1788"/>
                  </a:lnTo>
                  <a:cubicBezTo>
                    <a:pt x="1" y="2368"/>
                    <a:pt x="471" y="2822"/>
                    <a:pt x="1035" y="2822"/>
                  </a:cubicBezTo>
                  <a:lnTo>
                    <a:pt x="1928" y="2822"/>
                  </a:lnTo>
                  <a:cubicBezTo>
                    <a:pt x="2508" y="2822"/>
                    <a:pt x="2979" y="2368"/>
                    <a:pt x="2979" y="1788"/>
                  </a:cubicBezTo>
                  <a:lnTo>
                    <a:pt x="2979" y="1051"/>
                  </a:lnTo>
                  <a:cubicBezTo>
                    <a:pt x="2979" y="471"/>
                    <a:pt x="2508" y="1"/>
                    <a:pt x="192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35;p30">
              <a:extLst>
                <a:ext uri="{FF2B5EF4-FFF2-40B4-BE49-F238E27FC236}">
                  <a16:creationId xmlns:a16="http://schemas.microsoft.com/office/drawing/2014/main" id="{72604685-F917-45D1-3809-6F4418662EB4}"/>
                </a:ext>
              </a:extLst>
            </p:cNvPr>
            <p:cNvSpPr/>
            <p:nvPr/>
          </p:nvSpPr>
          <p:spPr>
            <a:xfrm>
              <a:off x="4086375" y="3351575"/>
              <a:ext cx="74875" cy="70575"/>
            </a:xfrm>
            <a:custGeom>
              <a:avLst/>
              <a:gdLst/>
              <a:ahLst/>
              <a:cxnLst/>
              <a:rect l="l" t="t" r="r" b="b"/>
              <a:pathLst>
                <a:path w="2995" h="2823" extrusionOk="0">
                  <a:moveTo>
                    <a:pt x="1051" y="1"/>
                  </a:moveTo>
                  <a:cubicBezTo>
                    <a:pt x="471" y="1"/>
                    <a:pt x="1" y="471"/>
                    <a:pt x="1" y="1051"/>
                  </a:cubicBezTo>
                  <a:lnTo>
                    <a:pt x="1" y="1788"/>
                  </a:lnTo>
                  <a:cubicBezTo>
                    <a:pt x="1" y="2368"/>
                    <a:pt x="471" y="2822"/>
                    <a:pt x="1051" y="2822"/>
                  </a:cubicBezTo>
                  <a:lnTo>
                    <a:pt x="1944" y="2822"/>
                  </a:lnTo>
                  <a:cubicBezTo>
                    <a:pt x="2524" y="2822"/>
                    <a:pt x="2995" y="2368"/>
                    <a:pt x="2995" y="1788"/>
                  </a:cubicBezTo>
                  <a:lnTo>
                    <a:pt x="2995" y="1051"/>
                  </a:lnTo>
                  <a:cubicBezTo>
                    <a:pt x="2995"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6;p30">
              <a:extLst>
                <a:ext uri="{FF2B5EF4-FFF2-40B4-BE49-F238E27FC236}">
                  <a16:creationId xmlns:a16="http://schemas.microsoft.com/office/drawing/2014/main" id="{76639BA9-ED0D-D386-24C9-44457CA1516D}"/>
                </a:ext>
              </a:extLst>
            </p:cNvPr>
            <p:cNvSpPr/>
            <p:nvPr/>
          </p:nvSpPr>
          <p:spPr>
            <a:xfrm>
              <a:off x="4570325" y="2631750"/>
              <a:ext cx="2293575" cy="582700"/>
            </a:xfrm>
            <a:custGeom>
              <a:avLst/>
              <a:gdLst/>
              <a:ahLst/>
              <a:cxnLst/>
              <a:rect l="l" t="t" r="r" b="b"/>
              <a:pathLst>
                <a:path w="91743" h="23308" extrusionOk="0">
                  <a:moveTo>
                    <a:pt x="23857" y="188"/>
                  </a:moveTo>
                  <a:cubicBezTo>
                    <a:pt x="21694" y="658"/>
                    <a:pt x="19813" y="1944"/>
                    <a:pt x="17854" y="2947"/>
                  </a:cubicBezTo>
                  <a:lnTo>
                    <a:pt x="17854" y="2947"/>
                  </a:lnTo>
                  <a:cubicBezTo>
                    <a:pt x="15001" y="4420"/>
                    <a:pt x="11835" y="5376"/>
                    <a:pt x="8637" y="5282"/>
                  </a:cubicBezTo>
                  <a:lnTo>
                    <a:pt x="8637" y="5282"/>
                  </a:lnTo>
                  <a:cubicBezTo>
                    <a:pt x="5440" y="5204"/>
                    <a:pt x="2211" y="4013"/>
                    <a:pt x="1" y="1709"/>
                  </a:cubicBezTo>
                  <a:lnTo>
                    <a:pt x="1" y="1709"/>
                  </a:lnTo>
                  <a:cubicBezTo>
                    <a:pt x="251" y="3339"/>
                    <a:pt x="1458" y="4467"/>
                    <a:pt x="2963" y="5173"/>
                  </a:cubicBezTo>
                  <a:lnTo>
                    <a:pt x="2963" y="5173"/>
                  </a:lnTo>
                  <a:cubicBezTo>
                    <a:pt x="6082" y="6615"/>
                    <a:pt x="9672" y="7022"/>
                    <a:pt x="13026" y="6286"/>
                  </a:cubicBezTo>
                  <a:lnTo>
                    <a:pt x="13026" y="6286"/>
                  </a:lnTo>
                  <a:cubicBezTo>
                    <a:pt x="15910" y="5643"/>
                    <a:pt x="18559" y="4232"/>
                    <a:pt x="21365" y="3323"/>
                  </a:cubicBezTo>
                  <a:lnTo>
                    <a:pt x="21365" y="3323"/>
                  </a:lnTo>
                  <a:cubicBezTo>
                    <a:pt x="24170" y="2414"/>
                    <a:pt x="27384" y="2069"/>
                    <a:pt x="29954" y="3511"/>
                  </a:cubicBezTo>
                  <a:lnTo>
                    <a:pt x="29954" y="3511"/>
                  </a:lnTo>
                  <a:cubicBezTo>
                    <a:pt x="31804" y="4546"/>
                    <a:pt x="33058" y="6364"/>
                    <a:pt x="34735" y="7649"/>
                  </a:cubicBezTo>
                  <a:lnTo>
                    <a:pt x="34735" y="7649"/>
                  </a:lnTo>
                  <a:cubicBezTo>
                    <a:pt x="39108" y="11051"/>
                    <a:pt x="45440" y="10330"/>
                    <a:pt x="50629" y="8386"/>
                  </a:cubicBezTo>
                  <a:lnTo>
                    <a:pt x="50629" y="8386"/>
                  </a:lnTo>
                  <a:cubicBezTo>
                    <a:pt x="52274" y="7775"/>
                    <a:pt x="53905" y="7038"/>
                    <a:pt x="55644" y="6803"/>
                  </a:cubicBezTo>
                  <a:lnTo>
                    <a:pt x="55644" y="6803"/>
                  </a:lnTo>
                  <a:cubicBezTo>
                    <a:pt x="57384" y="6552"/>
                    <a:pt x="59312" y="6897"/>
                    <a:pt x="60550" y="8135"/>
                  </a:cubicBezTo>
                  <a:lnTo>
                    <a:pt x="60550" y="8135"/>
                  </a:lnTo>
                  <a:cubicBezTo>
                    <a:pt x="61851" y="9452"/>
                    <a:pt x="62149" y="11489"/>
                    <a:pt x="63340" y="12916"/>
                  </a:cubicBezTo>
                  <a:lnTo>
                    <a:pt x="63340" y="12916"/>
                  </a:lnTo>
                  <a:cubicBezTo>
                    <a:pt x="64516" y="14326"/>
                    <a:pt x="66413" y="14922"/>
                    <a:pt x="68231" y="15126"/>
                  </a:cubicBezTo>
                  <a:lnTo>
                    <a:pt x="68231" y="15126"/>
                  </a:lnTo>
                  <a:cubicBezTo>
                    <a:pt x="73215" y="15690"/>
                    <a:pt x="76648" y="12571"/>
                    <a:pt x="81397" y="12383"/>
                  </a:cubicBezTo>
                  <a:lnTo>
                    <a:pt x="81397" y="12383"/>
                  </a:lnTo>
                  <a:cubicBezTo>
                    <a:pt x="83200" y="12305"/>
                    <a:pt x="85081" y="12712"/>
                    <a:pt x="86476" y="13841"/>
                  </a:cubicBezTo>
                  <a:lnTo>
                    <a:pt x="86476" y="13841"/>
                  </a:lnTo>
                  <a:cubicBezTo>
                    <a:pt x="87479" y="14656"/>
                    <a:pt x="88169" y="15800"/>
                    <a:pt x="88796" y="16944"/>
                  </a:cubicBezTo>
                  <a:lnTo>
                    <a:pt x="88796" y="16944"/>
                  </a:lnTo>
                  <a:cubicBezTo>
                    <a:pt x="89877" y="18935"/>
                    <a:pt x="90833" y="21051"/>
                    <a:pt x="91225" y="23292"/>
                  </a:cubicBezTo>
                  <a:lnTo>
                    <a:pt x="91225" y="23292"/>
                  </a:lnTo>
                  <a:lnTo>
                    <a:pt x="91398" y="23308"/>
                  </a:lnTo>
                  <a:cubicBezTo>
                    <a:pt x="91742" y="20048"/>
                    <a:pt x="91492" y="16631"/>
                    <a:pt x="89940" y="13747"/>
                  </a:cubicBezTo>
                  <a:lnTo>
                    <a:pt x="89940" y="13747"/>
                  </a:lnTo>
                  <a:cubicBezTo>
                    <a:pt x="88388" y="10862"/>
                    <a:pt x="85332" y="8637"/>
                    <a:pt x="82056" y="8746"/>
                  </a:cubicBezTo>
                  <a:lnTo>
                    <a:pt x="82056" y="8746"/>
                  </a:lnTo>
                  <a:cubicBezTo>
                    <a:pt x="79846" y="8809"/>
                    <a:pt x="77808" y="9891"/>
                    <a:pt x="75723" y="10643"/>
                  </a:cubicBezTo>
                  <a:lnTo>
                    <a:pt x="75723" y="10643"/>
                  </a:lnTo>
                  <a:cubicBezTo>
                    <a:pt x="73544" y="11411"/>
                    <a:pt x="71240" y="11819"/>
                    <a:pt x="68936" y="11850"/>
                  </a:cubicBezTo>
                  <a:lnTo>
                    <a:pt x="68936" y="11850"/>
                  </a:lnTo>
                  <a:cubicBezTo>
                    <a:pt x="67745" y="11881"/>
                    <a:pt x="66491" y="11787"/>
                    <a:pt x="65425" y="11223"/>
                  </a:cubicBezTo>
                  <a:lnTo>
                    <a:pt x="65425" y="11223"/>
                  </a:lnTo>
                  <a:cubicBezTo>
                    <a:pt x="63654" y="10314"/>
                    <a:pt x="62714" y="8370"/>
                    <a:pt x="61334" y="6944"/>
                  </a:cubicBezTo>
                  <a:lnTo>
                    <a:pt x="61334" y="6944"/>
                  </a:lnTo>
                  <a:cubicBezTo>
                    <a:pt x="57839" y="3370"/>
                    <a:pt x="51977" y="3574"/>
                    <a:pt x="47243" y="5188"/>
                  </a:cubicBezTo>
                  <a:lnTo>
                    <a:pt x="47243" y="5188"/>
                  </a:lnTo>
                  <a:cubicBezTo>
                    <a:pt x="45064" y="5925"/>
                    <a:pt x="42838" y="6913"/>
                    <a:pt x="40581" y="6521"/>
                  </a:cubicBezTo>
                  <a:lnTo>
                    <a:pt x="40581" y="6521"/>
                  </a:lnTo>
                  <a:cubicBezTo>
                    <a:pt x="39030" y="6239"/>
                    <a:pt x="37682" y="5345"/>
                    <a:pt x="36381" y="4452"/>
                  </a:cubicBezTo>
                  <a:lnTo>
                    <a:pt x="36381" y="4452"/>
                  </a:lnTo>
                  <a:cubicBezTo>
                    <a:pt x="33152" y="2273"/>
                    <a:pt x="29515" y="0"/>
                    <a:pt x="25738" y="0"/>
                  </a:cubicBezTo>
                  <a:lnTo>
                    <a:pt x="25738" y="0"/>
                  </a:lnTo>
                  <a:cubicBezTo>
                    <a:pt x="25111" y="0"/>
                    <a:pt x="24484" y="63"/>
                    <a:pt x="23857" y="188"/>
                  </a:cubicBezTo>
                </a:path>
              </a:pathLst>
            </a:custGeom>
            <a:solidFill>
              <a:srgbClr val="FFFFFF">
                <a:alpha val="410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32429947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par>
                                <p:cTn id="10" presetID="63" presetClass="path" presetSubtype="0" accel="50000" decel="50000" fill="hold" nodeType="withEffect">
                                  <p:stCondLst>
                                    <p:cond delay="0"/>
                                  </p:stCondLst>
                                  <p:childTnLst>
                                    <p:animMotion origin="layout" path="M -0.00677 -0.00524 L -1.29896 -0.09166 " pathEditMode="relative" rAng="0" ptsTypes="AA">
                                      <p:cBhvr>
                                        <p:cTn id="11" dur="5000" fill="hold"/>
                                        <p:tgtEl>
                                          <p:spTgt spid="94"/>
                                        </p:tgtEl>
                                        <p:attrNameLst>
                                          <p:attrName>ppt_x</p:attrName>
                                          <p:attrName>ppt_y</p:attrName>
                                        </p:attrNameLst>
                                      </p:cBhvr>
                                      <p:rCtr x="-64618" y="-4321"/>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2298"/>
        <p:cNvGrpSpPr/>
        <p:nvPr/>
      </p:nvGrpSpPr>
      <p:grpSpPr>
        <a:xfrm>
          <a:off x="0" y="0"/>
          <a:ext cx="0" cy="0"/>
          <a:chOff x="0" y="0"/>
          <a:chExt cx="0" cy="0"/>
        </a:xfrm>
      </p:grpSpPr>
      <p:sp>
        <p:nvSpPr>
          <p:cNvPr id="2299" name="Google Shape;2299;p49"/>
          <p:cNvSpPr/>
          <p:nvPr/>
        </p:nvSpPr>
        <p:spPr>
          <a:xfrm flipH="1">
            <a:off x="-112325" y="1962535"/>
            <a:ext cx="5283725" cy="2712950"/>
          </a:xfrm>
          <a:custGeom>
            <a:avLst/>
            <a:gdLst/>
            <a:ahLst/>
            <a:cxnLst/>
            <a:rect l="l" t="t" r="r" b="b"/>
            <a:pathLst>
              <a:path w="211349" h="62381" extrusionOk="0">
                <a:moveTo>
                  <a:pt x="203796" y="1"/>
                </a:moveTo>
                <a:lnTo>
                  <a:pt x="203796" y="10608"/>
                </a:lnTo>
                <a:lnTo>
                  <a:pt x="187321" y="10608"/>
                </a:lnTo>
                <a:lnTo>
                  <a:pt x="187321" y="58995"/>
                </a:lnTo>
                <a:lnTo>
                  <a:pt x="179392" y="58995"/>
                </a:lnTo>
                <a:lnTo>
                  <a:pt x="179392" y="25158"/>
                </a:lnTo>
                <a:lnTo>
                  <a:pt x="155664" y="25158"/>
                </a:lnTo>
                <a:lnTo>
                  <a:pt x="155664" y="37630"/>
                </a:lnTo>
                <a:lnTo>
                  <a:pt x="141145" y="37630"/>
                </a:lnTo>
                <a:lnTo>
                  <a:pt x="141145" y="54572"/>
                </a:lnTo>
                <a:lnTo>
                  <a:pt x="116425" y="54572"/>
                </a:lnTo>
                <a:lnTo>
                  <a:pt x="116425" y="37630"/>
                </a:lnTo>
                <a:lnTo>
                  <a:pt x="97768" y="37630"/>
                </a:lnTo>
                <a:lnTo>
                  <a:pt x="97768" y="48644"/>
                </a:lnTo>
                <a:lnTo>
                  <a:pt x="87552" y="48644"/>
                </a:lnTo>
                <a:lnTo>
                  <a:pt x="87552" y="32831"/>
                </a:lnTo>
                <a:lnTo>
                  <a:pt x="58544" y="32831"/>
                </a:lnTo>
                <a:lnTo>
                  <a:pt x="58544" y="48298"/>
                </a:lnTo>
                <a:lnTo>
                  <a:pt x="46838" y="48298"/>
                </a:lnTo>
                <a:lnTo>
                  <a:pt x="46838" y="60019"/>
                </a:lnTo>
                <a:lnTo>
                  <a:pt x="41061" y="60019"/>
                </a:lnTo>
                <a:lnTo>
                  <a:pt x="41061" y="21231"/>
                </a:lnTo>
                <a:lnTo>
                  <a:pt x="20117" y="21231"/>
                </a:lnTo>
                <a:lnTo>
                  <a:pt x="20117" y="51006"/>
                </a:lnTo>
                <a:lnTo>
                  <a:pt x="14309" y="51006"/>
                </a:lnTo>
                <a:lnTo>
                  <a:pt x="14309" y="42054"/>
                </a:lnTo>
                <a:lnTo>
                  <a:pt x="1" y="42054"/>
                </a:lnTo>
                <a:lnTo>
                  <a:pt x="1" y="61959"/>
                </a:lnTo>
                <a:lnTo>
                  <a:pt x="211349" y="62381"/>
                </a:lnTo>
                <a:lnTo>
                  <a:pt x="211349" y="1"/>
                </a:lnTo>
                <a:close/>
              </a:path>
            </a:pathLst>
          </a:custGeom>
          <a:solidFill>
            <a:schemeClr val="bg1">
              <a:lumMod val="6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300" name="Google Shape;2300;p49"/>
          <p:cNvGrpSpPr/>
          <p:nvPr/>
        </p:nvGrpSpPr>
        <p:grpSpPr>
          <a:xfrm>
            <a:off x="-93825" y="2988238"/>
            <a:ext cx="4603675" cy="1665225"/>
            <a:chOff x="-1985125" y="2575175"/>
            <a:chExt cx="4603675" cy="1665225"/>
          </a:xfrm>
        </p:grpSpPr>
        <p:grpSp>
          <p:nvGrpSpPr>
            <p:cNvPr id="2301" name="Google Shape;2301;p49"/>
            <p:cNvGrpSpPr/>
            <p:nvPr/>
          </p:nvGrpSpPr>
          <p:grpSpPr>
            <a:xfrm>
              <a:off x="-1985125" y="2976900"/>
              <a:ext cx="1045700" cy="1248450"/>
              <a:chOff x="1367675" y="2976900"/>
              <a:chExt cx="1045700" cy="1248450"/>
            </a:xfrm>
          </p:grpSpPr>
          <p:sp>
            <p:nvSpPr>
              <p:cNvPr id="2302" name="Google Shape;2302;p49"/>
              <p:cNvSpPr/>
              <p:nvPr/>
            </p:nvSpPr>
            <p:spPr>
              <a:xfrm>
                <a:off x="1367675" y="2976900"/>
                <a:ext cx="1045700" cy="527000"/>
              </a:xfrm>
              <a:custGeom>
                <a:avLst/>
                <a:gdLst/>
                <a:ahLst/>
                <a:cxnLst/>
                <a:rect l="l" t="t" r="r" b="b"/>
                <a:pathLst>
                  <a:path w="41828" h="21080" extrusionOk="0">
                    <a:moveTo>
                      <a:pt x="16145" y="1"/>
                    </a:moveTo>
                    <a:lnTo>
                      <a:pt x="12112" y="1896"/>
                    </a:lnTo>
                    <a:lnTo>
                      <a:pt x="13121" y="1"/>
                    </a:lnTo>
                    <a:lnTo>
                      <a:pt x="13121" y="1"/>
                    </a:lnTo>
                    <a:cubicBezTo>
                      <a:pt x="6606" y="226"/>
                      <a:pt x="4484" y="2017"/>
                      <a:pt x="4484" y="2017"/>
                    </a:cubicBezTo>
                    <a:lnTo>
                      <a:pt x="12112" y="4258"/>
                    </a:lnTo>
                    <a:lnTo>
                      <a:pt x="14354" y="3702"/>
                    </a:lnTo>
                    <a:lnTo>
                      <a:pt x="13677" y="4710"/>
                    </a:lnTo>
                    <a:lnTo>
                      <a:pt x="16822" y="5823"/>
                    </a:lnTo>
                    <a:lnTo>
                      <a:pt x="18943" y="4710"/>
                    </a:lnTo>
                    <a:lnTo>
                      <a:pt x="17830" y="6169"/>
                    </a:lnTo>
                    <a:lnTo>
                      <a:pt x="24224" y="8065"/>
                    </a:lnTo>
                    <a:cubicBezTo>
                      <a:pt x="24224" y="8065"/>
                      <a:pt x="17377" y="7147"/>
                      <a:pt x="12663" y="7147"/>
                    </a:cubicBezTo>
                    <a:cubicBezTo>
                      <a:pt x="11683" y="7147"/>
                      <a:pt x="10796" y="7187"/>
                      <a:pt x="10081" y="7283"/>
                    </a:cubicBezTo>
                    <a:cubicBezTo>
                      <a:pt x="5944" y="7839"/>
                      <a:pt x="1" y="15031"/>
                      <a:pt x="1" y="15031"/>
                    </a:cubicBezTo>
                    <a:lnTo>
                      <a:pt x="4033" y="13451"/>
                    </a:lnTo>
                    <a:lnTo>
                      <a:pt x="6500" y="11210"/>
                    </a:lnTo>
                    <a:lnTo>
                      <a:pt x="5944" y="13120"/>
                    </a:lnTo>
                    <a:lnTo>
                      <a:pt x="8848" y="12774"/>
                    </a:lnTo>
                    <a:lnTo>
                      <a:pt x="10758" y="10533"/>
                    </a:lnTo>
                    <a:lnTo>
                      <a:pt x="9750" y="12564"/>
                    </a:lnTo>
                    <a:lnTo>
                      <a:pt x="11766" y="12112"/>
                    </a:lnTo>
                    <a:lnTo>
                      <a:pt x="12443" y="10653"/>
                    </a:lnTo>
                    <a:lnTo>
                      <a:pt x="12443" y="11992"/>
                    </a:lnTo>
                    <a:lnTo>
                      <a:pt x="18492" y="10533"/>
                    </a:lnTo>
                    <a:lnTo>
                      <a:pt x="19169" y="8863"/>
                    </a:lnTo>
                    <a:lnTo>
                      <a:pt x="19395" y="10096"/>
                    </a:lnTo>
                    <a:lnTo>
                      <a:pt x="22991" y="9645"/>
                    </a:lnTo>
                    <a:lnTo>
                      <a:pt x="22991" y="9645"/>
                    </a:lnTo>
                    <a:cubicBezTo>
                      <a:pt x="14234" y="11887"/>
                      <a:pt x="10758" y="19395"/>
                      <a:pt x="10758" y="19395"/>
                    </a:cubicBezTo>
                    <a:lnTo>
                      <a:pt x="16822" y="16265"/>
                    </a:lnTo>
                    <a:cubicBezTo>
                      <a:pt x="16927" y="14806"/>
                      <a:pt x="18056" y="13000"/>
                      <a:pt x="18056" y="13000"/>
                    </a:cubicBezTo>
                    <a:lnTo>
                      <a:pt x="18056" y="15362"/>
                    </a:lnTo>
                    <a:lnTo>
                      <a:pt x="19500" y="14354"/>
                    </a:lnTo>
                    <a:lnTo>
                      <a:pt x="20523" y="11992"/>
                    </a:lnTo>
                    <a:lnTo>
                      <a:pt x="20523" y="13346"/>
                    </a:lnTo>
                    <a:lnTo>
                      <a:pt x="24224" y="10653"/>
                    </a:lnTo>
                    <a:lnTo>
                      <a:pt x="26571" y="13346"/>
                    </a:lnTo>
                    <a:lnTo>
                      <a:pt x="27128" y="12338"/>
                    </a:lnTo>
                    <a:lnTo>
                      <a:pt x="27249" y="14460"/>
                    </a:lnTo>
                    <a:lnTo>
                      <a:pt x="29039" y="17047"/>
                    </a:lnTo>
                    <a:lnTo>
                      <a:pt x="29821" y="16370"/>
                    </a:lnTo>
                    <a:lnTo>
                      <a:pt x="29716" y="17935"/>
                    </a:lnTo>
                    <a:lnTo>
                      <a:pt x="31958" y="21080"/>
                    </a:lnTo>
                    <a:lnTo>
                      <a:pt x="32063" y="15588"/>
                    </a:lnTo>
                    <a:cubicBezTo>
                      <a:pt x="32063" y="14911"/>
                      <a:pt x="30167" y="14354"/>
                      <a:pt x="30167" y="14354"/>
                    </a:cubicBezTo>
                    <a:lnTo>
                      <a:pt x="31401" y="14129"/>
                    </a:lnTo>
                    <a:cubicBezTo>
                      <a:pt x="29490" y="10984"/>
                      <a:pt x="26797" y="10427"/>
                      <a:pt x="26797" y="10427"/>
                    </a:cubicBezTo>
                    <a:cubicBezTo>
                      <a:pt x="27070" y="10395"/>
                      <a:pt x="27320" y="10381"/>
                      <a:pt x="27548" y="10381"/>
                    </a:cubicBezTo>
                    <a:cubicBezTo>
                      <a:pt x="28916" y="10381"/>
                      <a:pt x="29490" y="10879"/>
                      <a:pt x="29490" y="10879"/>
                    </a:cubicBezTo>
                    <a:lnTo>
                      <a:pt x="29821" y="10202"/>
                    </a:lnTo>
                    <a:lnTo>
                      <a:pt x="30604" y="10879"/>
                    </a:lnTo>
                    <a:lnTo>
                      <a:pt x="32409" y="11541"/>
                    </a:lnTo>
                    <a:lnTo>
                      <a:pt x="32409" y="11541"/>
                    </a:lnTo>
                    <a:lnTo>
                      <a:pt x="32184" y="9690"/>
                    </a:lnTo>
                    <a:lnTo>
                      <a:pt x="33192" y="11661"/>
                    </a:lnTo>
                    <a:lnTo>
                      <a:pt x="35208" y="11992"/>
                    </a:lnTo>
                    <a:lnTo>
                      <a:pt x="34756" y="9690"/>
                    </a:lnTo>
                    <a:lnTo>
                      <a:pt x="36216" y="12338"/>
                    </a:lnTo>
                    <a:lnTo>
                      <a:pt x="40022" y="13903"/>
                    </a:lnTo>
                    <a:cubicBezTo>
                      <a:pt x="39691" y="11766"/>
                      <a:pt x="36998" y="8742"/>
                      <a:pt x="36998" y="8742"/>
                    </a:cubicBezTo>
                    <a:lnTo>
                      <a:pt x="34982" y="8637"/>
                    </a:lnTo>
                    <a:lnTo>
                      <a:pt x="35885" y="7403"/>
                    </a:lnTo>
                    <a:cubicBezTo>
                      <a:pt x="35054" y="7247"/>
                      <a:pt x="34183" y="7184"/>
                      <a:pt x="33322" y="7184"/>
                    </a:cubicBezTo>
                    <a:cubicBezTo>
                      <a:pt x="29874" y="7184"/>
                      <a:pt x="26571" y="8185"/>
                      <a:pt x="26571" y="8185"/>
                    </a:cubicBezTo>
                    <a:lnTo>
                      <a:pt x="33523" y="5944"/>
                    </a:lnTo>
                    <a:lnTo>
                      <a:pt x="33192" y="4815"/>
                    </a:lnTo>
                    <a:lnTo>
                      <a:pt x="33192" y="4815"/>
                    </a:lnTo>
                    <a:lnTo>
                      <a:pt x="35208" y="5718"/>
                    </a:lnTo>
                    <a:lnTo>
                      <a:pt x="41828" y="6952"/>
                    </a:lnTo>
                    <a:lnTo>
                      <a:pt x="37344" y="3356"/>
                    </a:lnTo>
                    <a:lnTo>
                      <a:pt x="34982" y="3927"/>
                    </a:lnTo>
                    <a:lnTo>
                      <a:pt x="35990" y="2799"/>
                    </a:lnTo>
                    <a:cubicBezTo>
                      <a:pt x="35990" y="2799"/>
                      <a:pt x="35208" y="2348"/>
                      <a:pt x="32966" y="2242"/>
                    </a:cubicBezTo>
                    <a:cubicBezTo>
                      <a:pt x="32941" y="2241"/>
                      <a:pt x="32916" y="2240"/>
                      <a:pt x="32891" y="2240"/>
                    </a:cubicBezTo>
                    <a:cubicBezTo>
                      <a:pt x="30621" y="2240"/>
                      <a:pt x="26015" y="7508"/>
                      <a:pt x="26015" y="7508"/>
                    </a:cubicBezTo>
                    <a:cubicBezTo>
                      <a:pt x="26015" y="7508"/>
                      <a:pt x="26015" y="5718"/>
                      <a:pt x="25563" y="4153"/>
                    </a:cubicBezTo>
                    <a:cubicBezTo>
                      <a:pt x="25112" y="2573"/>
                      <a:pt x="22991" y="1686"/>
                      <a:pt x="22991" y="1686"/>
                    </a:cubicBezTo>
                    <a:lnTo>
                      <a:pt x="22991" y="1686"/>
                    </a:lnTo>
                    <a:lnTo>
                      <a:pt x="24224" y="6952"/>
                    </a:lnTo>
                    <a:cubicBezTo>
                      <a:pt x="23322" y="4936"/>
                      <a:pt x="21636" y="3250"/>
                      <a:pt x="21636" y="3250"/>
                    </a:cubicBezTo>
                    <a:lnTo>
                      <a:pt x="19064" y="2919"/>
                    </a:lnTo>
                    <a:lnTo>
                      <a:pt x="20177" y="2468"/>
                    </a:lnTo>
                    <a:cubicBezTo>
                      <a:pt x="18943" y="1114"/>
                      <a:pt x="16145" y="1"/>
                      <a:pt x="1614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3" name="Google Shape;2303;p49"/>
              <p:cNvSpPr/>
              <p:nvPr/>
            </p:nvSpPr>
            <p:spPr>
              <a:xfrm>
                <a:off x="1687025" y="3243200"/>
                <a:ext cx="286275" cy="982150"/>
              </a:xfrm>
              <a:custGeom>
                <a:avLst/>
                <a:gdLst/>
                <a:ahLst/>
                <a:cxnLst/>
                <a:rect l="l" t="t" r="r" b="b"/>
                <a:pathLst>
                  <a:path w="11451" h="39286" extrusionOk="0">
                    <a:moveTo>
                      <a:pt x="11450" y="1"/>
                    </a:moveTo>
                    <a:cubicBezTo>
                      <a:pt x="11450" y="2"/>
                      <a:pt x="1926" y="12369"/>
                      <a:pt x="0" y="39285"/>
                    </a:cubicBezTo>
                    <a:lnTo>
                      <a:pt x="3912" y="39285"/>
                    </a:lnTo>
                    <a:cubicBezTo>
                      <a:pt x="3912" y="39285"/>
                      <a:pt x="1881" y="19275"/>
                      <a:pt x="1145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04" name="Google Shape;2304;p49"/>
            <p:cNvGrpSpPr/>
            <p:nvPr/>
          </p:nvGrpSpPr>
          <p:grpSpPr>
            <a:xfrm>
              <a:off x="-217625" y="3328600"/>
              <a:ext cx="748175" cy="893000"/>
              <a:chOff x="-217625" y="3328600"/>
              <a:chExt cx="748175" cy="893000"/>
            </a:xfrm>
          </p:grpSpPr>
          <p:sp>
            <p:nvSpPr>
              <p:cNvPr id="2305" name="Google Shape;2305;p49"/>
              <p:cNvSpPr/>
              <p:nvPr/>
            </p:nvSpPr>
            <p:spPr>
              <a:xfrm>
                <a:off x="-217625" y="3328600"/>
                <a:ext cx="748175" cy="376925"/>
              </a:xfrm>
              <a:custGeom>
                <a:avLst/>
                <a:gdLst/>
                <a:ahLst/>
                <a:cxnLst/>
                <a:rect l="l" t="t" r="r" b="b"/>
                <a:pathLst>
                  <a:path w="29927" h="15077" extrusionOk="0">
                    <a:moveTo>
                      <a:pt x="11556" y="0"/>
                    </a:moveTo>
                    <a:lnTo>
                      <a:pt x="8667" y="1370"/>
                    </a:lnTo>
                    <a:lnTo>
                      <a:pt x="9389" y="0"/>
                    </a:lnTo>
                    <a:lnTo>
                      <a:pt x="9389" y="0"/>
                    </a:lnTo>
                    <a:cubicBezTo>
                      <a:pt x="4740" y="166"/>
                      <a:pt x="3221" y="1445"/>
                      <a:pt x="3221" y="1445"/>
                    </a:cubicBezTo>
                    <a:lnTo>
                      <a:pt x="8667" y="3055"/>
                    </a:lnTo>
                    <a:lnTo>
                      <a:pt x="10277" y="2648"/>
                    </a:lnTo>
                    <a:lnTo>
                      <a:pt x="10277" y="2648"/>
                    </a:lnTo>
                    <a:lnTo>
                      <a:pt x="9796" y="3371"/>
                    </a:lnTo>
                    <a:lnTo>
                      <a:pt x="12037" y="4183"/>
                    </a:lnTo>
                    <a:lnTo>
                      <a:pt x="13557" y="3371"/>
                    </a:lnTo>
                    <a:lnTo>
                      <a:pt x="12760" y="4424"/>
                    </a:lnTo>
                    <a:lnTo>
                      <a:pt x="17334" y="5778"/>
                    </a:lnTo>
                    <a:cubicBezTo>
                      <a:pt x="17334" y="5778"/>
                      <a:pt x="12460" y="5121"/>
                      <a:pt x="9093" y="5121"/>
                    </a:cubicBezTo>
                    <a:cubicBezTo>
                      <a:pt x="8382" y="5121"/>
                      <a:pt x="7739" y="5150"/>
                      <a:pt x="7223" y="5221"/>
                    </a:cubicBezTo>
                    <a:cubicBezTo>
                      <a:pt x="4259" y="5627"/>
                      <a:pt x="1" y="10758"/>
                      <a:pt x="1" y="10758"/>
                    </a:cubicBezTo>
                    <a:lnTo>
                      <a:pt x="2890" y="9630"/>
                    </a:lnTo>
                    <a:lnTo>
                      <a:pt x="4665" y="8020"/>
                    </a:lnTo>
                    <a:lnTo>
                      <a:pt x="4259" y="9389"/>
                    </a:lnTo>
                    <a:lnTo>
                      <a:pt x="6350" y="9148"/>
                    </a:lnTo>
                    <a:lnTo>
                      <a:pt x="7704" y="7538"/>
                    </a:lnTo>
                    <a:lnTo>
                      <a:pt x="6982" y="8983"/>
                    </a:lnTo>
                    <a:lnTo>
                      <a:pt x="8426" y="8667"/>
                    </a:lnTo>
                    <a:lnTo>
                      <a:pt x="8908" y="7629"/>
                    </a:lnTo>
                    <a:lnTo>
                      <a:pt x="8908" y="8591"/>
                    </a:lnTo>
                    <a:lnTo>
                      <a:pt x="13241" y="7538"/>
                    </a:lnTo>
                    <a:lnTo>
                      <a:pt x="13723" y="6350"/>
                    </a:lnTo>
                    <a:lnTo>
                      <a:pt x="13888" y="7222"/>
                    </a:lnTo>
                    <a:lnTo>
                      <a:pt x="16446" y="6906"/>
                    </a:lnTo>
                    <a:lnTo>
                      <a:pt x="16446" y="6906"/>
                    </a:lnTo>
                    <a:cubicBezTo>
                      <a:pt x="10187" y="8501"/>
                      <a:pt x="7704" y="13888"/>
                      <a:pt x="7704" y="13888"/>
                    </a:cubicBezTo>
                    <a:lnTo>
                      <a:pt x="12037" y="11631"/>
                    </a:lnTo>
                    <a:cubicBezTo>
                      <a:pt x="12113" y="10593"/>
                      <a:pt x="12925" y="9314"/>
                      <a:pt x="12925" y="9314"/>
                    </a:cubicBezTo>
                    <a:lnTo>
                      <a:pt x="12925" y="10999"/>
                    </a:lnTo>
                    <a:lnTo>
                      <a:pt x="13963" y="10277"/>
                    </a:lnTo>
                    <a:lnTo>
                      <a:pt x="14686" y="8591"/>
                    </a:lnTo>
                    <a:lnTo>
                      <a:pt x="14686" y="9554"/>
                    </a:lnTo>
                    <a:lnTo>
                      <a:pt x="17334" y="7629"/>
                    </a:lnTo>
                    <a:lnTo>
                      <a:pt x="19019" y="9554"/>
                    </a:lnTo>
                    <a:lnTo>
                      <a:pt x="19410" y="8832"/>
                    </a:lnTo>
                    <a:lnTo>
                      <a:pt x="19500" y="10352"/>
                    </a:lnTo>
                    <a:lnTo>
                      <a:pt x="20779" y="12202"/>
                    </a:lnTo>
                    <a:lnTo>
                      <a:pt x="21336" y="11721"/>
                    </a:lnTo>
                    <a:lnTo>
                      <a:pt x="21261" y="12834"/>
                    </a:lnTo>
                    <a:lnTo>
                      <a:pt x="22855" y="15076"/>
                    </a:lnTo>
                    <a:lnTo>
                      <a:pt x="22946" y="11149"/>
                    </a:lnTo>
                    <a:cubicBezTo>
                      <a:pt x="22946" y="10668"/>
                      <a:pt x="21577" y="10277"/>
                      <a:pt x="21577" y="10277"/>
                    </a:cubicBezTo>
                    <a:lnTo>
                      <a:pt x="22464" y="10111"/>
                    </a:lnTo>
                    <a:cubicBezTo>
                      <a:pt x="21095" y="7869"/>
                      <a:pt x="19169" y="7463"/>
                      <a:pt x="19169" y="7463"/>
                    </a:cubicBezTo>
                    <a:cubicBezTo>
                      <a:pt x="19370" y="7439"/>
                      <a:pt x="19553" y="7428"/>
                      <a:pt x="19720" y="7428"/>
                    </a:cubicBezTo>
                    <a:cubicBezTo>
                      <a:pt x="20690" y="7428"/>
                      <a:pt x="21095" y="7779"/>
                      <a:pt x="21095" y="7779"/>
                    </a:cubicBezTo>
                    <a:lnTo>
                      <a:pt x="21336" y="7298"/>
                    </a:lnTo>
                    <a:lnTo>
                      <a:pt x="21908" y="7779"/>
                    </a:lnTo>
                    <a:lnTo>
                      <a:pt x="23186" y="8260"/>
                    </a:lnTo>
                    <a:lnTo>
                      <a:pt x="23021" y="6936"/>
                    </a:lnTo>
                    <a:lnTo>
                      <a:pt x="23743" y="8351"/>
                    </a:lnTo>
                    <a:lnTo>
                      <a:pt x="25188" y="8591"/>
                    </a:lnTo>
                    <a:lnTo>
                      <a:pt x="24872" y="6936"/>
                    </a:lnTo>
                    <a:lnTo>
                      <a:pt x="24872" y="6936"/>
                    </a:lnTo>
                    <a:lnTo>
                      <a:pt x="25910" y="8832"/>
                    </a:lnTo>
                    <a:lnTo>
                      <a:pt x="28633" y="9946"/>
                    </a:lnTo>
                    <a:cubicBezTo>
                      <a:pt x="28392" y="8426"/>
                      <a:pt x="26466" y="6259"/>
                      <a:pt x="26466" y="6259"/>
                    </a:cubicBezTo>
                    <a:lnTo>
                      <a:pt x="25022" y="6184"/>
                    </a:lnTo>
                    <a:lnTo>
                      <a:pt x="25669" y="5296"/>
                    </a:lnTo>
                    <a:cubicBezTo>
                      <a:pt x="25083" y="5186"/>
                      <a:pt x="24468" y="5142"/>
                      <a:pt x="23859" y="5142"/>
                    </a:cubicBezTo>
                    <a:cubicBezTo>
                      <a:pt x="21391" y="5142"/>
                      <a:pt x="19019" y="5868"/>
                      <a:pt x="19019" y="5868"/>
                    </a:cubicBezTo>
                    <a:lnTo>
                      <a:pt x="23984" y="4258"/>
                    </a:lnTo>
                    <a:lnTo>
                      <a:pt x="23743" y="3461"/>
                    </a:lnTo>
                    <a:lnTo>
                      <a:pt x="25188" y="4093"/>
                    </a:lnTo>
                    <a:lnTo>
                      <a:pt x="29927" y="4980"/>
                    </a:lnTo>
                    <a:lnTo>
                      <a:pt x="26707" y="2408"/>
                    </a:lnTo>
                    <a:lnTo>
                      <a:pt x="25022" y="2814"/>
                    </a:lnTo>
                    <a:lnTo>
                      <a:pt x="25744" y="2016"/>
                    </a:lnTo>
                    <a:cubicBezTo>
                      <a:pt x="25744" y="2016"/>
                      <a:pt x="25188" y="1685"/>
                      <a:pt x="23578" y="1610"/>
                    </a:cubicBezTo>
                    <a:cubicBezTo>
                      <a:pt x="23562" y="1610"/>
                      <a:pt x="23547" y="1609"/>
                      <a:pt x="23531" y="1609"/>
                    </a:cubicBezTo>
                    <a:cubicBezTo>
                      <a:pt x="21918" y="1609"/>
                      <a:pt x="18612" y="5387"/>
                      <a:pt x="18612" y="5387"/>
                    </a:cubicBezTo>
                    <a:cubicBezTo>
                      <a:pt x="18612" y="5387"/>
                      <a:pt x="18612" y="4093"/>
                      <a:pt x="18297" y="2979"/>
                    </a:cubicBezTo>
                    <a:cubicBezTo>
                      <a:pt x="17966" y="1851"/>
                      <a:pt x="16446" y="1204"/>
                      <a:pt x="16446" y="1204"/>
                    </a:cubicBezTo>
                    <a:lnTo>
                      <a:pt x="16446" y="1204"/>
                    </a:lnTo>
                    <a:lnTo>
                      <a:pt x="17334" y="4980"/>
                    </a:lnTo>
                    <a:cubicBezTo>
                      <a:pt x="16687" y="3536"/>
                      <a:pt x="15483" y="2332"/>
                      <a:pt x="15483" y="2332"/>
                    </a:cubicBezTo>
                    <a:lnTo>
                      <a:pt x="13647" y="2092"/>
                    </a:lnTo>
                    <a:lnTo>
                      <a:pt x="14445" y="1776"/>
                    </a:lnTo>
                    <a:cubicBezTo>
                      <a:pt x="13557" y="813"/>
                      <a:pt x="11556" y="0"/>
                      <a:pt x="1155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6" name="Google Shape;2306;p49"/>
              <p:cNvSpPr/>
              <p:nvPr/>
            </p:nvSpPr>
            <p:spPr>
              <a:xfrm>
                <a:off x="11075" y="3519300"/>
                <a:ext cx="204650" cy="702300"/>
              </a:xfrm>
              <a:custGeom>
                <a:avLst/>
                <a:gdLst/>
                <a:ahLst/>
                <a:cxnLst/>
                <a:rect l="l" t="t" r="r" b="b"/>
                <a:pathLst>
                  <a:path w="8186" h="28092" extrusionOk="0">
                    <a:moveTo>
                      <a:pt x="8186" y="1"/>
                    </a:moveTo>
                    <a:cubicBezTo>
                      <a:pt x="8185" y="1"/>
                      <a:pt x="1385" y="8848"/>
                      <a:pt x="1" y="28091"/>
                    </a:cubicBezTo>
                    <a:lnTo>
                      <a:pt x="2799" y="28091"/>
                    </a:lnTo>
                    <a:cubicBezTo>
                      <a:pt x="2799" y="28091"/>
                      <a:pt x="1340" y="13782"/>
                      <a:pt x="818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07" name="Google Shape;2307;p49"/>
            <p:cNvGrpSpPr/>
            <p:nvPr/>
          </p:nvGrpSpPr>
          <p:grpSpPr>
            <a:xfrm>
              <a:off x="1572825" y="3497475"/>
              <a:ext cx="1045725" cy="738775"/>
              <a:chOff x="1572825" y="3497475"/>
              <a:chExt cx="1045725" cy="738775"/>
            </a:xfrm>
          </p:grpSpPr>
          <p:sp>
            <p:nvSpPr>
              <p:cNvPr id="2308" name="Google Shape;2308;p49"/>
              <p:cNvSpPr/>
              <p:nvPr/>
            </p:nvSpPr>
            <p:spPr>
              <a:xfrm>
                <a:off x="1572825" y="3497475"/>
                <a:ext cx="1045725" cy="527025"/>
              </a:xfrm>
              <a:custGeom>
                <a:avLst/>
                <a:gdLst/>
                <a:ahLst/>
                <a:cxnLst/>
                <a:rect l="l" t="t" r="r" b="b"/>
                <a:pathLst>
                  <a:path w="41829" h="21081" extrusionOk="0">
                    <a:moveTo>
                      <a:pt x="16160" y="1"/>
                    </a:moveTo>
                    <a:lnTo>
                      <a:pt x="12113" y="1912"/>
                    </a:lnTo>
                    <a:lnTo>
                      <a:pt x="13121" y="1"/>
                    </a:lnTo>
                    <a:lnTo>
                      <a:pt x="13121" y="1"/>
                    </a:lnTo>
                    <a:cubicBezTo>
                      <a:pt x="6621" y="227"/>
                      <a:pt x="4485" y="2017"/>
                      <a:pt x="4485" y="2017"/>
                    </a:cubicBezTo>
                    <a:lnTo>
                      <a:pt x="12113" y="4259"/>
                    </a:lnTo>
                    <a:lnTo>
                      <a:pt x="14355" y="3702"/>
                    </a:lnTo>
                    <a:lnTo>
                      <a:pt x="14355" y="3702"/>
                    </a:lnTo>
                    <a:lnTo>
                      <a:pt x="13693" y="4710"/>
                    </a:lnTo>
                    <a:lnTo>
                      <a:pt x="16822" y="5839"/>
                    </a:lnTo>
                    <a:lnTo>
                      <a:pt x="18959" y="4710"/>
                    </a:lnTo>
                    <a:lnTo>
                      <a:pt x="18959" y="4710"/>
                    </a:lnTo>
                    <a:lnTo>
                      <a:pt x="17830" y="6170"/>
                    </a:lnTo>
                    <a:lnTo>
                      <a:pt x="24225" y="8080"/>
                    </a:lnTo>
                    <a:cubicBezTo>
                      <a:pt x="24225" y="8080"/>
                      <a:pt x="17424" y="7157"/>
                      <a:pt x="12715" y="7157"/>
                    </a:cubicBezTo>
                    <a:cubicBezTo>
                      <a:pt x="11721" y="7157"/>
                      <a:pt x="10820" y="7198"/>
                      <a:pt x="10097" y="7298"/>
                    </a:cubicBezTo>
                    <a:cubicBezTo>
                      <a:pt x="5944" y="7855"/>
                      <a:pt x="1" y="15032"/>
                      <a:pt x="1" y="15032"/>
                    </a:cubicBezTo>
                    <a:lnTo>
                      <a:pt x="4048" y="13467"/>
                    </a:lnTo>
                    <a:lnTo>
                      <a:pt x="6516" y="11225"/>
                    </a:lnTo>
                    <a:lnTo>
                      <a:pt x="5944" y="13121"/>
                    </a:lnTo>
                    <a:lnTo>
                      <a:pt x="8863" y="12790"/>
                    </a:lnTo>
                    <a:lnTo>
                      <a:pt x="10774" y="10548"/>
                    </a:lnTo>
                    <a:lnTo>
                      <a:pt x="9766" y="12564"/>
                    </a:lnTo>
                    <a:lnTo>
                      <a:pt x="9766" y="12564"/>
                    </a:lnTo>
                    <a:lnTo>
                      <a:pt x="11782" y="12113"/>
                    </a:lnTo>
                    <a:lnTo>
                      <a:pt x="12459" y="10653"/>
                    </a:lnTo>
                    <a:lnTo>
                      <a:pt x="12459" y="12007"/>
                    </a:lnTo>
                    <a:lnTo>
                      <a:pt x="18507" y="10548"/>
                    </a:lnTo>
                    <a:lnTo>
                      <a:pt x="19184" y="8863"/>
                    </a:lnTo>
                    <a:lnTo>
                      <a:pt x="19410" y="10097"/>
                    </a:lnTo>
                    <a:lnTo>
                      <a:pt x="22991" y="9645"/>
                    </a:lnTo>
                    <a:lnTo>
                      <a:pt x="22991" y="9645"/>
                    </a:lnTo>
                    <a:cubicBezTo>
                      <a:pt x="14249" y="11887"/>
                      <a:pt x="10774" y="19410"/>
                      <a:pt x="10774" y="19410"/>
                    </a:cubicBezTo>
                    <a:lnTo>
                      <a:pt x="16822" y="16265"/>
                    </a:lnTo>
                    <a:cubicBezTo>
                      <a:pt x="16942" y="14806"/>
                      <a:pt x="18056" y="13016"/>
                      <a:pt x="18056" y="13016"/>
                    </a:cubicBezTo>
                    <a:lnTo>
                      <a:pt x="18056" y="15363"/>
                    </a:lnTo>
                    <a:lnTo>
                      <a:pt x="19515" y="14355"/>
                    </a:lnTo>
                    <a:lnTo>
                      <a:pt x="20523" y="12007"/>
                    </a:lnTo>
                    <a:lnTo>
                      <a:pt x="20523" y="13347"/>
                    </a:lnTo>
                    <a:lnTo>
                      <a:pt x="24225" y="10653"/>
                    </a:lnTo>
                    <a:lnTo>
                      <a:pt x="26587" y="13347"/>
                    </a:lnTo>
                    <a:lnTo>
                      <a:pt x="27144" y="12338"/>
                    </a:lnTo>
                    <a:lnTo>
                      <a:pt x="27264" y="14475"/>
                    </a:lnTo>
                    <a:lnTo>
                      <a:pt x="29054" y="17048"/>
                    </a:lnTo>
                    <a:lnTo>
                      <a:pt x="29837" y="16371"/>
                    </a:lnTo>
                    <a:lnTo>
                      <a:pt x="29716" y="17951"/>
                    </a:lnTo>
                    <a:lnTo>
                      <a:pt x="31973" y="21080"/>
                    </a:lnTo>
                    <a:lnTo>
                      <a:pt x="32079" y="15588"/>
                    </a:lnTo>
                    <a:cubicBezTo>
                      <a:pt x="32079" y="14926"/>
                      <a:pt x="30168" y="14355"/>
                      <a:pt x="30168" y="14355"/>
                    </a:cubicBezTo>
                    <a:lnTo>
                      <a:pt x="31401" y="14129"/>
                    </a:lnTo>
                    <a:cubicBezTo>
                      <a:pt x="29506" y="10999"/>
                      <a:pt x="26813" y="10428"/>
                      <a:pt x="26813" y="10428"/>
                    </a:cubicBezTo>
                    <a:cubicBezTo>
                      <a:pt x="27083" y="10395"/>
                      <a:pt x="27332" y="10382"/>
                      <a:pt x="27559" y="10382"/>
                    </a:cubicBezTo>
                    <a:cubicBezTo>
                      <a:pt x="28920" y="10382"/>
                      <a:pt x="29506" y="10879"/>
                      <a:pt x="29506" y="10879"/>
                    </a:cubicBezTo>
                    <a:lnTo>
                      <a:pt x="29837" y="10202"/>
                    </a:lnTo>
                    <a:lnTo>
                      <a:pt x="30619" y="10879"/>
                    </a:lnTo>
                    <a:lnTo>
                      <a:pt x="32410" y="11556"/>
                    </a:lnTo>
                    <a:lnTo>
                      <a:pt x="32410" y="11556"/>
                    </a:lnTo>
                    <a:lnTo>
                      <a:pt x="32184" y="9705"/>
                    </a:lnTo>
                    <a:lnTo>
                      <a:pt x="33207" y="11661"/>
                    </a:lnTo>
                    <a:lnTo>
                      <a:pt x="35223" y="12007"/>
                    </a:lnTo>
                    <a:lnTo>
                      <a:pt x="34772" y="9705"/>
                    </a:lnTo>
                    <a:lnTo>
                      <a:pt x="36231" y="12338"/>
                    </a:lnTo>
                    <a:lnTo>
                      <a:pt x="40038" y="13903"/>
                    </a:lnTo>
                    <a:cubicBezTo>
                      <a:pt x="39707" y="11782"/>
                      <a:pt x="37014" y="8758"/>
                      <a:pt x="37014" y="8758"/>
                    </a:cubicBezTo>
                    <a:lnTo>
                      <a:pt x="34997" y="8637"/>
                    </a:lnTo>
                    <a:lnTo>
                      <a:pt x="35885" y="7403"/>
                    </a:lnTo>
                    <a:cubicBezTo>
                      <a:pt x="35058" y="7247"/>
                      <a:pt x="34189" y="7184"/>
                      <a:pt x="33329" y="7184"/>
                    </a:cubicBezTo>
                    <a:cubicBezTo>
                      <a:pt x="29890" y="7184"/>
                      <a:pt x="26587" y="8186"/>
                      <a:pt x="26587" y="8186"/>
                    </a:cubicBezTo>
                    <a:lnTo>
                      <a:pt x="33538" y="5944"/>
                    </a:lnTo>
                    <a:lnTo>
                      <a:pt x="33207" y="4831"/>
                    </a:lnTo>
                    <a:lnTo>
                      <a:pt x="35223" y="5718"/>
                    </a:lnTo>
                    <a:lnTo>
                      <a:pt x="41828" y="6952"/>
                    </a:lnTo>
                    <a:lnTo>
                      <a:pt x="37345" y="3371"/>
                    </a:lnTo>
                    <a:lnTo>
                      <a:pt x="34997" y="3928"/>
                    </a:lnTo>
                    <a:lnTo>
                      <a:pt x="34997" y="3928"/>
                    </a:lnTo>
                    <a:lnTo>
                      <a:pt x="36005" y="2814"/>
                    </a:lnTo>
                    <a:cubicBezTo>
                      <a:pt x="36005" y="2814"/>
                      <a:pt x="35223" y="2363"/>
                      <a:pt x="32981" y="2243"/>
                    </a:cubicBezTo>
                    <a:cubicBezTo>
                      <a:pt x="32960" y="2242"/>
                      <a:pt x="32938" y="2241"/>
                      <a:pt x="32915" y="2241"/>
                    </a:cubicBezTo>
                    <a:cubicBezTo>
                      <a:pt x="30649" y="2241"/>
                      <a:pt x="26030" y="7524"/>
                      <a:pt x="26030" y="7524"/>
                    </a:cubicBezTo>
                    <a:cubicBezTo>
                      <a:pt x="26030" y="7524"/>
                      <a:pt x="26030" y="5718"/>
                      <a:pt x="25579" y="4154"/>
                    </a:cubicBezTo>
                    <a:cubicBezTo>
                      <a:pt x="25127" y="2589"/>
                      <a:pt x="22991" y="1686"/>
                      <a:pt x="22991" y="1686"/>
                    </a:cubicBezTo>
                    <a:lnTo>
                      <a:pt x="22991" y="1686"/>
                    </a:lnTo>
                    <a:lnTo>
                      <a:pt x="24225" y="6952"/>
                    </a:lnTo>
                    <a:cubicBezTo>
                      <a:pt x="23337" y="4936"/>
                      <a:pt x="21652" y="3251"/>
                      <a:pt x="21652" y="3251"/>
                    </a:cubicBezTo>
                    <a:lnTo>
                      <a:pt x="19064" y="2920"/>
                    </a:lnTo>
                    <a:lnTo>
                      <a:pt x="20192" y="2468"/>
                    </a:lnTo>
                    <a:cubicBezTo>
                      <a:pt x="18959" y="1129"/>
                      <a:pt x="16160" y="1"/>
                      <a:pt x="1616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9" name="Google Shape;2309;p49"/>
              <p:cNvSpPr/>
              <p:nvPr/>
            </p:nvSpPr>
            <p:spPr>
              <a:xfrm>
                <a:off x="1976050" y="3763800"/>
                <a:ext cx="202400" cy="472450"/>
              </a:xfrm>
              <a:custGeom>
                <a:avLst/>
                <a:gdLst/>
                <a:ahLst/>
                <a:cxnLst/>
                <a:rect l="l" t="t" r="r" b="b"/>
                <a:pathLst>
                  <a:path w="8096" h="18898" extrusionOk="0">
                    <a:moveTo>
                      <a:pt x="8096" y="0"/>
                    </a:moveTo>
                    <a:cubicBezTo>
                      <a:pt x="8095" y="1"/>
                      <a:pt x="3446" y="6050"/>
                      <a:pt x="1" y="18898"/>
                    </a:cubicBezTo>
                    <a:lnTo>
                      <a:pt x="1867" y="18898"/>
                    </a:lnTo>
                    <a:cubicBezTo>
                      <a:pt x="2980" y="13045"/>
                      <a:pt x="4891" y="6485"/>
                      <a:pt x="809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10" name="Google Shape;2310;p49"/>
            <p:cNvGrpSpPr/>
            <p:nvPr/>
          </p:nvGrpSpPr>
          <p:grpSpPr>
            <a:xfrm>
              <a:off x="-1030475" y="2575175"/>
              <a:ext cx="1113800" cy="1659575"/>
              <a:chOff x="2322325" y="2575175"/>
              <a:chExt cx="1113800" cy="1659575"/>
            </a:xfrm>
          </p:grpSpPr>
          <p:sp>
            <p:nvSpPr>
              <p:cNvPr id="2311" name="Google Shape;2311;p49"/>
              <p:cNvSpPr/>
              <p:nvPr/>
            </p:nvSpPr>
            <p:spPr>
              <a:xfrm>
                <a:off x="2322325" y="2575175"/>
                <a:ext cx="1113800" cy="561600"/>
              </a:xfrm>
              <a:custGeom>
                <a:avLst/>
                <a:gdLst/>
                <a:ahLst/>
                <a:cxnLst/>
                <a:rect l="l" t="t" r="r" b="b"/>
                <a:pathLst>
                  <a:path w="44552" h="22464" extrusionOk="0">
                    <a:moveTo>
                      <a:pt x="27354" y="1"/>
                    </a:moveTo>
                    <a:cubicBezTo>
                      <a:pt x="27354" y="1"/>
                      <a:pt x="24360" y="1204"/>
                      <a:pt x="23051" y="2634"/>
                    </a:cubicBezTo>
                    <a:lnTo>
                      <a:pt x="24240" y="3115"/>
                    </a:lnTo>
                    <a:lnTo>
                      <a:pt x="21501" y="3476"/>
                    </a:lnTo>
                    <a:cubicBezTo>
                      <a:pt x="21501" y="3476"/>
                      <a:pt x="19711" y="5267"/>
                      <a:pt x="18748" y="7418"/>
                    </a:cubicBezTo>
                    <a:lnTo>
                      <a:pt x="20057" y="1806"/>
                    </a:lnTo>
                    <a:lnTo>
                      <a:pt x="20057" y="1806"/>
                    </a:lnTo>
                    <a:cubicBezTo>
                      <a:pt x="20057" y="1806"/>
                      <a:pt x="17800" y="2754"/>
                      <a:pt x="17319" y="4424"/>
                    </a:cubicBezTo>
                    <a:cubicBezTo>
                      <a:pt x="16837" y="6094"/>
                      <a:pt x="16837" y="8005"/>
                      <a:pt x="16837" y="8005"/>
                    </a:cubicBezTo>
                    <a:cubicBezTo>
                      <a:pt x="16837" y="8005"/>
                      <a:pt x="11930" y="2391"/>
                      <a:pt x="9510" y="2391"/>
                    </a:cubicBezTo>
                    <a:cubicBezTo>
                      <a:pt x="9485" y="2391"/>
                      <a:pt x="9459" y="2392"/>
                      <a:pt x="9435" y="2393"/>
                    </a:cubicBezTo>
                    <a:cubicBezTo>
                      <a:pt x="7042" y="2513"/>
                      <a:pt x="6200" y="2995"/>
                      <a:pt x="6200" y="2995"/>
                    </a:cubicBezTo>
                    <a:lnTo>
                      <a:pt x="7283" y="4183"/>
                    </a:lnTo>
                    <a:lnTo>
                      <a:pt x="7283" y="4183"/>
                    </a:lnTo>
                    <a:lnTo>
                      <a:pt x="4770" y="3597"/>
                    </a:lnTo>
                    <a:lnTo>
                      <a:pt x="1" y="7418"/>
                    </a:lnTo>
                    <a:lnTo>
                      <a:pt x="7042" y="6094"/>
                    </a:lnTo>
                    <a:lnTo>
                      <a:pt x="9194" y="5146"/>
                    </a:lnTo>
                    <a:lnTo>
                      <a:pt x="8833" y="6335"/>
                    </a:lnTo>
                    <a:lnTo>
                      <a:pt x="16235" y="8727"/>
                    </a:lnTo>
                    <a:cubicBezTo>
                      <a:pt x="16235" y="8727"/>
                      <a:pt x="12708" y="7654"/>
                      <a:pt x="9030" y="7654"/>
                    </a:cubicBezTo>
                    <a:cubicBezTo>
                      <a:pt x="8119" y="7654"/>
                      <a:pt x="7198" y="7720"/>
                      <a:pt x="6320" y="7885"/>
                    </a:cubicBezTo>
                    <a:lnTo>
                      <a:pt x="7283" y="9209"/>
                    </a:lnTo>
                    <a:lnTo>
                      <a:pt x="5131" y="9329"/>
                    </a:lnTo>
                    <a:cubicBezTo>
                      <a:pt x="5131" y="9329"/>
                      <a:pt x="2273" y="12549"/>
                      <a:pt x="1912" y="14821"/>
                    </a:cubicBezTo>
                    <a:lnTo>
                      <a:pt x="5974" y="13151"/>
                    </a:lnTo>
                    <a:lnTo>
                      <a:pt x="7524" y="10337"/>
                    </a:lnTo>
                    <a:lnTo>
                      <a:pt x="7042" y="12790"/>
                    </a:lnTo>
                    <a:lnTo>
                      <a:pt x="7042" y="12790"/>
                    </a:lnTo>
                    <a:lnTo>
                      <a:pt x="9194" y="12428"/>
                    </a:lnTo>
                    <a:lnTo>
                      <a:pt x="10262" y="10337"/>
                    </a:lnTo>
                    <a:lnTo>
                      <a:pt x="10262" y="10337"/>
                    </a:lnTo>
                    <a:lnTo>
                      <a:pt x="10036" y="12308"/>
                    </a:lnTo>
                    <a:lnTo>
                      <a:pt x="11947" y="11601"/>
                    </a:lnTo>
                    <a:lnTo>
                      <a:pt x="12775" y="10879"/>
                    </a:lnTo>
                    <a:lnTo>
                      <a:pt x="13136" y="11601"/>
                    </a:lnTo>
                    <a:cubicBezTo>
                      <a:pt x="13136" y="11601"/>
                      <a:pt x="13755" y="11070"/>
                      <a:pt x="15201" y="11070"/>
                    </a:cubicBezTo>
                    <a:cubicBezTo>
                      <a:pt x="15442" y="11070"/>
                      <a:pt x="15707" y="11085"/>
                      <a:pt x="15995" y="11119"/>
                    </a:cubicBezTo>
                    <a:cubicBezTo>
                      <a:pt x="15995" y="11119"/>
                      <a:pt x="13136" y="11706"/>
                      <a:pt x="11105" y="15061"/>
                    </a:cubicBezTo>
                    <a:lnTo>
                      <a:pt x="12414" y="15302"/>
                    </a:lnTo>
                    <a:cubicBezTo>
                      <a:pt x="12414" y="15302"/>
                      <a:pt x="10382" y="15889"/>
                      <a:pt x="10382" y="16611"/>
                    </a:cubicBezTo>
                    <a:lnTo>
                      <a:pt x="10503" y="22464"/>
                    </a:lnTo>
                    <a:lnTo>
                      <a:pt x="12895" y="19124"/>
                    </a:lnTo>
                    <a:lnTo>
                      <a:pt x="12775" y="17439"/>
                    </a:lnTo>
                    <a:lnTo>
                      <a:pt x="13617" y="18161"/>
                    </a:lnTo>
                    <a:lnTo>
                      <a:pt x="15528" y="15423"/>
                    </a:lnTo>
                    <a:lnTo>
                      <a:pt x="15648" y="13151"/>
                    </a:lnTo>
                    <a:lnTo>
                      <a:pt x="16235" y="14219"/>
                    </a:lnTo>
                    <a:lnTo>
                      <a:pt x="18748" y="11360"/>
                    </a:lnTo>
                    <a:lnTo>
                      <a:pt x="22690" y="14219"/>
                    </a:lnTo>
                    <a:lnTo>
                      <a:pt x="22690" y="12790"/>
                    </a:lnTo>
                    <a:lnTo>
                      <a:pt x="23758" y="15302"/>
                    </a:lnTo>
                    <a:lnTo>
                      <a:pt x="25323" y="16370"/>
                    </a:lnTo>
                    <a:lnTo>
                      <a:pt x="25323" y="13858"/>
                    </a:lnTo>
                    <a:cubicBezTo>
                      <a:pt x="25323" y="13858"/>
                      <a:pt x="26512" y="15769"/>
                      <a:pt x="26632" y="17333"/>
                    </a:cubicBezTo>
                    <a:lnTo>
                      <a:pt x="33087" y="20674"/>
                    </a:lnTo>
                    <a:cubicBezTo>
                      <a:pt x="33087" y="20674"/>
                      <a:pt x="29385" y="12669"/>
                      <a:pt x="20057" y="10277"/>
                    </a:cubicBezTo>
                    <a:lnTo>
                      <a:pt x="20057" y="10277"/>
                    </a:lnTo>
                    <a:lnTo>
                      <a:pt x="23879" y="10758"/>
                    </a:lnTo>
                    <a:lnTo>
                      <a:pt x="24119" y="9449"/>
                    </a:lnTo>
                    <a:lnTo>
                      <a:pt x="24841" y="11240"/>
                    </a:lnTo>
                    <a:lnTo>
                      <a:pt x="31296" y="12790"/>
                    </a:lnTo>
                    <a:lnTo>
                      <a:pt x="31296" y="11360"/>
                    </a:lnTo>
                    <a:lnTo>
                      <a:pt x="32003" y="12910"/>
                    </a:lnTo>
                    <a:lnTo>
                      <a:pt x="34155" y="13391"/>
                    </a:lnTo>
                    <a:lnTo>
                      <a:pt x="33087" y="11240"/>
                    </a:lnTo>
                    <a:lnTo>
                      <a:pt x="33087" y="11240"/>
                    </a:lnTo>
                    <a:lnTo>
                      <a:pt x="35118" y="13617"/>
                    </a:lnTo>
                    <a:lnTo>
                      <a:pt x="38217" y="13978"/>
                    </a:lnTo>
                    <a:lnTo>
                      <a:pt x="37615" y="11947"/>
                    </a:lnTo>
                    <a:lnTo>
                      <a:pt x="40248" y="14339"/>
                    </a:lnTo>
                    <a:lnTo>
                      <a:pt x="44551" y="16009"/>
                    </a:lnTo>
                    <a:cubicBezTo>
                      <a:pt x="44551" y="16009"/>
                      <a:pt x="38217" y="8366"/>
                      <a:pt x="33794" y="7764"/>
                    </a:cubicBezTo>
                    <a:cubicBezTo>
                      <a:pt x="33043" y="7664"/>
                      <a:pt x="32111" y="7623"/>
                      <a:pt x="31083" y="7623"/>
                    </a:cubicBezTo>
                    <a:cubicBezTo>
                      <a:pt x="26071" y="7623"/>
                      <a:pt x="18748" y="8607"/>
                      <a:pt x="18748" y="8607"/>
                    </a:cubicBezTo>
                    <a:lnTo>
                      <a:pt x="25564" y="6576"/>
                    </a:lnTo>
                    <a:lnTo>
                      <a:pt x="24360" y="5026"/>
                    </a:lnTo>
                    <a:lnTo>
                      <a:pt x="26632" y="6215"/>
                    </a:lnTo>
                    <a:lnTo>
                      <a:pt x="29972" y="5026"/>
                    </a:lnTo>
                    <a:lnTo>
                      <a:pt x="29265" y="3943"/>
                    </a:lnTo>
                    <a:lnTo>
                      <a:pt x="31642" y="4544"/>
                    </a:lnTo>
                    <a:lnTo>
                      <a:pt x="39767" y="2152"/>
                    </a:lnTo>
                    <a:cubicBezTo>
                      <a:pt x="39767" y="2152"/>
                      <a:pt x="37495" y="241"/>
                      <a:pt x="30574" y="1"/>
                    </a:cubicBezTo>
                    <a:lnTo>
                      <a:pt x="30574" y="1"/>
                    </a:lnTo>
                    <a:lnTo>
                      <a:pt x="31642" y="2032"/>
                    </a:lnTo>
                    <a:lnTo>
                      <a:pt x="31642" y="2032"/>
                    </a:lnTo>
                    <a:lnTo>
                      <a:pt x="2735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2" name="Google Shape;2312;p49"/>
              <p:cNvSpPr/>
              <p:nvPr/>
            </p:nvSpPr>
            <p:spPr>
              <a:xfrm>
                <a:off x="2775975" y="2844125"/>
                <a:ext cx="283250" cy="1390625"/>
              </a:xfrm>
              <a:custGeom>
                <a:avLst/>
                <a:gdLst/>
                <a:ahLst/>
                <a:cxnLst/>
                <a:rect l="l" t="t" r="r" b="b"/>
                <a:pathLst>
                  <a:path w="11330" h="55625" extrusionOk="0">
                    <a:moveTo>
                      <a:pt x="0" y="0"/>
                    </a:moveTo>
                    <a:lnTo>
                      <a:pt x="0" y="0"/>
                    </a:lnTo>
                    <a:cubicBezTo>
                      <a:pt x="9464" y="27293"/>
                      <a:pt x="7448" y="55625"/>
                      <a:pt x="7448" y="55625"/>
                    </a:cubicBezTo>
                    <a:lnTo>
                      <a:pt x="11330" y="55625"/>
                    </a:lnTo>
                    <a:cubicBezTo>
                      <a:pt x="9419" y="17530"/>
                      <a:pt x="1" y="2"/>
                      <a:pt x="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13" name="Google Shape;2313;p49"/>
            <p:cNvGrpSpPr/>
            <p:nvPr/>
          </p:nvGrpSpPr>
          <p:grpSpPr>
            <a:xfrm>
              <a:off x="-522300" y="3118325"/>
              <a:ext cx="694400" cy="1122075"/>
              <a:chOff x="2830500" y="3118325"/>
              <a:chExt cx="694400" cy="1122075"/>
            </a:xfrm>
          </p:grpSpPr>
          <p:sp>
            <p:nvSpPr>
              <p:cNvPr id="2314" name="Google Shape;2314;p49"/>
              <p:cNvSpPr/>
              <p:nvPr/>
            </p:nvSpPr>
            <p:spPr>
              <a:xfrm>
                <a:off x="2830500" y="3118325"/>
                <a:ext cx="694400" cy="379925"/>
              </a:xfrm>
              <a:custGeom>
                <a:avLst/>
                <a:gdLst/>
                <a:ahLst/>
                <a:cxnLst/>
                <a:rect l="l" t="t" r="r" b="b"/>
                <a:pathLst>
                  <a:path w="27776" h="15197" extrusionOk="0">
                    <a:moveTo>
                      <a:pt x="10713" y="1"/>
                    </a:moveTo>
                    <a:lnTo>
                      <a:pt x="8035" y="1385"/>
                    </a:lnTo>
                    <a:lnTo>
                      <a:pt x="8712" y="1"/>
                    </a:lnTo>
                    <a:lnTo>
                      <a:pt x="8712" y="1"/>
                    </a:lnTo>
                    <a:cubicBezTo>
                      <a:pt x="4394" y="166"/>
                      <a:pt x="2965" y="1460"/>
                      <a:pt x="2965" y="1460"/>
                    </a:cubicBezTo>
                    <a:lnTo>
                      <a:pt x="8035" y="3070"/>
                    </a:lnTo>
                    <a:lnTo>
                      <a:pt x="9525" y="2679"/>
                    </a:lnTo>
                    <a:lnTo>
                      <a:pt x="9525" y="2679"/>
                    </a:lnTo>
                    <a:lnTo>
                      <a:pt x="9073" y="3401"/>
                    </a:lnTo>
                    <a:lnTo>
                      <a:pt x="11165" y="4214"/>
                    </a:lnTo>
                    <a:lnTo>
                      <a:pt x="12579" y="3401"/>
                    </a:lnTo>
                    <a:lnTo>
                      <a:pt x="11842" y="4454"/>
                    </a:lnTo>
                    <a:lnTo>
                      <a:pt x="16085" y="5823"/>
                    </a:lnTo>
                    <a:cubicBezTo>
                      <a:pt x="16085" y="5823"/>
                      <a:pt x="11501" y="5158"/>
                      <a:pt x="8372" y="5158"/>
                    </a:cubicBezTo>
                    <a:cubicBezTo>
                      <a:pt x="7736" y="5158"/>
                      <a:pt x="7161" y="5186"/>
                      <a:pt x="6696" y="5252"/>
                    </a:cubicBezTo>
                    <a:cubicBezTo>
                      <a:pt x="3943" y="5658"/>
                      <a:pt x="1" y="10834"/>
                      <a:pt x="1" y="10834"/>
                    </a:cubicBezTo>
                    <a:lnTo>
                      <a:pt x="2679" y="9705"/>
                    </a:lnTo>
                    <a:lnTo>
                      <a:pt x="4319" y="8080"/>
                    </a:lnTo>
                    <a:lnTo>
                      <a:pt x="3943" y="9450"/>
                    </a:lnTo>
                    <a:lnTo>
                      <a:pt x="5884" y="9209"/>
                    </a:lnTo>
                    <a:lnTo>
                      <a:pt x="7147" y="7599"/>
                    </a:lnTo>
                    <a:lnTo>
                      <a:pt x="6470" y="9058"/>
                    </a:lnTo>
                    <a:lnTo>
                      <a:pt x="7809" y="8727"/>
                    </a:lnTo>
                    <a:lnTo>
                      <a:pt x="8261" y="7674"/>
                    </a:lnTo>
                    <a:lnTo>
                      <a:pt x="8261" y="8652"/>
                    </a:lnTo>
                    <a:lnTo>
                      <a:pt x="12278" y="7599"/>
                    </a:lnTo>
                    <a:lnTo>
                      <a:pt x="12729" y="6395"/>
                    </a:lnTo>
                    <a:lnTo>
                      <a:pt x="12880" y="7283"/>
                    </a:lnTo>
                    <a:lnTo>
                      <a:pt x="15257" y="6952"/>
                    </a:lnTo>
                    <a:lnTo>
                      <a:pt x="15257" y="6952"/>
                    </a:lnTo>
                    <a:cubicBezTo>
                      <a:pt x="9449" y="8562"/>
                      <a:pt x="7147" y="13978"/>
                      <a:pt x="7147" y="13978"/>
                    </a:cubicBezTo>
                    <a:lnTo>
                      <a:pt x="11165" y="11721"/>
                    </a:lnTo>
                    <a:cubicBezTo>
                      <a:pt x="11240" y="10668"/>
                      <a:pt x="11977" y="9374"/>
                      <a:pt x="11977" y="9374"/>
                    </a:cubicBezTo>
                    <a:lnTo>
                      <a:pt x="11977" y="11074"/>
                    </a:lnTo>
                    <a:lnTo>
                      <a:pt x="12955" y="10352"/>
                    </a:lnTo>
                    <a:lnTo>
                      <a:pt x="13617" y="8652"/>
                    </a:lnTo>
                    <a:lnTo>
                      <a:pt x="13617" y="9615"/>
                    </a:lnTo>
                    <a:lnTo>
                      <a:pt x="16085" y="7674"/>
                    </a:lnTo>
                    <a:lnTo>
                      <a:pt x="17649" y="9615"/>
                    </a:lnTo>
                    <a:lnTo>
                      <a:pt x="18011" y="8893"/>
                    </a:lnTo>
                    <a:lnTo>
                      <a:pt x="18086" y="10427"/>
                    </a:lnTo>
                    <a:lnTo>
                      <a:pt x="19289" y="12278"/>
                    </a:lnTo>
                    <a:lnTo>
                      <a:pt x="19801" y="11797"/>
                    </a:lnTo>
                    <a:lnTo>
                      <a:pt x="19726" y="12925"/>
                    </a:lnTo>
                    <a:lnTo>
                      <a:pt x="21215" y="15197"/>
                    </a:lnTo>
                    <a:lnTo>
                      <a:pt x="21291" y="11240"/>
                    </a:lnTo>
                    <a:cubicBezTo>
                      <a:pt x="21291" y="10743"/>
                      <a:pt x="20027" y="10352"/>
                      <a:pt x="20027" y="10352"/>
                    </a:cubicBezTo>
                    <a:lnTo>
                      <a:pt x="20839" y="10187"/>
                    </a:lnTo>
                    <a:cubicBezTo>
                      <a:pt x="19575" y="7915"/>
                      <a:pt x="17800" y="7524"/>
                      <a:pt x="17800" y="7524"/>
                    </a:cubicBezTo>
                    <a:cubicBezTo>
                      <a:pt x="17985" y="7499"/>
                      <a:pt x="18154" y="7489"/>
                      <a:pt x="18308" y="7489"/>
                    </a:cubicBezTo>
                    <a:cubicBezTo>
                      <a:pt x="19203" y="7489"/>
                      <a:pt x="19575" y="7840"/>
                      <a:pt x="19575" y="7840"/>
                    </a:cubicBezTo>
                    <a:lnTo>
                      <a:pt x="19801" y="7358"/>
                    </a:lnTo>
                    <a:lnTo>
                      <a:pt x="20328" y="7840"/>
                    </a:lnTo>
                    <a:lnTo>
                      <a:pt x="21516" y="8321"/>
                    </a:lnTo>
                    <a:lnTo>
                      <a:pt x="21366" y="6997"/>
                    </a:lnTo>
                    <a:lnTo>
                      <a:pt x="22043" y="8411"/>
                    </a:lnTo>
                    <a:lnTo>
                      <a:pt x="23382" y="8652"/>
                    </a:lnTo>
                    <a:lnTo>
                      <a:pt x="23081" y="6997"/>
                    </a:lnTo>
                    <a:lnTo>
                      <a:pt x="24044" y="8893"/>
                    </a:lnTo>
                    <a:lnTo>
                      <a:pt x="26587" y="10021"/>
                    </a:lnTo>
                    <a:cubicBezTo>
                      <a:pt x="26361" y="8487"/>
                      <a:pt x="24571" y="6305"/>
                      <a:pt x="24571" y="6305"/>
                    </a:cubicBezTo>
                    <a:lnTo>
                      <a:pt x="23231" y="6230"/>
                    </a:lnTo>
                    <a:lnTo>
                      <a:pt x="23818" y="5342"/>
                    </a:lnTo>
                    <a:cubicBezTo>
                      <a:pt x="23262" y="5226"/>
                      <a:pt x="22678" y="5180"/>
                      <a:pt x="22101" y="5180"/>
                    </a:cubicBezTo>
                    <a:cubicBezTo>
                      <a:pt x="19824" y="5180"/>
                      <a:pt x="17649" y="5899"/>
                      <a:pt x="17649" y="5899"/>
                    </a:cubicBezTo>
                    <a:lnTo>
                      <a:pt x="22253" y="4289"/>
                    </a:lnTo>
                    <a:lnTo>
                      <a:pt x="22043" y="3476"/>
                    </a:lnTo>
                    <a:lnTo>
                      <a:pt x="23382" y="4123"/>
                    </a:lnTo>
                    <a:lnTo>
                      <a:pt x="27775" y="5011"/>
                    </a:lnTo>
                    <a:lnTo>
                      <a:pt x="24796" y="2438"/>
                    </a:lnTo>
                    <a:lnTo>
                      <a:pt x="23231" y="2829"/>
                    </a:lnTo>
                    <a:lnTo>
                      <a:pt x="23893" y="2032"/>
                    </a:lnTo>
                    <a:cubicBezTo>
                      <a:pt x="23893" y="2032"/>
                      <a:pt x="23382" y="1701"/>
                      <a:pt x="21892" y="1626"/>
                    </a:cubicBezTo>
                    <a:cubicBezTo>
                      <a:pt x="21875" y="1625"/>
                      <a:pt x="21858" y="1624"/>
                      <a:pt x="21840" y="1624"/>
                    </a:cubicBezTo>
                    <a:cubicBezTo>
                      <a:pt x="20331" y="1624"/>
                      <a:pt x="17273" y="5417"/>
                      <a:pt x="17273" y="5417"/>
                    </a:cubicBezTo>
                    <a:cubicBezTo>
                      <a:pt x="17273" y="5417"/>
                      <a:pt x="17273" y="4123"/>
                      <a:pt x="16972" y="2995"/>
                    </a:cubicBezTo>
                    <a:cubicBezTo>
                      <a:pt x="16671" y="1866"/>
                      <a:pt x="15257" y="1220"/>
                      <a:pt x="15257" y="1219"/>
                    </a:cubicBezTo>
                    <a:lnTo>
                      <a:pt x="15257" y="1219"/>
                    </a:lnTo>
                    <a:lnTo>
                      <a:pt x="16085" y="5011"/>
                    </a:lnTo>
                    <a:cubicBezTo>
                      <a:pt x="15483" y="3567"/>
                      <a:pt x="14369" y="2348"/>
                      <a:pt x="14369" y="2348"/>
                    </a:cubicBezTo>
                    <a:lnTo>
                      <a:pt x="12654" y="2107"/>
                    </a:lnTo>
                    <a:lnTo>
                      <a:pt x="13391" y="1791"/>
                    </a:lnTo>
                    <a:cubicBezTo>
                      <a:pt x="12579" y="813"/>
                      <a:pt x="10713" y="1"/>
                      <a:pt x="1071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5" name="Google Shape;2315;p49"/>
              <p:cNvSpPr/>
              <p:nvPr/>
            </p:nvSpPr>
            <p:spPr>
              <a:xfrm>
                <a:off x="3065225" y="3300375"/>
                <a:ext cx="176800" cy="940025"/>
              </a:xfrm>
              <a:custGeom>
                <a:avLst/>
                <a:gdLst/>
                <a:ahLst/>
                <a:cxnLst/>
                <a:rect l="l" t="t" r="r" b="b"/>
                <a:pathLst>
                  <a:path w="7072" h="37601" extrusionOk="0">
                    <a:moveTo>
                      <a:pt x="7072" y="1"/>
                    </a:moveTo>
                    <a:cubicBezTo>
                      <a:pt x="7071" y="2"/>
                      <a:pt x="1189" y="11843"/>
                      <a:pt x="0" y="37600"/>
                    </a:cubicBezTo>
                    <a:lnTo>
                      <a:pt x="2423" y="37600"/>
                    </a:lnTo>
                    <a:cubicBezTo>
                      <a:pt x="2423" y="37600"/>
                      <a:pt x="1159" y="18447"/>
                      <a:pt x="707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16" name="Google Shape;2316;p49"/>
            <p:cNvGrpSpPr/>
            <p:nvPr/>
          </p:nvGrpSpPr>
          <p:grpSpPr>
            <a:xfrm>
              <a:off x="156650" y="3061150"/>
              <a:ext cx="779400" cy="1161200"/>
              <a:chOff x="156650" y="3061150"/>
              <a:chExt cx="779400" cy="1161200"/>
            </a:xfrm>
          </p:grpSpPr>
          <p:sp>
            <p:nvSpPr>
              <p:cNvPr id="2317" name="Google Shape;2317;p49"/>
              <p:cNvSpPr/>
              <p:nvPr/>
            </p:nvSpPr>
            <p:spPr>
              <a:xfrm>
                <a:off x="156650" y="3061150"/>
                <a:ext cx="779400" cy="392725"/>
              </a:xfrm>
              <a:custGeom>
                <a:avLst/>
                <a:gdLst/>
                <a:ahLst/>
                <a:cxnLst/>
                <a:rect l="l" t="t" r="r" b="b"/>
                <a:pathLst>
                  <a:path w="31176" h="15709" extrusionOk="0">
                    <a:moveTo>
                      <a:pt x="12022" y="1"/>
                    </a:moveTo>
                    <a:lnTo>
                      <a:pt x="9013" y="1415"/>
                    </a:lnTo>
                    <a:lnTo>
                      <a:pt x="9013" y="1415"/>
                    </a:lnTo>
                    <a:lnTo>
                      <a:pt x="9765" y="1"/>
                    </a:lnTo>
                    <a:lnTo>
                      <a:pt x="9765" y="1"/>
                    </a:lnTo>
                    <a:cubicBezTo>
                      <a:pt x="4920" y="166"/>
                      <a:pt x="3341" y="1505"/>
                      <a:pt x="3341" y="1505"/>
                    </a:cubicBezTo>
                    <a:lnTo>
                      <a:pt x="9013" y="3175"/>
                    </a:lnTo>
                    <a:lnTo>
                      <a:pt x="10698" y="2754"/>
                    </a:lnTo>
                    <a:lnTo>
                      <a:pt x="10186" y="3506"/>
                    </a:lnTo>
                    <a:lnTo>
                      <a:pt x="12534" y="4334"/>
                    </a:lnTo>
                    <a:lnTo>
                      <a:pt x="14113" y="3506"/>
                    </a:lnTo>
                    <a:lnTo>
                      <a:pt x="13286" y="4590"/>
                    </a:lnTo>
                    <a:lnTo>
                      <a:pt x="18040" y="6019"/>
                    </a:lnTo>
                    <a:cubicBezTo>
                      <a:pt x="18040" y="6019"/>
                      <a:pt x="12955" y="5329"/>
                      <a:pt x="9451" y="5329"/>
                    </a:cubicBezTo>
                    <a:cubicBezTo>
                      <a:pt x="8719" y="5329"/>
                      <a:pt x="8056" y="5360"/>
                      <a:pt x="7523" y="5432"/>
                    </a:cubicBezTo>
                    <a:cubicBezTo>
                      <a:pt x="4424" y="5839"/>
                      <a:pt x="0" y="11195"/>
                      <a:pt x="0" y="11195"/>
                    </a:cubicBezTo>
                    <a:lnTo>
                      <a:pt x="3010" y="10021"/>
                    </a:lnTo>
                    <a:lnTo>
                      <a:pt x="4845" y="8351"/>
                    </a:lnTo>
                    <a:lnTo>
                      <a:pt x="4845" y="8351"/>
                    </a:lnTo>
                    <a:lnTo>
                      <a:pt x="4424" y="9781"/>
                    </a:lnTo>
                    <a:lnTo>
                      <a:pt x="6590" y="9525"/>
                    </a:lnTo>
                    <a:lnTo>
                      <a:pt x="8020" y="7855"/>
                    </a:lnTo>
                    <a:lnTo>
                      <a:pt x="7268" y="9359"/>
                    </a:lnTo>
                    <a:lnTo>
                      <a:pt x="8772" y="9028"/>
                    </a:lnTo>
                    <a:lnTo>
                      <a:pt x="9269" y="7930"/>
                    </a:lnTo>
                    <a:lnTo>
                      <a:pt x="9269" y="8938"/>
                    </a:lnTo>
                    <a:lnTo>
                      <a:pt x="13782" y="7855"/>
                    </a:lnTo>
                    <a:lnTo>
                      <a:pt x="14279" y="6591"/>
                    </a:lnTo>
                    <a:lnTo>
                      <a:pt x="14459" y="7524"/>
                    </a:lnTo>
                    <a:lnTo>
                      <a:pt x="17123" y="7178"/>
                    </a:lnTo>
                    <a:lnTo>
                      <a:pt x="17123" y="7178"/>
                    </a:lnTo>
                    <a:cubicBezTo>
                      <a:pt x="10608" y="8848"/>
                      <a:pt x="8020" y="14460"/>
                      <a:pt x="8020" y="14460"/>
                    </a:cubicBezTo>
                    <a:lnTo>
                      <a:pt x="12534" y="12113"/>
                    </a:lnTo>
                    <a:cubicBezTo>
                      <a:pt x="12609" y="11029"/>
                      <a:pt x="13451" y="9690"/>
                      <a:pt x="13451" y="9690"/>
                    </a:cubicBezTo>
                    <a:lnTo>
                      <a:pt x="13451" y="11451"/>
                    </a:lnTo>
                    <a:lnTo>
                      <a:pt x="14535" y="10698"/>
                    </a:lnTo>
                    <a:lnTo>
                      <a:pt x="15287" y="8938"/>
                    </a:lnTo>
                    <a:lnTo>
                      <a:pt x="15287" y="9946"/>
                    </a:lnTo>
                    <a:lnTo>
                      <a:pt x="18040" y="7930"/>
                    </a:lnTo>
                    <a:lnTo>
                      <a:pt x="19801" y="9946"/>
                    </a:lnTo>
                    <a:lnTo>
                      <a:pt x="20222" y="9194"/>
                    </a:lnTo>
                    <a:lnTo>
                      <a:pt x="20297" y="10774"/>
                    </a:lnTo>
                    <a:lnTo>
                      <a:pt x="21636" y="12699"/>
                    </a:lnTo>
                    <a:lnTo>
                      <a:pt x="22223" y="12203"/>
                    </a:lnTo>
                    <a:lnTo>
                      <a:pt x="22148" y="13361"/>
                    </a:lnTo>
                    <a:lnTo>
                      <a:pt x="23818" y="15709"/>
                    </a:lnTo>
                    <a:lnTo>
                      <a:pt x="23893" y="11616"/>
                    </a:lnTo>
                    <a:cubicBezTo>
                      <a:pt x="23893" y="11105"/>
                      <a:pt x="22479" y="10698"/>
                      <a:pt x="22479" y="10698"/>
                    </a:cubicBezTo>
                    <a:lnTo>
                      <a:pt x="23397" y="10533"/>
                    </a:lnTo>
                    <a:cubicBezTo>
                      <a:pt x="21982" y="8186"/>
                      <a:pt x="19966" y="7764"/>
                      <a:pt x="19966" y="7764"/>
                    </a:cubicBezTo>
                    <a:cubicBezTo>
                      <a:pt x="20170" y="7741"/>
                      <a:pt x="20357" y="7731"/>
                      <a:pt x="20528" y="7731"/>
                    </a:cubicBezTo>
                    <a:cubicBezTo>
                      <a:pt x="21551" y="7731"/>
                      <a:pt x="21982" y="8095"/>
                      <a:pt x="21982" y="8095"/>
                    </a:cubicBezTo>
                    <a:lnTo>
                      <a:pt x="22223" y="7599"/>
                    </a:lnTo>
                    <a:lnTo>
                      <a:pt x="22810" y="8095"/>
                    </a:lnTo>
                    <a:lnTo>
                      <a:pt x="24149" y="8607"/>
                    </a:lnTo>
                    <a:lnTo>
                      <a:pt x="23983" y="7223"/>
                    </a:lnTo>
                    <a:lnTo>
                      <a:pt x="23983" y="7223"/>
                    </a:lnTo>
                    <a:lnTo>
                      <a:pt x="24736" y="8682"/>
                    </a:lnTo>
                    <a:lnTo>
                      <a:pt x="26240" y="8938"/>
                    </a:lnTo>
                    <a:lnTo>
                      <a:pt x="25909" y="7223"/>
                    </a:lnTo>
                    <a:lnTo>
                      <a:pt x="26993" y="9194"/>
                    </a:lnTo>
                    <a:lnTo>
                      <a:pt x="29836" y="10352"/>
                    </a:lnTo>
                    <a:cubicBezTo>
                      <a:pt x="29580" y="8772"/>
                      <a:pt x="27579" y="6516"/>
                      <a:pt x="27579" y="6516"/>
                    </a:cubicBezTo>
                    <a:lnTo>
                      <a:pt x="26075" y="6425"/>
                    </a:lnTo>
                    <a:lnTo>
                      <a:pt x="26737" y="5508"/>
                    </a:lnTo>
                    <a:cubicBezTo>
                      <a:pt x="26120" y="5390"/>
                      <a:pt x="25472" y="5343"/>
                      <a:pt x="24831" y="5343"/>
                    </a:cubicBezTo>
                    <a:cubicBezTo>
                      <a:pt x="22266" y="5343"/>
                      <a:pt x="19801" y="6094"/>
                      <a:pt x="19801" y="6094"/>
                    </a:cubicBezTo>
                    <a:lnTo>
                      <a:pt x="24991" y="4424"/>
                    </a:lnTo>
                    <a:lnTo>
                      <a:pt x="24736" y="3582"/>
                    </a:lnTo>
                    <a:lnTo>
                      <a:pt x="26240" y="4259"/>
                    </a:lnTo>
                    <a:lnTo>
                      <a:pt x="31175" y="5177"/>
                    </a:lnTo>
                    <a:lnTo>
                      <a:pt x="27820" y="2498"/>
                    </a:lnTo>
                    <a:lnTo>
                      <a:pt x="26075" y="2920"/>
                    </a:lnTo>
                    <a:lnTo>
                      <a:pt x="26827" y="2077"/>
                    </a:lnTo>
                    <a:cubicBezTo>
                      <a:pt x="26827" y="2077"/>
                      <a:pt x="26240" y="1746"/>
                      <a:pt x="24570" y="1671"/>
                    </a:cubicBezTo>
                    <a:cubicBezTo>
                      <a:pt x="24552" y="1670"/>
                      <a:pt x="24533" y="1669"/>
                      <a:pt x="24514" y="1669"/>
                    </a:cubicBezTo>
                    <a:cubicBezTo>
                      <a:pt x="22822" y="1669"/>
                      <a:pt x="19379" y="5598"/>
                      <a:pt x="19379" y="5598"/>
                    </a:cubicBezTo>
                    <a:cubicBezTo>
                      <a:pt x="19379" y="5598"/>
                      <a:pt x="19379" y="4259"/>
                      <a:pt x="19048" y="3085"/>
                    </a:cubicBezTo>
                    <a:cubicBezTo>
                      <a:pt x="18717" y="1912"/>
                      <a:pt x="17123" y="1250"/>
                      <a:pt x="17123" y="1250"/>
                    </a:cubicBezTo>
                    <a:lnTo>
                      <a:pt x="17123" y="1250"/>
                    </a:lnTo>
                    <a:lnTo>
                      <a:pt x="18040" y="5177"/>
                    </a:lnTo>
                    <a:cubicBezTo>
                      <a:pt x="17378" y="3672"/>
                      <a:pt x="16130" y="2423"/>
                      <a:pt x="16130" y="2423"/>
                    </a:cubicBezTo>
                    <a:lnTo>
                      <a:pt x="14204" y="2167"/>
                    </a:lnTo>
                    <a:lnTo>
                      <a:pt x="15031" y="1836"/>
                    </a:lnTo>
                    <a:cubicBezTo>
                      <a:pt x="14113" y="828"/>
                      <a:pt x="12022" y="1"/>
                      <a:pt x="1202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8" name="Google Shape;2318;p49"/>
              <p:cNvSpPr/>
              <p:nvPr/>
            </p:nvSpPr>
            <p:spPr>
              <a:xfrm>
                <a:off x="420325" y="3249225"/>
                <a:ext cx="198250" cy="973125"/>
              </a:xfrm>
              <a:custGeom>
                <a:avLst/>
                <a:gdLst/>
                <a:ahLst/>
                <a:cxnLst/>
                <a:rect l="l" t="t" r="r" b="b"/>
                <a:pathLst>
                  <a:path w="7930" h="38925" extrusionOk="0">
                    <a:moveTo>
                      <a:pt x="7930" y="1"/>
                    </a:moveTo>
                    <a:cubicBezTo>
                      <a:pt x="7929" y="2"/>
                      <a:pt x="1324" y="12264"/>
                      <a:pt x="1" y="38924"/>
                    </a:cubicBezTo>
                    <a:lnTo>
                      <a:pt x="2709" y="38924"/>
                    </a:lnTo>
                    <a:cubicBezTo>
                      <a:pt x="2709" y="38924"/>
                      <a:pt x="1294" y="19094"/>
                      <a:pt x="793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319" name="Google Shape;2319;p49"/>
            <p:cNvSpPr/>
            <p:nvPr/>
          </p:nvSpPr>
          <p:spPr>
            <a:xfrm>
              <a:off x="292425" y="3568200"/>
              <a:ext cx="123400" cy="657900"/>
            </a:xfrm>
            <a:custGeom>
              <a:avLst/>
              <a:gdLst/>
              <a:ahLst/>
              <a:cxnLst/>
              <a:rect l="l" t="t" r="r" b="b"/>
              <a:pathLst>
                <a:path w="4936" h="26316" extrusionOk="0">
                  <a:moveTo>
                    <a:pt x="1" y="1"/>
                  </a:moveTo>
                  <a:lnTo>
                    <a:pt x="1" y="1"/>
                  </a:lnTo>
                  <a:cubicBezTo>
                    <a:pt x="4123" y="12925"/>
                    <a:pt x="3251" y="26316"/>
                    <a:pt x="3251" y="26316"/>
                  </a:cubicBezTo>
                  <a:lnTo>
                    <a:pt x="4936" y="26316"/>
                  </a:lnTo>
                  <a:cubicBezTo>
                    <a:pt x="4108" y="8292"/>
                    <a:pt x="1" y="1"/>
                    <a:pt x="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320" name="Google Shape;2320;p49"/>
          <p:cNvSpPr txBox="1">
            <a:spLocks noGrp="1"/>
          </p:cNvSpPr>
          <p:nvPr>
            <p:ph type="title"/>
          </p:nvPr>
        </p:nvSpPr>
        <p:spPr>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dirty="0">
                <a:solidFill>
                  <a:srgbClr val="002060"/>
                </a:solidFill>
              </a:rPr>
              <a:t>Thanks!</a:t>
            </a:r>
            <a:endParaRPr dirty="0">
              <a:solidFill>
                <a:srgbClr val="002060"/>
              </a:solidFill>
            </a:endParaRPr>
          </a:p>
        </p:txBody>
      </p:sp>
      <p:sp>
        <p:nvSpPr>
          <p:cNvPr id="2322" name="Google Shape;2322;p49"/>
          <p:cNvSpPr txBox="1"/>
          <p:nvPr/>
        </p:nvSpPr>
        <p:spPr>
          <a:xfrm>
            <a:off x="5161075" y="4255153"/>
            <a:ext cx="3269700" cy="2532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None/>
            </a:pPr>
            <a:r>
              <a:rPr lang="en" sz="1200" dirty="0">
                <a:solidFill>
                  <a:schemeClr val="dk1"/>
                </a:solidFill>
                <a:latin typeface="Abel"/>
                <a:ea typeface="Abel"/>
                <a:cs typeface="Abel"/>
                <a:sym typeface="Abel"/>
              </a:rPr>
              <a:t>Please keep this slide for attribution</a:t>
            </a:r>
            <a:endParaRPr sz="1200" dirty="0">
              <a:solidFill>
                <a:schemeClr val="dk1"/>
              </a:solidFill>
              <a:latin typeface="Abel"/>
              <a:ea typeface="Abel"/>
              <a:cs typeface="Abel"/>
              <a:sym typeface="Abel"/>
            </a:endParaRPr>
          </a:p>
        </p:txBody>
      </p:sp>
      <p:sp>
        <p:nvSpPr>
          <p:cNvPr id="2344" name="Google Shape;2344;p49"/>
          <p:cNvSpPr/>
          <p:nvPr/>
        </p:nvSpPr>
        <p:spPr>
          <a:xfrm>
            <a:off x="-64875" y="4814800"/>
            <a:ext cx="9237740" cy="38775"/>
          </a:xfrm>
          <a:custGeom>
            <a:avLst/>
            <a:gdLst/>
            <a:ahLst/>
            <a:cxnLst/>
            <a:rect l="l" t="t" r="r" b="b"/>
            <a:pathLst>
              <a:path w="249130" h="1551" extrusionOk="0">
                <a:moveTo>
                  <a:pt x="1" y="0"/>
                </a:moveTo>
                <a:lnTo>
                  <a:pt x="1" y="1550"/>
                </a:lnTo>
                <a:lnTo>
                  <a:pt x="249129" y="1550"/>
                </a:lnTo>
                <a:lnTo>
                  <a:pt x="24912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5" name="Google Shape;2345;p49"/>
          <p:cNvSpPr/>
          <p:nvPr/>
        </p:nvSpPr>
        <p:spPr>
          <a:xfrm>
            <a:off x="-42300" y="4768525"/>
            <a:ext cx="9215100" cy="374675"/>
          </a:xfrm>
          <a:custGeom>
            <a:avLst/>
            <a:gdLst/>
            <a:ahLst/>
            <a:cxnLst/>
            <a:rect l="l" t="t" r="r" b="b"/>
            <a:pathLst>
              <a:path w="247851" h="14987" extrusionOk="0">
                <a:moveTo>
                  <a:pt x="256" y="1"/>
                </a:moveTo>
                <a:lnTo>
                  <a:pt x="1" y="14986"/>
                </a:lnTo>
                <a:lnTo>
                  <a:pt x="247850" y="14986"/>
                </a:lnTo>
                <a:lnTo>
                  <a:pt x="24785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346" name="Google Shape;2346;p49"/>
          <p:cNvGrpSpPr/>
          <p:nvPr/>
        </p:nvGrpSpPr>
        <p:grpSpPr>
          <a:xfrm>
            <a:off x="-93825" y="4612800"/>
            <a:ext cx="9404150" cy="530400"/>
            <a:chOff x="-93825" y="4612800"/>
            <a:chExt cx="9404150" cy="530400"/>
          </a:xfrm>
        </p:grpSpPr>
        <p:grpSp>
          <p:nvGrpSpPr>
            <p:cNvPr id="2347" name="Google Shape;2347;p49"/>
            <p:cNvGrpSpPr/>
            <p:nvPr/>
          </p:nvGrpSpPr>
          <p:grpSpPr>
            <a:xfrm>
              <a:off x="-93825" y="4612800"/>
              <a:ext cx="9266690" cy="530400"/>
              <a:chOff x="-70375" y="4454000"/>
              <a:chExt cx="9266690" cy="530400"/>
            </a:xfrm>
          </p:grpSpPr>
          <p:sp>
            <p:nvSpPr>
              <p:cNvPr id="2348" name="Google Shape;2348;p49"/>
              <p:cNvSpPr/>
              <p:nvPr/>
            </p:nvSpPr>
            <p:spPr>
              <a:xfrm>
                <a:off x="-70375" y="4454000"/>
                <a:ext cx="9237926" cy="178325"/>
              </a:xfrm>
              <a:custGeom>
                <a:avLst/>
                <a:gdLst/>
                <a:ahLst/>
                <a:cxnLst/>
                <a:rect l="l" t="t" r="r" b="b"/>
                <a:pathLst>
                  <a:path w="250724" h="7133" extrusionOk="0">
                    <a:moveTo>
                      <a:pt x="0" y="1"/>
                    </a:moveTo>
                    <a:lnTo>
                      <a:pt x="0" y="7132"/>
                    </a:lnTo>
                    <a:lnTo>
                      <a:pt x="250724" y="7132"/>
                    </a:lnTo>
                    <a:lnTo>
                      <a:pt x="250724" y="1"/>
                    </a:lnTo>
                    <a:close/>
                  </a:path>
                </a:pathLst>
              </a:custGeom>
              <a:solidFill>
                <a:schemeClr val="bg1">
                  <a:lumMod val="5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49" name="Google Shape;2349;p49"/>
              <p:cNvSpPr/>
              <p:nvPr/>
            </p:nvSpPr>
            <p:spPr>
              <a:xfrm>
                <a:off x="-44425" y="4632300"/>
                <a:ext cx="6224475" cy="90300"/>
              </a:xfrm>
              <a:custGeom>
                <a:avLst/>
                <a:gdLst/>
                <a:ahLst/>
                <a:cxnLst/>
                <a:rect l="l" t="t" r="r" b="b"/>
                <a:pathLst>
                  <a:path w="248979" h="3612" extrusionOk="0">
                    <a:moveTo>
                      <a:pt x="1" y="0"/>
                    </a:moveTo>
                    <a:lnTo>
                      <a:pt x="1" y="3611"/>
                    </a:lnTo>
                    <a:lnTo>
                      <a:pt x="248979" y="3611"/>
                    </a:lnTo>
                    <a:lnTo>
                      <a:pt x="248979" y="0"/>
                    </a:lnTo>
                    <a:close/>
                  </a:path>
                </a:pathLst>
              </a:custGeom>
              <a:solidFill>
                <a:srgbClr val="99BB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0" name="Google Shape;2350;p49"/>
              <p:cNvSpPr/>
              <p:nvPr/>
            </p:nvSpPr>
            <p:spPr>
              <a:xfrm>
                <a:off x="-18850" y="4609725"/>
                <a:ext cx="9215100" cy="374675"/>
              </a:xfrm>
              <a:custGeom>
                <a:avLst/>
                <a:gdLst/>
                <a:ahLst/>
                <a:cxnLst/>
                <a:rect l="l" t="t" r="r" b="b"/>
                <a:pathLst>
                  <a:path w="247851" h="14987" extrusionOk="0">
                    <a:moveTo>
                      <a:pt x="256" y="1"/>
                    </a:moveTo>
                    <a:lnTo>
                      <a:pt x="1" y="14986"/>
                    </a:lnTo>
                    <a:lnTo>
                      <a:pt x="247850" y="14986"/>
                    </a:lnTo>
                    <a:lnTo>
                      <a:pt x="247850" y="1"/>
                    </a:lnTo>
                    <a:close/>
                  </a:path>
                </a:pathLst>
              </a:custGeom>
              <a:solidFill>
                <a:schemeClr val="bg2">
                  <a:lumMod val="10000"/>
                </a:schemeClr>
              </a:solidFill>
              <a:ln>
                <a:noFill/>
              </a:ln>
            </p:spPr>
            <p:txBody>
              <a:bodyPr spcFirstLastPara="1" wrap="square" lIns="91425" tIns="91425" rIns="91425" bIns="91425" anchor="ctr" anchorCtr="0">
                <a:noAutofit/>
              </a:bodyPr>
              <a:lstStyle/>
              <a:p>
                <a:pPr marL="0" lvl="0" indent="0" algn="l">
                  <a:spcBef>
                    <a:spcPts val="0"/>
                  </a:spcBef>
                  <a:spcAft>
                    <a:spcPts val="0"/>
                  </a:spcAft>
                  <a:buNone/>
                </a:pPr>
                <a:endParaRPr/>
              </a:p>
            </p:txBody>
          </p:sp>
          <p:sp>
            <p:nvSpPr>
              <p:cNvPr id="2351" name="Google Shape;2351;p49"/>
              <p:cNvSpPr/>
              <p:nvPr/>
            </p:nvSpPr>
            <p:spPr>
              <a:xfrm>
                <a:off x="-41425" y="4656000"/>
                <a:ext cx="9237740" cy="38775"/>
              </a:xfrm>
              <a:custGeom>
                <a:avLst/>
                <a:gdLst/>
                <a:ahLst/>
                <a:cxnLst/>
                <a:rect l="l" t="t" r="r" b="b"/>
                <a:pathLst>
                  <a:path w="249130" h="1551" extrusionOk="0">
                    <a:moveTo>
                      <a:pt x="1" y="0"/>
                    </a:moveTo>
                    <a:lnTo>
                      <a:pt x="1" y="1550"/>
                    </a:lnTo>
                    <a:lnTo>
                      <a:pt x="249129" y="1550"/>
                    </a:lnTo>
                    <a:lnTo>
                      <a:pt x="24912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52" name="Google Shape;2352;p49"/>
              <p:cNvSpPr/>
              <p:nvPr/>
            </p:nvSpPr>
            <p:spPr>
              <a:xfrm>
                <a:off x="978825" y="4645850"/>
                <a:ext cx="96325" cy="29350"/>
              </a:xfrm>
              <a:custGeom>
                <a:avLst/>
                <a:gdLst/>
                <a:ahLst/>
                <a:cxnLst/>
                <a:rect l="l" t="t" r="r" b="b"/>
                <a:pathLst>
                  <a:path w="3853" h="1174" extrusionOk="0">
                    <a:moveTo>
                      <a:pt x="587" y="0"/>
                    </a:moveTo>
                    <a:cubicBezTo>
                      <a:pt x="271" y="0"/>
                      <a:pt x="0" y="256"/>
                      <a:pt x="0" y="587"/>
                    </a:cubicBezTo>
                    <a:cubicBezTo>
                      <a:pt x="0" y="903"/>
                      <a:pt x="271" y="1174"/>
                      <a:pt x="587" y="1174"/>
                    </a:cubicBezTo>
                    <a:lnTo>
                      <a:pt x="3265" y="1174"/>
                    </a:lnTo>
                    <a:cubicBezTo>
                      <a:pt x="3581" y="1174"/>
                      <a:pt x="3852" y="903"/>
                      <a:pt x="3852" y="587"/>
                    </a:cubicBezTo>
                    <a:cubicBezTo>
                      <a:pt x="3852" y="256"/>
                      <a:pt x="3581" y="0"/>
                      <a:pt x="326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3" name="Google Shape;2353;p49"/>
              <p:cNvSpPr/>
              <p:nvPr/>
            </p:nvSpPr>
            <p:spPr>
              <a:xfrm>
                <a:off x="802400" y="4645850"/>
                <a:ext cx="95950" cy="29350"/>
              </a:xfrm>
              <a:custGeom>
                <a:avLst/>
                <a:gdLst/>
                <a:ahLst/>
                <a:cxnLst/>
                <a:rect l="l" t="t" r="r" b="b"/>
                <a:pathLst>
                  <a:path w="3838" h="1174" extrusionOk="0">
                    <a:moveTo>
                      <a:pt x="573" y="0"/>
                    </a:moveTo>
                    <a:cubicBezTo>
                      <a:pt x="257" y="0"/>
                      <a:pt x="1" y="256"/>
                      <a:pt x="1" y="587"/>
                    </a:cubicBezTo>
                    <a:cubicBezTo>
                      <a:pt x="1" y="903"/>
                      <a:pt x="257" y="1174"/>
                      <a:pt x="573" y="1174"/>
                    </a:cubicBezTo>
                    <a:lnTo>
                      <a:pt x="3251" y="1174"/>
                    </a:lnTo>
                    <a:cubicBezTo>
                      <a:pt x="3582" y="1174"/>
                      <a:pt x="3838" y="903"/>
                      <a:pt x="3838" y="587"/>
                    </a:cubicBezTo>
                    <a:cubicBezTo>
                      <a:pt x="3838" y="256"/>
                      <a:pt x="3582" y="0"/>
                      <a:pt x="325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4" name="Google Shape;2354;p49"/>
              <p:cNvSpPr/>
              <p:nvPr/>
            </p:nvSpPr>
            <p:spPr>
              <a:xfrm>
                <a:off x="625625" y="4645850"/>
                <a:ext cx="96325" cy="29350"/>
              </a:xfrm>
              <a:custGeom>
                <a:avLst/>
                <a:gdLst/>
                <a:ahLst/>
                <a:cxnLst/>
                <a:rect l="l" t="t" r="r" b="b"/>
                <a:pathLst>
                  <a:path w="3853" h="1174" extrusionOk="0">
                    <a:moveTo>
                      <a:pt x="587" y="0"/>
                    </a:moveTo>
                    <a:cubicBezTo>
                      <a:pt x="256" y="0"/>
                      <a:pt x="0" y="256"/>
                      <a:pt x="0" y="587"/>
                    </a:cubicBezTo>
                    <a:cubicBezTo>
                      <a:pt x="0" y="903"/>
                      <a:pt x="256" y="1174"/>
                      <a:pt x="587" y="1174"/>
                    </a:cubicBezTo>
                    <a:lnTo>
                      <a:pt x="3265" y="1174"/>
                    </a:lnTo>
                    <a:cubicBezTo>
                      <a:pt x="3581" y="1174"/>
                      <a:pt x="3852" y="903"/>
                      <a:pt x="3852" y="587"/>
                    </a:cubicBezTo>
                    <a:cubicBezTo>
                      <a:pt x="3852" y="256"/>
                      <a:pt x="3581" y="0"/>
                      <a:pt x="326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5" name="Google Shape;2355;p49"/>
              <p:cNvSpPr/>
              <p:nvPr/>
            </p:nvSpPr>
            <p:spPr>
              <a:xfrm>
                <a:off x="448825" y="4645850"/>
                <a:ext cx="96325" cy="29350"/>
              </a:xfrm>
              <a:custGeom>
                <a:avLst/>
                <a:gdLst/>
                <a:ahLst/>
                <a:cxnLst/>
                <a:rect l="l" t="t" r="r" b="b"/>
                <a:pathLst>
                  <a:path w="3853" h="1174" extrusionOk="0">
                    <a:moveTo>
                      <a:pt x="588" y="0"/>
                    </a:moveTo>
                    <a:cubicBezTo>
                      <a:pt x="272" y="0"/>
                      <a:pt x="1" y="256"/>
                      <a:pt x="1" y="587"/>
                    </a:cubicBezTo>
                    <a:cubicBezTo>
                      <a:pt x="1" y="903"/>
                      <a:pt x="272" y="1174"/>
                      <a:pt x="588" y="1174"/>
                    </a:cubicBezTo>
                    <a:lnTo>
                      <a:pt x="3266" y="1174"/>
                    </a:lnTo>
                    <a:cubicBezTo>
                      <a:pt x="3582" y="1174"/>
                      <a:pt x="3853" y="903"/>
                      <a:pt x="3853" y="587"/>
                    </a:cubicBezTo>
                    <a:cubicBezTo>
                      <a:pt x="3853" y="256"/>
                      <a:pt x="3582" y="0"/>
                      <a:pt x="326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6" name="Google Shape;2356;p49"/>
              <p:cNvSpPr/>
              <p:nvPr/>
            </p:nvSpPr>
            <p:spPr>
              <a:xfrm>
                <a:off x="272425" y="4645850"/>
                <a:ext cx="95950" cy="29350"/>
              </a:xfrm>
              <a:custGeom>
                <a:avLst/>
                <a:gdLst/>
                <a:ahLst/>
                <a:cxnLst/>
                <a:rect l="l" t="t" r="r" b="b"/>
                <a:pathLst>
                  <a:path w="3838" h="1174" extrusionOk="0">
                    <a:moveTo>
                      <a:pt x="587" y="0"/>
                    </a:moveTo>
                    <a:cubicBezTo>
                      <a:pt x="256" y="0"/>
                      <a:pt x="0" y="256"/>
                      <a:pt x="0" y="587"/>
                    </a:cubicBezTo>
                    <a:cubicBezTo>
                      <a:pt x="0" y="903"/>
                      <a:pt x="256" y="1174"/>
                      <a:pt x="587" y="1174"/>
                    </a:cubicBezTo>
                    <a:lnTo>
                      <a:pt x="3265" y="1174"/>
                    </a:lnTo>
                    <a:cubicBezTo>
                      <a:pt x="3581" y="1174"/>
                      <a:pt x="3837" y="903"/>
                      <a:pt x="3837" y="587"/>
                    </a:cubicBezTo>
                    <a:cubicBezTo>
                      <a:pt x="3837" y="256"/>
                      <a:pt x="3581" y="0"/>
                      <a:pt x="326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7" name="Google Shape;2357;p49"/>
              <p:cNvSpPr/>
              <p:nvPr/>
            </p:nvSpPr>
            <p:spPr>
              <a:xfrm>
                <a:off x="95625" y="4645850"/>
                <a:ext cx="96325" cy="29350"/>
              </a:xfrm>
              <a:custGeom>
                <a:avLst/>
                <a:gdLst/>
                <a:ahLst/>
                <a:cxnLst/>
                <a:rect l="l" t="t" r="r" b="b"/>
                <a:pathLst>
                  <a:path w="3853" h="1174" extrusionOk="0">
                    <a:moveTo>
                      <a:pt x="588" y="0"/>
                    </a:moveTo>
                    <a:cubicBezTo>
                      <a:pt x="272" y="0"/>
                      <a:pt x="1" y="256"/>
                      <a:pt x="1" y="587"/>
                    </a:cubicBezTo>
                    <a:cubicBezTo>
                      <a:pt x="1" y="903"/>
                      <a:pt x="272" y="1174"/>
                      <a:pt x="588" y="1174"/>
                    </a:cubicBezTo>
                    <a:lnTo>
                      <a:pt x="3266" y="1174"/>
                    </a:lnTo>
                    <a:cubicBezTo>
                      <a:pt x="3582" y="1174"/>
                      <a:pt x="3853" y="903"/>
                      <a:pt x="3853" y="587"/>
                    </a:cubicBezTo>
                    <a:cubicBezTo>
                      <a:pt x="3853" y="256"/>
                      <a:pt x="3582" y="0"/>
                      <a:pt x="326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8" name="Google Shape;2358;p49"/>
              <p:cNvSpPr/>
              <p:nvPr/>
            </p:nvSpPr>
            <p:spPr>
              <a:xfrm>
                <a:off x="1158625" y="4645850"/>
                <a:ext cx="95950" cy="29350"/>
              </a:xfrm>
              <a:custGeom>
                <a:avLst/>
                <a:gdLst/>
                <a:ahLst/>
                <a:cxnLst/>
                <a:rect l="l" t="t" r="r" b="b"/>
                <a:pathLst>
                  <a:path w="3838" h="1174" extrusionOk="0">
                    <a:moveTo>
                      <a:pt x="587" y="0"/>
                    </a:moveTo>
                    <a:cubicBezTo>
                      <a:pt x="256" y="0"/>
                      <a:pt x="0" y="256"/>
                      <a:pt x="0" y="587"/>
                    </a:cubicBezTo>
                    <a:cubicBezTo>
                      <a:pt x="0" y="903"/>
                      <a:pt x="256" y="1174"/>
                      <a:pt x="587" y="1174"/>
                    </a:cubicBezTo>
                    <a:lnTo>
                      <a:pt x="3265" y="1174"/>
                    </a:lnTo>
                    <a:cubicBezTo>
                      <a:pt x="3581" y="1174"/>
                      <a:pt x="3837" y="903"/>
                      <a:pt x="3837" y="587"/>
                    </a:cubicBezTo>
                    <a:cubicBezTo>
                      <a:pt x="3837" y="256"/>
                      <a:pt x="3581" y="0"/>
                      <a:pt x="326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9" name="Google Shape;2359;p49"/>
              <p:cNvSpPr/>
              <p:nvPr/>
            </p:nvSpPr>
            <p:spPr>
              <a:xfrm>
                <a:off x="1338425" y="4645850"/>
                <a:ext cx="95925" cy="29350"/>
              </a:xfrm>
              <a:custGeom>
                <a:avLst/>
                <a:gdLst/>
                <a:ahLst/>
                <a:cxnLst/>
                <a:rect l="l" t="t" r="r" b="b"/>
                <a:pathLst>
                  <a:path w="3837" h="1174" extrusionOk="0">
                    <a:moveTo>
                      <a:pt x="587" y="0"/>
                    </a:moveTo>
                    <a:cubicBezTo>
                      <a:pt x="256" y="0"/>
                      <a:pt x="0" y="256"/>
                      <a:pt x="0" y="587"/>
                    </a:cubicBezTo>
                    <a:cubicBezTo>
                      <a:pt x="0" y="903"/>
                      <a:pt x="256" y="1174"/>
                      <a:pt x="587" y="1174"/>
                    </a:cubicBezTo>
                    <a:lnTo>
                      <a:pt x="3250" y="1174"/>
                    </a:lnTo>
                    <a:cubicBezTo>
                      <a:pt x="3581" y="1174"/>
                      <a:pt x="3837" y="903"/>
                      <a:pt x="3837" y="587"/>
                    </a:cubicBezTo>
                    <a:cubicBezTo>
                      <a:pt x="3837" y="256"/>
                      <a:pt x="3581" y="0"/>
                      <a:pt x="325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0" name="Google Shape;2360;p49"/>
              <p:cNvSpPr/>
              <p:nvPr/>
            </p:nvSpPr>
            <p:spPr>
              <a:xfrm>
                <a:off x="1517850" y="4645850"/>
                <a:ext cx="96300" cy="29350"/>
              </a:xfrm>
              <a:custGeom>
                <a:avLst/>
                <a:gdLst/>
                <a:ahLst/>
                <a:cxnLst/>
                <a:rect l="l" t="t" r="r" b="b"/>
                <a:pathLst>
                  <a:path w="3852" h="1174" extrusionOk="0">
                    <a:moveTo>
                      <a:pt x="587" y="0"/>
                    </a:moveTo>
                    <a:cubicBezTo>
                      <a:pt x="271" y="0"/>
                      <a:pt x="0" y="256"/>
                      <a:pt x="0" y="587"/>
                    </a:cubicBezTo>
                    <a:cubicBezTo>
                      <a:pt x="0" y="903"/>
                      <a:pt x="271" y="1174"/>
                      <a:pt x="587" y="1174"/>
                    </a:cubicBezTo>
                    <a:lnTo>
                      <a:pt x="3265" y="1174"/>
                    </a:lnTo>
                    <a:cubicBezTo>
                      <a:pt x="3596" y="1174"/>
                      <a:pt x="3852" y="903"/>
                      <a:pt x="3852" y="587"/>
                    </a:cubicBezTo>
                    <a:cubicBezTo>
                      <a:pt x="3852" y="256"/>
                      <a:pt x="3596" y="0"/>
                      <a:pt x="326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1" name="Google Shape;2361;p49"/>
              <p:cNvSpPr/>
              <p:nvPr/>
            </p:nvSpPr>
            <p:spPr>
              <a:xfrm>
                <a:off x="1697650" y="4645850"/>
                <a:ext cx="96300" cy="29350"/>
              </a:xfrm>
              <a:custGeom>
                <a:avLst/>
                <a:gdLst/>
                <a:ahLst/>
                <a:cxnLst/>
                <a:rect l="l" t="t" r="r" b="b"/>
                <a:pathLst>
                  <a:path w="3852" h="1174" extrusionOk="0">
                    <a:moveTo>
                      <a:pt x="587" y="0"/>
                    </a:moveTo>
                    <a:cubicBezTo>
                      <a:pt x="271" y="0"/>
                      <a:pt x="0" y="256"/>
                      <a:pt x="0" y="587"/>
                    </a:cubicBezTo>
                    <a:cubicBezTo>
                      <a:pt x="0" y="903"/>
                      <a:pt x="271" y="1174"/>
                      <a:pt x="587" y="1174"/>
                    </a:cubicBezTo>
                    <a:lnTo>
                      <a:pt x="3265" y="1174"/>
                    </a:lnTo>
                    <a:cubicBezTo>
                      <a:pt x="3581" y="1174"/>
                      <a:pt x="3852" y="903"/>
                      <a:pt x="3852" y="587"/>
                    </a:cubicBezTo>
                    <a:cubicBezTo>
                      <a:pt x="3852" y="256"/>
                      <a:pt x="3581" y="0"/>
                      <a:pt x="326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2" name="Google Shape;2362;p49"/>
              <p:cNvSpPr/>
              <p:nvPr/>
            </p:nvSpPr>
            <p:spPr>
              <a:xfrm>
                <a:off x="1877425" y="4645850"/>
                <a:ext cx="96325" cy="29350"/>
              </a:xfrm>
              <a:custGeom>
                <a:avLst/>
                <a:gdLst/>
                <a:ahLst/>
                <a:cxnLst/>
                <a:rect l="l" t="t" r="r" b="b"/>
                <a:pathLst>
                  <a:path w="3853" h="1174" extrusionOk="0">
                    <a:moveTo>
                      <a:pt x="588" y="0"/>
                    </a:moveTo>
                    <a:cubicBezTo>
                      <a:pt x="272" y="0"/>
                      <a:pt x="1" y="256"/>
                      <a:pt x="1" y="587"/>
                    </a:cubicBezTo>
                    <a:cubicBezTo>
                      <a:pt x="1" y="903"/>
                      <a:pt x="272" y="1174"/>
                      <a:pt x="588" y="1174"/>
                    </a:cubicBezTo>
                    <a:lnTo>
                      <a:pt x="3266" y="1174"/>
                    </a:lnTo>
                    <a:cubicBezTo>
                      <a:pt x="3582" y="1174"/>
                      <a:pt x="3853" y="903"/>
                      <a:pt x="3853" y="587"/>
                    </a:cubicBezTo>
                    <a:cubicBezTo>
                      <a:pt x="3853" y="256"/>
                      <a:pt x="3582" y="0"/>
                      <a:pt x="326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3" name="Google Shape;2363;p49"/>
              <p:cNvSpPr/>
              <p:nvPr/>
            </p:nvSpPr>
            <p:spPr>
              <a:xfrm>
                <a:off x="2057225" y="4645850"/>
                <a:ext cx="95950" cy="29350"/>
              </a:xfrm>
              <a:custGeom>
                <a:avLst/>
                <a:gdLst/>
                <a:ahLst/>
                <a:cxnLst/>
                <a:rect l="l" t="t" r="r" b="b"/>
                <a:pathLst>
                  <a:path w="3838" h="1174" extrusionOk="0">
                    <a:moveTo>
                      <a:pt x="588" y="0"/>
                    </a:moveTo>
                    <a:cubicBezTo>
                      <a:pt x="257" y="0"/>
                      <a:pt x="1" y="256"/>
                      <a:pt x="1" y="587"/>
                    </a:cubicBezTo>
                    <a:cubicBezTo>
                      <a:pt x="1" y="903"/>
                      <a:pt x="257" y="1174"/>
                      <a:pt x="588" y="1174"/>
                    </a:cubicBezTo>
                    <a:lnTo>
                      <a:pt x="3251" y="1174"/>
                    </a:lnTo>
                    <a:cubicBezTo>
                      <a:pt x="3582" y="1174"/>
                      <a:pt x="3837" y="903"/>
                      <a:pt x="3837" y="587"/>
                    </a:cubicBezTo>
                    <a:cubicBezTo>
                      <a:pt x="3837" y="256"/>
                      <a:pt x="3582" y="0"/>
                      <a:pt x="325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4" name="Google Shape;2364;p49"/>
              <p:cNvSpPr/>
              <p:nvPr/>
            </p:nvSpPr>
            <p:spPr>
              <a:xfrm>
                <a:off x="2237025" y="4645850"/>
                <a:ext cx="95950" cy="29350"/>
              </a:xfrm>
              <a:custGeom>
                <a:avLst/>
                <a:gdLst/>
                <a:ahLst/>
                <a:cxnLst/>
                <a:rect l="l" t="t" r="r" b="b"/>
                <a:pathLst>
                  <a:path w="3838" h="1174" extrusionOk="0">
                    <a:moveTo>
                      <a:pt x="572" y="0"/>
                    </a:moveTo>
                    <a:cubicBezTo>
                      <a:pt x="256" y="0"/>
                      <a:pt x="1" y="256"/>
                      <a:pt x="1" y="587"/>
                    </a:cubicBezTo>
                    <a:cubicBezTo>
                      <a:pt x="1" y="903"/>
                      <a:pt x="256" y="1174"/>
                      <a:pt x="572" y="1174"/>
                    </a:cubicBezTo>
                    <a:lnTo>
                      <a:pt x="3251" y="1174"/>
                    </a:lnTo>
                    <a:cubicBezTo>
                      <a:pt x="3582" y="1174"/>
                      <a:pt x="3837" y="903"/>
                      <a:pt x="3837" y="587"/>
                    </a:cubicBezTo>
                    <a:cubicBezTo>
                      <a:pt x="3837" y="256"/>
                      <a:pt x="3582" y="0"/>
                      <a:pt x="325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5" name="Google Shape;2365;p49"/>
              <p:cNvSpPr/>
              <p:nvPr/>
            </p:nvSpPr>
            <p:spPr>
              <a:xfrm>
                <a:off x="2416450" y="4645850"/>
                <a:ext cx="96325" cy="29350"/>
              </a:xfrm>
              <a:custGeom>
                <a:avLst/>
                <a:gdLst/>
                <a:ahLst/>
                <a:cxnLst/>
                <a:rect l="l" t="t" r="r" b="b"/>
                <a:pathLst>
                  <a:path w="3853" h="1174" extrusionOk="0">
                    <a:moveTo>
                      <a:pt x="587" y="0"/>
                    </a:moveTo>
                    <a:cubicBezTo>
                      <a:pt x="271" y="0"/>
                      <a:pt x="1" y="256"/>
                      <a:pt x="1" y="587"/>
                    </a:cubicBezTo>
                    <a:cubicBezTo>
                      <a:pt x="1" y="903"/>
                      <a:pt x="271" y="1174"/>
                      <a:pt x="587" y="1174"/>
                    </a:cubicBezTo>
                    <a:lnTo>
                      <a:pt x="3265" y="1174"/>
                    </a:lnTo>
                    <a:cubicBezTo>
                      <a:pt x="3581" y="1174"/>
                      <a:pt x="3852" y="903"/>
                      <a:pt x="3852" y="587"/>
                    </a:cubicBezTo>
                    <a:cubicBezTo>
                      <a:pt x="3852" y="256"/>
                      <a:pt x="3581" y="0"/>
                      <a:pt x="326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6" name="Google Shape;2366;p49"/>
              <p:cNvSpPr/>
              <p:nvPr/>
            </p:nvSpPr>
            <p:spPr>
              <a:xfrm>
                <a:off x="2596250" y="4645850"/>
                <a:ext cx="96325" cy="29350"/>
              </a:xfrm>
              <a:custGeom>
                <a:avLst/>
                <a:gdLst/>
                <a:ahLst/>
                <a:cxnLst/>
                <a:rect l="l" t="t" r="r" b="b"/>
                <a:pathLst>
                  <a:path w="3853" h="1174" extrusionOk="0">
                    <a:moveTo>
                      <a:pt x="587" y="0"/>
                    </a:moveTo>
                    <a:cubicBezTo>
                      <a:pt x="271" y="0"/>
                      <a:pt x="0" y="256"/>
                      <a:pt x="0" y="587"/>
                    </a:cubicBezTo>
                    <a:cubicBezTo>
                      <a:pt x="0" y="903"/>
                      <a:pt x="271" y="1174"/>
                      <a:pt x="587" y="1174"/>
                    </a:cubicBezTo>
                    <a:lnTo>
                      <a:pt x="3265" y="1174"/>
                    </a:lnTo>
                    <a:cubicBezTo>
                      <a:pt x="3581" y="1174"/>
                      <a:pt x="3852" y="903"/>
                      <a:pt x="3852" y="587"/>
                    </a:cubicBezTo>
                    <a:cubicBezTo>
                      <a:pt x="3852" y="256"/>
                      <a:pt x="3581" y="0"/>
                      <a:pt x="326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7" name="Google Shape;2367;p49"/>
              <p:cNvSpPr/>
              <p:nvPr/>
            </p:nvSpPr>
            <p:spPr>
              <a:xfrm>
                <a:off x="2776050" y="4645850"/>
                <a:ext cx="95950" cy="29350"/>
              </a:xfrm>
              <a:custGeom>
                <a:avLst/>
                <a:gdLst/>
                <a:ahLst/>
                <a:cxnLst/>
                <a:rect l="l" t="t" r="r" b="b"/>
                <a:pathLst>
                  <a:path w="3838" h="1174" extrusionOk="0">
                    <a:moveTo>
                      <a:pt x="587" y="0"/>
                    </a:moveTo>
                    <a:cubicBezTo>
                      <a:pt x="256" y="0"/>
                      <a:pt x="0" y="256"/>
                      <a:pt x="0" y="587"/>
                    </a:cubicBezTo>
                    <a:cubicBezTo>
                      <a:pt x="0" y="903"/>
                      <a:pt x="256" y="1174"/>
                      <a:pt x="587" y="1174"/>
                    </a:cubicBezTo>
                    <a:lnTo>
                      <a:pt x="3265" y="1174"/>
                    </a:lnTo>
                    <a:cubicBezTo>
                      <a:pt x="3581" y="1174"/>
                      <a:pt x="3837" y="903"/>
                      <a:pt x="3837" y="587"/>
                    </a:cubicBezTo>
                    <a:cubicBezTo>
                      <a:pt x="3837" y="256"/>
                      <a:pt x="3581" y="0"/>
                      <a:pt x="326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8" name="Google Shape;2368;p49"/>
              <p:cNvSpPr/>
              <p:nvPr/>
            </p:nvSpPr>
            <p:spPr>
              <a:xfrm>
                <a:off x="2955850" y="4645850"/>
                <a:ext cx="95925" cy="29350"/>
              </a:xfrm>
              <a:custGeom>
                <a:avLst/>
                <a:gdLst/>
                <a:ahLst/>
                <a:cxnLst/>
                <a:rect l="l" t="t" r="r" b="b"/>
                <a:pathLst>
                  <a:path w="3837" h="1174" extrusionOk="0">
                    <a:moveTo>
                      <a:pt x="587" y="0"/>
                    </a:moveTo>
                    <a:cubicBezTo>
                      <a:pt x="256" y="0"/>
                      <a:pt x="0" y="256"/>
                      <a:pt x="0" y="587"/>
                    </a:cubicBezTo>
                    <a:cubicBezTo>
                      <a:pt x="0" y="903"/>
                      <a:pt x="256" y="1174"/>
                      <a:pt x="587" y="1174"/>
                    </a:cubicBezTo>
                    <a:lnTo>
                      <a:pt x="3250" y="1174"/>
                    </a:lnTo>
                    <a:cubicBezTo>
                      <a:pt x="3581" y="1174"/>
                      <a:pt x="3837" y="903"/>
                      <a:pt x="3837" y="587"/>
                    </a:cubicBezTo>
                    <a:cubicBezTo>
                      <a:pt x="3837" y="256"/>
                      <a:pt x="3581" y="0"/>
                      <a:pt x="325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9" name="Google Shape;2369;p49"/>
              <p:cNvSpPr/>
              <p:nvPr/>
            </p:nvSpPr>
            <p:spPr>
              <a:xfrm>
                <a:off x="3135275" y="4645850"/>
                <a:ext cx="96300" cy="29350"/>
              </a:xfrm>
              <a:custGeom>
                <a:avLst/>
                <a:gdLst/>
                <a:ahLst/>
                <a:cxnLst/>
                <a:rect l="l" t="t" r="r" b="b"/>
                <a:pathLst>
                  <a:path w="3852" h="1174" extrusionOk="0">
                    <a:moveTo>
                      <a:pt x="587" y="0"/>
                    </a:moveTo>
                    <a:cubicBezTo>
                      <a:pt x="271" y="0"/>
                      <a:pt x="0" y="256"/>
                      <a:pt x="0" y="587"/>
                    </a:cubicBezTo>
                    <a:cubicBezTo>
                      <a:pt x="0" y="903"/>
                      <a:pt x="271" y="1174"/>
                      <a:pt x="587" y="1174"/>
                    </a:cubicBezTo>
                    <a:lnTo>
                      <a:pt x="3265" y="1174"/>
                    </a:lnTo>
                    <a:cubicBezTo>
                      <a:pt x="3596" y="1174"/>
                      <a:pt x="3852" y="903"/>
                      <a:pt x="3852" y="587"/>
                    </a:cubicBezTo>
                    <a:cubicBezTo>
                      <a:pt x="3852" y="256"/>
                      <a:pt x="3596" y="0"/>
                      <a:pt x="326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0" name="Google Shape;2370;p49"/>
              <p:cNvSpPr/>
              <p:nvPr/>
            </p:nvSpPr>
            <p:spPr>
              <a:xfrm>
                <a:off x="3315050" y="4645850"/>
                <a:ext cx="96325" cy="29350"/>
              </a:xfrm>
              <a:custGeom>
                <a:avLst/>
                <a:gdLst/>
                <a:ahLst/>
                <a:cxnLst/>
                <a:rect l="l" t="t" r="r" b="b"/>
                <a:pathLst>
                  <a:path w="3853" h="1174" extrusionOk="0">
                    <a:moveTo>
                      <a:pt x="588" y="0"/>
                    </a:moveTo>
                    <a:cubicBezTo>
                      <a:pt x="272" y="0"/>
                      <a:pt x="1" y="256"/>
                      <a:pt x="1" y="587"/>
                    </a:cubicBezTo>
                    <a:cubicBezTo>
                      <a:pt x="1" y="903"/>
                      <a:pt x="272" y="1174"/>
                      <a:pt x="588" y="1174"/>
                    </a:cubicBezTo>
                    <a:lnTo>
                      <a:pt x="3266" y="1174"/>
                    </a:lnTo>
                    <a:cubicBezTo>
                      <a:pt x="3582" y="1174"/>
                      <a:pt x="3853" y="903"/>
                      <a:pt x="3853" y="587"/>
                    </a:cubicBezTo>
                    <a:cubicBezTo>
                      <a:pt x="3853" y="256"/>
                      <a:pt x="3582" y="0"/>
                      <a:pt x="326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1" name="Google Shape;2371;p49"/>
              <p:cNvSpPr/>
              <p:nvPr/>
            </p:nvSpPr>
            <p:spPr>
              <a:xfrm>
                <a:off x="3494850" y="4645850"/>
                <a:ext cx="96325" cy="29350"/>
              </a:xfrm>
              <a:custGeom>
                <a:avLst/>
                <a:gdLst/>
                <a:ahLst/>
                <a:cxnLst/>
                <a:rect l="l" t="t" r="r" b="b"/>
                <a:pathLst>
                  <a:path w="3853" h="1174" extrusionOk="0">
                    <a:moveTo>
                      <a:pt x="588" y="0"/>
                    </a:moveTo>
                    <a:cubicBezTo>
                      <a:pt x="272" y="0"/>
                      <a:pt x="1" y="256"/>
                      <a:pt x="1" y="587"/>
                    </a:cubicBezTo>
                    <a:cubicBezTo>
                      <a:pt x="1" y="903"/>
                      <a:pt x="272" y="1174"/>
                      <a:pt x="588" y="1174"/>
                    </a:cubicBezTo>
                    <a:lnTo>
                      <a:pt x="3266" y="1174"/>
                    </a:lnTo>
                    <a:cubicBezTo>
                      <a:pt x="3582" y="1174"/>
                      <a:pt x="3853" y="903"/>
                      <a:pt x="3853" y="587"/>
                    </a:cubicBezTo>
                    <a:cubicBezTo>
                      <a:pt x="3853" y="256"/>
                      <a:pt x="3582" y="0"/>
                      <a:pt x="326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2" name="Google Shape;2372;p49"/>
              <p:cNvSpPr/>
              <p:nvPr/>
            </p:nvSpPr>
            <p:spPr>
              <a:xfrm>
                <a:off x="3674650" y="4645850"/>
                <a:ext cx="95950" cy="29350"/>
              </a:xfrm>
              <a:custGeom>
                <a:avLst/>
                <a:gdLst/>
                <a:ahLst/>
                <a:cxnLst/>
                <a:rect l="l" t="t" r="r" b="b"/>
                <a:pathLst>
                  <a:path w="3838" h="1174" extrusionOk="0">
                    <a:moveTo>
                      <a:pt x="588" y="0"/>
                    </a:moveTo>
                    <a:cubicBezTo>
                      <a:pt x="257" y="0"/>
                      <a:pt x="1" y="256"/>
                      <a:pt x="1" y="587"/>
                    </a:cubicBezTo>
                    <a:cubicBezTo>
                      <a:pt x="1" y="903"/>
                      <a:pt x="257" y="1174"/>
                      <a:pt x="588" y="1174"/>
                    </a:cubicBezTo>
                    <a:lnTo>
                      <a:pt x="3251" y="1174"/>
                    </a:lnTo>
                    <a:cubicBezTo>
                      <a:pt x="3582" y="1174"/>
                      <a:pt x="3837" y="903"/>
                      <a:pt x="3837" y="587"/>
                    </a:cubicBezTo>
                    <a:cubicBezTo>
                      <a:pt x="3837" y="256"/>
                      <a:pt x="3582" y="0"/>
                      <a:pt x="325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3" name="Google Shape;2373;p49"/>
              <p:cNvSpPr/>
              <p:nvPr/>
            </p:nvSpPr>
            <p:spPr>
              <a:xfrm>
                <a:off x="3854450" y="4645850"/>
                <a:ext cx="95950" cy="29350"/>
              </a:xfrm>
              <a:custGeom>
                <a:avLst/>
                <a:gdLst/>
                <a:ahLst/>
                <a:cxnLst/>
                <a:rect l="l" t="t" r="r" b="b"/>
                <a:pathLst>
                  <a:path w="3838" h="1174" extrusionOk="0">
                    <a:moveTo>
                      <a:pt x="572" y="0"/>
                    </a:moveTo>
                    <a:cubicBezTo>
                      <a:pt x="256" y="0"/>
                      <a:pt x="1" y="256"/>
                      <a:pt x="1" y="587"/>
                    </a:cubicBezTo>
                    <a:cubicBezTo>
                      <a:pt x="1" y="903"/>
                      <a:pt x="256" y="1174"/>
                      <a:pt x="572" y="1174"/>
                    </a:cubicBezTo>
                    <a:lnTo>
                      <a:pt x="3251" y="1174"/>
                    </a:lnTo>
                    <a:cubicBezTo>
                      <a:pt x="3582" y="1174"/>
                      <a:pt x="3837" y="903"/>
                      <a:pt x="3837" y="587"/>
                    </a:cubicBezTo>
                    <a:cubicBezTo>
                      <a:pt x="3837" y="256"/>
                      <a:pt x="3582" y="0"/>
                      <a:pt x="325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4" name="Google Shape;2374;p49"/>
              <p:cNvSpPr/>
              <p:nvPr/>
            </p:nvSpPr>
            <p:spPr>
              <a:xfrm>
                <a:off x="4212175" y="4645850"/>
                <a:ext cx="96300" cy="29350"/>
              </a:xfrm>
              <a:custGeom>
                <a:avLst/>
                <a:gdLst/>
                <a:ahLst/>
                <a:cxnLst/>
                <a:rect l="l" t="t" r="r" b="b"/>
                <a:pathLst>
                  <a:path w="3852" h="1174" extrusionOk="0">
                    <a:moveTo>
                      <a:pt x="587" y="0"/>
                    </a:moveTo>
                    <a:cubicBezTo>
                      <a:pt x="271" y="0"/>
                      <a:pt x="0" y="256"/>
                      <a:pt x="0" y="587"/>
                    </a:cubicBezTo>
                    <a:cubicBezTo>
                      <a:pt x="0" y="903"/>
                      <a:pt x="271" y="1174"/>
                      <a:pt x="587" y="1174"/>
                    </a:cubicBezTo>
                    <a:lnTo>
                      <a:pt x="3265" y="1174"/>
                    </a:lnTo>
                    <a:cubicBezTo>
                      <a:pt x="3581" y="1174"/>
                      <a:pt x="3852" y="903"/>
                      <a:pt x="3852" y="587"/>
                    </a:cubicBezTo>
                    <a:cubicBezTo>
                      <a:pt x="3852" y="256"/>
                      <a:pt x="3581" y="0"/>
                      <a:pt x="326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5" name="Google Shape;2375;p49"/>
              <p:cNvSpPr/>
              <p:nvPr/>
            </p:nvSpPr>
            <p:spPr>
              <a:xfrm>
                <a:off x="4390450" y="4645850"/>
                <a:ext cx="96325" cy="29350"/>
              </a:xfrm>
              <a:custGeom>
                <a:avLst/>
                <a:gdLst/>
                <a:ahLst/>
                <a:cxnLst/>
                <a:rect l="l" t="t" r="r" b="b"/>
                <a:pathLst>
                  <a:path w="3853" h="1174" extrusionOk="0">
                    <a:moveTo>
                      <a:pt x="588" y="0"/>
                    </a:moveTo>
                    <a:cubicBezTo>
                      <a:pt x="257" y="0"/>
                      <a:pt x="1" y="256"/>
                      <a:pt x="1" y="587"/>
                    </a:cubicBezTo>
                    <a:cubicBezTo>
                      <a:pt x="1" y="903"/>
                      <a:pt x="257" y="1174"/>
                      <a:pt x="588" y="1174"/>
                    </a:cubicBezTo>
                    <a:lnTo>
                      <a:pt x="3266" y="1174"/>
                    </a:lnTo>
                    <a:cubicBezTo>
                      <a:pt x="3582" y="1174"/>
                      <a:pt x="3853" y="903"/>
                      <a:pt x="3853" y="587"/>
                    </a:cubicBezTo>
                    <a:cubicBezTo>
                      <a:pt x="3853" y="256"/>
                      <a:pt x="3582" y="0"/>
                      <a:pt x="3266" y="0"/>
                    </a:cubicBezTo>
                    <a:close/>
                  </a:path>
                </a:pathLst>
              </a:custGeom>
              <a:solidFill>
                <a:schemeClr val="dk2"/>
              </a:solidFill>
              <a:ln>
                <a:noFill/>
              </a:ln>
            </p:spPr>
            <p:txBody>
              <a:bodyPr spcFirstLastPara="1" wrap="square" lIns="91425" tIns="91425" rIns="91425" bIns="91425" anchor="ctr" anchorCtr="0">
                <a:noAutofit/>
              </a:bodyPr>
              <a:lstStyle/>
              <a:p>
                <a:pPr marL="0" lvl="0" indent="0" algn="l">
                  <a:spcBef>
                    <a:spcPts val="0"/>
                  </a:spcBef>
                  <a:spcAft>
                    <a:spcPts val="0"/>
                  </a:spcAft>
                  <a:buNone/>
                </a:pPr>
                <a:endParaRPr/>
              </a:p>
            </p:txBody>
          </p:sp>
          <p:sp>
            <p:nvSpPr>
              <p:cNvPr id="2376" name="Google Shape;2376;p49"/>
              <p:cNvSpPr/>
              <p:nvPr/>
            </p:nvSpPr>
            <p:spPr>
              <a:xfrm>
                <a:off x="4568750" y="4645850"/>
                <a:ext cx="95950" cy="29350"/>
              </a:xfrm>
              <a:custGeom>
                <a:avLst/>
                <a:gdLst/>
                <a:ahLst/>
                <a:cxnLst/>
                <a:rect l="l" t="t" r="r" b="b"/>
                <a:pathLst>
                  <a:path w="3838" h="1174" extrusionOk="0">
                    <a:moveTo>
                      <a:pt x="587" y="0"/>
                    </a:moveTo>
                    <a:cubicBezTo>
                      <a:pt x="256" y="0"/>
                      <a:pt x="1" y="256"/>
                      <a:pt x="1" y="587"/>
                    </a:cubicBezTo>
                    <a:cubicBezTo>
                      <a:pt x="1" y="903"/>
                      <a:pt x="256" y="1174"/>
                      <a:pt x="587" y="1174"/>
                    </a:cubicBezTo>
                    <a:lnTo>
                      <a:pt x="3251" y="1174"/>
                    </a:lnTo>
                    <a:cubicBezTo>
                      <a:pt x="3582" y="1174"/>
                      <a:pt x="3837" y="903"/>
                      <a:pt x="3837" y="587"/>
                    </a:cubicBezTo>
                    <a:cubicBezTo>
                      <a:pt x="3837" y="256"/>
                      <a:pt x="3582" y="0"/>
                      <a:pt x="3251" y="0"/>
                    </a:cubicBezTo>
                    <a:close/>
                  </a:path>
                </a:pathLst>
              </a:custGeom>
              <a:solidFill>
                <a:schemeClr val="dk2"/>
              </a:solidFill>
              <a:ln>
                <a:noFill/>
              </a:ln>
            </p:spPr>
            <p:txBody>
              <a:bodyPr spcFirstLastPara="1" wrap="square" lIns="91425" tIns="91425" rIns="91425" bIns="91425" anchor="ctr" anchorCtr="0">
                <a:noAutofit/>
              </a:bodyPr>
              <a:lstStyle/>
              <a:p>
                <a:pPr marL="0" lvl="0" indent="0" algn="l">
                  <a:spcBef>
                    <a:spcPts val="0"/>
                  </a:spcBef>
                  <a:spcAft>
                    <a:spcPts val="0"/>
                  </a:spcAft>
                  <a:buNone/>
                </a:pPr>
                <a:endParaRPr/>
              </a:p>
            </p:txBody>
          </p:sp>
          <p:sp>
            <p:nvSpPr>
              <p:cNvPr id="2377" name="Google Shape;2377;p49"/>
              <p:cNvSpPr/>
              <p:nvPr/>
            </p:nvSpPr>
            <p:spPr>
              <a:xfrm>
                <a:off x="4033875" y="4645850"/>
                <a:ext cx="96325" cy="29350"/>
              </a:xfrm>
              <a:custGeom>
                <a:avLst/>
                <a:gdLst/>
                <a:ahLst/>
                <a:cxnLst/>
                <a:rect l="l" t="t" r="r" b="b"/>
                <a:pathLst>
                  <a:path w="3853" h="1174" extrusionOk="0">
                    <a:moveTo>
                      <a:pt x="587" y="0"/>
                    </a:moveTo>
                    <a:cubicBezTo>
                      <a:pt x="271" y="0"/>
                      <a:pt x="1" y="256"/>
                      <a:pt x="1" y="587"/>
                    </a:cubicBezTo>
                    <a:cubicBezTo>
                      <a:pt x="1" y="903"/>
                      <a:pt x="271" y="1174"/>
                      <a:pt x="587" y="1174"/>
                    </a:cubicBezTo>
                    <a:lnTo>
                      <a:pt x="3265" y="1174"/>
                    </a:lnTo>
                    <a:cubicBezTo>
                      <a:pt x="3581" y="1174"/>
                      <a:pt x="3852" y="903"/>
                      <a:pt x="3852" y="587"/>
                    </a:cubicBezTo>
                    <a:cubicBezTo>
                      <a:pt x="3852" y="256"/>
                      <a:pt x="3581" y="0"/>
                      <a:pt x="326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78" name="Google Shape;2378;p49"/>
            <p:cNvGrpSpPr/>
            <p:nvPr/>
          </p:nvGrpSpPr>
          <p:grpSpPr>
            <a:xfrm>
              <a:off x="4741250" y="4799875"/>
              <a:ext cx="4569075" cy="29350"/>
              <a:chOff x="95625" y="4645850"/>
              <a:chExt cx="4569075" cy="29350"/>
            </a:xfrm>
          </p:grpSpPr>
          <p:sp>
            <p:nvSpPr>
              <p:cNvPr id="2379" name="Google Shape;2379;p49"/>
              <p:cNvSpPr/>
              <p:nvPr/>
            </p:nvSpPr>
            <p:spPr>
              <a:xfrm>
                <a:off x="978825" y="4645850"/>
                <a:ext cx="96325" cy="29350"/>
              </a:xfrm>
              <a:custGeom>
                <a:avLst/>
                <a:gdLst/>
                <a:ahLst/>
                <a:cxnLst/>
                <a:rect l="l" t="t" r="r" b="b"/>
                <a:pathLst>
                  <a:path w="3853" h="1174" extrusionOk="0">
                    <a:moveTo>
                      <a:pt x="587" y="0"/>
                    </a:moveTo>
                    <a:cubicBezTo>
                      <a:pt x="271" y="0"/>
                      <a:pt x="0" y="256"/>
                      <a:pt x="0" y="587"/>
                    </a:cubicBezTo>
                    <a:cubicBezTo>
                      <a:pt x="0" y="903"/>
                      <a:pt x="271" y="1174"/>
                      <a:pt x="587" y="1174"/>
                    </a:cubicBezTo>
                    <a:lnTo>
                      <a:pt x="3265" y="1174"/>
                    </a:lnTo>
                    <a:cubicBezTo>
                      <a:pt x="3581" y="1174"/>
                      <a:pt x="3852" y="903"/>
                      <a:pt x="3852" y="587"/>
                    </a:cubicBezTo>
                    <a:cubicBezTo>
                      <a:pt x="3852" y="256"/>
                      <a:pt x="3581" y="0"/>
                      <a:pt x="326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0" name="Google Shape;2380;p49"/>
              <p:cNvSpPr/>
              <p:nvPr/>
            </p:nvSpPr>
            <p:spPr>
              <a:xfrm>
                <a:off x="802400" y="4645850"/>
                <a:ext cx="95950" cy="29350"/>
              </a:xfrm>
              <a:custGeom>
                <a:avLst/>
                <a:gdLst/>
                <a:ahLst/>
                <a:cxnLst/>
                <a:rect l="l" t="t" r="r" b="b"/>
                <a:pathLst>
                  <a:path w="3838" h="1174" extrusionOk="0">
                    <a:moveTo>
                      <a:pt x="573" y="0"/>
                    </a:moveTo>
                    <a:cubicBezTo>
                      <a:pt x="257" y="0"/>
                      <a:pt x="1" y="256"/>
                      <a:pt x="1" y="587"/>
                    </a:cubicBezTo>
                    <a:cubicBezTo>
                      <a:pt x="1" y="903"/>
                      <a:pt x="257" y="1174"/>
                      <a:pt x="573" y="1174"/>
                    </a:cubicBezTo>
                    <a:lnTo>
                      <a:pt x="3251" y="1174"/>
                    </a:lnTo>
                    <a:cubicBezTo>
                      <a:pt x="3582" y="1174"/>
                      <a:pt x="3838" y="903"/>
                      <a:pt x="3838" y="587"/>
                    </a:cubicBezTo>
                    <a:cubicBezTo>
                      <a:pt x="3838" y="256"/>
                      <a:pt x="3582" y="0"/>
                      <a:pt x="325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1" name="Google Shape;2381;p49"/>
              <p:cNvSpPr/>
              <p:nvPr/>
            </p:nvSpPr>
            <p:spPr>
              <a:xfrm>
                <a:off x="625625" y="4645850"/>
                <a:ext cx="96325" cy="29350"/>
              </a:xfrm>
              <a:custGeom>
                <a:avLst/>
                <a:gdLst/>
                <a:ahLst/>
                <a:cxnLst/>
                <a:rect l="l" t="t" r="r" b="b"/>
                <a:pathLst>
                  <a:path w="3853" h="1174" extrusionOk="0">
                    <a:moveTo>
                      <a:pt x="587" y="0"/>
                    </a:moveTo>
                    <a:cubicBezTo>
                      <a:pt x="256" y="0"/>
                      <a:pt x="0" y="256"/>
                      <a:pt x="0" y="587"/>
                    </a:cubicBezTo>
                    <a:cubicBezTo>
                      <a:pt x="0" y="903"/>
                      <a:pt x="256" y="1174"/>
                      <a:pt x="587" y="1174"/>
                    </a:cubicBezTo>
                    <a:lnTo>
                      <a:pt x="3265" y="1174"/>
                    </a:lnTo>
                    <a:cubicBezTo>
                      <a:pt x="3581" y="1174"/>
                      <a:pt x="3852" y="903"/>
                      <a:pt x="3852" y="587"/>
                    </a:cubicBezTo>
                    <a:cubicBezTo>
                      <a:pt x="3852" y="256"/>
                      <a:pt x="3581" y="0"/>
                      <a:pt x="326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2" name="Google Shape;2382;p49"/>
              <p:cNvSpPr/>
              <p:nvPr/>
            </p:nvSpPr>
            <p:spPr>
              <a:xfrm>
                <a:off x="448825" y="4645850"/>
                <a:ext cx="96325" cy="29350"/>
              </a:xfrm>
              <a:custGeom>
                <a:avLst/>
                <a:gdLst/>
                <a:ahLst/>
                <a:cxnLst/>
                <a:rect l="l" t="t" r="r" b="b"/>
                <a:pathLst>
                  <a:path w="3853" h="1174" extrusionOk="0">
                    <a:moveTo>
                      <a:pt x="588" y="0"/>
                    </a:moveTo>
                    <a:cubicBezTo>
                      <a:pt x="272" y="0"/>
                      <a:pt x="1" y="256"/>
                      <a:pt x="1" y="587"/>
                    </a:cubicBezTo>
                    <a:cubicBezTo>
                      <a:pt x="1" y="903"/>
                      <a:pt x="272" y="1174"/>
                      <a:pt x="588" y="1174"/>
                    </a:cubicBezTo>
                    <a:lnTo>
                      <a:pt x="3266" y="1174"/>
                    </a:lnTo>
                    <a:cubicBezTo>
                      <a:pt x="3582" y="1174"/>
                      <a:pt x="3853" y="903"/>
                      <a:pt x="3853" y="587"/>
                    </a:cubicBezTo>
                    <a:cubicBezTo>
                      <a:pt x="3853" y="256"/>
                      <a:pt x="3582" y="0"/>
                      <a:pt x="326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3" name="Google Shape;2383;p49"/>
              <p:cNvSpPr/>
              <p:nvPr/>
            </p:nvSpPr>
            <p:spPr>
              <a:xfrm>
                <a:off x="272425" y="4645850"/>
                <a:ext cx="95950" cy="29350"/>
              </a:xfrm>
              <a:custGeom>
                <a:avLst/>
                <a:gdLst/>
                <a:ahLst/>
                <a:cxnLst/>
                <a:rect l="l" t="t" r="r" b="b"/>
                <a:pathLst>
                  <a:path w="3838" h="1174" extrusionOk="0">
                    <a:moveTo>
                      <a:pt x="587" y="0"/>
                    </a:moveTo>
                    <a:cubicBezTo>
                      <a:pt x="256" y="0"/>
                      <a:pt x="0" y="256"/>
                      <a:pt x="0" y="587"/>
                    </a:cubicBezTo>
                    <a:cubicBezTo>
                      <a:pt x="0" y="903"/>
                      <a:pt x="256" y="1174"/>
                      <a:pt x="587" y="1174"/>
                    </a:cubicBezTo>
                    <a:lnTo>
                      <a:pt x="3265" y="1174"/>
                    </a:lnTo>
                    <a:cubicBezTo>
                      <a:pt x="3581" y="1174"/>
                      <a:pt x="3837" y="903"/>
                      <a:pt x="3837" y="587"/>
                    </a:cubicBezTo>
                    <a:cubicBezTo>
                      <a:pt x="3837" y="256"/>
                      <a:pt x="3581" y="0"/>
                      <a:pt x="326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4" name="Google Shape;2384;p49"/>
              <p:cNvSpPr/>
              <p:nvPr/>
            </p:nvSpPr>
            <p:spPr>
              <a:xfrm>
                <a:off x="95625" y="4645850"/>
                <a:ext cx="96325" cy="29350"/>
              </a:xfrm>
              <a:custGeom>
                <a:avLst/>
                <a:gdLst/>
                <a:ahLst/>
                <a:cxnLst/>
                <a:rect l="l" t="t" r="r" b="b"/>
                <a:pathLst>
                  <a:path w="3853" h="1174" extrusionOk="0">
                    <a:moveTo>
                      <a:pt x="588" y="0"/>
                    </a:moveTo>
                    <a:cubicBezTo>
                      <a:pt x="272" y="0"/>
                      <a:pt x="1" y="256"/>
                      <a:pt x="1" y="587"/>
                    </a:cubicBezTo>
                    <a:cubicBezTo>
                      <a:pt x="1" y="903"/>
                      <a:pt x="272" y="1174"/>
                      <a:pt x="588" y="1174"/>
                    </a:cubicBezTo>
                    <a:lnTo>
                      <a:pt x="3266" y="1174"/>
                    </a:lnTo>
                    <a:cubicBezTo>
                      <a:pt x="3582" y="1174"/>
                      <a:pt x="3853" y="903"/>
                      <a:pt x="3853" y="587"/>
                    </a:cubicBezTo>
                    <a:cubicBezTo>
                      <a:pt x="3853" y="256"/>
                      <a:pt x="3582" y="0"/>
                      <a:pt x="3266" y="0"/>
                    </a:cubicBezTo>
                    <a:close/>
                  </a:path>
                </a:pathLst>
              </a:custGeom>
              <a:solidFill>
                <a:schemeClr val="dk2"/>
              </a:solidFill>
              <a:ln>
                <a:noFill/>
              </a:ln>
            </p:spPr>
            <p:txBody>
              <a:bodyPr spcFirstLastPara="1" wrap="square" lIns="91425" tIns="91425" rIns="91425" bIns="91425" anchor="ctr" anchorCtr="0">
                <a:noAutofit/>
              </a:bodyPr>
              <a:lstStyle/>
              <a:p>
                <a:pPr marL="0" lvl="0" indent="0" algn="l">
                  <a:spcBef>
                    <a:spcPts val="0"/>
                  </a:spcBef>
                  <a:spcAft>
                    <a:spcPts val="0"/>
                  </a:spcAft>
                  <a:buNone/>
                </a:pPr>
                <a:endParaRPr/>
              </a:p>
            </p:txBody>
          </p:sp>
          <p:sp>
            <p:nvSpPr>
              <p:cNvPr id="2385" name="Google Shape;2385;p49"/>
              <p:cNvSpPr/>
              <p:nvPr/>
            </p:nvSpPr>
            <p:spPr>
              <a:xfrm>
                <a:off x="1158625" y="4645850"/>
                <a:ext cx="95950" cy="29350"/>
              </a:xfrm>
              <a:custGeom>
                <a:avLst/>
                <a:gdLst/>
                <a:ahLst/>
                <a:cxnLst/>
                <a:rect l="l" t="t" r="r" b="b"/>
                <a:pathLst>
                  <a:path w="3838" h="1174" extrusionOk="0">
                    <a:moveTo>
                      <a:pt x="587" y="0"/>
                    </a:moveTo>
                    <a:cubicBezTo>
                      <a:pt x="256" y="0"/>
                      <a:pt x="0" y="256"/>
                      <a:pt x="0" y="587"/>
                    </a:cubicBezTo>
                    <a:cubicBezTo>
                      <a:pt x="0" y="903"/>
                      <a:pt x="256" y="1174"/>
                      <a:pt x="587" y="1174"/>
                    </a:cubicBezTo>
                    <a:lnTo>
                      <a:pt x="3265" y="1174"/>
                    </a:lnTo>
                    <a:cubicBezTo>
                      <a:pt x="3581" y="1174"/>
                      <a:pt x="3837" y="903"/>
                      <a:pt x="3837" y="587"/>
                    </a:cubicBezTo>
                    <a:cubicBezTo>
                      <a:pt x="3837" y="256"/>
                      <a:pt x="3581" y="0"/>
                      <a:pt x="326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6" name="Google Shape;2386;p49"/>
              <p:cNvSpPr/>
              <p:nvPr/>
            </p:nvSpPr>
            <p:spPr>
              <a:xfrm>
                <a:off x="1338425" y="4645850"/>
                <a:ext cx="95925" cy="29350"/>
              </a:xfrm>
              <a:custGeom>
                <a:avLst/>
                <a:gdLst/>
                <a:ahLst/>
                <a:cxnLst/>
                <a:rect l="l" t="t" r="r" b="b"/>
                <a:pathLst>
                  <a:path w="3837" h="1174" extrusionOk="0">
                    <a:moveTo>
                      <a:pt x="587" y="0"/>
                    </a:moveTo>
                    <a:cubicBezTo>
                      <a:pt x="256" y="0"/>
                      <a:pt x="0" y="256"/>
                      <a:pt x="0" y="587"/>
                    </a:cubicBezTo>
                    <a:cubicBezTo>
                      <a:pt x="0" y="903"/>
                      <a:pt x="256" y="1174"/>
                      <a:pt x="587" y="1174"/>
                    </a:cubicBezTo>
                    <a:lnTo>
                      <a:pt x="3250" y="1174"/>
                    </a:lnTo>
                    <a:cubicBezTo>
                      <a:pt x="3581" y="1174"/>
                      <a:pt x="3837" y="903"/>
                      <a:pt x="3837" y="587"/>
                    </a:cubicBezTo>
                    <a:cubicBezTo>
                      <a:pt x="3837" y="256"/>
                      <a:pt x="3581" y="0"/>
                      <a:pt x="325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7" name="Google Shape;2387;p49"/>
              <p:cNvSpPr/>
              <p:nvPr/>
            </p:nvSpPr>
            <p:spPr>
              <a:xfrm>
                <a:off x="1517850" y="4645850"/>
                <a:ext cx="96300" cy="29350"/>
              </a:xfrm>
              <a:custGeom>
                <a:avLst/>
                <a:gdLst/>
                <a:ahLst/>
                <a:cxnLst/>
                <a:rect l="l" t="t" r="r" b="b"/>
                <a:pathLst>
                  <a:path w="3852" h="1174" extrusionOk="0">
                    <a:moveTo>
                      <a:pt x="587" y="0"/>
                    </a:moveTo>
                    <a:cubicBezTo>
                      <a:pt x="271" y="0"/>
                      <a:pt x="0" y="256"/>
                      <a:pt x="0" y="587"/>
                    </a:cubicBezTo>
                    <a:cubicBezTo>
                      <a:pt x="0" y="903"/>
                      <a:pt x="271" y="1174"/>
                      <a:pt x="587" y="1174"/>
                    </a:cubicBezTo>
                    <a:lnTo>
                      <a:pt x="3265" y="1174"/>
                    </a:lnTo>
                    <a:cubicBezTo>
                      <a:pt x="3596" y="1174"/>
                      <a:pt x="3852" y="903"/>
                      <a:pt x="3852" y="587"/>
                    </a:cubicBezTo>
                    <a:cubicBezTo>
                      <a:pt x="3852" y="256"/>
                      <a:pt x="3596" y="0"/>
                      <a:pt x="326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8" name="Google Shape;2388;p49"/>
              <p:cNvSpPr/>
              <p:nvPr/>
            </p:nvSpPr>
            <p:spPr>
              <a:xfrm>
                <a:off x="1697650" y="4645850"/>
                <a:ext cx="96300" cy="29350"/>
              </a:xfrm>
              <a:custGeom>
                <a:avLst/>
                <a:gdLst/>
                <a:ahLst/>
                <a:cxnLst/>
                <a:rect l="l" t="t" r="r" b="b"/>
                <a:pathLst>
                  <a:path w="3852" h="1174" extrusionOk="0">
                    <a:moveTo>
                      <a:pt x="587" y="0"/>
                    </a:moveTo>
                    <a:cubicBezTo>
                      <a:pt x="271" y="0"/>
                      <a:pt x="0" y="256"/>
                      <a:pt x="0" y="587"/>
                    </a:cubicBezTo>
                    <a:cubicBezTo>
                      <a:pt x="0" y="903"/>
                      <a:pt x="271" y="1174"/>
                      <a:pt x="587" y="1174"/>
                    </a:cubicBezTo>
                    <a:lnTo>
                      <a:pt x="3265" y="1174"/>
                    </a:lnTo>
                    <a:cubicBezTo>
                      <a:pt x="3581" y="1174"/>
                      <a:pt x="3852" y="903"/>
                      <a:pt x="3852" y="587"/>
                    </a:cubicBezTo>
                    <a:cubicBezTo>
                      <a:pt x="3852" y="256"/>
                      <a:pt x="3581" y="0"/>
                      <a:pt x="326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9" name="Google Shape;2389;p49"/>
              <p:cNvSpPr/>
              <p:nvPr/>
            </p:nvSpPr>
            <p:spPr>
              <a:xfrm>
                <a:off x="1877425" y="4645850"/>
                <a:ext cx="96325" cy="29350"/>
              </a:xfrm>
              <a:custGeom>
                <a:avLst/>
                <a:gdLst/>
                <a:ahLst/>
                <a:cxnLst/>
                <a:rect l="l" t="t" r="r" b="b"/>
                <a:pathLst>
                  <a:path w="3853" h="1174" extrusionOk="0">
                    <a:moveTo>
                      <a:pt x="588" y="0"/>
                    </a:moveTo>
                    <a:cubicBezTo>
                      <a:pt x="272" y="0"/>
                      <a:pt x="1" y="256"/>
                      <a:pt x="1" y="587"/>
                    </a:cubicBezTo>
                    <a:cubicBezTo>
                      <a:pt x="1" y="903"/>
                      <a:pt x="272" y="1174"/>
                      <a:pt x="588" y="1174"/>
                    </a:cubicBezTo>
                    <a:lnTo>
                      <a:pt x="3266" y="1174"/>
                    </a:lnTo>
                    <a:cubicBezTo>
                      <a:pt x="3582" y="1174"/>
                      <a:pt x="3853" y="903"/>
                      <a:pt x="3853" y="587"/>
                    </a:cubicBezTo>
                    <a:cubicBezTo>
                      <a:pt x="3853" y="256"/>
                      <a:pt x="3582" y="0"/>
                      <a:pt x="326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0" name="Google Shape;2390;p49"/>
              <p:cNvSpPr/>
              <p:nvPr/>
            </p:nvSpPr>
            <p:spPr>
              <a:xfrm>
                <a:off x="2057225" y="4645850"/>
                <a:ext cx="95950" cy="29350"/>
              </a:xfrm>
              <a:custGeom>
                <a:avLst/>
                <a:gdLst/>
                <a:ahLst/>
                <a:cxnLst/>
                <a:rect l="l" t="t" r="r" b="b"/>
                <a:pathLst>
                  <a:path w="3838" h="1174" extrusionOk="0">
                    <a:moveTo>
                      <a:pt x="588" y="0"/>
                    </a:moveTo>
                    <a:cubicBezTo>
                      <a:pt x="257" y="0"/>
                      <a:pt x="1" y="256"/>
                      <a:pt x="1" y="587"/>
                    </a:cubicBezTo>
                    <a:cubicBezTo>
                      <a:pt x="1" y="903"/>
                      <a:pt x="257" y="1174"/>
                      <a:pt x="588" y="1174"/>
                    </a:cubicBezTo>
                    <a:lnTo>
                      <a:pt x="3251" y="1174"/>
                    </a:lnTo>
                    <a:cubicBezTo>
                      <a:pt x="3582" y="1174"/>
                      <a:pt x="3837" y="903"/>
                      <a:pt x="3837" y="587"/>
                    </a:cubicBezTo>
                    <a:cubicBezTo>
                      <a:pt x="3837" y="256"/>
                      <a:pt x="3582" y="0"/>
                      <a:pt x="325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1" name="Google Shape;2391;p49"/>
              <p:cNvSpPr/>
              <p:nvPr/>
            </p:nvSpPr>
            <p:spPr>
              <a:xfrm>
                <a:off x="2237025" y="4645850"/>
                <a:ext cx="95950" cy="29350"/>
              </a:xfrm>
              <a:custGeom>
                <a:avLst/>
                <a:gdLst/>
                <a:ahLst/>
                <a:cxnLst/>
                <a:rect l="l" t="t" r="r" b="b"/>
                <a:pathLst>
                  <a:path w="3838" h="1174" extrusionOk="0">
                    <a:moveTo>
                      <a:pt x="572" y="0"/>
                    </a:moveTo>
                    <a:cubicBezTo>
                      <a:pt x="256" y="0"/>
                      <a:pt x="1" y="256"/>
                      <a:pt x="1" y="587"/>
                    </a:cubicBezTo>
                    <a:cubicBezTo>
                      <a:pt x="1" y="903"/>
                      <a:pt x="256" y="1174"/>
                      <a:pt x="572" y="1174"/>
                    </a:cubicBezTo>
                    <a:lnTo>
                      <a:pt x="3251" y="1174"/>
                    </a:lnTo>
                    <a:cubicBezTo>
                      <a:pt x="3582" y="1174"/>
                      <a:pt x="3837" y="903"/>
                      <a:pt x="3837" y="587"/>
                    </a:cubicBezTo>
                    <a:cubicBezTo>
                      <a:pt x="3837" y="256"/>
                      <a:pt x="3582" y="0"/>
                      <a:pt x="325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2" name="Google Shape;2392;p49"/>
              <p:cNvSpPr/>
              <p:nvPr/>
            </p:nvSpPr>
            <p:spPr>
              <a:xfrm>
                <a:off x="2416450" y="4645850"/>
                <a:ext cx="96325" cy="29350"/>
              </a:xfrm>
              <a:custGeom>
                <a:avLst/>
                <a:gdLst/>
                <a:ahLst/>
                <a:cxnLst/>
                <a:rect l="l" t="t" r="r" b="b"/>
                <a:pathLst>
                  <a:path w="3853" h="1174" extrusionOk="0">
                    <a:moveTo>
                      <a:pt x="587" y="0"/>
                    </a:moveTo>
                    <a:cubicBezTo>
                      <a:pt x="271" y="0"/>
                      <a:pt x="1" y="256"/>
                      <a:pt x="1" y="587"/>
                    </a:cubicBezTo>
                    <a:cubicBezTo>
                      <a:pt x="1" y="903"/>
                      <a:pt x="271" y="1174"/>
                      <a:pt x="587" y="1174"/>
                    </a:cubicBezTo>
                    <a:lnTo>
                      <a:pt x="3265" y="1174"/>
                    </a:lnTo>
                    <a:cubicBezTo>
                      <a:pt x="3581" y="1174"/>
                      <a:pt x="3852" y="903"/>
                      <a:pt x="3852" y="587"/>
                    </a:cubicBezTo>
                    <a:cubicBezTo>
                      <a:pt x="3852" y="256"/>
                      <a:pt x="3581" y="0"/>
                      <a:pt x="326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3" name="Google Shape;2393;p49"/>
              <p:cNvSpPr/>
              <p:nvPr/>
            </p:nvSpPr>
            <p:spPr>
              <a:xfrm>
                <a:off x="2596250" y="4645850"/>
                <a:ext cx="96325" cy="29350"/>
              </a:xfrm>
              <a:custGeom>
                <a:avLst/>
                <a:gdLst/>
                <a:ahLst/>
                <a:cxnLst/>
                <a:rect l="l" t="t" r="r" b="b"/>
                <a:pathLst>
                  <a:path w="3853" h="1174" extrusionOk="0">
                    <a:moveTo>
                      <a:pt x="587" y="0"/>
                    </a:moveTo>
                    <a:cubicBezTo>
                      <a:pt x="271" y="0"/>
                      <a:pt x="0" y="256"/>
                      <a:pt x="0" y="587"/>
                    </a:cubicBezTo>
                    <a:cubicBezTo>
                      <a:pt x="0" y="903"/>
                      <a:pt x="271" y="1174"/>
                      <a:pt x="587" y="1174"/>
                    </a:cubicBezTo>
                    <a:lnTo>
                      <a:pt x="3265" y="1174"/>
                    </a:lnTo>
                    <a:cubicBezTo>
                      <a:pt x="3581" y="1174"/>
                      <a:pt x="3852" y="903"/>
                      <a:pt x="3852" y="587"/>
                    </a:cubicBezTo>
                    <a:cubicBezTo>
                      <a:pt x="3852" y="256"/>
                      <a:pt x="3581" y="0"/>
                      <a:pt x="326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4" name="Google Shape;2394;p49"/>
              <p:cNvSpPr/>
              <p:nvPr/>
            </p:nvSpPr>
            <p:spPr>
              <a:xfrm>
                <a:off x="2776050" y="4645850"/>
                <a:ext cx="95950" cy="29350"/>
              </a:xfrm>
              <a:custGeom>
                <a:avLst/>
                <a:gdLst/>
                <a:ahLst/>
                <a:cxnLst/>
                <a:rect l="l" t="t" r="r" b="b"/>
                <a:pathLst>
                  <a:path w="3838" h="1174" extrusionOk="0">
                    <a:moveTo>
                      <a:pt x="587" y="0"/>
                    </a:moveTo>
                    <a:cubicBezTo>
                      <a:pt x="256" y="0"/>
                      <a:pt x="0" y="256"/>
                      <a:pt x="0" y="587"/>
                    </a:cubicBezTo>
                    <a:cubicBezTo>
                      <a:pt x="0" y="903"/>
                      <a:pt x="256" y="1174"/>
                      <a:pt x="587" y="1174"/>
                    </a:cubicBezTo>
                    <a:lnTo>
                      <a:pt x="3265" y="1174"/>
                    </a:lnTo>
                    <a:cubicBezTo>
                      <a:pt x="3581" y="1174"/>
                      <a:pt x="3837" y="903"/>
                      <a:pt x="3837" y="587"/>
                    </a:cubicBezTo>
                    <a:cubicBezTo>
                      <a:pt x="3837" y="256"/>
                      <a:pt x="3581" y="0"/>
                      <a:pt x="326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5" name="Google Shape;2395;p49"/>
              <p:cNvSpPr/>
              <p:nvPr/>
            </p:nvSpPr>
            <p:spPr>
              <a:xfrm>
                <a:off x="2955850" y="4645850"/>
                <a:ext cx="95925" cy="29350"/>
              </a:xfrm>
              <a:custGeom>
                <a:avLst/>
                <a:gdLst/>
                <a:ahLst/>
                <a:cxnLst/>
                <a:rect l="l" t="t" r="r" b="b"/>
                <a:pathLst>
                  <a:path w="3837" h="1174" extrusionOk="0">
                    <a:moveTo>
                      <a:pt x="587" y="0"/>
                    </a:moveTo>
                    <a:cubicBezTo>
                      <a:pt x="256" y="0"/>
                      <a:pt x="0" y="256"/>
                      <a:pt x="0" y="587"/>
                    </a:cubicBezTo>
                    <a:cubicBezTo>
                      <a:pt x="0" y="903"/>
                      <a:pt x="256" y="1174"/>
                      <a:pt x="587" y="1174"/>
                    </a:cubicBezTo>
                    <a:lnTo>
                      <a:pt x="3250" y="1174"/>
                    </a:lnTo>
                    <a:cubicBezTo>
                      <a:pt x="3581" y="1174"/>
                      <a:pt x="3837" y="903"/>
                      <a:pt x="3837" y="587"/>
                    </a:cubicBezTo>
                    <a:cubicBezTo>
                      <a:pt x="3837" y="256"/>
                      <a:pt x="3581" y="0"/>
                      <a:pt x="325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6" name="Google Shape;2396;p49"/>
              <p:cNvSpPr/>
              <p:nvPr/>
            </p:nvSpPr>
            <p:spPr>
              <a:xfrm>
                <a:off x="3135275" y="4645850"/>
                <a:ext cx="96300" cy="29350"/>
              </a:xfrm>
              <a:custGeom>
                <a:avLst/>
                <a:gdLst/>
                <a:ahLst/>
                <a:cxnLst/>
                <a:rect l="l" t="t" r="r" b="b"/>
                <a:pathLst>
                  <a:path w="3852" h="1174" extrusionOk="0">
                    <a:moveTo>
                      <a:pt x="587" y="0"/>
                    </a:moveTo>
                    <a:cubicBezTo>
                      <a:pt x="271" y="0"/>
                      <a:pt x="0" y="256"/>
                      <a:pt x="0" y="587"/>
                    </a:cubicBezTo>
                    <a:cubicBezTo>
                      <a:pt x="0" y="903"/>
                      <a:pt x="271" y="1174"/>
                      <a:pt x="587" y="1174"/>
                    </a:cubicBezTo>
                    <a:lnTo>
                      <a:pt x="3265" y="1174"/>
                    </a:lnTo>
                    <a:cubicBezTo>
                      <a:pt x="3596" y="1174"/>
                      <a:pt x="3852" y="903"/>
                      <a:pt x="3852" y="587"/>
                    </a:cubicBezTo>
                    <a:cubicBezTo>
                      <a:pt x="3852" y="256"/>
                      <a:pt x="3596" y="0"/>
                      <a:pt x="326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7" name="Google Shape;2397;p49"/>
              <p:cNvSpPr/>
              <p:nvPr/>
            </p:nvSpPr>
            <p:spPr>
              <a:xfrm>
                <a:off x="3315050" y="4645850"/>
                <a:ext cx="96325" cy="29350"/>
              </a:xfrm>
              <a:custGeom>
                <a:avLst/>
                <a:gdLst/>
                <a:ahLst/>
                <a:cxnLst/>
                <a:rect l="l" t="t" r="r" b="b"/>
                <a:pathLst>
                  <a:path w="3853" h="1174" extrusionOk="0">
                    <a:moveTo>
                      <a:pt x="588" y="0"/>
                    </a:moveTo>
                    <a:cubicBezTo>
                      <a:pt x="272" y="0"/>
                      <a:pt x="1" y="256"/>
                      <a:pt x="1" y="587"/>
                    </a:cubicBezTo>
                    <a:cubicBezTo>
                      <a:pt x="1" y="903"/>
                      <a:pt x="272" y="1174"/>
                      <a:pt x="588" y="1174"/>
                    </a:cubicBezTo>
                    <a:lnTo>
                      <a:pt x="3266" y="1174"/>
                    </a:lnTo>
                    <a:cubicBezTo>
                      <a:pt x="3582" y="1174"/>
                      <a:pt x="3853" y="903"/>
                      <a:pt x="3853" y="587"/>
                    </a:cubicBezTo>
                    <a:cubicBezTo>
                      <a:pt x="3853" y="256"/>
                      <a:pt x="3582" y="0"/>
                      <a:pt x="326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8" name="Google Shape;2398;p49"/>
              <p:cNvSpPr/>
              <p:nvPr/>
            </p:nvSpPr>
            <p:spPr>
              <a:xfrm>
                <a:off x="3494850" y="4645850"/>
                <a:ext cx="96325" cy="29350"/>
              </a:xfrm>
              <a:custGeom>
                <a:avLst/>
                <a:gdLst/>
                <a:ahLst/>
                <a:cxnLst/>
                <a:rect l="l" t="t" r="r" b="b"/>
                <a:pathLst>
                  <a:path w="3853" h="1174" extrusionOk="0">
                    <a:moveTo>
                      <a:pt x="588" y="0"/>
                    </a:moveTo>
                    <a:cubicBezTo>
                      <a:pt x="272" y="0"/>
                      <a:pt x="1" y="256"/>
                      <a:pt x="1" y="587"/>
                    </a:cubicBezTo>
                    <a:cubicBezTo>
                      <a:pt x="1" y="903"/>
                      <a:pt x="272" y="1174"/>
                      <a:pt x="588" y="1174"/>
                    </a:cubicBezTo>
                    <a:lnTo>
                      <a:pt x="3266" y="1174"/>
                    </a:lnTo>
                    <a:cubicBezTo>
                      <a:pt x="3582" y="1174"/>
                      <a:pt x="3853" y="903"/>
                      <a:pt x="3853" y="587"/>
                    </a:cubicBezTo>
                    <a:cubicBezTo>
                      <a:pt x="3853" y="256"/>
                      <a:pt x="3582" y="0"/>
                      <a:pt x="326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9" name="Google Shape;2399;p49"/>
              <p:cNvSpPr/>
              <p:nvPr/>
            </p:nvSpPr>
            <p:spPr>
              <a:xfrm>
                <a:off x="3674650" y="4645850"/>
                <a:ext cx="95950" cy="29350"/>
              </a:xfrm>
              <a:custGeom>
                <a:avLst/>
                <a:gdLst/>
                <a:ahLst/>
                <a:cxnLst/>
                <a:rect l="l" t="t" r="r" b="b"/>
                <a:pathLst>
                  <a:path w="3838" h="1174" extrusionOk="0">
                    <a:moveTo>
                      <a:pt x="588" y="0"/>
                    </a:moveTo>
                    <a:cubicBezTo>
                      <a:pt x="257" y="0"/>
                      <a:pt x="1" y="256"/>
                      <a:pt x="1" y="587"/>
                    </a:cubicBezTo>
                    <a:cubicBezTo>
                      <a:pt x="1" y="903"/>
                      <a:pt x="257" y="1174"/>
                      <a:pt x="588" y="1174"/>
                    </a:cubicBezTo>
                    <a:lnTo>
                      <a:pt x="3251" y="1174"/>
                    </a:lnTo>
                    <a:cubicBezTo>
                      <a:pt x="3582" y="1174"/>
                      <a:pt x="3837" y="903"/>
                      <a:pt x="3837" y="587"/>
                    </a:cubicBezTo>
                    <a:cubicBezTo>
                      <a:pt x="3837" y="256"/>
                      <a:pt x="3582" y="0"/>
                      <a:pt x="325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0" name="Google Shape;2400;p49"/>
              <p:cNvSpPr/>
              <p:nvPr/>
            </p:nvSpPr>
            <p:spPr>
              <a:xfrm>
                <a:off x="3854450" y="4645850"/>
                <a:ext cx="95950" cy="29350"/>
              </a:xfrm>
              <a:custGeom>
                <a:avLst/>
                <a:gdLst/>
                <a:ahLst/>
                <a:cxnLst/>
                <a:rect l="l" t="t" r="r" b="b"/>
                <a:pathLst>
                  <a:path w="3838" h="1174" extrusionOk="0">
                    <a:moveTo>
                      <a:pt x="572" y="0"/>
                    </a:moveTo>
                    <a:cubicBezTo>
                      <a:pt x="256" y="0"/>
                      <a:pt x="1" y="256"/>
                      <a:pt x="1" y="587"/>
                    </a:cubicBezTo>
                    <a:cubicBezTo>
                      <a:pt x="1" y="903"/>
                      <a:pt x="256" y="1174"/>
                      <a:pt x="572" y="1174"/>
                    </a:cubicBezTo>
                    <a:lnTo>
                      <a:pt x="3251" y="1174"/>
                    </a:lnTo>
                    <a:cubicBezTo>
                      <a:pt x="3582" y="1174"/>
                      <a:pt x="3837" y="903"/>
                      <a:pt x="3837" y="587"/>
                    </a:cubicBezTo>
                    <a:cubicBezTo>
                      <a:pt x="3837" y="256"/>
                      <a:pt x="3582" y="0"/>
                      <a:pt x="325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1" name="Google Shape;2401;p49"/>
              <p:cNvSpPr/>
              <p:nvPr/>
            </p:nvSpPr>
            <p:spPr>
              <a:xfrm>
                <a:off x="4212175" y="4645850"/>
                <a:ext cx="96300" cy="29350"/>
              </a:xfrm>
              <a:custGeom>
                <a:avLst/>
                <a:gdLst/>
                <a:ahLst/>
                <a:cxnLst/>
                <a:rect l="l" t="t" r="r" b="b"/>
                <a:pathLst>
                  <a:path w="3852" h="1174" extrusionOk="0">
                    <a:moveTo>
                      <a:pt x="587" y="0"/>
                    </a:moveTo>
                    <a:cubicBezTo>
                      <a:pt x="271" y="0"/>
                      <a:pt x="0" y="256"/>
                      <a:pt x="0" y="587"/>
                    </a:cubicBezTo>
                    <a:cubicBezTo>
                      <a:pt x="0" y="903"/>
                      <a:pt x="271" y="1174"/>
                      <a:pt x="587" y="1174"/>
                    </a:cubicBezTo>
                    <a:lnTo>
                      <a:pt x="3265" y="1174"/>
                    </a:lnTo>
                    <a:cubicBezTo>
                      <a:pt x="3581" y="1174"/>
                      <a:pt x="3852" y="903"/>
                      <a:pt x="3852" y="587"/>
                    </a:cubicBezTo>
                    <a:cubicBezTo>
                      <a:pt x="3852" y="256"/>
                      <a:pt x="3581" y="0"/>
                      <a:pt x="326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2" name="Google Shape;2402;p49"/>
              <p:cNvSpPr/>
              <p:nvPr/>
            </p:nvSpPr>
            <p:spPr>
              <a:xfrm>
                <a:off x="4390450" y="4645850"/>
                <a:ext cx="96325" cy="29350"/>
              </a:xfrm>
              <a:custGeom>
                <a:avLst/>
                <a:gdLst/>
                <a:ahLst/>
                <a:cxnLst/>
                <a:rect l="l" t="t" r="r" b="b"/>
                <a:pathLst>
                  <a:path w="3853" h="1174" extrusionOk="0">
                    <a:moveTo>
                      <a:pt x="588" y="0"/>
                    </a:moveTo>
                    <a:cubicBezTo>
                      <a:pt x="257" y="0"/>
                      <a:pt x="1" y="256"/>
                      <a:pt x="1" y="587"/>
                    </a:cubicBezTo>
                    <a:cubicBezTo>
                      <a:pt x="1" y="903"/>
                      <a:pt x="257" y="1174"/>
                      <a:pt x="588" y="1174"/>
                    </a:cubicBezTo>
                    <a:lnTo>
                      <a:pt x="3266" y="1174"/>
                    </a:lnTo>
                    <a:cubicBezTo>
                      <a:pt x="3582" y="1174"/>
                      <a:pt x="3853" y="903"/>
                      <a:pt x="3853" y="587"/>
                    </a:cubicBezTo>
                    <a:cubicBezTo>
                      <a:pt x="3853" y="256"/>
                      <a:pt x="3582" y="0"/>
                      <a:pt x="326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3" name="Google Shape;2403;p49"/>
              <p:cNvSpPr/>
              <p:nvPr/>
            </p:nvSpPr>
            <p:spPr>
              <a:xfrm>
                <a:off x="4568750" y="4645850"/>
                <a:ext cx="95950" cy="29350"/>
              </a:xfrm>
              <a:custGeom>
                <a:avLst/>
                <a:gdLst/>
                <a:ahLst/>
                <a:cxnLst/>
                <a:rect l="l" t="t" r="r" b="b"/>
                <a:pathLst>
                  <a:path w="3838" h="1174" extrusionOk="0">
                    <a:moveTo>
                      <a:pt x="587" y="0"/>
                    </a:moveTo>
                    <a:cubicBezTo>
                      <a:pt x="256" y="0"/>
                      <a:pt x="1" y="256"/>
                      <a:pt x="1" y="587"/>
                    </a:cubicBezTo>
                    <a:cubicBezTo>
                      <a:pt x="1" y="903"/>
                      <a:pt x="256" y="1174"/>
                      <a:pt x="587" y="1174"/>
                    </a:cubicBezTo>
                    <a:lnTo>
                      <a:pt x="3251" y="1174"/>
                    </a:lnTo>
                    <a:cubicBezTo>
                      <a:pt x="3582" y="1174"/>
                      <a:pt x="3837" y="903"/>
                      <a:pt x="3837" y="587"/>
                    </a:cubicBezTo>
                    <a:cubicBezTo>
                      <a:pt x="3837" y="256"/>
                      <a:pt x="3582" y="0"/>
                      <a:pt x="325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4" name="Google Shape;2404;p49"/>
              <p:cNvSpPr/>
              <p:nvPr/>
            </p:nvSpPr>
            <p:spPr>
              <a:xfrm>
                <a:off x="4033875" y="4645850"/>
                <a:ext cx="96325" cy="29350"/>
              </a:xfrm>
              <a:custGeom>
                <a:avLst/>
                <a:gdLst/>
                <a:ahLst/>
                <a:cxnLst/>
                <a:rect l="l" t="t" r="r" b="b"/>
                <a:pathLst>
                  <a:path w="3853" h="1174" extrusionOk="0">
                    <a:moveTo>
                      <a:pt x="587" y="0"/>
                    </a:moveTo>
                    <a:cubicBezTo>
                      <a:pt x="271" y="0"/>
                      <a:pt x="1" y="256"/>
                      <a:pt x="1" y="587"/>
                    </a:cubicBezTo>
                    <a:cubicBezTo>
                      <a:pt x="1" y="903"/>
                      <a:pt x="271" y="1174"/>
                      <a:pt x="587" y="1174"/>
                    </a:cubicBezTo>
                    <a:lnTo>
                      <a:pt x="3265" y="1174"/>
                    </a:lnTo>
                    <a:cubicBezTo>
                      <a:pt x="3581" y="1174"/>
                      <a:pt x="3852" y="903"/>
                      <a:pt x="3852" y="587"/>
                    </a:cubicBezTo>
                    <a:cubicBezTo>
                      <a:pt x="3852" y="256"/>
                      <a:pt x="3581" y="0"/>
                      <a:pt x="326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405" name="Google Shape;2405;p49"/>
          <p:cNvSpPr/>
          <p:nvPr/>
        </p:nvSpPr>
        <p:spPr>
          <a:xfrm>
            <a:off x="2811893" y="357100"/>
            <a:ext cx="1357395" cy="1357365"/>
          </a:xfrm>
          <a:custGeom>
            <a:avLst/>
            <a:gdLst/>
            <a:ahLst/>
            <a:cxnLst/>
            <a:rect l="l" t="t" r="r" b="b"/>
            <a:pathLst>
              <a:path w="45990" h="45989" extrusionOk="0">
                <a:moveTo>
                  <a:pt x="1" y="22995"/>
                </a:moveTo>
                <a:cubicBezTo>
                  <a:pt x="1" y="35691"/>
                  <a:pt x="10299" y="45989"/>
                  <a:pt x="22995" y="45989"/>
                </a:cubicBezTo>
                <a:lnTo>
                  <a:pt x="22995" y="45989"/>
                </a:lnTo>
                <a:cubicBezTo>
                  <a:pt x="35691" y="45989"/>
                  <a:pt x="45989" y="35691"/>
                  <a:pt x="45989" y="22995"/>
                </a:cubicBezTo>
                <a:lnTo>
                  <a:pt x="45989" y="22995"/>
                </a:lnTo>
                <a:cubicBezTo>
                  <a:pt x="45989" y="10298"/>
                  <a:pt x="35691" y="0"/>
                  <a:pt x="22995" y="0"/>
                </a:cubicBezTo>
                <a:lnTo>
                  <a:pt x="22995" y="0"/>
                </a:lnTo>
                <a:cubicBezTo>
                  <a:pt x="10299" y="0"/>
                  <a:pt x="1" y="10298"/>
                  <a:pt x="1" y="22995"/>
                </a:cubicBezTo>
                <a:close/>
              </a:path>
            </a:pathLst>
          </a:custGeom>
          <a:solidFill>
            <a:srgbClr val="3A72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6" name="Google Shape;2406;p49"/>
          <p:cNvSpPr/>
          <p:nvPr/>
        </p:nvSpPr>
        <p:spPr>
          <a:xfrm rot="10800000">
            <a:off x="0" y="483225"/>
            <a:ext cx="3572600" cy="500050"/>
          </a:xfrm>
          <a:custGeom>
            <a:avLst/>
            <a:gdLst/>
            <a:ahLst/>
            <a:cxnLst/>
            <a:rect l="l" t="t" r="r" b="b"/>
            <a:pathLst>
              <a:path w="142904" h="20002" extrusionOk="0">
                <a:moveTo>
                  <a:pt x="1" y="2430"/>
                </a:moveTo>
                <a:cubicBezTo>
                  <a:pt x="1" y="2430"/>
                  <a:pt x="73043" y="2383"/>
                  <a:pt x="78263" y="4876"/>
                </a:cubicBezTo>
                <a:lnTo>
                  <a:pt x="78263" y="4876"/>
                </a:lnTo>
                <a:cubicBezTo>
                  <a:pt x="83482" y="7368"/>
                  <a:pt x="142904" y="20001"/>
                  <a:pt x="142904" y="20001"/>
                </a:cubicBezTo>
                <a:lnTo>
                  <a:pt x="142904" y="20001"/>
                </a:lnTo>
                <a:lnTo>
                  <a:pt x="142904" y="2430"/>
                </a:lnTo>
                <a:cubicBezTo>
                  <a:pt x="142904" y="2430"/>
                  <a:pt x="104125" y="7916"/>
                  <a:pt x="96179" y="2430"/>
                </a:cubicBezTo>
                <a:lnTo>
                  <a:pt x="96179" y="2430"/>
                </a:lnTo>
                <a:cubicBezTo>
                  <a:pt x="93530" y="612"/>
                  <a:pt x="81962" y="1"/>
                  <a:pt x="67714" y="1"/>
                </a:cubicBezTo>
                <a:lnTo>
                  <a:pt x="67714" y="1"/>
                </a:lnTo>
                <a:cubicBezTo>
                  <a:pt x="39218" y="1"/>
                  <a:pt x="1" y="2430"/>
                  <a:pt x="1" y="2430"/>
                </a:cubicBezTo>
              </a:path>
            </a:pathLst>
          </a:custGeom>
          <a:solidFill>
            <a:srgbClr val="FFFFFF">
              <a:alpha val="410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7" name="Google Shape;2407;p49"/>
          <p:cNvSpPr/>
          <p:nvPr/>
        </p:nvSpPr>
        <p:spPr>
          <a:xfrm flipH="1">
            <a:off x="2193625" y="1840200"/>
            <a:ext cx="3038100" cy="371398"/>
          </a:xfrm>
          <a:custGeom>
            <a:avLst/>
            <a:gdLst/>
            <a:ahLst/>
            <a:cxnLst/>
            <a:rect l="l" t="t" r="r" b="b"/>
            <a:pathLst>
              <a:path w="121524" h="3422" extrusionOk="0">
                <a:moveTo>
                  <a:pt x="3293" y="2318"/>
                </a:moveTo>
                <a:cubicBezTo>
                  <a:pt x="8457" y="2218"/>
                  <a:pt x="15016" y="977"/>
                  <a:pt x="19888" y="1351"/>
                </a:cubicBezTo>
                <a:cubicBezTo>
                  <a:pt x="28034" y="1981"/>
                  <a:pt x="29758" y="147"/>
                  <a:pt x="36801" y="630"/>
                </a:cubicBezTo>
                <a:cubicBezTo>
                  <a:pt x="44966" y="1233"/>
                  <a:pt x="55457" y="1324"/>
                  <a:pt x="61551" y="1160"/>
                </a:cubicBezTo>
                <a:cubicBezTo>
                  <a:pt x="69068" y="968"/>
                  <a:pt x="74231" y="1"/>
                  <a:pt x="81438" y="776"/>
                </a:cubicBezTo>
                <a:cubicBezTo>
                  <a:pt x="84878" y="1160"/>
                  <a:pt x="81119" y="1835"/>
                  <a:pt x="90680" y="1114"/>
                </a:cubicBezTo>
                <a:cubicBezTo>
                  <a:pt x="94292" y="840"/>
                  <a:pt x="95688" y="822"/>
                  <a:pt x="99912" y="968"/>
                </a:cubicBezTo>
                <a:cubicBezTo>
                  <a:pt x="107119" y="1260"/>
                  <a:pt x="115575" y="1114"/>
                  <a:pt x="121523" y="1260"/>
                </a:cubicBezTo>
                <a:cubicBezTo>
                  <a:pt x="116670" y="1451"/>
                  <a:pt x="103515" y="1160"/>
                  <a:pt x="95378" y="1689"/>
                </a:cubicBezTo>
                <a:cubicBezTo>
                  <a:pt x="85352" y="2263"/>
                  <a:pt x="79559" y="2555"/>
                  <a:pt x="69378" y="2072"/>
                </a:cubicBezTo>
                <a:cubicBezTo>
                  <a:pt x="61387" y="1643"/>
                  <a:pt x="51680" y="1497"/>
                  <a:pt x="43534" y="1789"/>
                </a:cubicBezTo>
                <a:cubicBezTo>
                  <a:pt x="34767" y="2026"/>
                  <a:pt x="30068" y="3422"/>
                  <a:pt x="20672" y="2647"/>
                </a:cubicBezTo>
                <a:cubicBezTo>
                  <a:pt x="16448" y="2263"/>
                  <a:pt x="14879" y="2263"/>
                  <a:pt x="10646" y="2364"/>
                </a:cubicBezTo>
                <a:cubicBezTo>
                  <a:pt x="7827" y="2409"/>
                  <a:pt x="4388" y="2510"/>
                  <a:pt x="0" y="2455"/>
                </a:cubicBezTo>
                <a:close/>
              </a:path>
            </a:pathLst>
          </a:custGeom>
          <a:solidFill>
            <a:srgbClr val="FFFFFF">
              <a:alpha val="410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8" name="Google Shape;2408;p49"/>
          <p:cNvSpPr/>
          <p:nvPr/>
        </p:nvSpPr>
        <p:spPr>
          <a:xfrm rot="-2231248" flipH="1">
            <a:off x="462693" y="610710"/>
            <a:ext cx="240403" cy="114379"/>
          </a:xfrm>
          <a:custGeom>
            <a:avLst/>
            <a:gdLst/>
            <a:ahLst/>
            <a:cxnLst/>
            <a:rect l="l" t="t" r="r" b="b"/>
            <a:pathLst>
              <a:path w="2560" h="1218" extrusionOk="0">
                <a:moveTo>
                  <a:pt x="2192" y="116"/>
                </a:moveTo>
                <a:cubicBezTo>
                  <a:pt x="2088" y="169"/>
                  <a:pt x="1972" y="231"/>
                  <a:pt x="1867" y="305"/>
                </a:cubicBezTo>
                <a:lnTo>
                  <a:pt x="1867" y="305"/>
                </a:lnTo>
                <a:cubicBezTo>
                  <a:pt x="1762" y="378"/>
                  <a:pt x="1668" y="462"/>
                  <a:pt x="1574" y="557"/>
                </a:cubicBezTo>
                <a:lnTo>
                  <a:pt x="1574" y="557"/>
                </a:lnTo>
                <a:cubicBezTo>
                  <a:pt x="1521" y="598"/>
                  <a:pt x="1479" y="651"/>
                  <a:pt x="1437" y="714"/>
                </a:cubicBezTo>
                <a:lnTo>
                  <a:pt x="1437" y="714"/>
                </a:lnTo>
                <a:cubicBezTo>
                  <a:pt x="1354" y="661"/>
                  <a:pt x="1280" y="630"/>
                  <a:pt x="1207" y="609"/>
                </a:cubicBezTo>
                <a:lnTo>
                  <a:pt x="1207" y="609"/>
                </a:lnTo>
                <a:cubicBezTo>
                  <a:pt x="1070" y="557"/>
                  <a:pt x="934" y="525"/>
                  <a:pt x="798" y="515"/>
                </a:cubicBezTo>
                <a:lnTo>
                  <a:pt x="798" y="515"/>
                </a:lnTo>
                <a:cubicBezTo>
                  <a:pt x="672" y="494"/>
                  <a:pt x="536" y="494"/>
                  <a:pt x="399" y="494"/>
                </a:cubicBezTo>
                <a:lnTo>
                  <a:pt x="399" y="494"/>
                </a:lnTo>
                <a:cubicBezTo>
                  <a:pt x="263" y="504"/>
                  <a:pt x="137" y="515"/>
                  <a:pt x="1" y="546"/>
                </a:cubicBezTo>
                <a:lnTo>
                  <a:pt x="1" y="546"/>
                </a:lnTo>
                <a:cubicBezTo>
                  <a:pt x="252" y="630"/>
                  <a:pt x="504" y="703"/>
                  <a:pt x="745" y="787"/>
                </a:cubicBezTo>
                <a:lnTo>
                  <a:pt x="745" y="787"/>
                </a:lnTo>
                <a:cubicBezTo>
                  <a:pt x="861" y="829"/>
                  <a:pt x="976" y="861"/>
                  <a:pt x="1081" y="913"/>
                </a:cubicBezTo>
                <a:lnTo>
                  <a:pt x="1081" y="913"/>
                </a:lnTo>
                <a:cubicBezTo>
                  <a:pt x="1186" y="965"/>
                  <a:pt x="1291" y="1018"/>
                  <a:pt x="1364" y="1081"/>
                </a:cubicBezTo>
                <a:lnTo>
                  <a:pt x="1364" y="1081"/>
                </a:lnTo>
                <a:lnTo>
                  <a:pt x="1521" y="1217"/>
                </a:lnTo>
                <a:lnTo>
                  <a:pt x="1626" y="1039"/>
                </a:lnTo>
                <a:cubicBezTo>
                  <a:pt x="1731" y="861"/>
                  <a:pt x="1888" y="682"/>
                  <a:pt x="2046" y="504"/>
                </a:cubicBezTo>
                <a:lnTo>
                  <a:pt x="2046" y="504"/>
                </a:lnTo>
                <a:cubicBezTo>
                  <a:pt x="2203" y="336"/>
                  <a:pt x="2371" y="169"/>
                  <a:pt x="2559" y="1"/>
                </a:cubicBezTo>
                <a:lnTo>
                  <a:pt x="2559" y="1"/>
                </a:lnTo>
                <a:cubicBezTo>
                  <a:pt x="2434" y="11"/>
                  <a:pt x="2308" y="64"/>
                  <a:pt x="2192" y="116"/>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9" name="Google Shape;2409;p49"/>
          <p:cNvSpPr/>
          <p:nvPr/>
        </p:nvSpPr>
        <p:spPr>
          <a:xfrm rot="-2231248" flipH="1">
            <a:off x="1387068" y="837035"/>
            <a:ext cx="240403" cy="114379"/>
          </a:xfrm>
          <a:custGeom>
            <a:avLst/>
            <a:gdLst/>
            <a:ahLst/>
            <a:cxnLst/>
            <a:rect l="l" t="t" r="r" b="b"/>
            <a:pathLst>
              <a:path w="2560" h="1218" extrusionOk="0">
                <a:moveTo>
                  <a:pt x="2192" y="116"/>
                </a:moveTo>
                <a:cubicBezTo>
                  <a:pt x="2088" y="169"/>
                  <a:pt x="1972" y="231"/>
                  <a:pt x="1867" y="305"/>
                </a:cubicBezTo>
                <a:lnTo>
                  <a:pt x="1867" y="305"/>
                </a:lnTo>
                <a:cubicBezTo>
                  <a:pt x="1762" y="378"/>
                  <a:pt x="1668" y="462"/>
                  <a:pt x="1574" y="557"/>
                </a:cubicBezTo>
                <a:lnTo>
                  <a:pt x="1574" y="557"/>
                </a:lnTo>
                <a:cubicBezTo>
                  <a:pt x="1521" y="598"/>
                  <a:pt x="1479" y="651"/>
                  <a:pt x="1437" y="714"/>
                </a:cubicBezTo>
                <a:lnTo>
                  <a:pt x="1437" y="714"/>
                </a:lnTo>
                <a:cubicBezTo>
                  <a:pt x="1354" y="661"/>
                  <a:pt x="1280" y="630"/>
                  <a:pt x="1207" y="609"/>
                </a:cubicBezTo>
                <a:lnTo>
                  <a:pt x="1207" y="609"/>
                </a:lnTo>
                <a:cubicBezTo>
                  <a:pt x="1070" y="557"/>
                  <a:pt x="934" y="525"/>
                  <a:pt x="798" y="515"/>
                </a:cubicBezTo>
                <a:lnTo>
                  <a:pt x="798" y="515"/>
                </a:lnTo>
                <a:cubicBezTo>
                  <a:pt x="672" y="494"/>
                  <a:pt x="536" y="494"/>
                  <a:pt x="399" y="494"/>
                </a:cubicBezTo>
                <a:lnTo>
                  <a:pt x="399" y="494"/>
                </a:lnTo>
                <a:cubicBezTo>
                  <a:pt x="263" y="504"/>
                  <a:pt x="137" y="515"/>
                  <a:pt x="1" y="546"/>
                </a:cubicBezTo>
                <a:lnTo>
                  <a:pt x="1" y="546"/>
                </a:lnTo>
                <a:cubicBezTo>
                  <a:pt x="252" y="630"/>
                  <a:pt x="504" y="703"/>
                  <a:pt x="745" y="787"/>
                </a:cubicBezTo>
                <a:lnTo>
                  <a:pt x="745" y="787"/>
                </a:lnTo>
                <a:cubicBezTo>
                  <a:pt x="861" y="829"/>
                  <a:pt x="976" y="861"/>
                  <a:pt x="1081" y="913"/>
                </a:cubicBezTo>
                <a:lnTo>
                  <a:pt x="1081" y="913"/>
                </a:lnTo>
                <a:cubicBezTo>
                  <a:pt x="1186" y="965"/>
                  <a:pt x="1291" y="1018"/>
                  <a:pt x="1364" y="1081"/>
                </a:cubicBezTo>
                <a:lnTo>
                  <a:pt x="1364" y="1081"/>
                </a:lnTo>
                <a:lnTo>
                  <a:pt x="1521" y="1217"/>
                </a:lnTo>
                <a:lnTo>
                  <a:pt x="1626" y="1039"/>
                </a:lnTo>
                <a:cubicBezTo>
                  <a:pt x="1731" y="861"/>
                  <a:pt x="1888" y="682"/>
                  <a:pt x="2046" y="504"/>
                </a:cubicBezTo>
                <a:lnTo>
                  <a:pt x="2046" y="504"/>
                </a:lnTo>
                <a:cubicBezTo>
                  <a:pt x="2203" y="336"/>
                  <a:pt x="2371" y="169"/>
                  <a:pt x="2559" y="1"/>
                </a:cubicBezTo>
                <a:lnTo>
                  <a:pt x="2559" y="1"/>
                </a:lnTo>
                <a:cubicBezTo>
                  <a:pt x="2434" y="11"/>
                  <a:pt x="2308" y="64"/>
                  <a:pt x="2192" y="116"/>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0" name="Google Shape;2410;p49"/>
          <p:cNvSpPr/>
          <p:nvPr/>
        </p:nvSpPr>
        <p:spPr>
          <a:xfrm rot="-2231248" flipH="1">
            <a:off x="1259493" y="1695535"/>
            <a:ext cx="240403" cy="114379"/>
          </a:xfrm>
          <a:custGeom>
            <a:avLst/>
            <a:gdLst/>
            <a:ahLst/>
            <a:cxnLst/>
            <a:rect l="l" t="t" r="r" b="b"/>
            <a:pathLst>
              <a:path w="2560" h="1218" extrusionOk="0">
                <a:moveTo>
                  <a:pt x="2192" y="116"/>
                </a:moveTo>
                <a:cubicBezTo>
                  <a:pt x="2088" y="169"/>
                  <a:pt x="1972" y="231"/>
                  <a:pt x="1867" y="305"/>
                </a:cubicBezTo>
                <a:lnTo>
                  <a:pt x="1867" y="305"/>
                </a:lnTo>
                <a:cubicBezTo>
                  <a:pt x="1762" y="378"/>
                  <a:pt x="1668" y="462"/>
                  <a:pt x="1574" y="557"/>
                </a:cubicBezTo>
                <a:lnTo>
                  <a:pt x="1574" y="557"/>
                </a:lnTo>
                <a:cubicBezTo>
                  <a:pt x="1521" y="598"/>
                  <a:pt x="1479" y="651"/>
                  <a:pt x="1437" y="714"/>
                </a:cubicBezTo>
                <a:lnTo>
                  <a:pt x="1437" y="714"/>
                </a:lnTo>
                <a:cubicBezTo>
                  <a:pt x="1354" y="661"/>
                  <a:pt x="1280" y="630"/>
                  <a:pt x="1207" y="609"/>
                </a:cubicBezTo>
                <a:lnTo>
                  <a:pt x="1207" y="609"/>
                </a:lnTo>
                <a:cubicBezTo>
                  <a:pt x="1070" y="557"/>
                  <a:pt x="934" y="525"/>
                  <a:pt x="798" y="515"/>
                </a:cubicBezTo>
                <a:lnTo>
                  <a:pt x="798" y="515"/>
                </a:lnTo>
                <a:cubicBezTo>
                  <a:pt x="672" y="494"/>
                  <a:pt x="536" y="494"/>
                  <a:pt x="399" y="494"/>
                </a:cubicBezTo>
                <a:lnTo>
                  <a:pt x="399" y="494"/>
                </a:lnTo>
                <a:cubicBezTo>
                  <a:pt x="263" y="504"/>
                  <a:pt x="137" y="515"/>
                  <a:pt x="1" y="546"/>
                </a:cubicBezTo>
                <a:lnTo>
                  <a:pt x="1" y="546"/>
                </a:lnTo>
                <a:cubicBezTo>
                  <a:pt x="252" y="630"/>
                  <a:pt x="504" y="703"/>
                  <a:pt x="745" y="787"/>
                </a:cubicBezTo>
                <a:lnTo>
                  <a:pt x="745" y="787"/>
                </a:lnTo>
                <a:cubicBezTo>
                  <a:pt x="861" y="829"/>
                  <a:pt x="976" y="861"/>
                  <a:pt x="1081" y="913"/>
                </a:cubicBezTo>
                <a:lnTo>
                  <a:pt x="1081" y="913"/>
                </a:lnTo>
                <a:cubicBezTo>
                  <a:pt x="1186" y="965"/>
                  <a:pt x="1291" y="1018"/>
                  <a:pt x="1364" y="1081"/>
                </a:cubicBezTo>
                <a:lnTo>
                  <a:pt x="1364" y="1081"/>
                </a:lnTo>
                <a:lnTo>
                  <a:pt x="1521" y="1217"/>
                </a:lnTo>
                <a:lnTo>
                  <a:pt x="1626" y="1039"/>
                </a:lnTo>
                <a:cubicBezTo>
                  <a:pt x="1731" y="861"/>
                  <a:pt x="1888" y="682"/>
                  <a:pt x="2046" y="504"/>
                </a:cubicBezTo>
                <a:lnTo>
                  <a:pt x="2046" y="504"/>
                </a:lnTo>
                <a:cubicBezTo>
                  <a:pt x="2203" y="336"/>
                  <a:pt x="2371" y="169"/>
                  <a:pt x="2559" y="1"/>
                </a:cubicBezTo>
                <a:lnTo>
                  <a:pt x="2559" y="1"/>
                </a:lnTo>
                <a:cubicBezTo>
                  <a:pt x="2434" y="11"/>
                  <a:pt x="2308" y="64"/>
                  <a:pt x="2192" y="116"/>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 name="Google Shape;1117;p30">
            <a:extLst>
              <a:ext uri="{FF2B5EF4-FFF2-40B4-BE49-F238E27FC236}">
                <a16:creationId xmlns:a16="http://schemas.microsoft.com/office/drawing/2014/main" id="{D7F39637-EB99-8F67-BE57-1C1E3566E3C8}"/>
              </a:ext>
            </a:extLst>
          </p:cNvPr>
          <p:cNvGrpSpPr/>
          <p:nvPr/>
        </p:nvGrpSpPr>
        <p:grpSpPr>
          <a:xfrm>
            <a:off x="754207" y="3854775"/>
            <a:ext cx="3540551" cy="940025"/>
            <a:chOff x="3962175" y="2631750"/>
            <a:chExt cx="3075700" cy="952625"/>
          </a:xfrm>
        </p:grpSpPr>
        <p:sp>
          <p:nvSpPr>
            <p:cNvPr id="3" name="Google Shape;1118;p30">
              <a:extLst>
                <a:ext uri="{FF2B5EF4-FFF2-40B4-BE49-F238E27FC236}">
                  <a16:creationId xmlns:a16="http://schemas.microsoft.com/office/drawing/2014/main" id="{82CF7C0D-5998-D3A3-3A21-0EE66887FCCE}"/>
                </a:ext>
              </a:extLst>
            </p:cNvPr>
            <p:cNvSpPr/>
            <p:nvPr/>
          </p:nvSpPr>
          <p:spPr>
            <a:xfrm>
              <a:off x="3962175" y="3227750"/>
              <a:ext cx="3075700" cy="356625"/>
            </a:xfrm>
            <a:custGeom>
              <a:avLst/>
              <a:gdLst/>
              <a:ahLst/>
              <a:cxnLst/>
              <a:rect l="l" t="t" r="r" b="b"/>
              <a:pathLst>
                <a:path w="123028" h="14265" extrusionOk="0">
                  <a:moveTo>
                    <a:pt x="114046" y="1"/>
                  </a:moveTo>
                  <a:lnTo>
                    <a:pt x="114046" y="1239"/>
                  </a:lnTo>
                  <a:lnTo>
                    <a:pt x="114579" y="1239"/>
                  </a:lnTo>
                  <a:lnTo>
                    <a:pt x="114579" y="3167"/>
                  </a:lnTo>
                  <a:lnTo>
                    <a:pt x="109877" y="3167"/>
                  </a:lnTo>
                  <a:lnTo>
                    <a:pt x="109877" y="2728"/>
                  </a:lnTo>
                  <a:lnTo>
                    <a:pt x="108984" y="2728"/>
                  </a:lnTo>
                  <a:lnTo>
                    <a:pt x="108984" y="1913"/>
                  </a:lnTo>
                  <a:cubicBezTo>
                    <a:pt x="108984" y="1411"/>
                    <a:pt x="108513" y="1004"/>
                    <a:pt x="107980" y="1098"/>
                  </a:cubicBezTo>
                  <a:lnTo>
                    <a:pt x="107980" y="1098"/>
                  </a:lnTo>
                  <a:cubicBezTo>
                    <a:pt x="107573" y="1161"/>
                    <a:pt x="107291" y="1553"/>
                    <a:pt x="107291" y="1960"/>
                  </a:cubicBezTo>
                  <a:lnTo>
                    <a:pt x="107291" y="1960"/>
                  </a:lnTo>
                  <a:lnTo>
                    <a:pt x="107291" y="2728"/>
                  </a:lnTo>
                  <a:lnTo>
                    <a:pt x="106397" y="2728"/>
                  </a:lnTo>
                  <a:lnTo>
                    <a:pt x="106397" y="3167"/>
                  </a:lnTo>
                  <a:lnTo>
                    <a:pt x="105237" y="3167"/>
                  </a:lnTo>
                  <a:lnTo>
                    <a:pt x="105237" y="1615"/>
                  </a:lnTo>
                  <a:lnTo>
                    <a:pt x="103921" y="1615"/>
                  </a:lnTo>
                  <a:lnTo>
                    <a:pt x="103921" y="3167"/>
                  </a:lnTo>
                  <a:lnTo>
                    <a:pt x="100112" y="3167"/>
                  </a:lnTo>
                  <a:lnTo>
                    <a:pt x="100112" y="1521"/>
                  </a:lnTo>
                  <a:cubicBezTo>
                    <a:pt x="100112" y="675"/>
                    <a:pt x="99438" y="1"/>
                    <a:pt x="98591" y="1"/>
                  </a:cubicBezTo>
                  <a:lnTo>
                    <a:pt x="98591" y="1"/>
                  </a:lnTo>
                  <a:lnTo>
                    <a:pt x="88403" y="1"/>
                  </a:lnTo>
                  <a:cubicBezTo>
                    <a:pt x="87870" y="1"/>
                    <a:pt x="87431" y="440"/>
                    <a:pt x="87463" y="988"/>
                  </a:cubicBezTo>
                  <a:lnTo>
                    <a:pt x="87463" y="988"/>
                  </a:lnTo>
                  <a:cubicBezTo>
                    <a:pt x="87494" y="1490"/>
                    <a:pt x="87949" y="1882"/>
                    <a:pt x="88466" y="1882"/>
                  </a:cubicBezTo>
                  <a:lnTo>
                    <a:pt x="88466" y="1882"/>
                  </a:lnTo>
                  <a:lnTo>
                    <a:pt x="92149" y="1882"/>
                  </a:lnTo>
                  <a:cubicBezTo>
                    <a:pt x="92964" y="1882"/>
                    <a:pt x="93638" y="2540"/>
                    <a:pt x="93638" y="3355"/>
                  </a:cubicBezTo>
                  <a:lnTo>
                    <a:pt x="93638" y="3355"/>
                  </a:lnTo>
                  <a:lnTo>
                    <a:pt x="93638" y="5785"/>
                  </a:lnTo>
                  <a:cubicBezTo>
                    <a:pt x="93638" y="5988"/>
                    <a:pt x="93466" y="6161"/>
                    <a:pt x="93247" y="6161"/>
                  </a:cubicBezTo>
                  <a:lnTo>
                    <a:pt x="93247" y="6161"/>
                  </a:lnTo>
                  <a:lnTo>
                    <a:pt x="88293" y="6161"/>
                  </a:lnTo>
                  <a:cubicBezTo>
                    <a:pt x="87839" y="6161"/>
                    <a:pt x="87463" y="6537"/>
                    <a:pt x="87463" y="6992"/>
                  </a:cubicBezTo>
                  <a:lnTo>
                    <a:pt x="87463" y="6992"/>
                  </a:lnTo>
                  <a:lnTo>
                    <a:pt x="87463" y="9468"/>
                  </a:lnTo>
                  <a:cubicBezTo>
                    <a:pt x="87463" y="10299"/>
                    <a:pt x="87823" y="11036"/>
                    <a:pt x="88403" y="11537"/>
                  </a:cubicBezTo>
                  <a:lnTo>
                    <a:pt x="88403" y="11537"/>
                  </a:lnTo>
                  <a:cubicBezTo>
                    <a:pt x="88388" y="11615"/>
                    <a:pt x="88388" y="11678"/>
                    <a:pt x="88372" y="11741"/>
                  </a:cubicBezTo>
                  <a:lnTo>
                    <a:pt x="88372" y="11741"/>
                  </a:lnTo>
                  <a:lnTo>
                    <a:pt x="85221" y="11741"/>
                  </a:lnTo>
                  <a:lnTo>
                    <a:pt x="85221" y="3512"/>
                  </a:lnTo>
                  <a:cubicBezTo>
                    <a:pt x="85221" y="2430"/>
                    <a:pt x="84359" y="1553"/>
                    <a:pt x="83278" y="1553"/>
                  </a:cubicBezTo>
                  <a:lnTo>
                    <a:pt x="83278" y="1553"/>
                  </a:lnTo>
                  <a:lnTo>
                    <a:pt x="46083" y="1553"/>
                  </a:lnTo>
                  <a:cubicBezTo>
                    <a:pt x="45017" y="1553"/>
                    <a:pt x="44139" y="2430"/>
                    <a:pt x="44139" y="3512"/>
                  </a:cubicBezTo>
                  <a:lnTo>
                    <a:pt x="44139" y="3512"/>
                  </a:lnTo>
                  <a:lnTo>
                    <a:pt x="44139" y="10330"/>
                  </a:lnTo>
                  <a:lnTo>
                    <a:pt x="42211" y="10330"/>
                  </a:lnTo>
                  <a:lnTo>
                    <a:pt x="42211" y="3512"/>
                  </a:lnTo>
                  <a:cubicBezTo>
                    <a:pt x="42211" y="2430"/>
                    <a:pt x="41333" y="1553"/>
                    <a:pt x="40267" y="1553"/>
                  </a:cubicBezTo>
                  <a:lnTo>
                    <a:pt x="40267" y="1553"/>
                  </a:lnTo>
                  <a:lnTo>
                    <a:pt x="3072" y="1553"/>
                  </a:lnTo>
                  <a:cubicBezTo>
                    <a:pt x="2006" y="1553"/>
                    <a:pt x="1129" y="2430"/>
                    <a:pt x="1129" y="3512"/>
                  </a:cubicBezTo>
                  <a:lnTo>
                    <a:pt x="1129" y="3512"/>
                  </a:lnTo>
                  <a:lnTo>
                    <a:pt x="1129" y="10330"/>
                  </a:lnTo>
                  <a:lnTo>
                    <a:pt x="0" y="10330"/>
                  </a:lnTo>
                  <a:lnTo>
                    <a:pt x="0" y="11130"/>
                  </a:lnTo>
                  <a:lnTo>
                    <a:pt x="1129" y="11130"/>
                  </a:lnTo>
                  <a:lnTo>
                    <a:pt x="1129" y="12650"/>
                  </a:lnTo>
                  <a:lnTo>
                    <a:pt x="1865" y="12650"/>
                  </a:lnTo>
                  <a:cubicBezTo>
                    <a:pt x="1865" y="13481"/>
                    <a:pt x="2555" y="14170"/>
                    <a:pt x="3386" y="14170"/>
                  </a:cubicBezTo>
                  <a:lnTo>
                    <a:pt x="3386" y="14170"/>
                  </a:lnTo>
                  <a:cubicBezTo>
                    <a:pt x="4232" y="14170"/>
                    <a:pt x="4906" y="13481"/>
                    <a:pt x="4906" y="12650"/>
                  </a:cubicBezTo>
                  <a:lnTo>
                    <a:pt x="4906" y="12650"/>
                  </a:lnTo>
                  <a:lnTo>
                    <a:pt x="6113" y="12650"/>
                  </a:lnTo>
                  <a:cubicBezTo>
                    <a:pt x="6113" y="13481"/>
                    <a:pt x="6803" y="14170"/>
                    <a:pt x="7633" y="14170"/>
                  </a:cubicBezTo>
                  <a:lnTo>
                    <a:pt x="7633" y="14170"/>
                  </a:lnTo>
                  <a:cubicBezTo>
                    <a:pt x="8480" y="14170"/>
                    <a:pt x="9154" y="13481"/>
                    <a:pt x="9154" y="12650"/>
                  </a:cubicBezTo>
                  <a:lnTo>
                    <a:pt x="9154" y="12650"/>
                  </a:lnTo>
                  <a:lnTo>
                    <a:pt x="33966" y="12650"/>
                  </a:lnTo>
                  <a:cubicBezTo>
                    <a:pt x="33966" y="13481"/>
                    <a:pt x="34640" y="14170"/>
                    <a:pt x="35487" y="14170"/>
                  </a:cubicBezTo>
                  <a:lnTo>
                    <a:pt x="35487" y="14170"/>
                  </a:lnTo>
                  <a:cubicBezTo>
                    <a:pt x="36317" y="14170"/>
                    <a:pt x="37007" y="13481"/>
                    <a:pt x="37007" y="12650"/>
                  </a:cubicBezTo>
                  <a:lnTo>
                    <a:pt x="37007" y="12650"/>
                  </a:lnTo>
                  <a:lnTo>
                    <a:pt x="38198" y="12650"/>
                  </a:lnTo>
                  <a:cubicBezTo>
                    <a:pt x="38198" y="13481"/>
                    <a:pt x="38888" y="14170"/>
                    <a:pt x="39734" y="14170"/>
                  </a:cubicBezTo>
                  <a:lnTo>
                    <a:pt x="39734" y="14170"/>
                  </a:lnTo>
                  <a:cubicBezTo>
                    <a:pt x="40565" y="14170"/>
                    <a:pt x="41255" y="13481"/>
                    <a:pt x="41255" y="12650"/>
                  </a:cubicBezTo>
                  <a:lnTo>
                    <a:pt x="41255" y="12650"/>
                  </a:lnTo>
                  <a:lnTo>
                    <a:pt x="42211" y="12650"/>
                  </a:lnTo>
                  <a:lnTo>
                    <a:pt x="42211" y="11130"/>
                  </a:lnTo>
                  <a:lnTo>
                    <a:pt x="44139" y="11130"/>
                  </a:lnTo>
                  <a:lnTo>
                    <a:pt x="44139" y="12650"/>
                  </a:lnTo>
                  <a:lnTo>
                    <a:pt x="44876" y="12650"/>
                  </a:lnTo>
                  <a:cubicBezTo>
                    <a:pt x="44876" y="13481"/>
                    <a:pt x="45565" y="14170"/>
                    <a:pt x="46412" y="14170"/>
                  </a:cubicBezTo>
                  <a:lnTo>
                    <a:pt x="46412" y="14170"/>
                  </a:lnTo>
                  <a:cubicBezTo>
                    <a:pt x="47242" y="14170"/>
                    <a:pt x="47932" y="13481"/>
                    <a:pt x="47932" y="12650"/>
                  </a:cubicBezTo>
                  <a:lnTo>
                    <a:pt x="47932" y="12650"/>
                  </a:lnTo>
                  <a:lnTo>
                    <a:pt x="49123" y="12650"/>
                  </a:lnTo>
                  <a:cubicBezTo>
                    <a:pt x="49123" y="13481"/>
                    <a:pt x="49813" y="14170"/>
                    <a:pt x="50644" y="14170"/>
                  </a:cubicBezTo>
                  <a:lnTo>
                    <a:pt x="50644" y="14170"/>
                  </a:lnTo>
                  <a:cubicBezTo>
                    <a:pt x="51490" y="14170"/>
                    <a:pt x="52164" y="13481"/>
                    <a:pt x="52164" y="12650"/>
                  </a:cubicBezTo>
                  <a:lnTo>
                    <a:pt x="52164" y="12650"/>
                  </a:lnTo>
                  <a:lnTo>
                    <a:pt x="76977" y="12650"/>
                  </a:lnTo>
                  <a:cubicBezTo>
                    <a:pt x="76977" y="13481"/>
                    <a:pt x="77651" y="14170"/>
                    <a:pt x="78497" y="14170"/>
                  </a:cubicBezTo>
                  <a:lnTo>
                    <a:pt x="78497" y="14170"/>
                  </a:lnTo>
                  <a:cubicBezTo>
                    <a:pt x="79343" y="14170"/>
                    <a:pt x="80017" y="13481"/>
                    <a:pt x="80017" y="12650"/>
                  </a:cubicBezTo>
                  <a:lnTo>
                    <a:pt x="80017" y="12650"/>
                  </a:lnTo>
                  <a:lnTo>
                    <a:pt x="81224" y="12650"/>
                  </a:lnTo>
                  <a:cubicBezTo>
                    <a:pt x="81224" y="13481"/>
                    <a:pt x="81898" y="14170"/>
                    <a:pt x="82745" y="14170"/>
                  </a:cubicBezTo>
                  <a:lnTo>
                    <a:pt x="82745" y="14170"/>
                  </a:lnTo>
                  <a:cubicBezTo>
                    <a:pt x="83575" y="14170"/>
                    <a:pt x="84265" y="13481"/>
                    <a:pt x="84265" y="12650"/>
                  </a:cubicBezTo>
                  <a:lnTo>
                    <a:pt x="84265" y="12650"/>
                  </a:lnTo>
                  <a:lnTo>
                    <a:pt x="88497" y="12650"/>
                  </a:lnTo>
                  <a:cubicBezTo>
                    <a:pt x="88811" y="13528"/>
                    <a:pt x="89657" y="14170"/>
                    <a:pt x="90645" y="14170"/>
                  </a:cubicBezTo>
                  <a:lnTo>
                    <a:pt x="90645" y="14170"/>
                  </a:lnTo>
                  <a:cubicBezTo>
                    <a:pt x="91789" y="14170"/>
                    <a:pt x="92729" y="13340"/>
                    <a:pt x="92902" y="12258"/>
                  </a:cubicBezTo>
                  <a:lnTo>
                    <a:pt x="92902" y="12258"/>
                  </a:lnTo>
                  <a:lnTo>
                    <a:pt x="94939" y="12258"/>
                  </a:lnTo>
                  <a:cubicBezTo>
                    <a:pt x="95174" y="13340"/>
                    <a:pt x="96146" y="14170"/>
                    <a:pt x="97322" y="14170"/>
                  </a:cubicBezTo>
                  <a:lnTo>
                    <a:pt x="97322" y="14170"/>
                  </a:lnTo>
                  <a:cubicBezTo>
                    <a:pt x="98482" y="14170"/>
                    <a:pt x="99454" y="13340"/>
                    <a:pt x="99704" y="12258"/>
                  </a:cubicBezTo>
                  <a:lnTo>
                    <a:pt x="99704" y="12258"/>
                  </a:lnTo>
                  <a:lnTo>
                    <a:pt x="100535" y="12258"/>
                  </a:lnTo>
                  <a:cubicBezTo>
                    <a:pt x="100770" y="13340"/>
                    <a:pt x="101758" y="14170"/>
                    <a:pt x="102918" y="14170"/>
                  </a:cubicBezTo>
                  <a:lnTo>
                    <a:pt x="102918" y="14170"/>
                  </a:lnTo>
                  <a:cubicBezTo>
                    <a:pt x="104093" y="14170"/>
                    <a:pt x="105065" y="13340"/>
                    <a:pt x="105300" y="12258"/>
                  </a:cubicBezTo>
                  <a:lnTo>
                    <a:pt x="105300" y="12258"/>
                  </a:lnTo>
                  <a:lnTo>
                    <a:pt x="106601" y="12258"/>
                  </a:lnTo>
                  <a:cubicBezTo>
                    <a:pt x="106836" y="13340"/>
                    <a:pt x="107808" y="14170"/>
                    <a:pt x="108984" y="14170"/>
                  </a:cubicBezTo>
                  <a:lnTo>
                    <a:pt x="108984" y="14170"/>
                  </a:lnTo>
                  <a:cubicBezTo>
                    <a:pt x="110143" y="14170"/>
                    <a:pt x="111115" y="13340"/>
                    <a:pt x="111366" y="12258"/>
                  </a:cubicBezTo>
                  <a:lnTo>
                    <a:pt x="111366" y="12258"/>
                  </a:lnTo>
                  <a:lnTo>
                    <a:pt x="112197" y="12258"/>
                  </a:lnTo>
                  <a:cubicBezTo>
                    <a:pt x="112448" y="13340"/>
                    <a:pt x="113419" y="14170"/>
                    <a:pt x="114579" y="14170"/>
                  </a:cubicBezTo>
                  <a:lnTo>
                    <a:pt x="114579" y="14170"/>
                  </a:lnTo>
                  <a:cubicBezTo>
                    <a:pt x="115755" y="14170"/>
                    <a:pt x="116727" y="13340"/>
                    <a:pt x="116962" y="12258"/>
                  </a:cubicBezTo>
                  <a:lnTo>
                    <a:pt x="116962" y="12258"/>
                  </a:lnTo>
                  <a:lnTo>
                    <a:pt x="117244" y="12258"/>
                  </a:lnTo>
                  <a:cubicBezTo>
                    <a:pt x="117056" y="12525"/>
                    <a:pt x="116977" y="12854"/>
                    <a:pt x="117056" y="13230"/>
                  </a:cubicBezTo>
                  <a:lnTo>
                    <a:pt x="117056" y="13230"/>
                  </a:lnTo>
                  <a:cubicBezTo>
                    <a:pt x="117166" y="13684"/>
                    <a:pt x="117542" y="14061"/>
                    <a:pt x="118012" y="14139"/>
                  </a:cubicBezTo>
                  <a:lnTo>
                    <a:pt x="118012" y="14139"/>
                  </a:lnTo>
                  <a:cubicBezTo>
                    <a:pt x="118655" y="14264"/>
                    <a:pt x="119219" y="13888"/>
                    <a:pt x="119391" y="13324"/>
                  </a:cubicBezTo>
                  <a:lnTo>
                    <a:pt x="119391" y="13324"/>
                  </a:lnTo>
                  <a:cubicBezTo>
                    <a:pt x="122369" y="13308"/>
                    <a:pt x="123028" y="12556"/>
                    <a:pt x="123028" y="12556"/>
                  </a:cubicBezTo>
                  <a:lnTo>
                    <a:pt x="123028" y="12556"/>
                  </a:lnTo>
                  <a:lnTo>
                    <a:pt x="119783" y="9108"/>
                  </a:lnTo>
                  <a:lnTo>
                    <a:pt x="118749" y="9108"/>
                  </a:lnTo>
                  <a:cubicBezTo>
                    <a:pt x="120128" y="8841"/>
                    <a:pt x="121178" y="7619"/>
                    <a:pt x="121178" y="6161"/>
                  </a:cubicBezTo>
                  <a:lnTo>
                    <a:pt x="121178" y="6161"/>
                  </a:lnTo>
                  <a:cubicBezTo>
                    <a:pt x="121178" y="5330"/>
                    <a:pt x="120849" y="4578"/>
                    <a:pt x="120300" y="4045"/>
                  </a:cubicBezTo>
                  <a:lnTo>
                    <a:pt x="120300" y="4045"/>
                  </a:lnTo>
                  <a:cubicBezTo>
                    <a:pt x="119752" y="3496"/>
                    <a:pt x="118999" y="3167"/>
                    <a:pt x="118184" y="3167"/>
                  </a:cubicBezTo>
                  <a:lnTo>
                    <a:pt x="118184" y="3167"/>
                  </a:lnTo>
                  <a:lnTo>
                    <a:pt x="116068" y="3167"/>
                  </a:lnTo>
                  <a:lnTo>
                    <a:pt x="116068" y="1239"/>
                  </a:lnTo>
                  <a:lnTo>
                    <a:pt x="116601" y="1239"/>
                  </a:lnTo>
                  <a:lnTo>
                    <a:pt x="116601" y="1"/>
                  </a:lnTo>
                  <a:close/>
                  <a:moveTo>
                    <a:pt x="58214" y="11130"/>
                  </a:moveTo>
                  <a:lnTo>
                    <a:pt x="71146" y="11130"/>
                  </a:lnTo>
                  <a:lnTo>
                    <a:pt x="71146" y="11741"/>
                  </a:lnTo>
                  <a:lnTo>
                    <a:pt x="58214" y="11741"/>
                  </a:lnTo>
                  <a:close/>
                  <a:moveTo>
                    <a:pt x="15204" y="11130"/>
                  </a:moveTo>
                  <a:lnTo>
                    <a:pt x="28135" y="11130"/>
                  </a:lnTo>
                  <a:lnTo>
                    <a:pt x="28135" y="11741"/>
                  </a:lnTo>
                  <a:lnTo>
                    <a:pt x="15204" y="11741"/>
                  </a:lnTo>
                  <a:close/>
                </a:path>
              </a:pathLst>
            </a:custGeom>
            <a:solidFill>
              <a:srgbClr val="0913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 name="Google Shape;1119;p30">
              <a:extLst>
                <a:ext uri="{FF2B5EF4-FFF2-40B4-BE49-F238E27FC236}">
                  <a16:creationId xmlns:a16="http://schemas.microsoft.com/office/drawing/2014/main" id="{0C4F8F69-A871-18EE-8139-13420236BC94}"/>
                </a:ext>
              </a:extLst>
            </p:cNvPr>
            <p:cNvSpPr/>
            <p:nvPr/>
          </p:nvSpPr>
          <p:spPr>
            <a:xfrm>
              <a:off x="6345450" y="3293600"/>
              <a:ext cx="84275" cy="84275"/>
            </a:xfrm>
            <a:custGeom>
              <a:avLst/>
              <a:gdLst/>
              <a:ahLst/>
              <a:cxnLst/>
              <a:rect l="l" t="t" r="r" b="b"/>
              <a:pathLst>
                <a:path w="3371" h="3371" extrusionOk="0">
                  <a:moveTo>
                    <a:pt x="1050" y="0"/>
                  </a:moveTo>
                  <a:cubicBezTo>
                    <a:pt x="470" y="0"/>
                    <a:pt x="0" y="470"/>
                    <a:pt x="0" y="1050"/>
                  </a:cubicBezTo>
                  <a:lnTo>
                    <a:pt x="0" y="2320"/>
                  </a:lnTo>
                  <a:cubicBezTo>
                    <a:pt x="0" y="2900"/>
                    <a:pt x="470" y="3370"/>
                    <a:pt x="1050" y="3370"/>
                  </a:cubicBezTo>
                  <a:lnTo>
                    <a:pt x="2320" y="3370"/>
                  </a:lnTo>
                  <a:cubicBezTo>
                    <a:pt x="2900" y="3370"/>
                    <a:pt x="3370" y="2900"/>
                    <a:pt x="3370" y="2320"/>
                  </a:cubicBezTo>
                  <a:lnTo>
                    <a:pt x="3370" y="1050"/>
                  </a:lnTo>
                  <a:cubicBezTo>
                    <a:pt x="3370" y="470"/>
                    <a:pt x="2900" y="0"/>
                    <a:pt x="232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1120;p30">
              <a:extLst>
                <a:ext uri="{FF2B5EF4-FFF2-40B4-BE49-F238E27FC236}">
                  <a16:creationId xmlns:a16="http://schemas.microsoft.com/office/drawing/2014/main" id="{59000AD7-CB7A-0F95-9C17-21D78CA500C1}"/>
                </a:ext>
              </a:extLst>
            </p:cNvPr>
            <p:cNvSpPr/>
            <p:nvPr/>
          </p:nvSpPr>
          <p:spPr>
            <a:xfrm>
              <a:off x="5924600" y="3351575"/>
              <a:ext cx="74475" cy="70575"/>
            </a:xfrm>
            <a:custGeom>
              <a:avLst/>
              <a:gdLst/>
              <a:ahLst/>
              <a:cxnLst/>
              <a:rect l="l" t="t" r="r" b="b"/>
              <a:pathLst>
                <a:path w="2979" h="2823" extrusionOk="0">
                  <a:moveTo>
                    <a:pt x="1050" y="1"/>
                  </a:moveTo>
                  <a:cubicBezTo>
                    <a:pt x="470" y="1"/>
                    <a:pt x="0" y="471"/>
                    <a:pt x="0" y="1051"/>
                  </a:cubicBezTo>
                  <a:lnTo>
                    <a:pt x="0" y="1788"/>
                  </a:lnTo>
                  <a:cubicBezTo>
                    <a:pt x="0" y="2368"/>
                    <a:pt x="470" y="2822"/>
                    <a:pt x="1050" y="2822"/>
                  </a:cubicBezTo>
                  <a:lnTo>
                    <a:pt x="1944" y="2822"/>
                  </a:lnTo>
                  <a:cubicBezTo>
                    <a:pt x="2508" y="2822"/>
                    <a:pt x="2978" y="2368"/>
                    <a:pt x="2978" y="1788"/>
                  </a:cubicBezTo>
                  <a:lnTo>
                    <a:pt x="2978" y="1051"/>
                  </a:lnTo>
                  <a:cubicBezTo>
                    <a:pt x="2978" y="471"/>
                    <a:pt x="2508"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1121;p30">
              <a:extLst>
                <a:ext uri="{FF2B5EF4-FFF2-40B4-BE49-F238E27FC236}">
                  <a16:creationId xmlns:a16="http://schemas.microsoft.com/office/drawing/2014/main" id="{B3223766-1BB3-63D7-C037-19975AE87D32}"/>
                </a:ext>
              </a:extLst>
            </p:cNvPr>
            <p:cNvSpPr/>
            <p:nvPr/>
          </p:nvSpPr>
          <p:spPr>
            <a:xfrm>
              <a:off x="5812125" y="3351575"/>
              <a:ext cx="74475" cy="70575"/>
            </a:xfrm>
            <a:custGeom>
              <a:avLst/>
              <a:gdLst/>
              <a:ahLst/>
              <a:cxnLst/>
              <a:rect l="l" t="t" r="r" b="b"/>
              <a:pathLst>
                <a:path w="2979" h="2823" extrusionOk="0">
                  <a:moveTo>
                    <a:pt x="1035" y="1"/>
                  </a:moveTo>
                  <a:cubicBezTo>
                    <a:pt x="455" y="1"/>
                    <a:pt x="0" y="471"/>
                    <a:pt x="0" y="1051"/>
                  </a:cubicBezTo>
                  <a:lnTo>
                    <a:pt x="0" y="1788"/>
                  </a:lnTo>
                  <a:cubicBezTo>
                    <a:pt x="0" y="2368"/>
                    <a:pt x="455" y="2822"/>
                    <a:pt x="1035" y="2822"/>
                  </a:cubicBezTo>
                  <a:lnTo>
                    <a:pt x="1928" y="2822"/>
                  </a:lnTo>
                  <a:cubicBezTo>
                    <a:pt x="2508" y="2822"/>
                    <a:pt x="2979" y="2368"/>
                    <a:pt x="2979" y="1788"/>
                  </a:cubicBezTo>
                  <a:lnTo>
                    <a:pt x="2979" y="1051"/>
                  </a:lnTo>
                  <a:cubicBezTo>
                    <a:pt x="2979" y="471"/>
                    <a:pt x="2508" y="1"/>
                    <a:pt x="192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1122;p30">
              <a:extLst>
                <a:ext uri="{FF2B5EF4-FFF2-40B4-BE49-F238E27FC236}">
                  <a16:creationId xmlns:a16="http://schemas.microsoft.com/office/drawing/2014/main" id="{AD2A206A-AC0A-30E3-4C1B-7DF7E69AF74A}"/>
                </a:ext>
              </a:extLst>
            </p:cNvPr>
            <p:cNvSpPr/>
            <p:nvPr/>
          </p:nvSpPr>
          <p:spPr>
            <a:xfrm>
              <a:off x="5703575" y="3351575"/>
              <a:ext cx="74475" cy="70575"/>
            </a:xfrm>
            <a:custGeom>
              <a:avLst/>
              <a:gdLst/>
              <a:ahLst/>
              <a:cxnLst/>
              <a:rect l="l" t="t" r="r" b="b"/>
              <a:pathLst>
                <a:path w="2979" h="2823" extrusionOk="0">
                  <a:moveTo>
                    <a:pt x="1051" y="1"/>
                  </a:moveTo>
                  <a:cubicBezTo>
                    <a:pt x="471" y="1"/>
                    <a:pt x="1" y="471"/>
                    <a:pt x="1" y="1051"/>
                  </a:cubicBezTo>
                  <a:lnTo>
                    <a:pt x="1" y="1788"/>
                  </a:lnTo>
                  <a:cubicBezTo>
                    <a:pt x="1" y="2368"/>
                    <a:pt x="471" y="2822"/>
                    <a:pt x="1051" y="2822"/>
                  </a:cubicBezTo>
                  <a:lnTo>
                    <a:pt x="1944" y="2822"/>
                  </a:lnTo>
                  <a:cubicBezTo>
                    <a:pt x="2524" y="2822"/>
                    <a:pt x="2979" y="2368"/>
                    <a:pt x="2979" y="1788"/>
                  </a:cubicBezTo>
                  <a:lnTo>
                    <a:pt x="2979" y="1051"/>
                  </a:lnTo>
                  <a:cubicBezTo>
                    <a:pt x="2979"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123;p30">
              <a:extLst>
                <a:ext uri="{FF2B5EF4-FFF2-40B4-BE49-F238E27FC236}">
                  <a16:creationId xmlns:a16="http://schemas.microsoft.com/office/drawing/2014/main" id="{FFE5301B-FE2A-512C-627A-37A0B8E0C7E4}"/>
                </a:ext>
              </a:extLst>
            </p:cNvPr>
            <p:cNvSpPr/>
            <p:nvPr/>
          </p:nvSpPr>
          <p:spPr>
            <a:xfrm>
              <a:off x="5595425" y="3351575"/>
              <a:ext cx="74475" cy="70575"/>
            </a:xfrm>
            <a:custGeom>
              <a:avLst/>
              <a:gdLst/>
              <a:ahLst/>
              <a:cxnLst/>
              <a:rect l="l" t="t" r="r" b="b"/>
              <a:pathLst>
                <a:path w="2979" h="2823" extrusionOk="0">
                  <a:moveTo>
                    <a:pt x="1035" y="1"/>
                  </a:moveTo>
                  <a:cubicBezTo>
                    <a:pt x="455" y="1"/>
                    <a:pt x="1" y="471"/>
                    <a:pt x="1" y="1051"/>
                  </a:cubicBezTo>
                  <a:lnTo>
                    <a:pt x="1" y="1788"/>
                  </a:lnTo>
                  <a:cubicBezTo>
                    <a:pt x="1" y="2368"/>
                    <a:pt x="455" y="2822"/>
                    <a:pt x="1035" y="2822"/>
                  </a:cubicBezTo>
                  <a:lnTo>
                    <a:pt x="1929" y="2822"/>
                  </a:lnTo>
                  <a:cubicBezTo>
                    <a:pt x="2508" y="2822"/>
                    <a:pt x="2979" y="2368"/>
                    <a:pt x="2979" y="1788"/>
                  </a:cubicBezTo>
                  <a:lnTo>
                    <a:pt x="2979" y="1051"/>
                  </a:lnTo>
                  <a:cubicBezTo>
                    <a:pt x="2979" y="471"/>
                    <a:pt x="2508" y="1"/>
                    <a:pt x="19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124;p30">
              <a:extLst>
                <a:ext uri="{FF2B5EF4-FFF2-40B4-BE49-F238E27FC236}">
                  <a16:creationId xmlns:a16="http://schemas.microsoft.com/office/drawing/2014/main" id="{F7E04BD5-A610-7882-3645-2F96762A3EE0}"/>
                </a:ext>
              </a:extLst>
            </p:cNvPr>
            <p:cNvSpPr/>
            <p:nvPr/>
          </p:nvSpPr>
          <p:spPr>
            <a:xfrm>
              <a:off x="5486875" y="3351575"/>
              <a:ext cx="74475" cy="70575"/>
            </a:xfrm>
            <a:custGeom>
              <a:avLst/>
              <a:gdLst/>
              <a:ahLst/>
              <a:cxnLst/>
              <a:rect l="l" t="t" r="r" b="b"/>
              <a:pathLst>
                <a:path w="2979" h="2823" extrusionOk="0">
                  <a:moveTo>
                    <a:pt x="1051" y="1"/>
                  </a:moveTo>
                  <a:cubicBezTo>
                    <a:pt x="471" y="1"/>
                    <a:pt x="1" y="471"/>
                    <a:pt x="1" y="1051"/>
                  </a:cubicBezTo>
                  <a:lnTo>
                    <a:pt x="1" y="1788"/>
                  </a:lnTo>
                  <a:cubicBezTo>
                    <a:pt x="1" y="2368"/>
                    <a:pt x="471" y="2822"/>
                    <a:pt x="1051" y="2822"/>
                  </a:cubicBezTo>
                  <a:lnTo>
                    <a:pt x="1944" y="2822"/>
                  </a:lnTo>
                  <a:cubicBezTo>
                    <a:pt x="2509" y="2822"/>
                    <a:pt x="2979" y="2368"/>
                    <a:pt x="2979" y="1788"/>
                  </a:cubicBezTo>
                  <a:lnTo>
                    <a:pt x="2979" y="1051"/>
                  </a:lnTo>
                  <a:cubicBezTo>
                    <a:pt x="2979" y="471"/>
                    <a:pt x="2509"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125;p30">
              <a:extLst>
                <a:ext uri="{FF2B5EF4-FFF2-40B4-BE49-F238E27FC236}">
                  <a16:creationId xmlns:a16="http://schemas.microsoft.com/office/drawing/2014/main" id="{FA05C8E3-D2DF-6F4A-5532-FF7D550CF9E1}"/>
                </a:ext>
              </a:extLst>
            </p:cNvPr>
            <p:cNvSpPr/>
            <p:nvPr/>
          </p:nvSpPr>
          <p:spPr>
            <a:xfrm>
              <a:off x="5378350" y="3351575"/>
              <a:ext cx="74850" cy="70575"/>
            </a:xfrm>
            <a:custGeom>
              <a:avLst/>
              <a:gdLst/>
              <a:ahLst/>
              <a:cxnLst/>
              <a:rect l="l" t="t" r="r" b="b"/>
              <a:pathLst>
                <a:path w="2994" h="2823" extrusionOk="0">
                  <a:moveTo>
                    <a:pt x="1050" y="1"/>
                  </a:moveTo>
                  <a:cubicBezTo>
                    <a:pt x="470" y="1"/>
                    <a:pt x="0" y="471"/>
                    <a:pt x="0" y="1051"/>
                  </a:cubicBezTo>
                  <a:lnTo>
                    <a:pt x="0" y="1788"/>
                  </a:lnTo>
                  <a:cubicBezTo>
                    <a:pt x="0" y="2368"/>
                    <a:pt x="470" y="2822"/>
                    <a:pt x="1050"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26;p30">
              <a:extLst>
                <a:ext uri="{FF2B5EF4-FFF2-40B4-BE49-F238E27FC236}">
                  <a16:creationId xmlns:a16="http://schemas.microsoft.com/office/drawing/2014/main" id="{3FB82E72-B731-9988-FEEC-B550552C615B}"/>
                </a:ext>
              </a:extLst>
            </p:cNvPr>
            <p:cNvSpPr/>
            <p:nvPr/>
          </p:nvSpPr>
          <p:spPr>
            <a:xfrm>
              <a:off x="5270175" y="3351575"/>
              <a:ext cx="74500" cy="70575"/>
            </a:xfrm>
            <a:custGeom>
              <a:avLst/>
              <a:gdLst/>
              <a:ahLst/>
              <a:cxnLst/>
              <a:rect l="l" t="t" r="r" b="b"/>
              <a:pathLst>
                <a:path w="2980" h="2823" extrusionOk="0">
                  <a:moveTo>
                    <a:pt x="1051" y="1"/>
                  </a:moveTo>
                  <a:cubicBezTo>
                    <a:pt x="471" y="1"/>
                    <a:pt x="1" y="471"/>
                    <a:pt x="1" y="1051"/>
                  </a:cubicBezTo>
                  <a:lnTo>
                    <a:pt x="1" y="1788"/>
                  </a:lnTo>
                  <a:cubicBezTo>
                    <a:pt x="1" y="2368"/>
                    <a:pt x="471" y="2822"/>
                    <a:pt x="1051" y="2822"/>
                  </a:cubicBezTo>
                  <a:lnTo>
                    <a:pt x="1945" y="2822"/>
                  </a:lnTo>
                  <a:cubicBezTo>
                    <a:pt x="2509" y="2822"/>
                    <a:pt x="2979" y="2368"/>
                    <a:pt x="2979" y="1788"/>
                  </a:cubicBezTo>
                  <a:lnTo>
                    <a:pt x="2979" y="1051"/>
                  </a:lnTo>
                  <a:cubicBezTo>
                    <a:pt x="2979" y="471"/>
                    <a:pt x="2509" y="1"/>
                    <a:pt x="194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127;p30">
              <a:extLst>
                <a:ext uri="{FF2B5EF4-FFF2-40B4-BE49-F238E27FC236}">
                  <a16:creationId xmlns:a16="http://schemas.microsoft.com/office/drawing/2014/main" id="{D10C093D-6FC4-BD18-97FE-26580976A721}"/>
                </a:ext>
              </a:extLst>
            </p:cNvPr>
            <p:cNvSpPr/>
            <p:nvPr/>
          </p:nvSpPr>
          <p:spPr>
            <a:xfrm>
              <a:off x="5161650" y="3351575"/>
              <a:ext cx="74850" cy="70575"/>
            </a:xfrm>
            <a:custGeom>
              <a:avLst/>
              <a:gdLst/>
              <a:ahLst/>
              <a:cxnLst/>
              <a:rect l="l" t="t" r="r" b="b"/>
              <a:pathLst>
                <a:path w="2994" h="2823" extrusionOk="0">
                  <a:moveTo>
                    <a:pt x="1050" y="1"/>
                  </a:moveTo>
                  <a:cubicBezTo>
                    <a:pt x="470" y="1"/>
                    <a:pt x="0" y="471"/>
                    <a:pt x="0" y="1051"/>
                  </a:cubicBezTo>
                  <a:lnTo>
                    <a:pt x="0" y="1788"/>
                  </a:lnTo>
                  <a:cubicBezTo>
                    <a:pt x="0" y="2368"/>
                    <a:pt x="470" y="2822"/>
                    <a:pt x="1050"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128;p30">
              <a:extLst>
                <a:ext uri="{FF2B5EF4-FFF2-40B4-BE49-F238E27FC236}">
                  <a16:creationId xmlns:a16="http://schemas.microsoft.com/office/drawing/2014/main" id="{2FFC6AAC-0330-FB51-EDEE-F98DD56CA06F}"/>
                </a:ext>
              </a:extLst>
            </p:cNvPr>
            <p:cNvSpPr/>
            <p:nvPr/>
          </p:nvSpPr>
          <p:spPr>
            <a:xfrm>
              <a:off x="4849325" y="3351575"/>
              <a:ext cx="74475" cy="70575"/>
            </a:xfrm>
            <a:custGeom>
              <a:avLst/>
              <a:gdLst/>
              <a:ahLst/>
              <a:cxnLst/>
              <a:rect l="l" t="t" r="r" b="b"/>
              <a:pathLst>
                <a:path w="2979" h="2823" extrusionOk="0">
                  <a:moveTo>
                    <a:pt x="1035" y="1"/>
                  </a:moveTo>
                  <a:cubicBezTo>
                    <a:pt x="471" y="1"/>
                    <a:pt x="1" y="471"/>
                    <a:pt x="1" y="1051"/>
                  </a:cubicBezTo>
                  <a:lnTo>
                    <a:pt x="1" y="1788"/>
                  </a:lnTo>
                  <a:cubicBezTo>
                    <a:pt x="1" y="2368"/>
                    <a:pt x="471" y="2822"/>
                    <a:pt x="1035" y="2822"/>
                  </a:cubicBezTo>
                  <a:lnTo>
                    <a:pt x="1929" y="2822"/>
                  </a:lnTo>
                  <a:cubicBezTo>
                    <a:pt x="2509" y="2822"/>
                    <a:pt x="2979" y="2368"/>
                    <a:pt x="2979" y="1788"/>
                  </a:cubicBezTo>
                  <a:lnTo>
                    <a:pt x="2979" y="1051"/>
                  </a:lnTo>
                  <a:cubicBezTo>
                    <a:pt x="2979" y="471"/>
                    <a:pt x="2509" y="1"/>
                    <a:pt x="19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129;p30">
              <a:extLst>
                <a:ext uri="{FF2B5EF4-FFF2-40B4-BE49-F238E27FC236}">
                  <a16:creationId xmlns:a16="http://schemas.microsoft.com/office/drawing/2014/main" id="{E915EF79-4D20-3C9D-464D-34D0B2D2DCB7}"/>
                </a:ext>
              </a:extLst>
            </p:cNvPr>
            <p:cNvSpPr/>
            <p:nvPr/>
          </p:nvSpPr>
          <p:spPr>
            <a:xfrm>
              <a:off x="4736475" y="3351575"/>
              <a:ext cx="74875" cy="70575"/>
            </a:xfrm>
            <a:custGeom>
              <a:avLst/>
              <a:gdLst/>
              <a:ahLst/>
              <a:cxnLst/>
              <a:rect l="l" t="t" r="r" b="b"/>
              <a:pathLst>
                <a:path w="2995" h="2823" extrusionOk="0">
                  <a:moveTo>
                    <a:pt x="1051" y="1"/>
                  </a:moveTo>
                  <a:cubicBezTo>
                    <a:pt x="471" y="1"/>
                    <a:pt x="0" y="471"/>
                    <a:pt x="0" y="1051"/>
                  </a:cubicBezTo>
                  <a:lnTo>
                    <a:pt x="0" y="1788"/>
                  </a:lnTo>
                  <a:cubicBezTo>
                    <a:pt x="0" y="2368"/>
                    <a:pt x="471" y="2822"/>
                    <a:pt x="1051"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130;p30">
              <a:extLst>
                <a:ext uri="{FF2B5EF4-FFF2-40B4-BE49-F238E27FC236}">
                  <a16:creationId xmlns:a16="http://schemas.microsoft.com/office/drawing/2014/main" id="{FAAC0A7A-5207-DAFB-63EA-C08B5231B20C}"/>
                </a:ext>
              </a:extLst>
            </p:cNvPr>
            <p:cNvSpPr/>
            <p:nvPr/>
          </p:nvSpPr>
          <p:spPr>
            <a:xfrm>
              <a:off x="4628325" y="3351575"/>
              <a:ext cx="74475" cy="70575"/>
            </a:xfrm>
            <a:custGeom>
              <a:avLst/>
              <a:gdLst/>
              <a:ahLst/>
              <a:cxnLst/>
              <a:rect l="l" t="t" r="r" b="b"/>
              <a:pathLst>
                <a:path w="2979" h="2823" extrusionOk="0">
                  <a:moveTo>
                    <a:pt x="1051" y="1"/>
                  </a:moveTo>
                  <a:cubicBezTo>
                    <a:pt x="471" y="1"/>
                    <a:pt x="0" y="471"/>
                    <a:pt x="0" y="1051"/>
                  </a:cubicBezTo>
                  <a:lnTo>
                    <a:pt x="0" y="1788"/>
                  </a:lnTo>
                  <a:cubicBezTo>
                    <a:pt x="0" y="2368"/>
                    <a:pt x="471" y="2822"/>
                    <a:pt x="1051" y="2822"/>
                  </a:cubicBezTo>
                  <a:lnTo>
                    <a:pt x="1944" y="2822"/>
                  </a:lnTo>
                  <a:cubicBezTo>
                    <a:pt x="2508" y="2822"/>
                    <a:pt x="2978" y="2368"/>
                    <a:pt x="2978" y="1788"/>
                  </a:cubicBezTo>
                  <a:lnTo>
                    <a:pt x="2978" y="1051"/>
                  </a:lnTo>
                  <a:cubicBezTo>
                    <a:pt x="2978" y="471"/>
                    <a:pt x="2508"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131;p30">
              <a:extLst>
                <a:ext uri="{FF2B5EF4-FFF2-40B4-BE49-F238E27FC236}">
                  <a16:creationId xmlns:a16="http://schemas.microsoft.com/office/drawing/2014/main" id="{FD766C05-047F-BD40-74BD-5D02908B93DE}"/>
                </a:ext>
              </a:extLst>
            </p:cNvPr>
            <p:cNvSpPr/>
            <p:nvPr/>
          </p:nvSpPr>
          <p:spPr>
            <a:xfrm>
              <a:off x="4519775" y="3351575"/>
              <a:ext cx="74875" cy="70575"/>
            </a:xfrm>
            <a:custGeom>
              <a:avLst/>
              <a:gdLst/>
              <a:ahLst/>
              <a:cxnLst/>
              <a:rect l="l" t="t" r="r" b="b"/>
              <a:pathLst>
                <a:path w="2995" h="2823" extrusionOk="0">
                  <a:moveTo>
                    <a:pt x="1051" y="1"/>
                  </a:moveTo>
                  <a:cubicBezTo>
                    <a:pt x="471" y="1"/>
                    <a:pt x="1" y="471"/>
                    <a:pt x="1" y="1051"/>
                  </a:cubicBezTo>
                  <a:lnTo>
                    <a:pt x="1" y="1788"/>
                  </a:lnTo>
                  <a:cubicBezTo>
                    <a:pt x="1" y="2368"/>
                    <a:pt x="471" y="2822"/>
                    <a:pt x="1051"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132;p30">
              <a:extLst>
                <a:ext uri="{FF2B5EF4-FFF2-40B4-BE49-F238E27FC236}">
                  <a16:creationId xmlns:a16="http://schemas.microsoft.com/office/drawing/2014/main" id="{35FF4DF6-ADEA-D98E-31B8-7F348CC905E0}"/>
                </a:ext>
              </a:extLst>
            </p:cNvPr>
            <p:cNvSpPr/>
            <p:nvPr/>
          </p:nvSpPr>
          <p:spPr>
            <a:xfrm>
              <a:off x="4411625" y="3351575"/>
              <a:ext cx="74475" cy="70575"/>
            </a:xfrm>
            <a:custGeom>
              <a:avLst/>
              <a:gdLst/>
              <a:ahLst/>
              <a:cxnLst/>
              <a:rect l="l" t="t" r="r" b="b"/>
              <a:pathLst>
                <a:path w="2979" h="2823" extrusionOk="0">
                  <a:moveTo>
                    <a:pt x="1035" y="1"/>
                  </a:moveTo>
                  <a:cubicBezTo>
                    <a:pt x="471" y="1"/>
                    <a:pt x="0" y="471"/>
                    <a:pt x="0" y="1051"/>
                  </a:cubicBezTo>
                  <a:lnTo>
                    <a:pt x="0" y="1788"/>
                  </a:lnTo>
                  <a:cubicBezTo>
                    <a:pt x="0" y="2368"/>
                    <a:pt x="471" y="2822"/>
                    <a:pt x="1035" y="2822"/>
                  </a:cubicBezTo>
                  <a:lnTo>
                    <a:pt x="1928" y="2822"/>
                  </a:lnTo>
                  <a:cubicBezTo>
                    <a:pt x="2508" y="2822"/>
                    <a:pt x="2979" y="2368"/>
                    <a:pt x="2979" y="1788"/>
                  </a:cubicBezTo>
                  <a:lnTo>
                    <a:pt x="2979" y="1051"/>
                  </a:lnTo>
                  <a:cubicBezTo>
                    <a:pt x="2979" y="471"/>
                    <a:pt x="2508" y="1"/>
                    <a:pt x="192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133;p30">
              <a:extLst>
                <a:ext uri="{FF2B5EF4-FFF2-40B4-BE49-F238E27FC236}">
                  <a16:creationId xmlns:a16="http://schemas.microsoft.com/office/drawing/2014/main" id="{DAD53D4C-E0FC-9F58-3C90-FB4314F807C1}"/>
                </a:ext>
              </a:extLst>
            </p:cNvPr>
            <p:cNvSpPr/>
            <p:nvPr/>
          </p:nvSpPr>
          <p:spPr>
            <a:xfrm>
              <a:off x="4303075" y="3351575"/>
              <a:ext cx="74875" cy="70575"/>
            </a:xfrm>
            <a:custGeom>
              <a:avLst/>
              <a:gdLst/>
              <a:ahLst/>
              <a:cxnLst/>
              <a:rect l="l" t="t" r="r" b="b"/>
              <a:pathLst>
                <a:path w="2995" h="2823" extrusionOk="0">
                  <a:moveTo>
                    <a:pt x="1051" y="1"/>
                  </a:moveTo>
                  <a:cubicBezTo>
                    <a:pt x="471" y="1"/>
                    <a:pt x="1" y="471"/>
                    <a:pt x="1" y="1051"/>
                  </a:cubicBezTo>
                  <a:lnTo>
                    <a:pt x="1" y="1788"/>
                  </a:lnTo>
                  <a:cubicBezTo>
                    <a:pt x="1" y="2368"/>
                    <a:pt x="471" y="2822"/>
                    <a:pt x="1051" y="2822"/>
                  </a:cubicBezTo>
                  <a:lnTo>
                    <a:pt x="1944" y="2822"/>
                  </a:lnTo>
                  <a:cubicBezTo>
                    <a:pt x="2524" y="2822"/>
                    <a:pt x="2994" y="2368"/>
                    <a:pt x="2994" y="1788"/>
                  </a:cubicBezTo>
                  <a:lnTo>
                    <a:pt x="2994" y="1051"/>
                  </a:lnTo>
                  <a:cubicBezTo>
                    <a:pt x="2994"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134;p30">
              <a:extLst>
                <a:ext uri="{FF2B5EF4-FFF2-40B4-BE49-F238E27FC236}">
                  <a16:creationId xmlns:a16="http://schemas.microsoft.com/office/drawing/2014/main" id="{4F6C2C02-884D-B8A3-364C-850015940C62}"/>
                </a:ext>
              </a:extLst>
            </p:cNvPr>
            <p:cNvSpPr/>
            <p:nvPr/>
          </p:nvSpPr>
          <p:spPr>
            <a:xfrm>
              <a:off x="4194925" y="3351575"/>
              <a:ext cx="74475" cy="70575"/>
            </a:xfrm>
            <a:custGeom>
              <a:avLst/>
              <a:gdLst/>
              <a:ahLst/>
              <a:cxnLst/>
              <a:rect l="l" t="t" r="r" b="b"/>
              <a:pathLst>
                <a:path w="2979" h="2823" extrusionOk="0">
                  <a:moveTo>
                    <a:pt x="1035" y="1"/>
                  </a:moveTo>
                  <a:cubicBezTo>
                    <a:pt x="471" y="1"/>
                    <a:pt x="1" y="471"/>
                    <a:pt x="1" y="1051"/>
                  </a:cubicBezTo>
                  <a:lnTo>
                    <a:pt x="1" y="1788"/>
                  </a:lnTo>
                  <a:cubicBezTo>
                    <a:pt x="1" y="2368"/>
                    <a:pt x="471" y="2822"/>
                    <a:pt x="1035" y="2822"/>
                  </a:cubicBezTo>
                  <a:lnTo>
                    <a:pt x="1928" y="2822"/>
                  </a:lnTo>
                  <a:cubicBezTo>
                    <a:pt x="2508" y="2822"/>
                    <a:pt x="2979" y="2368"/>
                    <a:pt x="2979" y="1788"/>
                  </a:cubicBezTo>
                  <a:lnTo>
                    <a:pt x="2979" y="1051"/>
                  </a:lnTo>
                  <a:cubicBezTo>
                    <a:pt x="2979" y="471"/>
                    <a:pt x="2508" y="1"/>
                    <a:pt x="192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1135;p30">
              <a:extLst>
                <a:ext uri="{FF2B5EF4-FFF2-40B4-BE49-F238E27FC236}">
                  <a16:creationId xmlns:a16="http://schemas.microsoft.com/office/drawing/2014/main" id="{407436F6-5755-EAA4-0040-01ABA77C2D41}"/>
                </a:ext>
              </a:extLst>
            </p:cNvPr>
            <p:cNvSpPr/>
            <p:nvPr/>
          </p:nvSpPr>
          <p:spPr>
            <a:xfrm>
              <a:off x="4086375" y="3351575"/>
              <a:ext cx="74875" cy="70575"/>
            </a:xfrm>
            <a:custGeom>
              <a:avLst/>
              <a:gdLst/>
              <a:ahLst/>
              <a:cxnLst/>
              <a:rect l="l" t="t" r="r" b="b"/>
              <a:pathLst>
                <a:path w="2995" h="2823" extrusionOk="0">
                  <a:moveTo>
                    <a:pt x="1051" y="1"/>
                  </a:moveTo>
                  <a:cubicBezTo>
                    <a:pt x="471" y="1"/>
                    <a:pt x="1" y="471"/>
                    <a:pt x="1" y="1051"/>
                  </a:cubicBezTo>
                  <a:lnTo>
                    <a:pt x="1" y="1788"/>
                  </a:lnTo>
                  <a:cubicBezTo>
                    <a:pt x="1" y="2368"/>
                    <a:pt x="471" y="2822"/>
                    <a:pt x="1051" y="2822"/>
                  </a:cubicBezTo>
                  <a:lnTo>
                    <a:pt x="1944" y="2822"/>
                  </a:lnTo>
                  <a:cubicBezTo>
                    <a:pt x="2524" y="2822"/>
                    <a:pt x="2995" y="2368"/>
                    <a:pt x="2995" y="1788"/>
                  </a:cubicBezTo>
                  <a:lnTo>
                    <a:pt x="2995" y="1051"/>
                  </a:lnTo>
                  <a:cubicBezTo>
                    <a:pt x="2995" y="471"/>
                    <a:pt x="2524" y="1"/>
                    <a:pt x="1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1136;p30">
              <a:extLst>
                <a:ext uri="{FF2B5EF4-FFF2-40B4-BE49-F238E27FC236}">
                  <a16:creationId xmlns:a16="http://schemas.microsoft.com/office/drawing/2014/main" id="{F2BE8DDA-C93E-36CF-E90A-516D05B3ED74}"/>
                </a:ext>
              </a:extLst>
            </p:cNvPr>
            <p:cNvSpPr/>
            <p:nvPr/>
          </p:nvSpPr>
          <p:spPr>
            <a:xfrm>
              <a:off x="4570325" y="2631750"/>
              <a:ext cx="2293575" cy="582700"/>
            </a:xfrm>
            <a:custGeom>
              <a:avLst/>
              <a:gdLst/>
              <a:ahLst/>
              <a:cxnLst/>
              <a:rect l="l" t="t" r="r" b="b"/>
              <a:pathLst>
                <a:path w="91743" h="23308" extrusionOk="0">
                  <a:moveTo>
                    <a:pt x="23857" y="188"/>
                  </a:moveTo>
                  <a:cubicBezTo>
                    <a:pt x="21694" y="658"/>
                    <a:pt x="19813" y="1944"/>
                    <a:pt x="17854" y="2947"/>
                  </a:cubicBezTo>
                  <a:lnTo>
                    <a:pt x="17854" y="2947"/>
                  </a:lnTo>
                  <a:cubicBezTo>
                    <a:pt x="15001" y="4420"/>
                    <a:pt x="11835" y="5376"/>
                    <a:pt x="8637" y="5282"/>
                  </a:cubicBezTo>
                  <a:lnTo>
                    <a:pt x="8637" y="5282"/>
                  </a:lnTo>
                  <a:cubicBezTo>
                    <a:pt x="5440" y="5204"/>
                    <a:pt x="2211" y="4013"/>
                    <a:pt x="1" y="1709"/>
                  </a:cubicBezTo>
                  <a:lnTo>
                    <a:pt x="1" y="1709"/>
                  </a:lnTo>
                  <a:cubicBezTo>
                    <a:pt x="251" y="3339"/>
                    <a:pt x="1458" y="4467"/>
                    <a:pt x="2963" y="5173"/>
                  </a:cubicBezTo>
                  <a:lnTo>
                    <a:pt x="2963" y="5173"/>
                  </a:lnTo>
                  <a:cubicBezTo>
                    <a:pt x="6082" y="6615"/>
                    <a:pt x="9672" y="7022"/>
                    <a:pt x="13026" y="6286"/>
                  </a:cubicBezTo>
                  <a:lnTo>
                    <a:pt x="13026" y="6286"/>
                  </a:lnTo>
                  <a:cubicBezTo>
                    <a:pt x="15910" y="5643"/>
                    <a:pt x="18559" y="4232"/>
                    <a:pt x="21365" y="3323"/>
                  </a:cubicBezTo>
                  <a:lnTo>
                    <a:pt x="21365" y="3323"/>
                  </a:lnTo>
                  <a:cubicBezTo>
                    <a:pt x="24170" y="2414"/>
                    <a:pt x="27384" y="2069"/>
                    <a:pt x="29954" y="3511"/>
                  </a:cubicBezTo>
                  <a:lnTo>
                    <a:pt x="29954" y="3511"/>
                  </a:lnTo>
                  <a:cubicBezTo>
                    <a:pt x="31804" y="4546"/>
                    <a:pt x="33058" y="6364"/>
                    <a:pt x="34735" y="7649"/>
                  </a:cubicBezTo>
                  <a:lnTo>
                    <a:pt x="34735" y="7649"/>
                  </a:lnTo>
                  <a:cubicBezTo>
                    <a:pt x="39108" y="11051"/>
                    <a:pt x="45440" y="10330"/>
                    <a:pt x="50629" y="8386"/>
                  </a:cubicBezTo>
                  <a:lnTo>
                    <a:pt x="50629" y="8386"/>
                  </a:lnTo>
                  <a:cubicBezTo>
                    <a:pt x="52274" y="7775"/>
                    <a:pt x="53905" y="7038"/>
                    <a:pt x="55644" y="6803"/>
                  </a:cubicBezTo>
                  <a:lnTo>
                    <a:pt x="55644" y="6803"/>
                  </a:lnTo>
                  <a:cubicBezTo>
                    <a:pt x="57384" y="6552"/>
                    <a:pt x="59312" y="6897"/>
                    <a:pt x="60550" y="8135"/>
                  </a:cubicBezTo>
                  <a:lnTo>
                    <a:pt x="60550" y="8135"/>
                  </a:lnTo>
                  <a:cubicBezTo>
                    <a:pt x="61851" y="9452"/>
                    <a:pt x="62149" y="11489"/>
                    <a:pt x="63340" y="12916"/>
                  </a:cubicBezTo>
                  <a:lnTo>
                    <a:pt x="63340" y="12916"/>
                  </a:lnTo>
                  <a:cubicBezTo>
                    <a:pt x="64516" y="14326"/>
                    <a:pt x="66413" y="14922"/>
                    <a:pt x="68231" y="15126"/>
                  </a:cubicBezTo>
                  <a:lnTo>
                    <a:pt x="68231" y="15126"/>
                  </a:lnTo>
                  <a:cubicBezTo>
                    <a:pt x="73215" y="15690"/>
                    <a:pt x="76648" y="12571"/>
                    <a:pt x="81397" y="12383"/>
                  </a:cubicBezTo>
                  <a:lnTo>
                    <a:pt x="81397" y="12383"/>
                  </a:lnTo>
                  <a:cubicBezTo>
                    <a:pt x="83200" y="12305"/>
                    <a:pt x="85081" y="12712"/>
                    <a:pt x="86476" y="13841"/>
                  </a:cubicBezTo>
                  <a:lnTo>
                    <a:pt x="86476" y="13841"/>
                  </a:lnTo>
                  <a:cubicBezTo>
                    <a:pt x="87479" y="14656"/>
                    <a:pt x="88169" y="15800"/>
                    <a:pt x="88796" y="16944"/>
                  </a:cubicBezTo>
                  <a:lnTo>
                    <a:pt x="88796" y="16944"/>
                  </a:lnTo>
                  <a:cubicBezTo>
                    <a:pt x="89877" y="18935"/>
                    <a:pt x="90833" y="21051"/>
                    <a:pt x="91225" y="23292"/>
                  </a:cubicBezTo>
                  <a:lnTo>
                    <a:pt x="91225" y="23292"/>
                  </a:lnTo>
                  <a:lnTo>
                    <a:pt x="91398" y="23308"/>
                  </a:lnTo>
                  <a:cubicBezTo>
                    <a:pt x="91742" y="20048"/>
                    <a:pt x="91492" y="16631"/>
                    <a:pt x="89940" y="13747"/>
                  </a:cubicBezTo>
                  <a:lnTo>
                    <a:pt x="89940" y="13747"/>
                  </a:lnTo>
                  <a:cubicBezTo>
                    <a:pt x="88388" y="10862"/>
                    <a:pt x="85332" y="8637"/>
                    <a:pt x="82056" y="8746"/>
                  </a:cubicBezTo>
                  <a:lnTo>
                    <a:pt x="82056" y="8746"/>
                  </a:lnTo>
                  <a:cubicBezTo>
                    <a:pt x="79846" y="8809"/>
                    <a:pt x="77808" y="9891"/>
                    <a:pt x="75723" y="10643"/>
                  </a:cubicBezTo>
                  <a:lnTo>
                    <a:pt x="75723" y="10643"/>
                  </a:lnTo>
                  <a:cubicBezTo>
                    <a:pt x="73544" y="11411"/>
                    <a:pt x="71240" y="11819"/>
                    <a:pt x="68936" y="11850"/>
                  </a:cubicBezTo>
                  <a:lnTo>
                    <a:pt x="68936" y="11850"/>
                  </a:lnTo>
                  <a:cubicBezTo>
                    <a:pt x="67745" y="11881"/>
                    <a:pt x="66491" y="11787"/>
                    <a:pt x="65425" y="11223"/>
                  </a:cubicBezTo>
                  <a:lnTo>
                    <a:pt x="65425" y="11223"/>
                  </a:lnTo>
                  <a:cubicBezTo>
                    <a:pt x="63654" y="10314"/>
                    <a:pt x="62714" y="8370"/>
                    <a:pt x="61334" y="6944"/>
                  </a:cubicBezTo>
                  <a:lnTo>
                    <a:pt x="61334" y="6944"/>
                  </a:lnTo>
                  <a:cubicBezTo>
                    <a:pt x="57839" y="3370"/>
                    <a:pt x="51977" y="3574"/>
                    <a:pt x="47243" y="5188"/>
                  </a:cubicBezTo>
                  <a:lnTo>
                    <a:pt x="47243" y="5188"/>
                  </a:lnTo>
                  <a:cubicBezTo>
                    <a:pt x="45064" y="5925"/>
                    <a:pt x="42838" y="6913"/>
                    <a:pt x="40581" y="6521"/>
                  </a:cubicBezTo>
                  <a:lnTo>
                    <a:pt x="40581" y="6521"/>
                  </a:lnTo>
                  <a:cubicBezTo>
                    <a:pt x="39030" y="6239"/>
                    <a:pt x="37682" y="5345"/>
                    <a:pt x="36381" y="4452"/>
                  </a:cubicBezTo>
                  <a:lnTo>
                    <a:pt x="36381" y="4452"/>
                  </a:lnTo>
                  <a:cubicBezTo>
                    <a:pt x="33152" y="2273"/>
                    <a:pt x="29515" y="0"/>
                    <a:pt x="25738" y="0"/>
                  </a:cubicBezTo>
                  <a:lnTo>
                    <a:pt x="25738" y="0"/>
                  </a:lnTo>
                  <a:cubicBezTo>
                    <a:pt x="25111" y="0"/>
                    <a:pt x="24484" y="63"/>
                    <a:pt x="23857" y="188"/>
                  </a:cubicBezTo>
                </a:path>
              </a:pathLst>
            </a:custGeom>
            <a:solidFill>
              <a:srgbClr val="FFFFFF">
                <a:alpha val="410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2" name="Google Shape;2321;p49">
            <a:extLst>
              <a:ext uri="{FF2B5EF4-FFF2-40B4-BE49-F238E27FC236}">
                <a16:creationId xmlns:a16="http://schemas.microsoft.com/office/drawing/2014/main" id="{980E1EEC-27E3-423A-80AA-A5E5EBCC2274}"/>
              </a:ext>
            </a:extLst>
          </p:cNvPr>
          <p:cNvSpPr txBox="1">
            <a:spLocks/>
          </p:cNvSpPr>
          <p:nvPr/>
        </p:nvSpPr>
        <p:spPr>
          <a:xfrm>
            <a:off x="4804725" y="1375260"/>
            <a:ext cx="3269700" cy="439829"/>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42900" algn="r" rtl="0" eaLnBrk="1" hangingPunct="1">
              <a:lnSpc>
                <a:spcPct val="100000"/>
              </a:lnSpc>
              <a:spcBef>
                <a:spcPts val="0"/>
              </a:spcBef>
              <a:spcAft>
                <a:spcPts val="0"/>
              </a:spcAft>
              <a:buClr>
                <a:schemeClr val="dk1"/>
              </a:buClr>
              <a:buSzPts val="1800"/>
              <a:buFont typeface="Abel"/>
              <a:buNone/>
              <a:defRPr sz="1400" b="0" i="0" u="none" strike="noStrike" cap="none">
                <a:solidFill>
                  <a:schemeClr val="dk1"/>
                </a:solidFill>
                <a:latin typeface="Abel"/>
                <a:ea typeface="Abel"/>
                <a:cs typeface="Abel"/>
                <a:sym typeface="Abel"/>
              </a:defRPr>
            </a:lvl1pPr>
            <a:lvl2pPr marL="914400" marR="0" lvl="1" indent="-317500" algn="r" rtl="0" eaLnBrk="1" hangingPunct="1">
              <a:lnSpc>
                <a:spcPct val="100000"/>
              </a:lnSpc>
              <a:spcBef>
                <a:spcPts val="0"/>
              </a:spcBef>
              <a:spcAft>
                <a:spcPts val="0"/>
              </a:spcAft>
              <a:buClr>
                <a:schemeClr val="dk1"/>
              </a:buClr>
              <a:buSzPts val="1400"/>
              <a:buFont typeface="Abel"/>
              <a:buNone/>
              <a:defRPr sz="1400" b="0" i="0" u="none" strike="noStrike" cap="none">
                <a:solidFill>
                  <a:schemeClr val="dk1"/>
                </a:solidFill>
                <a:latin typeface="Abel"/>
                <a:ea typeface="Abel"/>
                <a:cs typeface="Abel"/>
                <a:sym typeface="Abel"/>
              </a:defRPr>
            </a:lvl2pPr>
            <a:lvl3pPr marL="1371600" marR="0" lvl="2" indent="-317500" algn="r" rtl="0" eaLnBrk="1" hangingPunct="1">
              <a:lnSpc>
                <a:spcPct val="100000"/>
              </a:lnSpc>
              <a:spcBef>
                <a:spcPts val="0"/>
              </a:spcBef>
              <a:spcAft>
                <a:spcPts val="0"/>
              </a:spcAft>
              <a:buClr>
                <a:schemeClr val="dk1"/>
              </a:buClr>
              <a:buSzPts val="1400"/>
              <a:buFont typeface="Abel"/>
              <a:buNone/>
              <a:defRPr sz="1400" b="0" i="0" u="none" strike="noStrike" cap="none">
                <a:solidFill>
                  <a:schemeClr val="dk1"/>
                </a:solidFill>
                <a:latin typeface="Abel"/>
                <a:ea typeface="Abel"/>
                <a:cs typeface="Abel"/>
                <a:sym typeface="Abel"/>
              </a:defRPr>
            </a:lvl3pPr>
            <a:lvl4pPr marL="1828800" marR="0" lvl="3" indent="-317500" algn="r" rtl="0" eaLnBrk="1" hangingPunct="1">
              <a:lnSpc>
                <a:spcPct val="100000"/>
              </a:lnSpc>
              <a:spcBef>
                <a:spcPts val="0"/>
              </a:spcBef>
              <a:spcAft>
                <a:spcPts val="0"/>
              </a:spcAft>
              <a:buClr>
                <a:schemeClr val="dk1"/>
              </a:buClr>
              <a:buSzPts val="1400"/>
              <a:buFont typeface="Abel"/>
              <a:buNone/>
              <a:defRPr sz="1400" b="0" i="0" u="none" strike="noStrike" cap="none">
                <a:solidFill>
                  <a:schemeClr val="dk1"/>
                </a:solidFill>
                <a:latin typeface="Abel"/>
                <a:ea typeface="Abel"/>
                <a:cs typeface="Abel"/>
                <a:sym typeface="Abel"/>
              </a:defRPr>
            </a:lvl4pPr>
            <a:lvl5pPr marL="2286000" marR="0" lvl="4" indent="-317500" algn="r" rtl="0" eaLnBrk="1" hangingPunct="1">
              <a:lnSpc>
                <a:spcPct val="100000"/>
              </a:lnSpc>
              <a:spcBef>
                <a:spcPts val="0"/>
              </a:spcBef>
              <a:spcAft>
                <a:spcPts val="0"/>
              </a:spcAft>
              <a:buClr>
                <a:schemeClr val="dk1"/>
              </a:buClr>
              <a:buSzPts val="1400"/>
              <a:buFont typeface="Abel"/>
              <a:buNone/>
              <a:defRPr sz="1400" b="0" i="0" u="none" strike="noStrike" cap="none">
                <a:solidFill>
                  <a:schemeClr val="dk1"/>
                </a:solidFill>
                <a:latin typeface="Abel"/>
                <a:ea typeface="Abel"/>
                <a:cs typeface="Abel"/>
                <a:sym typeface="Abel"/>
              </a:defRPr>
            </a:lvl5pPr>
            <a:lvl6pPr marL="2743200" marR="0" lvl="5" indent="-317500" algn="r" rtl="0" eaLnBrk="1" hangingPunct="1">
              <a:lnSpc>
                <a:spcPct val="100000"/>
              </a:lnSpc>
              <a:spcBef>
                <a:spcPts val="0"/>
              </a:spcBef>
              <a:spcAft>
                <a:spcPts val="0"/>
              </a:spcAft>
              <a:buClr>
                <a:schemeClr val="dk1"/>
              </a:buClr>
              <a:buSzPts val="1400"/>
              <a:buFont typeface="Abel"/>
              <a:buNone/>
              <a:defRPr sz="1400" b="0" i="0" u="none" strike="noStrike" cap="none">
                <a:solidFill>
                  <a:schemeClr val="dk1"/>
                </a:solidFill>
                <a:latin typeface="Abel"/>
                <a:ea typeface="Abel"/>
                <a:cs typeface="Abel"/>
                <a:sym typeface="Abel"/>
              </a:defRPr>
            </a:lvl6pPr>
            <a:lvl7pPr marL="3200400" marR="0" lvl="6" indent="-317500" algn="r" rtl="0" eaLnBrk="1" hangingPunct="1">
              <a:lnSpc>
                <a:spcPct val="100000"/>
              </a:lnSpc>
              <a:spcBef>
                <a:spcPts val="0"/>
              </a:spcBef>
              <a:spcAft>
                <a:spcPts val="0"/>
              </a:spcAft>
              <a:buClr>
                <a:schemeClr val="dk1"/>
              </a:buClr>
              <a:buSzPts val="1400"/>
              <a:buFont typeface="Abel"/>
              <a:buNone/>
              <a:defRPr sz="1400" b="0" i="0" u="none" strike="noStrike" cap="none">
                <a:solidFill>
                  <a:schemeClr val="dk1"/>
                </a:solidFill>
                <a:latin typeface="Abel"/>
                <a:ea typeface="Abel"/>
                <a:cs typeface="Abel"/>
                <a:sym typeface="Abel"/>
              </a:defRPr>
            </a:lvl7pPr>
            <a:lvl8pPr marL="3657600" marR="0" lvl="7" indent="-317500" algn="r" rtl="0" eaLnBrk="1" hangingPunct="1">
              <a:lnSpc>
                <a:spcPct val="100000"/>
              </a:lnSpc>
              <a:spcBef>
                <a:spcPts val="0"/>
              </a:spcBef>
              <a:spcAft>
                <a:spcPts val="0"/>
              </a:spcAft>
              <a:buClr>
                <a:schemeClr val="dk1"/>
              </a:buClr>
              <a:buSzPts val="1400"/>
              <a:buFont typeface="Abel"/>
              <a:buNone/>
              <a:defRPr sz="1400" b="0" i="0" u="none" strike="noStrike" cap="none">
                <a:solidFill>
                  <a:schemeClr val="dk1"/>
                </a:solidFill>
                <a:latin typeface="Abel"/>
                <a:ea typeface="Abel"/>
                <a:cs typeface="Abel"/>
                <a:sym typeface="Abel"/>
              </a:defRPr>
            </a:lvl8pPr>
            <a:lvl9pPr marL="4114800" marR="0" lvl="8" indent="-317500" algn="r" rtl="0" eaLnBrk="1" hangingPunct="1">
              <a:lnSpc>
                <a:spcPct val="100000"/>
              </a:lnSpc>
              <a:spcBef>
                <a:spcPts val="0"/>
              </a:spcBef>
              <a:spcAft>
                <a:spcPts val="0"/>
              </a:spcAft>
              <a:buClr>
                <a:schemeClr val="dk1"/>
              </a:buClr>
              <a:buSzPts val="1400"/>
              <a:buFont typeface="Abel"/>
              <a:buNone/>
              <a:defRPr sz="1400" b="0" i="0" u="none" strike="noStrike" cap="none">
                <a:solidFill>
                  <a:schemeClr val="dk1"/>
                </a:solidFill>
                <a:latin typeface="Abel"/>
                <a:ea typeface="Abel"/>
                <a:cs typeface="Abel"/>
                <a:sym typeface="Abel"/>
              </a:defRPr>
            </a:lvl9pPr>
          </a:lstStyle>
          <a:p>
            <a:pPr marL="0" indent="0"/>
            <a:r>
              <a:rPr lang="en-US" b="1" dirty="0">
                <a:solidFill>
                  <a:srgbClr val="0070C0"/>
                </a:solidFill>
              </a:rPr>
              <a:t>Do you have any questions?</a:t>
            </a:r>
          </a:p>
        </p:txBody>
      </p:sp>
      <p:pic>
        <p:nvPicPr>
          <p:cNvPr id="23" name="Picture 22" descr="A logo of a globe with a graduation cap&#10;&#10;AI-generated content may be incorrect.">
            <a:extLst>
              <a:ext uri="{FF2B5EF4-FFF2-40B4-BE49-F238E27FC236}">
                <a16:creationId xmlns:a16="http://schemas.microsoft.com/office/drawing/2014/main" id="{6EC41D3B-88C1-BEB5-90C0-8DF97AFE0837}"/>
              </a:ext>
            </a:extLst>
          </p:cNvPr>
          <p:cNvPicPr>
            <a:picLocks noChangeAspect="1"/>
          </p:cNvPicPr>
          <p:nvPr/>
        </p:nvPicPr>
        <p:blipFill>
          <a:blip r:embed="rId3"/>
          <a:stretch>
            <a:fillRect/>
          </a:stretch>
        </p:blipFill>
        <p:spPr>
          <a:xfrm>
            <a:off x="670155" y="234298"/>
            <a:ext cx="798834" cy="669797"/>
          </a:xfrm>
          <a:prstGeom prst="rect">
            <a:avLst/>
          </a:prstGeom>
        </p:spPr>
      </p:pic>
      <p:grpSp>
        <p:nvGrpSpPr>
          <p:cNvPr id="40" name="Group 39">
            <a:extLst>
              <a:ext uri="{FF2B5EF4-FFF2-40B4-BE49-F238E27FC236}">
                <a16:creationId xmlns:a16="http://schemas.microsoft.com/office/drawing/2014/main" id="{728C626E-AD79-1616-A1A0-DC19743AA733}"/>
              </a:ext>
            </a:extLst>
          </p:cNvPr>
          <p:cNvGrpSpPr/>
          <p:nvPr/>
        </p:nvGrpSpPr>
        <p:grpSpPr>
          <a:xfrm>
            <a:off x="4613075" y="1908128"/>
            <a:ext cx="4398325" cy="2570771"/>
            <a:chOff x="4613075" y="1908128"/>
            <a:chExt cx="4398325" cy="2570771"/>
          </a:xfrm>
        </p:grpSpPr>
        <p:sp>
          <p:nvSpPr>
            <p:cNvPr id="26" name="Flowchart: Alternate Process 25">
              <a:extLst>
                <a:ext uri="{FF2B5EF4-FFF2-40B4-BE49-F238E27FC236}">
                  <a16:creationId xmlns:a16="http://schemas.microsoft.com/office/drawing/2014/main" id="{B70CFDB6-1E64-13DE-B8FF-B557094C43E1}"/>
                </a:ext>
              </a:extLst>
            </p:cNvPr>
            <p:cNvSpPr/>
            <p:nvPr/>
          </p:nvSpPr>
          <p:spPr>
            <a:xfrm>
              <a:off x="4613075" y="1908128"/>
              <a:ext cx="4398325" cy="2570771"/>
            </a:xfrm>
            <a:prstGeom prst="flowChartAlternateProcess">
              <a:avLst/>
            </a:prstGeom>
            <a:solidFill>
              <a:srgbClr val="3A729A"/>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9" name="Group 38">
              <a:extLst>
                <a:ext uri="{FF2B5EF4-FFF2-40B4-BE49-F238E27FC236}">
                  <a16:creationId xmlns:a16="http://schemas.microsoft.com/office/drawing/2014/main" id="{A7A3E178-3B09-0032-46F8-2ECB958D3BD0}"/>
                </a:ext>
              </a:extLst>
            </p:cNvPr>
            <p:cNvGrpSpPr/>
            <p:nvPr/>
          </p:nvGrpSpPr>
          <p:grpSpPr>
            <a:xfrm>
              <a:off x="4955807" y="2437322"/>
              <a:ext cx="3868126" cy="1524003"/>
              <a:chOff x="4955807" y="2437322"/>
              <a:chExt cx="3868126" cy="1524003"/>
            </a:xfrm>
          </p:grpSpPr>
          <p:grpSp>
            <p:nvGrpSpPr>
              <p:cNvPr id="27" name="Group 26">
                <a:extLst>
                  <a:ext uri="{FF2B5EF4-FFF2-40B4-BE49-F238E27FC236}">
                    <a16:creationId xmlns:a16="http://schemas.microsoft.com/office/drawing/2014/main" id="{F672865E-E817-A2CE-448B-321C0D45C509}"/>
                  </a:ext>
                </a:extLst>
              </p:cNvPr>
              <p:cNvGrpSpPr/>
              <p:nvPr/>
            </p:nvGrpSpPr>
            <p:grpSpPr>
              <a:xfrm>
                <a:off x="6310240" y="2439961"/>
                <a:ext cx="1173590" cy="1521364"/>
                <a:chOff x="445347" y="2549797"/>
                <a:chExt cx="1413097" cy="1831845"/>
              </a:xfrm>
            </p:grpSpPr>
            <p:pic>
              <p:nvPicPr>
                <p:cNvPr id="28" name="Picture 27" descr="A qr code on a white background&#10;&#10;AI-generated content may be incorrect.">
                  <a:hlinkClick r:id="rId4"/>
                  <a:extLst>
                    <a:ext uri="{FF2B5EF4-FFF2-40B4-BE49-F238E27FC236}">
                      <a16:creationId xmlns:a16="http://schemas.microsoft.com/office/drawing/2014/main" id="{A6DCA098-EE43-0AFE-ED59-9B2C6E195C23}"/>
                    </a:ext>
                  </a:extLst>
                </p:cNvPr>
                <p:cNvPicPr>
                  <a:picLocks noChangeAspect="1"/>
                </p:cNvPicPr>
                <p:nvPr/>
              </p:nvPicPr>
              <p:blipFill>
                <a:blip r:embed="rId5"/>
                <a:stretch>
                  <a:fillRect/>
                </a:stretch>
              </p:blipFill>
              <p:spPr>
                <a:xfrm>
                  <a:off x="445347" y="2549797"/>
                  <a:ext cx="1413097" cy="1831845"/>
                </a:xfrm>
                <a:prstGeom prst="rect">
                  <a:avLst/>
                </a:prstGeom>
              </p:spPr>
            </p:pic>
            <p:sp>
              <p:nvSpPr>
                <p:cNvPr id="29" name="Oval 28">
                  <a:extLst>
                    <a:ext uri="{FF2B5EF4-FFF2-40B4-BE49-F238E27FC236}">
                      <a16:creationId xmlns:a16="http://schemas.microsoft.com/office/drawing/2014/main" id="{B1F6F5BF-D735-998A-F3DF-C366F5A24C90}"/>
                    </a:ext>
                  </a:extLst>
                </p:cNvPr>
                <p:cNvSpPr/>
                <p:nvPr/>
              </p:nvSpPr>
              <p:spPr>
                <a:xfrm>
                  <a:off x="479686" y="4052846"/>
                  <a:ext cx="279304" cy="279304"/>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 name="Picture 29" descr="A black cat with a tail&#10;&#10;AI-generated content may be incorrect.">
                  <a:extLst>
                    <a:ext uri="{FF2B5EF4-FFF2-40B4-BE49-F238E27FC236}">
                      <a16:creationId xmlns:a16="http://schemas.microsoft.com/office/drawing/2014/main" id="{28CD6B9C-6642-5556-25C1-A33C17335CBE}"/>
                    </a:ext>
                  </a:extLst>
                </p:cNvPr>
                <p:cNvPicPr>
                  <a:picLocks noChangeAspect="1"/>
                </p:cNvPicPr>
                <p:nvPr/>
              </p:nvPicPr>
              <p:blipFill>
                <a:blip r:embed="rId6"/>
                <a:stretch>
                  <a:fillRect/>
                </a:stretch>
              </p:blipFill>
              <p:spPr>
                <a:xfrm>
                  <a:off x="487183" y="4060342"/>
                  <a:ext cx="279304" cy="279304"/>
                </a:xfrm>
                <a:prstGeom prst="rect">
                  <a:avLst/>
                </a:prstGeom>
              </p:spPr>
            </p:pic>
          </p:grpSp>
          <p:grpSp>
            <p:nvGrpSpPr>
              <p:cNvPr id="31" name="Group 30">
                <a:extLst>
                  <a:ext uri="{FF2B5EF4-FFF2-40B4-BE49-F238E27FC236}">
                    <a16:creationId xmlns:a16="http://schemas.microsoft.com/office/drawing/2014/main" id="{DDFC437C-1D05-052B-CF3E-4B0DC3162955}"/>
                  </a:ext>
                </a:extLst>
              </p:cNvPr>
              <p:cNvGrpSpPr/>
              <p:nvPr/>
            </p:nvGrpSpPr>
            <p:grpSpPr>
              <a:xfrm>
                <a:off x="7650344" y="2439962"/>
                <a:ext cx="1173589" cy="1521362"/>
                <a:chOff x="445347" y="2549797"/>
                <a:chExt cx="1413096" cy="1831843"/>
              </a:xfrm>
            </p:grpSpPr>
            <p:pic>
              <p:nvPicPr>
                <p:cNvPr id="32" name="Picture 31">
                  <a:hlinkClick r:id="rId7"/>
                  <a:extLst>
                    <a:ext uri="{FF2B5EF4-FFF2-40B4-BE49-F238E27FC236}">
                      <a16:creationId xmlns:a16="http://schemas.microsoft.com/office/drawing/2014/main" id="{46AD0447-2354-0A71-2005-816EF53A8A04}"/>
                    </a:ext>
                  </a:extLst>
                </p:cNvPr>
                <p:cNvPicPr>
                  <a:picLocks noChangeAspect="1"/>
                </p:cNvPicPr>
                <p:nvPr/>
              </p:nvPicPr>
              <p:blipFill>
                <a:blip r:embed="rId8"/>
                <a:srcRect/>
                <a:stretch/>
              </p:blipFill>
              <p:spPr>
                <a:xfrm>
                  <a:off x="445347" y="2549797"/>
                  <a:ext cx="1413096" cy="1831843"/>
                </a:xfrm>
                <a:prstGeom prst="rect">
                  <a:avLst/>
                </a:prstGeom>
              </p:spPr>
            </p:pic>
            <p:sp>
              <p:nvSpPr>
                <p:cNvPr id="33" name="Oval 32">
                  <a:extLst>
                    <a:ext uri="{FF2B5EF4-FFF2-40B4-BE49-F238E27FC236}">
                      <a16:creationId xmlns:a16="http://schemas.microsoft.com/office/drawing/2014/main" id="{B4F02822-3133-08A1-5D9A-51E05E4C2909}"/>
                    </a:ext>
                  </a:extLst>
                </p:cNvPr>
                <p:cNvSpPr/>
                <p:nvPr/>
              </p:nvSpPr>
              <p:spPr>
                <a:xfrm>
                  <a:off x="479686" y="4052846"/>
                  <a:ext cx="279304" cy="279304"/>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34" name="Group 33">
                <a:extLst>
                  <a:ext uri="{FF2B5EF4-FFF2-40B4-BE49-F238E27FC236}">
                    <a16:creationId xmlns:a16="http://schemas.microsoft.com/office/drawing/2014/main" id="{46F2897A-E1A1-546B-367E-A537872C72C7}"/>
                  </a:ext>
                </a:extLst>
              </p:cNvPr>
              <p:cNvGrpSpPr/>
              <p:nvPr/>
            </p:nvGrpSpPr>
            <p:grpSpPr>
              <a:xfrm>
                <a:off x="4955807" y="2437322"/>
                <a:ext cx="1173590" cy="1521363"/>
                <a:chOff x="2198249" y="3035012"/>
                <a:chExt cx="1173590" cy="1521363"/>
              </a:xfrm>
            </p:grpSpPr>
            <p:grpSp>
              <p:nvGrpSpPr>
                <p:cNvPr id="35" name="Group 34">
                  <a:extLst>
                    <a:ext uri="{FF2B5EF4-FFF2-40B4-BE49-F238E27FC236}">
                      <a16:creationId xmlns:a16="http://schemas.microsoft.com/office/drawing/2014/main" id="{8B2D850D-577E-912F-06E4-A2D80DDCD851}"/>
                    </a:ext>
                  </a:extLst>
                </p:cNvPr>
                <p:cNvGrpSpPr/>
                <p:nvPr/>
              </p:nvGrpSpPr>
              <p:grpSpPr>
                <a:xfrm>
                  <a:off x="2198249" y="3035012"/>
                  <a:ext cx="1173590" cy="1521363"/>
                  <a:chOff x="445347" y="2549797"/>
                  <a:chExt cx="1413097" cy="1831844"/>
                </a:xfrm>
              </p:grpSpPr>
              <p:pic>
                <p:nvPicPr>
                  <p:cNvPr id="37" name="Picture 36">
                    <a:hlinkClick r:id="rId9"/>
                    <a:extLst>
                      <a:ext uri="{FF2B5EF4-FFF2-40B4-BE49-F238E27FC236}">
                        <a16:creationId xmlns:a16="http://schemas.microsoft.com/office/drawing/2014/main" id="{A5026FB9-65D0-0D85-83A7-6099C642D7A7}"/>
                      </a:ext>
                    </a:extLst>
                  </p:cNvPr>
                  <p:cNvPicPr>
                    <a:picLocks noChangeAspect="1"/>
                  </p:cNvPicPr>
                  <p:nvPr/>
                </p:nvPicPr>
                <p:blipFill>
                  <a:blip r:embed="rId10"/>
                  <a:srcRect/>
                  <a:stretch/>
                </p:blipFill>
                <p:spPr>
                  <a:xfrm>
                    <a:off x="445347" y="2549797"/>
                    <a:ext cx="1413097" cy="1831844"/>
                  </a:xfrm>
                  <a:prstGeom prst="rect">
                    <a:avLst/>
                  </a:prstGeom>
                </p:spPr>
              </p:pic>
              <p:sp>
                <p:nvSpPr>
                  <p:cNvPr id="38" name="Oval 37">
                    <a:extLst>
                      <a:ext uri="{FF2B5EF4-FFF2-40B4-BE49-F238E27FC236}">
                        <a16:creationId xmlns:a16="http://schemas.microsoft.com/office/drawing/2014/main" id="{8CF51133-D7EB-0ABC-A8F1-A69998ECACB4}"/>
                      </a:ext>
                    </a:extLst>
                  </p:cNvPr>
                  <p:cNvSpPr/>
                  <p:nvPr/>
                </p:nvSpPr>
                <p:spPr>
                  <a:xfrm>
                    <a:off x="479686" y="4052846"/>
                    <a:ext cx="279304" cy="279304"/>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36" name="Picture 35">
                  <a:extLst>
                    <a:ext uri="{FF2B5EF4-FFF2-40B4-BE49-F238E27FC236}">
                      <a16:creationId xmlns:a16="http://schemas.microsoft.com/office/drawing/2014/main" id="{20F7820B-FB6E-CF7E-2D78-33C73CE4C12F}"/>
                    </a:ext>
                  </a:extLst>
                </p:cNvPr>
                <p:cNvPicPr>
                  <a:picLocks noChangeAspect="1"/>
                </p:cNvPicPr>
                <p:nvPr/>
              </p:nvPicPr>
              <p:blipFill>
                <a:blip r:embed="rId11"/>
                <a:srcRect/>
                <a:stretch/>
              </p:blipFill>
              <p:spPr>
                <a:xfrm>
                  <a:off x="2232994" y="4289533"/>
                  <a:ext cx="231964" cy="231964"/>
                </a:xfrm>
                <a:prstGeom prst="rect">
                  <a:avLst/>
                </a:prstGeom>
              </p:spPr>
            </p:pic>
          </p:grpSp>
        </p:gr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fade">
                                      <p:cBhvr>
                                        <p:cTn id="7" dur="500"/>
                                        <p:tgtEl>
                                          <p:spTgt spid="40"/>
                                        </p:tgtEl>
                                      </p:cBhvr>
                                    </p:animEffect>
                                  </p:childTnLst>
                                </p:cTn>
                              </p:par>
                              <p:par>
                                <p:cTn id="8" presetID="2" presetClass="entr" presetSubtype="8"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 calcmode="lin" valueType="num">
                                      <p:cBhvr additive="base">
                                        <p:cTn id="10" dur="5000" fill="hold"/>
                                        <p:tgtEl>
                                          <p:spTgt spid="2"/>
                                        </p:tgtEl>
                                        <p:attrNameLst>
                                          <p:attrName>ppt_x</p:attrName>
                                        </p:attrNameLst>
                                      </p:cBhvr>
                                      <p:tavLst>
                                        <p:tav tm="0">
                                          <p:val>
                                            <p:strVal val="0-#ppt_w/2"/>
                                          </p:val>
                                        </p:tav>
                                        <p:tav tm="100000">
                                          <p:val>
                                            <p:strVal val="#ppt_x"/>
                                          </p:val>
                                        </p:tav>
                                      </p:tavLst>
                                    </p:anim>
                                    <p:anim calcmode="lin" valueType="num">
                                      <p:cBhvr additive="base">
                                        <p:cTn id="11" dur="50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Railroad Minitheme by Slidesgo">
  <a:themeElements>
    <a:clrScheme name="Simple Light">
      <a:dk1>
        <a:srgbClr val="274E13"/>
      </a:dk1>
      <a:lt1>
        <a:srgbClr val="FFFFFF"/>
      </a:lt1>
      <a:dk2>
        <a:srgbClr val="D9ECD3"/>
      </a:dk2>
      <a:lt2>
        <a:srgbClr val="89B177"/>
      </a:lt2>
      <a:accent1>
        <a:srgbClr val="7A9E6A"/>
      </a:accent1>
      <a:accent2>
        <a:srgbClr val="38761D"/>
      </a:accent2>
      <a:accent3>
        <a:srgbClr val="6A8060"/>
      </a:accent3>
      <a:accent4>
        <a:srgbClr val="638C50"/>
      </a:accent4>
      <a:accent5>
        <a:srgbClr val="65A649"/>
      </a:accent5>
      <a:accent6>
        <a:srgbClr val="9DAB96"/>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Slidesgo Final Pages">
  <a:themeElements>
    <a:clrScheme name="Simple Light">
      <a:dk1>
        <a:srgbClr val="0E2A47"/>
      </a:dk1>
      <a:lt1>
        <a:srgbClr val="FFFFFF"/>
      </a:lt1>
      <a:dk2>
        <a:srgbClr val="869FB2"/>
      </a:dk2>
      <a:lt2>
        <a:srgbClr val="FFFFFF"/>
      </a:lt2>
      <a:accent1>
        <a:srgbClr val="FFFFFF"/>
      </a:accent1>
      <a:accent2>
        <a:srgbClr val="FFFFFF"/>
      </a:accent2>
      <a:accent3>
        <a:srgbClr val="FFFFFF"/>
      </a:accent3>
      <a:accent4>
        <a:srgbClr val="FFFFFF"/>
      </a:accent4>
      <a:accent5>
        <a:srgbClr val="FFFFFF"/>
      </a:accent5>
      <a:accent6>
        <a:srgbClr val="FFFFFF"/>
      </a:accent6>
      <a:hlink>
        <a:srgbClr val="869FB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Custom 2">
    <a:dk1>
      <a:srgbClr val="002060"/>
    </a:dk1>
    <a:lt1>
      <a:srgbClr val="FFFFFF"/>
    </a:lt1>
    <a:dk2>
      <a:srgbClr val="D1CBF5"/>
    </a:dk2>
    <a:lt2>
      <a:srgbClr val="6699FF"/>
    </a:lt2>
    <a:accent1>
      <a:srgbClr val="000099"/>
    </a:accent1>
    <a:accent2>
      <a:srgbClr val="000066"/>
    </a:accent2>
    <a:accent3>
      <a:srgbClr val="0000CC"/>
    </a:accent3>
    <a:accent4>
      <a:srgbClr val="0066FF"/>
    </a:accent4>
    <a:accent5>
      <a:srgbClr val="0000BF"/>
    </a:accent5>
    <a:accent6>
      <a:srgbClr val="6666FF"/>
    </a:accent6>
    <a:hlink>
      <a:srgbClr val="FFFFFF"/>
    </a:hlink>
    <a:folHlink>
      <a:srgbClr val="0097A7"/>
    </a:folHlink>
  </a:clrScheme>
</a:themeOverride>
</file>

<file path=ppt/theme/themeOverride2.xml><?xml version="1.0" encoding="utf-8"?>
<a:themeOverride xmlns:a="http://schemas.openxmlformats.org/drawingml/2006/main">
  <a:clrScheme name="Custom 2">
    <a:dk1>
      <a:srgbClr val="002060"/>
    </a:dk1>
    <a:lt1>
      <a:srgbClr val="FFFFFF"/>
    </a:lt1>
    <a:dk2>
      <a:srgbClr val="D1CBF5"/>
    </a:dk2>
    <a:lt2>
      <a:srgbClr val="6699FF"/>
    </a:lt2>
    <a:accent1>
      <a:srgbClr val="000099"/>
    </a:accent1>
    <a:accent2>
      <a:srgbClr val="000066"/>
    </a:accent2>
    <a:accent3>
      <a:srgbClr val="0000CC"/>
    </a:accent3>
    <a:accent4>
      <a:srgbClr val="0066FF"/>
    </a:accent4>
    <a:accent5>
      <a:srgbClr val="0000BF"/>
    </a:accent5>
    <a:accent6>
      <a:srgbClr val="6666FF"/>
    </a:accent6>
    <a:hlink>
      <a:srgbClr val="FFFFFF"/>
    </a:hlink>
    <a:folHlink>
      <a:srgbClr val="0097A7"/>
    </a:folHlink>
  </a:clrScheme>
</a:themeOverride>
</file>

<file path=ppt/theme/themeOverride3.xml><?xml version="1.0" encoding="utf-8"?>
<a:themeOverride xmlns:a="http://schemas.openxmlformats.org/drawingml/2006/main">
  <a:clrScheme name="Custom 2">
    <a:dk1>
      <a:srgbClr val="002060"/>
    </a:dk1>
    <a:lt1>
      <a:srgbClr val="FFFFFF"/>
    </a:lt1>
    <a:dk2>
      <a:srgbClr val="D1CBF5"/>
    </a:dk2>
    <a:lt2>
      <a:srgbClr val="6699FF"/>
    </a:lt2>
    <a:accent1>
      <a:srgbClr val="000099"/>
    </a:accent1>
    <a:accent2>
      <a:srgbClr val="000066"/>
    </a:accent2>
    <a:accent3>
      <a:srgbClr val="0000CC"/>
    </a:accent3>
    <a:accent4>
      <a:srgbClr val="0066FF"/>
    </a:accent4>
    <a:accent5>
      <a:srgbClr val="0000BF"/>
    </a:accent5>
    <a:accent6>
      <a:srgbClr val="6666FF"/>
    </a:accent6>
    <a:hlink>
      <a:srgbClr val="FFFFFF"/>
    </a:hlink>
    <a:folHlink>
      <a:srgbClr val="0097A7"/>
    </a:folHlink>
  </a:clrScheme>
</a:themeOverride>
</file>

<file path=ppt/theme/themeOverride4.xml><?xml version="1.0" encoding="utf-8"?>
<a:themeOverride xmlns:a="http://schemas.openxmlformats.org/drawingml/2006/main">
  <a:clrScheme name="Custom 2">
    <a:dk1>
      <a:srgbClr val="002060"/>
    </a:dk1>
    <a:lt1>
      <a:srgbClr val="FFFFFF"/>
    </a:lt1>
    <a:dk2>
      <a:srgbClr val="D1CBF5"/>
    </a:dk2>
    <a:lt2>
      <a:srgbClr val="6699FF"/>
    </a:lt2>
    <a:accent1>
      <a:srgbClr val="000099"/>
    </a:accent1>
    <a:accent2>
      <a:srgbClr val="000066"/>
    </a:accent2>
    <a:accent3>
      <a:srgbClr val="0000CC"/>
    </a:accent3>
    <a:accent4>
      <a:srgbClr val="0066FF"/>
    </a:accent4>
    <a:accent5>
      <a:srgbClr val="0000BF"/>
    </a:accent5>
    <a:accent6>
      <a:srgbClr val="6666FF"/>
    </a:accent6>
    <a:hlink>
      <a:srgbClr val="FFFFFF"/>
    </a:hlink>
    <a:folHlink>
      <a:srgbClr val="0097A7"/>
    </a:folHlink>
  </a:clrScheme>
</a:themeOverride>
</file>

<file path=ppt/theme/themeOverride5.xml><?xml version="1.0" encoding="utf-8"?>
<a:themeOverride xmlns:a="http://schemas.openxmlformats.org/drawingml/2006/main">
  <a:clrScheme name="Custom 2">
    <a:dk1>
      <a:srgbClr val="002060"/>
    </a:dk1>
    <a:lt1>
      <a:srgbClr val="FFFFFF"/>
    </a:lt1>
    <a:dk2>
      <a:srgbClr val="D1CBF5"/>
    </a:dk2>
    <a:lt2>
      <a:srgbClr val="6699FF"/>
    </a:lt2>
    <a:accent1>
      <a:srgbClr val="000099"/>
    </a:accent1>
    <a:accent2>
      <a:srgbClr val="000066"/>
    </a:accent2>
    <a:accent3>
      <a:srgbClr val="0000CC"/>
    </a:accent3>
    <a:accent4>
      <a:srgbClr val="0066FF"/>
    </a:accent4>
    <a:accent5>
      <a:srgbClr val="0000BF"/>
    </a:accent5>
    <a:accent6>
      <a:srgbClr val="6666FF"/>
    </a:accent6>
    <a:hlink>
      <a:srgbClr val="FFFFFF"/>
    </a:hlink>
    <a:folHlink>
      <a:srgbClr val="0097A7"/>
    </a:folHlink>
  </a:clrScheme>
</a:themeOverride>
</file>

<file path=ppt/theme/themeOverride6.xml><?xml version="1.0" encoding="utf-8"?>
<a:themeOverride xmlns:a="http://schemas.openxmlformats.org/drawingml/2006/main">
  <a:clrScheme name="Custom 2">
    <a:dk1>
      <a:srgbClr val="002060"/>
    </a:dk1>
    <a:lt1>
      <a:srgbClr val="FFFFFF"/>
    </a:lt1>
    <a:dk2>
      <a:srgbClr val="D1CBF5"/>
    </a:dk2>
    <a:lt2>
      <a:srgbClr val="6699FF"/>
    </a:lt2>
    <a:accent1>
      <a:srgbClr val="000099"/>
    </a:accent1>
    <a:accent2>
      <a:srgbClr val="000066"/>
    </a:accent2>
    <a:accent3>
      <a:srgbClr val="0000CC"/>
    </a:accent3>
    <a:accent4>
      <a:srgbClr val="0066FF"/>
    </a:accent4>
    <a:accent5>
      <a:srgbClr val="0000BF"/>
    </a:accent5>
    <a:accent6>
      <a:srgbClr val="6666FF"/>
    </a:accent6>
    <a:hlink>
      <a:srgbClr val="FFFFFF"/>
    </a:hlink>
    <a:folHlink>
      <a:srgbClr val="0097A7"/>
    </a:folHlink>
  </a:clrScheme>
</a:themeOverride>
</file>

<file path=docProps/app.xml><?xml version="1.0" encoding="utf-8"?>
<Properties xmlns="http://schemas.openxmlformats.org/officeDocument/2006/extended-properties" xmlns:vt="http://schemas.openxmlformats.org/officeDocument/2006/docPropsVTypes">
  <TotalTime>1386</TotalTime>
  <Words>2052</Words>
  <Application>Microsoft Office PowerPoint</Application>
  <PresentationFormat>On-screen Show (16:9)</PresentationFormat>
  <Paragraphs>405</Paragraphs>
  <Slides>63</Slides>
  <Notes>27</Notes>
  <HiddenSlides>0</HiddenSlides>
  <MMClips>0</MMClips>
  <ScaleCrop>false</ScaleCrop>
  <HeadingPairs>
    <vt:vector size="6" baseType="variant">
      <vt:variant>
        <vt:lpstr>Fonts Used</vt:lpstr>
      </vt:variant>
      <vt:variant>
        <vt:i4>18</vt:i4>
      </vt:variant>
      <vt:variant>
        <vt:lpstr>Theme</vt:lpstr>
      </vt:variant>
      <vt:variant>
        <vt:i4>3</vt:i4>
      </vt:variant>
      <vt:variant>
        <vt:lpstr>Slide Titles</vt:lpstr>
      </vt:variant>
      <vt:variant>
        <vt:i4>63</vt:i4>
      </vt:variant>
    </vt:vector>
  </HeadingPairs>
  <TitlesOfParts>
    <vt:vector size="84" baseType="lpstr">
      <vt:lpstr>Calibri</vt:lpstr>
      <vt:lpstr>Montserrat ExtraBold</vt:lpstr>
      <vt:lpstr>Bakbak One</vt:lpstr>
      <vt:lpstr>Palanquin Dark</vt:lpstr>
      <vt:lpstr>Congenial</vt:lpstr>
      <vt:lpstr>Raleway</vt:lpstr>
      <vt:lpstr>Cambria Math</vt:lpstr>
      <vt:lpstr>Abel</vt:lpstr>
      <vt:lpstr>Montserrat SemiBold</vt:lpstr>
      <vt:lpstr>Aptos</vt:lpstr>
      <vt:lpstr>Arial</vt:lpstr>
      <vt:lpstr>Proxima Nova</vt:lpstr>
      <vt:lpstr>Aharoni</vt:lpstr>
      <vt:lpstr>Crimson Pro Bold</vt:lpstr>
      <vt:lpstr>Yu Gothic UI</vt:lpstr>
      <vt:lpstr>Wingdings</vt:lpstr>
      <vt:lpstr>Arimo</vt:lpstr>
      <vt:lpstr>Neue Haas Grotesk Text Pro</vt:lpstr>
      <vt:lpstr>Railroad Minitheme by Slidesgo</vt:lpstr>
      <vt:lpstr>1_Slidesgo Final Pages</vt:lpstr>
      <vt:lpstr>Office Theme</vt:lpstr>
      <vt:lpstr>Uk Railway system Project proposal</vt:lpstr>
      <vt:lpstr>PowerPoint Presentation</vt:lpstr>
      <vt:lpstr>PowerPoint Presentation</vt:lpstr>
      <vt:lpstr>PowerPoint Presentation</vt:lpstr>
      <vt:lpstr>Data Exploration </vt:lpstr>
      <vt:lpstr>PowerPoint Presentation</vt:lpstr>
      <vt:lpstr>Exploration Result</vt:lpstr>
      <vt:lpstr>Data Cleaning &amp; Preprocessing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Data Modeling</vt:lpstr>
      <vt:lpstr>PowerPoint Presentation</vt:lpstr>
      <vt:lpstr>PowerPoint Presentation</vt:lpstr>
      <vt:lpstr>Modeling</vt:lpstr>
      <vt:lpstr>PowerPoint Presentation</vt:lpstr>
      <vt:lpstr>04</vt:lpstr>
      <vt:lpstr>PowerPoint Presentation</vt:lpstr>
      <vt:lpstr>PowerPoint Presentation</vt:lpstr>
      <vt:lpstr>PowerPoint Presentation</vt:lpstr>
      <vt:lpstr>PowerPoint Presentation</vt:lpstr>
      <vt:lpstr>05</vt:lpstr>
      <vt:lpstr>PowerPoint Presentation</vt:lpstr>
      <vt:lpstr>PowerPoint Presentation</vt:lpstr>
      <vt:lpstr>Dashboard Insights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 BI</vt:lpstr>
      <vt:lpstr>06</vt:lpstr>
      <vt:lpstr>Transforming Cleaned Data into Actionable Metrics</vt:lpstr>
      <vt:lpstr>Data Exploration</vt:lpstr>
      <vt:lpstr>Transforming Cleaned Data into Actionable Metrics</vt:lpstr>
      <vt:lpstr>Building the forecasting model using Prophet</vt:lpstr>
      <vt:lpstr>Forecasting May Bookings</vt:lpstr>
      <vt:lpstr>First Class Demand next month (May 2024)</vt:lpstr>
      <vt:lpstr>Forecasting May Journeys</vt:lpstr>
      <vt:lpstr>Building the forecasting model using Prophet</vt:lpstr>
      <vt:lpstr>Performance Overview: Daily Bookings Forecast</vt:lpstr>
      <vt:lpstr>07</vt:lpstr>
      <vt:lpstr>PowerPoint Presentation</vt:lpstr>
      <vt:lpstr>PowerPoint Presentation</vt:lpstr>
      <vt:lpstr>PowerPoint Presentation</vt:lpstr>
      <vt:lpstr>PowerPoint Presentation</vt:lpstr>
      <vt:lpstr>PowerPoint Presentation</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mohamed samy</cp:lastModifiedBy>
  <cp:revision>16</cp:revision>
  <dcterms:modified xsi:type="dcterms:W3CDTF">2025-04-30T15:40:30Z</dcterms:modified>
</cp:coreProperties>
</file>